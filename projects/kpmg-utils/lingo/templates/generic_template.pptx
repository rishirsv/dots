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73" r:id="rId5"/>
    <p:sldId id="258" r:id="rId6"/>
    <p:sldId id="259" r:id="rId7"/>
    <p:sldId id="260" r:id="rId8"/>
    <p:sldId id="282" r:id="rId9"/>
    <p:sldId id="283" r:id="rId10"/>
    <p:sldId id="262" r:id="rId11"/>
    <p:sldId id="289" r:id="rId12"/>
    <p:sldId id="264" r:id="rId13"/>
    <p:sldId id="271" r:id="rId14"/>
  </p:sldIdLst>
  <p:sldSz cx="9144000" cy="6858000" type="screen4x3"/>
  <p:notesSz cx="6858000" cy="9144000"/>
  <p:embeddedFontLst>
    <p:embeddedFont>
      <p:font typeface="KPMG Bold" panose="020B0403030202040204" pitchFamily="34" charset="77"/>
      <p:bold r:id="rId15"/>
      <p:italic r:id="rId16"/>
      <p:boldItalic r:id="rId17"/>
    </p:embeddedFont>
  </p:embeddedFontLst>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8D"/>
    <a:srgbClr val="BC204B"/>
    <a:srgbClr val="F68D2E"/>
    <a:srgbClr val="EAAA00"/>
    <a:srgbClr val="43B02A"/>
    <a:srgbClr val="009A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75" autoAdjust="0"/>
    <p:restoredTop sz="96247" autoAdjust="0"/>
  </p:normalViewPr>
  <p:slideViewPr>
    <p:cSldViewPr snapToGrid="0" showGuides="1">
      <p:cViewPr varScale="1">
        <p:scale>
          <a:sx n="137" d="100"/>
          <a:sy n="137" d="100"/>
        </p:scale>
        <p:origin x="2016" y="480"/>
      </p:cViewPr>
      <p:guideLst/>
    </p:cSldViewPr>
  </p:slideViewPr>
  <p:outlineViewPr>
    <p:cViewPr>
      <p:scale>
        <a:sx n="33" d="100"/>
        <a:sy n="33" d="100"/>
      </p:scale>
      <p:origin x="0" y="-9408"/>
    </p:cViewPr>
  </p:outlineViewPr>
  <p:notesTextViewPr>
    <p:cViewPr>
      <p:scale>
        <a:sx n="1" d="1"/>
        <a:sy n="1" d="1"/>
      </p:scale>
      <p:origin x="0" y="0"/>
    </p:cViewPr>
  </p:notesTextViewPr>
  <p:sorterViewPr>
    <p:cViewPr>
      <p:scale>
        <a:sx n="1" d="2"/>
        <a:sy n="1" d="2"/>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hyperlink" Target="https://x.com/KPMG_Canada" TargetMode="External"/><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hyperlink" Target="https://www.linkedin.com/company/kpmg-canada" TargetMode="External"/><Relationship Id="rId5" Type="http://schemas.openxmlformats.org/officeDocument/2006/relationships/hyperlink" Target="https://www.youtube.com/KPMGCanada" TargetMode="External"/><Relationship Id="rId10" Type="http://schemas.openxmlformats.org/officeDocument/2006/relationships/hyperlink" Target="https://www.instagram.com/kpmgcanada/" TargetMode="External"/><Relationship Id="rId4" Type="http://schemas.openxmlformats.org/officeDocument/2006/relationships/image" Target="../media/image4.svg"/><Relationship Id="rId9"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hyperlink" Target="https://x.com/KPMG_Canada" TargetMode="External"/><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hyperlink" Target="https://www.linkedin.com/company/kpmg-canada" TargetMode="External"/><Relationship Id="rId5" Type="http://schemas.openxmlformats.org/officeDocument/2006/relationships/hyperlink" Target="https://www.youtube.com/KPMGCanada" TargetMode="External"/><Relationship Id="rId10" Type="http://schemas.openxmlformats.org/officeDocument/2006/relationships/hyperlink" Target="https://www.instagram.com/kpmgcanada/" TargetMode="External"/><Relationship Id="rId4" Type="http://schemas.openxmlformats.org/officeDocument/2006/relationships/image" Target="../media/image2.svg"/><Relationship Id="rId9" Type="http://schemas.openxmlformats.org/officeDocument/2006/relationships/image" Target="../media/image8.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7D3C9D-F1D9-4D83-8405-0F801E26817D}"/>
              </a:ext>
            </a:extLst>
          </p:cNvPr>
          <p:cNvSpPr>
            <a:spLocks noChangeAspect="1"/>
          </p:cNvSpPr>
          <p:nvPr userDrawn="1"/>
        </p:nvSpPr>
        <p:spPr>
          <a:xfrm>
            <a:off x="749300" y="1211264"/>
            <a:ext cx="6328756" cy="444876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79AD7088-EDB1-43A3-BCB3-0FEDC99E3256}"/>
              </a:ext>
            </a:extLst>
          </p:cNvPr>
          <p:cNvSpPr>
            <a:spLocks noGrp="1"/>
          </p:cNvSpPr>
          <p:nvPr>
            <p:ph type="ctrTitle" hasCustomPrompt="1"/>
          </p:nvPr>
        </p:nvSpPr>
        <p:spPr>
          <a:xfrm>
            <a:off x="996112" y="1514264"/>
            <a:ext cx="5831819" cy="288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6B20E3E2-C475-4230-9CC4-4FC30DB17C85}"/>
              </a:ext>
            </a:extLst>
          </p:cNvPr>
          <p:cNvSpPr>
            <a:spLocks noGrp="1"/>
          </p:cNvSpPr>
          <p:nvPr>
            <p:ph type="body" sz="quarter" idx="11"/>
          </p:nvPr>
        </p:nvSpPr>
        <p:spPr>
          <a:xfrm>
            <a:off x="996112" y="4602703"/>
            <a:ext cx="583181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id="{B0D0288E-06CE-4638-82E1-02D75D58A3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9300" y="431800"/>
            <a:ext cx="786440" cy="316800"/>
          </a:xfrm>
          <a:prstGeom prst="rect">
            <a:avLst/>
          </a:prstGeom>
        </p:spPr>
      </p:pic>
    </p:spTree>
    <p:extLst>
      <p:ext uri="{BB962C8B-B14F-4D97-AF65-F5344CB8AC3E}">
        <p14:creationId xmlns:p14="http://schemas.microsoft.com/office/powerpoint/2010/main" val="1859528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D11141-B40A-46CB-8C61-81DDE221FE5D}"/>
              </a:ext>
            </a:extLst>
          </p:cNvPr>
          <p:cNvSpPr>
            <a:spLocks noChangeAspect="1"/>
          </p:cNvSpPr>
          <p:nvPr userDrawn="1"/>
        </p:nvSpPr>
        <p:spPr>
          <a:xfrm>
            <a:off x="749300" y="1211263"/>
            <a:ext cx="3291418" cy="459422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A7867E50-BF34-4013-B459-41448BAB225C}"/>
              </a:ext>
            </a:extLst>
          </p:cNvPr>
          <p:cNvSpPr>
            <a:spLocks noGrp="1"/>
          </p:cNvSpPr>
          <p:nvPr>
            <p:ph type="ctrTitle" hasCustomPrompt="1"/>
          </p:nvPr>
        </p:nvSpPr>
        <p:spPr>
          <a:xfrm>
            <a:off x="996111" y="1514264"/>
            <a:ext cx="2798013" cy="3083615"/>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1" name="Text Placeholder 3">
            <a:extLst>
              <a:ext uri="{FF2B5EF4-FFF2-40B4-BE49-F238E27FC236}">
                <a16:creationId xmlns:a16="http://schemas.microsoft.com/office/drawing/2014/main" id="{3280408F-9E51-4F9B-94C4-6F3A3FBD24F7}"/>
              </a:ext>
            </a:extLst>
          </p:cNvPr>
          <p:cNvSpPr>
            <a:spLocks noGrp="1"/>
          </p:cNvSpPr>
          <p:nvPr>
            <p:ph type="body" sz="quarter" idx="11"/>
          </p:nvPr>
        </p:nvSpPr>
        <p:spPr>
          <a:xfrm>
            <a:off x="996112" y="4728386"/>
            <a:ext cx="2798013"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2" name="Graphic 1">
            <a:extLst>
              <a:ext uri="{FF2B5EF4-FFF2-40B4-BE49-F238E27FC236}">
                <a16:creationId xmlns:a16="http://schemas.microsoft.com/office/drawing/2014/main" id="{2983472E-B11B-E7B6-C0B2-2B2B2B19A4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9300" y="431800"/>
            <a:ext cx="786440" cy="316800"/>
          </a:xfrm>
          <a:prstGeom prst="rect">
            <a:avLst/>
          </a:prstGeom>
        </p:spPr>
      </p:pic>
    </p:spTree>
    <p:extLst>
      <p:ext uri="{BB962C8B-B14F-4D97-AF65-F5344CB8AC3E}">
        <p14:creationId xmlns:p14="http://schemas.microsoft.com/office/powerpoint/2010/main" val="576284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BDB287-5E22-4504-9244-3821B98C05A3}"/>
              </a:ext>
            </a:extLst>
          </p:cNvPr>
          <p:cNvSpPr>
            <a:spLocks noChangeAspect="1"/>
          </p:cNvSpPr>
          <p:nvPr userDrawn="1"/>
        </p:nvSpPr>
        <p:spPr>
          <a:xfrm>
            <a:off x="2157187" y="431800"/>
            <a:ext cx="6242276" cy="421444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10" name="Title 1">
            <a:extLst>
              <a:ext uri="{FF2B5EF4-FFF2-40B4-BE49-F238E27FC236}">
                <a16:creationId xmlns:a16="http://schemas.microsoft.com/office/drawing/2014/main" id="{21A1CDC1-2E26-4722-BB78-D965EB673000}"/>
              </a:ext>
            </a:extLst>
          </p:cNvPr>
          <p:cNvSpPr>
            <a:spLocks noGrp="1"/>
          </p:cNvSpPr>
          <p:nvPr>
            <p:ph type="ctrTitle" hasCustomPrompt="1"/>
          </p:nvPr>
        </p:nvSpPr>
        <p:spPr>
          <a:xfrm>
            <a:off x="2401618" y="748600"/>
            <a:ext cx="5756451" cy="2691514"/>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2" name="Text Placeholder 3">
            <a:extLst>
              <a:ext uri="{FF2B5EF4-FFF2-40B4-BE49-F238E27FC236}">
                <a16:creationId xmlns:a16="http://schemas.microsoft.com/office/drawing/2014/main" id="{53C698CC-97B7-45DE-AA75-CA3F0C4CF34A}"/>
              </a:ext>
            </a:extLst>
          </p:cNvPr>
          <p:cNvSpPr>
            <a:spLocks noGrp="1"/>
          </p:cNvSpPr>
          <p:nvPr>
            <p:ph type="body" sz="quarter" idx="11"/>
          </p:nvPr>
        </p:nvSpPr>
        <p:spPr>
          <a:xfrm>
            <a:off x="2401618" y="3582823"/>
            <a:ext cx="5756451"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2" name="Graphic 1">
            <a:extLst>
              <a:ext uri="{FF2B5EF4-FFF2-40B4-BE49-F238E27FC236}">
                <a16:creationId xmlns:a16="http://schemas.microsoft.com/office/drawing/2014/main" id="{EF5EF6E3-CB01-1C43-20E6-BB37AC3D15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9300" y="431800"/>
            <a:ext cx="786440" cy="316800"/>
          </a:xfrm>
          <a:prstGeom prst="rect">
            <a:avLst/>
          </a:prstGeom>
        </p:spPr>
      </p:pic>
    </p:spTree>
    <p:extLst>
      <p:ext uri="{BB962C8B-B14F-4D97-AF65-F5344CB8AC3E}">
        <p14:creationId xmlns:p14="http://schemas.microsoft.com/office/powerpoint/2010/main" val="3368251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3C44D8B-17CD-4454-B36D-72741332159F}"/>
              </a:ext>
            </a:extLst>
          </p:cNvPr>
          <p:cNvSpPr>
            <a:spLocks noChangeAspect="1"/>
          </p:cNvSpPr>
          <p:nvPr userDrawn="1"/>
        </p:nvSpPr>
        <p:spPr>
          <a:xfrm>
            <a:off x="4442218" y="431800"/>
            <a:ext cx="3957246" cy="5373688"/>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2D3C3EE5-C1E7-4D94-8929-0FA5FFFE0EDC}"/>
              </a:ext>
            </a:extLst>
          </p:cNvPr>
          <p:cNvSpPr>
            <a:spLocks noGrp="1"/>
          </p:cNvSpPr>
          <p:nvPr>
            <p:ph type="ctrTitle" hasCustomPrompt="1"/>
          </p:nvPr>
        </p:nvSpPr>
        <p:spPr>
          <a:xfrm>
            <a:off x="4684266" y="748600"/>
            <a:ext cx="3471421" cy="371125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1" name="Text Placeholder 3">
            <a:extLst>
              <a:ext uri="{FF2B5EF4-FFF2-40B4-BE49-F238E27FC236}">
                <a16:creationId xmlns:a16="http://schemas.microsoft.com/office/drawing/2014/main" id="{2A5C960A-C74B-42B5-A237-47F1B97FD3E8}"/>
              </a:ext>
            </a:extLst>
          </p:cNvPr>
          <p:cNvSpPr>
            <a:spLocks noGrp="1"/>
          </p:cNvSpPr>
          <p:nvPr>
            <p:ph type="body" sz="quarter" idx="11"/>
          </p:nvPr>
        </p:nvSpPr>
        <p:spPr>
          <a:xfrm>
            <a:off x="4684266" y="4696418"/>
            <a:ext cx="3471421"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2" name="Graphic 1">
            <a:extLst>
              <a:ext uri="{FF2B5EF4-FFF2-40B4-BE49-F238E27FC236}">
                <a16:creationId xmlns:a16="http://schemas.microsoft.com/office/drawing/2014/main" id="{3C0C3816-4CD2-8DD8-E77B-2B3C06351C1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9300" y="431800"/>
            <a:ext cx="786440" cy="316800"/>
          </a:xfrm>
          <a:prstGeom prst="rect">
            <a:avLst/>
          </a:prstGeom>
        </p:spPr>
      </p:pic>
    </p:spTree>
    <p:extLst>
      <p:ext uri="{BB962C8B-B14F-4D97-AF65-F5344CB8AC3E}">
        <p14:creationId xmlns:p14="http://schemas.microsoft.com/office/powerpoint/2010/main" val="2988477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5738333" y="1263838"/>
            <a:ext cx="2661130"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5738333" y="4881887"/>
            <a:ext cx="2661130"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746125" y="1263839"/>
            <a:ext cx="4354574" cy="3022538"/>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F060AC1F-823B-423D-80EF-C95EEC3DFED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38333" y="431800"/>
            <a:ext cx="786440" cy="316800"/>
          </a:xfrm>
          <a:prstGeom prst="rect">
            <a:avLst/>
          </a:prstGeom>
        </p:spPr>
      </p:pic>
    </p:spTree>
    <p:extLst>
      <p:ext uri="{BB962C8B-B14F-4D97-AF65-F5344CB8AC3E}">
        <p14:creationId xmlns:p14="http://schemas.microsoft.com/office/powerpoint/2010/main" val="384871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4457335" y="1263838"/>
            <a:ext cx="3940539"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4457335" y="4881887"/>
            <a:ext cx="394053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746125" y="1263839"/>
            <a:ext cx="3077611" cy="4397186"/>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5638D828-F203-4122-8387-83B5C7962F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57336" y="431800"/>
            <a:ext cx="786440" cy="316800"/>
          </a:xfrm>
          <a:prstGeom prst="rect">
            <a:avLst/>
          </a:prstGeom>
        </p:spPr>
      </p:pic>
    </p:spTree>
    <p:extLst>
      <p:ext uri="{BB962C8B-B14F-4D97-AF65-F5344CB8AC3E}">
        <p14:creationId xmlns:p14="http://schemas.microsoft.com/office/powerpoint/2010/main" val="1204209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749300" y="1263838"/>
            <a:ext cx="2661130"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749300" y="4881887"/>
            <a:ext cx="2661130"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4044030" y="1263839"/>
            <a:ext cx="4354574" cy="3022538"/>
          </a:xfrm>
          <a:solidFill>
            <a:schemeClr val="accent2"/>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B5699398-41B8-46F6-A97E-83496DC7B1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9300" y="431800"/>
            <a:ext cx="786440" cy="316800"/>
          </a:xfrm>
          <a:prstGeom prst="rect">
            <a:avLst/>
          </a:prstGeom>
        </p:spPr>
      </p:pic>
    </p:spTree>
    <p:extLst>
      <p:ext uri="{BB962C8B-B14F-4D97-AF65-F5344CB8AC3E}">
        <p14:creationId xmlns:p14="http://schemas.microsoft.com/office/powerpoint/2010/main" val="4070293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749300" y="1263838"/>
            <a:ext cx="3940539"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749300" y="4881887"/>
            <a:ext cx="394053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5320264" y="1263839"/>
            <a:ext cx="3077611" cy="4397186"/>
          </a:xfrm>
          <a:solidFill>
            <a:schemeClr val="accent2"/>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2" name="Graphic 1">
            <a:extLst>
              <a:ext uri="{FF2B5EF4-FFF2-40B4-BE49-F238E27FC236}">
                <a16:creationId xmlns:a16="http://schemas.microsoft.com/office/drawing/2014/main" id="{7FAAB3D0-2EAE-0314-F7C2-EBCDDD8876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9300" y="431800"/>
            <a:ext cx="786440" cy="316800"/>
          </a:xfrm>
          <a:prstGeom prst="rect">
            <a:avLst/>
          </a:prstGeom>
        </p:spPr>
      </p:pic>
    </p:spTree>
    <p:extLst>
      <p:ext uri="{BB962C8B-B14F-4D97-AF65-F5344CB8AC3E}">
        <p14:creationId xmlns:p14="http://schemas.microsoft.com/office/powerpoint/2010/main" val="3998763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4" name="Shape 8">
            <a:extLst>
              <a:ext uri="{FF2B5EF4-FFF2-40B4-BE49-F238E27FC236}">
                <a16:creationId xmlns:a16="http://schemas.microsoft.com/office/drawing/2014/main" id="{BF3EE6B2-98D1-468B-AFB3-FE0E71BA876F}"/>
              </a:ext>
            </a:extLst>
          </p:cNvPr>
          <p:cNvSpPr txBox="1">
            <a:spLocks/>
          </p:cNvSpPr>
          <p:nvPr userDrawn="1"/>
        </p:nvSpPr>
        <p:spPr>
          <a:xfrm>
            <a:off x="8149114" y="633181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1F266099-F3A7-402A-977F-D2FBFBA32AD4}"/>
              </a:ext>
              <a:ext uri="{C183D7F6-B498-43B3-948B-1728B52AA6E4}">
                <adec:decorative xmlns:adec="http://schemas.microsoft.com/office/drawing/2017/decorative" val="1"/>
              </a:ext>
            </a:extLst>
          </p:cNvPr>
          <p:cNvSpPr txBox="1"/>
          <p:nvPr userDrawn="1">
            <p:custDataLst>
              <p:tags r:id="rId1"/>
            </p:custDataLst>
          </p:nvPr>
        </p:nvSpPr>
        <p:spPr>
          <a:xfrm>
            <a:off x="6706009" y="6360352"/>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 </a:t>
            </a:r>
          </a:p>
        </p:txBody>
      </p:sp>
      <p:cxnSp>
        <p:nvCxnSpPr>
          <p:cNvPr id="7" name="Straight Connector 6">
            <a:extLst>
              <a:ext uri="{FF2B5EF4-FFF2-40B4-BE49-F238E27FC236}">
                <a16:creationId xmlns:a16="http://schemas.microsoft.com/office/drawing/2014/main" id="{55B5E17A-7B9F-48AB-9B8A-1D42A3F1EEDC}"/>
              </a:ext>
            </a:extLst>
          </p:cNvPr>
          <p:cNvCxnSpPr/>
          <p:nvPr userDrawn="1"/>
        </p:nvCxnSpPr>
        <p:spPr>
          <a:xfrm>
            <a:off x="8131055"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59B715E8-94AC-CE0A-AED9-61EE6145D3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3428" y="6320118"/>
            <a:ext cx="428967" cy="172800"/>
          </a:xfrm>
          <a:prstGeom prst="rect">
            <a:avLst/>
          </a:prstGeom>
        </p:spPr>
      </p:pic>
      <p:sp>
        <p:nvSpPr>
          <p:cNvPr id="8" name="TextBox 7">
            <a:extLst>
              <a:ext uri="{FF2B5EF4-FFF2-40B4-BE49-F238E27FC236}">
                <a16:creationId xmlns:a16="http://schemas.microsoft.com/office/drawing/2014/main" id="{B8313E3F-2FA1-F5BD-9A1B-36BA88FA131D}"/>
              </a:ext>
              <a:ext uri="{C183D7F6-B498-43B3-948B-1728B52AA6E4}">
                <adec:decorative xmlns:adec="http://schemas.microsoft.com/office/drawing/2017/decorative" val="1"/>
              </a:ext>
            </a:extLst>
          </p:cNvPr>
          <p:cNvSpPr txBox="1"/>
          <p:nvPr userDrawn="1"/>
        </p:nvSpPr>
        <p:spPr>
          <a:xfrm>
            <a:off x="1449598" y="6314185"/>
            <a:ext cx="4565914"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a:t>
            </a:r>
            <a:fld id="{1F123CEA-C98D-4DF6-BE0A-1CCFCADA49B6}" type="datetimeyyyy">
              <a:rPr lang="en-US" sz="600" kern="1200" noProof="0" smtClean="0">
                <a:solidFill>
                  <a:schemeClr val="bg1"/>
                </a:solidFill>
                <a:latin typeface="+mn-lt"/>
                <a:ea typeface="+mn-ea"/>
                <a:cs typeface="+mn-cs"/>
              </a:rPr>
              <a:t>2025</a:t>
            </a:fld>
            <a:r>
              <a:rPr lang="en-US" sz="600" kern="1200" noProof="0" dirty="0">
                <a:solidFill>
                  <a:schemeClr val="bg1"/>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2991435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752400" y="1209600"/>
            <a:ext cx="76392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04358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752400" y="1209600"/>
            <a:ext cx="76392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hape 8">
            <a:extLst>
              <a:ext uri="{FF2B5EF4-FFF2-40B4-BE49-F238E27FC236}">
                <a16:creationId xmlns:a16="http://schemas.microsoft.com/office/drawing/2014/main" id="{1C0833AE-7386-47DB-9FF2-9657C92CA91E}"/>
              </a:ext>
            </a:extLst>
          </p:cNvPr>
          <p:cNvSpPr txBox="1">
            <a:spLocks/>
          </p:cNvSpPr>
          <p:nvPr userDrawn="1"/>
        </p:nvSpPr>
        <p:spPr>
          <a:xfrm>
            <a:off x="8149114" y="633181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E0EA28FC-699E-47A2-B686-35545E592C47}"/>
              </a:ext>
              <a:ext uri="{C183D7F6-B498-43B3-948B-1728B52AA6E4}">
                <adec:decorative xmlns:adec="http://schemas.microsoft.com/office/drawing/2017/decorative" val="1"/>
              </a:ext>
            </a:extLst>
          </p:cNvPr>
          <p:cNvSpPr txBox="1"/>
          <p:nvPr userDrawn="1">
            <p:custDataLst>
              <p:tags r:id="rId1"/>
            </p:custDataLst>
          </p:nvPr>
        </p:nvSpPr>
        <p:spPr>
          <a:xfrm>
            <a:off x="6706009" y="6360352"/>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 </a:t>
            </a:r>
          </a:p>
        </p:txBody>
      </p:sp>
      <p:cxnSp>
        <p:nvCxnSpPr>
          <p:cNvPr id="8" name="Straight Connector 7">
            <a:extLst>
              <a:ext uri="{FF2B5EF4-FFF2-40B4-BE49-F238E27FC236}">
                <a16:creationId xmlns:a16="http://schemas.microsoft.com/office/drawing/2014/main" id="{0A63A1AD-6737-4826-AFEA-0CE2D4869EB0}"/>
              </a:ext>
            </a:extLst>
          </p:cNvPr>
          <p:cNvCxnSpPr/>
          <p:nvPr userDrawn="1"/>
        </p:nvCxnSpPr>
        <p:spPr>
          <a:xfrm>
            <a:off x="8131055"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13097000-9D00-8243-67F0-4DC061B08F0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3428" y="6320118"/>
            <a:ext cx="428967" cy="172800"/>
          </a:xfrm>
          <a:prstGeom prst="rect">
            <a:avLst/>
          </a:prstGeom>
        </p:spPr>
      </p:pic>
      <p:sp>
        <p:nvSpPr>
          <p:cNvPr id="7" name="TextBox 6">
            <a:extLst>
              <a:ext uri="{FF2B5EF4-FFF2-40B4-BE49-F238E27FC236}">
                <a16:creationId xmlns:a16="http://schemas.microsoft.com/office/drawing/2014/main" id="{EDBC2633-716F-F42E-9638-71647C202175}"/>
              </a:ext>
              <a:ext uri="{C183D7F6-B498-43B3-948B-1728B52AA6E4}">
                <adec:decorative xmlns:adec="http://schemas.microsoft.com/office/drawing/2017/decorative" val="1"/>
              </a:ext>
            </a:extLst>
          </p:cNvPr>
          <p:cNvSpPr txBox="1"/>
          <p:nvPr userDrawn="1"/>
        </p:nvSpPr>
        <p:spPr>
          <a:xfrm>
            <a:off x="1449598" y="6314185"/>
            <a:ext cx="4565914"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a:t>
            </a:r>
            <a:fld id="{1F123CEA-C98D-4DF6-BE0A-1CCFCADA49B6}" type="datetimeyyyy">
              <a:rPr lang="en-US" sz="600" kern="1200" noProof="0" smtClean="0">
                <a:solidFill>
                  <a:schemeClr val="bg1"/>
                </a:solidFill>
                <a:latin typeface="+mn-lt"/>
                <a:ea typeface="+mn-ea"/>
                <a:cs typeface="+mn-cs"/>
              </a:rPr>
              <a:t>2025</a:t>
            </a:fld>
            <a:r>
              <a:rPr lang="en-US" sz="600" kern="1200" noProof="0" dirty="0">
                <a:solidFill>
                  <a:schemeClr val="bg1"/>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41612345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2400" y="431999"/>
            <a:ext cx="7639200" cy="779263"/>
          </a:xfrm>
        </p:spPr>
        <p:txBody>
          <a:bodyPr/>
          <a:lstStyle>
            <a:lvl1pPr>
              <a:defRPr/>
            </a:lvl1pPr>
          </a:lstStyle>
          <a:p>
            <a:r>
              <a:rPr lang="en-US" dirty="0"/>
              <a:t>Click to edit </a:t>
            </a:r>
            <a:br>
              <a:rPr lang="en-US" dirty="0"/>
            </a:br>
            <a:r>
              <a:rPr lang="en-US" dirty="0"/>
              <a:t>Master title style</a:t>
            </a:r>
          </a:p>
        </p:txBody>
      </p:sp>
      <p:sp>
        <p:nvSpPr>
          <p:cNvPr id="9" name="Text Placeholder 8"/>
          <p:cNvSpPr>
            <a:spLocks noGrp="1"/>
          </p:cNvSpPr>
          <p:nvPr>
            <p:ph type="body" sz="quarter" idx="10"/>
          </p:nvPr>
        </p:nvSpPr>
        <p:spPr>
          <a:xfrm>
            <a:off x="752400" y="1457325"/>
            <a:ext cx="7639200" cy="434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57257430"/>
      </p:ext>
    </p:extLst>
  </p:cSld>
  <p:clrMapOvr>
    <a:masterClrMapping/>
  </p:clrMapOvr>
  <p:extLst>
    <p:ext uri="{DCECCB84-F9BA-43D5-87BE-67443E8EF086}">
      <p15:sldGuideLst xmlns:p15="http://schemas.microsoft.com/office/powerpoint/2012/main">
        <p15:guide id="1" orient="horz" pos="918" userDrawn="1">
          <p15:clr>
            <a:srgbClr val="F26B43"/>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2400" y="431999"/>
            <a:ext cx="7639200" cy="779263"/>
          </a:xfrm>
        </p:spPr>
        <p:txBody>
          <a:bodyPr/>
          <a:lstStyle>
            <a:lvl1pPr>
              <a:defRPr>
                <a:solidFill>
                  <a:schemeClr val="bg1"/>
                </a:solidFill>
              </a:defRPr>
            </a:lvl1pPr>
          </a:lstStyle>
          <a:p>
            <a:r>
              <a:rPr lang="en-US" dirty="0"/>
              <a:t>Click to edit </a:t>
            </a:r>
            <a:br>
              <a:rPr lang="en-US" dirty="0"/>
            </a:br>
            <a:r>
              <a:rPr lang="en-US" dirty="0"/>
              <a:t>Master title style</a:t>
            </a:r>
          </a:p>
        </p:txBody>
      </p:sp>
      <p:sp>
        <p:nvSpPr>
          <p:cNvPr id="9" name="Text Placeholder 8"/>
          <p:cNvSpPr>
            <a:spLocks noGrp="1"/>
          </p:cNvSpPr>
          <p:nvPr>
            <p:ph type="body" sz="quarter" idx="10"/>
          </p:nvPr>
        </p:nvSpPr>
        <p:spPr>
          <a:xfrm>
            <a:off x="752400" y="1457325"/>
            <a:ext cx="7639200" cy="43465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hape 8">
            <a:extLst>
              <a:ext uri="{FF2B5EF4-FFF2-40B4-BE49-F238E27FC236}">
                <a16:creationId xmlns:a16="http://schemas.microsoft.com/office/drawing/2014/main" id="{782C517A-B876-41CE-B5E0-1F57CCD0CE41}"/>
              </a:ext>
            </a:extLst>
          </p:cNvPr>
          <p:cNvSpPr txBox="1">
            <a:spLocks/>
          </p:cNvSpPr>
          <p:nvPr userDrawn="1"/>
        </p:nvSpPr>
        <p:spPr>
          <a:xfrm>
            <a:off x="8149114" y="633181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F1EFD06C-81CD-41D0-AEB1-3A254A7EA079}"/>
              </a:ext>
              <a:ext uri="{C183D7F6-B498-43B3-948B-1728B52AA6E4}">
                <adec:decorative xmlns:adec="http://schemas.microsoft.com/office/drawing/2017/decorative" val="1"/>
              </a:ext>
            </a:extLst>
          </p:cNvPr>
          <p:cNvSpPr txBox="1"/>
          <p:nvPr userDrawn="1">
            <p:custDataLst>
              <p:tags r:id="rId1"/>
            </p:custDataLst>
          </p:nvPr>
        </p:nvSpPr>
        <p:spPr>
          <a:xfrm>
            <a:off x="6706009" y="6360352"/>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 </a:t>
            </a:r>
          </a:p>
        </p:txBody>
      </p:sp>
      <p:cxnSp>
        <p:nvCxnSpPr>
          <p:cNvPr id="8" name="Straight Connector 7">
            <a:extLst>
              <a:ext uri="{FF2B5EF4-FFF2-40B4-BE49-F238E27FC236}">
                <a16:creationId xmlns:a16="http://schemas.microsoft.com/office/drawing/2014/main" id="{00D8E809-685D-427B-8CE3-C84863878EC5}"/>
              </a:ext>
            </a:extLst>
          </p:cNvPr>
          <p:cNvCxnSpPr/>
          <p:nvPr userDrawn="1"/>
        </p:nvCxnSpPr>
        <p:spPr>
          <a:xfrm>
            <a:off x="8131055"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1A7E984C-1288-1ADC-CD09-4C80AE92AD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3428" y="6320118"/>
            <a:ext cx="428967" cy="172800"/>
          </a:xfrm>
          <a:prstGeom prst="rect">
            <a:avLst/>
          </a:prstGeom>
        </p:spPr>
      </p:pic>
      <p:sp>
        <p:nvSpPr>
          <p:cNvPr id="4" name="TextBox 3">
            <a:extLst>
              <a:ext uri="{FF2B5EF4-FFF2-40B4-BE49-F238E27FC236}">
                <a16:creationId xmlns:a16="http://schemas.microsoft.com/office/drawing/2014/main" id="{C1484ABA-7CC5-E5C5-454C-90517F371F4F}"/>
              </a:ext>
              <a:ext uri="{C183D7F6-B498-43B3-948B-1728B52AA6E4}">
                <adec:decorative xmlns:adec="http://schemas.microsoft.com/office/drawing/2017/decorative" val="1"/>
              </a:ext>
            </a:extLst>
          </p:cNvPr>
          <p:cNvSpPr txBox="1"/>
          <p:nvPr userDrawn="1"/>
        </p:nvSpPr>
        <p:spPr>
          <a:xfrm>
            <a:off x="1449598" y="6314185"/>
            <a:ext cx="4565914"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a:t>
            </a:r>
            <a:fld id="{1F123CEA-C98D-4DF6-BE0A-1CCFCADA49B6}" type="datetimeyyyy">
              <a:rPr lang="en-US" sz="600" kern="1200" noProof="0" smtClean="0">
                <a:solidFill>
                  <a:schemeClr val="bg1"/>
                </a:solidFill>
                <a:latin typeface="+mn-lt"/>
                <a:ea typeface="+mn-ea"/>
                <a:cs typeface="+mn-cs"/>
              </a:rPr>
              <a:t>2025</a:t>
            </a:fld>
            <a:r>
              <a:rPr lang="en-US" sz="600" kern="1200" noProof="0" dirty="0">
                <a:solidFill>
                  <a:schemeClr val="bg1"/>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1243537115"/>
      </p:ext>
    </p:extLst>
  </p:cSld>
  <p:clrMapOvr>
    <a:masterClrMapping/>
  </p:clrMapOvr>
  <p:extLst>
    <p:ext uri="{DCECCB84-F9BA-43D5-87BE-67443E8EF086}">
      <p15:sldGuideLst xmlns:p15="http://schemas.microsoft.com/office/powerpoint/2012/main">
        <p15:guide id="1" orient="horz" pos="918" userDrawn="1">
          <p15:clr>
            <a:srgbClr val="F26B43"/>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752400" y="1209600"/>
            <a:ext cx="37260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65600" y="1209600"/>
            <a:ext cx="37260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60996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752400" y="1209600"/>
            <a:ext cx="37260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65600" y="1209600"/>
            <a:ext cx="37260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hape 8">
            <a:extLst>
              <a:ext uri="{FF2B5EF4-FFF2-40B4-BE49-F238E27FC236}">
                <a16:creationId xmlns:a16="http://schemas.microsoft.com/office/drawing/2014/main" id="{CCDEA53B-91E3-466E-B366-434ABBBE1D61}"/>
              </a:ext>
            </a:extLst>
          </p:cNvPr>
          <p:cNvSpPr txBox="1">
            <a:spLocks/>
          </p:cNvSpPr>
          <p:nvPr userDrawn="1"/>
        </p:nvSpPr>
        <p:spPr>
          <a:xfrm>
            <a:off x="8149114" y="633181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7" name="TextBox 6">
            <a:extLst>
              <a:ext uri="{FF2B5EF4-FFF2-40B4-BE49-F238E27FC236}">
                <a16:creationId xmlns:a16="http://schemas.microsoft.com/office/drawing/2014/main" id="{4D98E59B-0AD1-406C-BFC4-CE85C2225EBD}"/>
              </a:ext>
              <a:ext uri="{C183D7F6-B498-43B3-948B-1728B52AA6E4}">
                <adec:decorative xmlns:adec="http://schemas.microsoft.com/office/drawing/2017/decorative" val="1"/>
              </a:ext>
            </a:extLst>
          </p:cNvPr>
          <p:cNvSpPr txBox="1"/>
          <p:nvPr userDrawn="1">
            <p:custDataLst>
              <p:tags r:id="rId1"/>
            </p:custDataLst>
          </p:nvPr>
        </p:nvSpPr>
        <p:spPr>
          <a:xfrm>
            <a:off x="6706009" y="6360352"/>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 </a:t>
            </a:r>
          </a:p>
        </p:txBody>
      </p:sp>
      <p:cxnSp>
        <p:nvCxnSpPr>
          <p:cNvPr id="10" name="Straight Connector 9">
            <a:extLst>
              <a:ext uri="{FF2B5EF4-FFF2-40B4-BE49-F238E27FC236}">
                <a16:creationId xmlns:a16="http://schemas.microsoft.com/office/drawing/2014/main" id="{2BDA7980-EB11-48EC-8B0C-64FEE5F09A8F}"/>
              </a:ext>
            </a:extLst>
          </p:cNvPr>
          <p:cNvCxnSpPr/>
          <p:nvPr userDrawn="1"/>
        </p:nvCxnSpPr>
        <p:spPr>
          <a:xfrm>
            <a:off x="8131055"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A687D296-44DE-6124-6368-9084B734016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3428" y="6320118"/>
            <a:ext cx="428967" cy="172800"/>
          </a:xfrm>
          <a:prstGeom prst="rect">
            <a:avLst/>
          </a:prstGeom>
        </p:spPr>
      </p:pic>
      <p:sp>
        <p:nvSpPr>
          <p:cNvPr id="5" name="TextBox 4">
            <a:extLst>
              <a:ext uri="{FF2B5EF4-FFF2-40B4-BE49-F238E27FC236}">
                <a16:creationId xmlns:a16="http://schemas.microsoft.com/office/drawing/2014/main" id="{8EF99044-684C-E56C-3343-91E4D3C296CA}"/>
              </a:ext>
              <a:ext uri="{C183D7F6-B498-43B3-948B-1728B52AA6E4}">
                <adec:decorative xmlns:adec="http://schemas.microsoft.com/office/drawing/2017/decorative" val="1"/>
              </a:ext>
            </a:extLst>
          </p:cNvPr>
          <p:cNvSpPr txBox="1"/>
          <p:nvPr userDrawn="1"/>
        </p:nvSpPr>
        <p:spPr>
          <a:xfrm>
            <a:off x="1449598" y="6314185"/>
            <a:ext cx="4565914"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a:t>
            </a:r>
            <a:fld id="{1F123CEA-C98D-4DF6-BE0A-1CCFCADA49B6}" type="datetimeyyyy">
              <a:rPr lang="en-US" sz="600" kern="1200" noProof="0" smtClean="0">
                <a:solidFill>
                  <a:schemeClr val="bg1"/>
                </a:solidFill>
                <a:latin typeface="+mn-lt"/>
                <a:ea typeface="+mn-ea"/>
                <a:cs typeface="+mn-cs"/>
              </a:rPr>
              <a:t>2025</a:t>
            </a:fld>
            <a:r>
              <a:rPr lang="en-US" sz="600" kern="1200" noProof="0" dirty="0">
                <a:solidFill>
                  <a:schemeClr val="bg1"/>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2439431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752400" y="1209600"/>
            <a:ext cx="37260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3"/>
          </p:nvPr>
        </p:nvSpPr>
        <p:spPr>
          <a:xfrm>
            <a:off x="4665600" y="1209600"/>
            <a:ext cx="3726000" cy="45936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14688539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752400" y="1209600"/>
            <a:ext cx="76392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1"/>
          </p:nvPr>
        </p:nvSpPr>
        <p:spPr>
          <a:xfrm>
            <a:off x="752400" y="3607200"/>
            <a:ext cx="7639200" cy="21960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778661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5" name="Chart Placeholder 4"/>
          <p:cNvSpPr>
            <a:spLocks noGrp="1"/>
          </p:cNvSpPr>
          <p:nvPr>
            <p:ph type="chart" sz="quarter" idx="11"/>
          </p:nvPr>
        </p:nvSpPr>
        <p:spPr>
          <a:xfrm>
            <a:off x="4665600" y="1209600"/>
            <a:ext cx="3726000" cy="4593600"/>
          </a:xfrm>
        </p:spPr>
        <p:txBody>
          <a:bodyPr anchor="ctr"/>
          <a:lstStyle>
            <a:lvl1pPr algn="ctr">
              <a:defRPr/>
            </a:lvl1pPr>
          </a:lstStyle>
          <a:p>
            <a:r>
              <a:rPr lang="en-US"/>
              <a:t>Click icon to add chart</a:t>
            </a:r>
            <a:endParaRPr lang="en-GB" dirty="0"/>
          </a:p>
        </p:txBody>
      </p:sp>
      <p:sp>
        <p:nvSpPr>
          <p:cNvPr id="6" name="Chart Placeholder 4"/>
          <p:cNvSpPr>
            <a:spLocks noGrp="1"/>
          </p:cNvSpPr>
          <p:nvPr>
            <p:ph type="chart" sz="quarter" idx="12"/>
          </p:nvPr>
        </p:nvSpPr>
        <p:spPr>
          <a:xfrm>
            <a:off x="752400" y="1209600"/>
            <a:ext cx="3726000" cy="45936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2290827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5" name="Chart Placeholder 4"/>
          <p:cNvSpPr>
            <a:spLocks noGrp="1"/>
          </p:cNvSpPr>
          <p:nvPr>
            <p:ph type="chart" sz="quarter" idx="11"/>
          </p:nvPr>
        </p:nvSpPr>
        <p:spPr>
          <a:xfrm>
            <a:off x="3376800" y="3607200"/>
            <a:ext cx="2390400" cy="2196000"/>
          </a:xfrm>
        </p:spPr>
        <p:txBody>
          <a:bodyPr anchor="ctr"/>
          <a:lstStyle>
            <a:lvl1pPr algn="ctr">
              <a:defRPr/>
            </a:lvl1pPr>
          </a:lstStyle>
          <a:p>
            <a:r>
              <a:rPr lang="en-US"/>
              <a:t>Click icon to add chart</a:t>
            </a:r>
            <a:endParaRPr lang="en-GB" dirty="0"/>
          </a:p>
        </p:txBody>
      </p:sp>
      <p:sp>
        <p:nvSpPr>
          <p:cNvPr id="6" name="Chart Placeholder 4"/>
          <p:cNvSpPr>
            <a:spLocks noGrp="1"/>
          </p:cNvSpPr>
          <p:nvPr>
            <p:ph type="chart" sz="quarter" idx="12"/>
          </p:nvPr>
        </p:nvSpPr>
        <p:spPr>
          <a:xfrm>
            <a:off x="752400" y="3607200"/>
            <a:ext cx="2390400" cy="2196000"/>
          </a:xfrm>
        </p:spPr>
        <p:txBody>
          <a:bodyPr anchor="ctr"/>
          <a:lstStyle>
            <a:lvl1pPr algn="ctr">
              <a:defRPr/>
            </a:lvl1pPr>
          </a:lstStyle>
          <a:p>
            <a:r>
              <a:rPr lang="en-US"/>
              <a:t>Click icon to add chart</a:t>
            </a:r>
            <a:endParaRPr lang="en-GB" dirty="0"/>
          </a:p>
        </p:txBody>
      </p:sp>
      <p:sp>
        <p:nvSpPr>
          <p:cNvPr id="7" name="Text Placeholder 8"/>
          <p:cNvSpPr>
            <a:spLocks noGrp="1"/>
          </p:cNvSpPr>
          <p:nvPr>
            <p:ph type="body" sz="quarter" idx="10"/>
          </p:nvPr>
        </p:nvSpPr>
        <p:spPr>
          <a:xfrm>
            <a:off x="752400" y="1209600"/>
            <a:ext cx="23904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hart Placeholder 4"/>
          <p:cNvSpPr>
            <a:spLocks noGrp="1"/>
          </p:cNvSpPr>
          <p:nvPr>
            <p:ph type="chart" sz="quarter" idx="13"/>
          </p:nvPr>
        </p:nvSpPr>
        <p:spPr>
          <a:xfrm>
            <a:off x="6001200" y="3607200"/>
            <a:ext cx="2390400" cy="2196000"/>
          </a:xfrm>
        </p:spPr>
        <p:txBody>
          <a:bodyPr anchor="ctr"/>
          <a:lstStyle>
            <a:lvl1pPr algn="ctr">
              <a:defRPr/>
            </a:lvl1pPr>
          </a:lstStyle>
          <a:p>
            <a:r>
              <a:rPr lang="en-US"/>
              <a:t>Click icon to add chart</a:t>
            </a:r>
            <a:endParaRPr lang="en-GB" dirty="0"/>
          </a:p>
        </p:txBody>
      </p:sp>
      <p:sp>
        <p:nvSpPr>
          <p:cNvPr id="9" name="Text Placeholder 8"/>
          <p:cNvSpPr>
            <a:spLocks noGrp="1"/>
          </p:cNvSpPr>
          <p:nvPr>
            <p:ph type="body" sz="quarter" idx="14"/>
          </p:nvPr>
        </p:nvSpPr>
        <p:spPr>
          <a:xfrm>
            <a:off x="3376800" y="1209600"/>
            <a:ext cx="23904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15"/>
          </p:nvPr>
        </p:nvSpPr>
        <p:spPr>
          <a:xfrm>
            <a:off x="6001200" y="1209600"/>
            <a:ext cx="23904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4413369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752400"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310301"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3835091"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379574"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746125" y="1222512"/>
            <a:ext cx="1467542"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290608" y="1222512"/>
            <a:ext cx="1467542"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3835091" y="1222512"/>
            <a:ext cx="1467542"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379574" y="1222512"/>
            <a:ext cx="1467542"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6924058" y="1222512"/>
            <a:ext cx="1467542"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6924058"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6339095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lvl1pPr>
              <a:defRPr>
                <a:solidFill>
                  <a:schemeClr val="accent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752400"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310301"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3835091"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379574"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746125" y="1222512"/>
            <a:ext cx="1467542"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290608" y="1222512"/>
            <a:ext cx="1467542"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3835091" y="1222512"/>
            <a:ext cx="1467542"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379574" y="1222512"/>
            <a:ext cx="1467542"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6924058" y="1222512"/>
            <a:ext cx="1467542"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6924058" y="1827312"/>
            <a:ext cx="1253953"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775981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5 Columns - Top Bann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293AC-1607-44C9-88BD-BAA65BD58AC3}"/>
              </a:ext>
            </a:extLst>
          </p:cNvPr>
          <p:cNvSpPr/>
          <p:nvPr userDrawn="1"/>
        </p:nvSpPr>
        <p:spPr>
          <a:xfrm>
            <a:off x="0" y="0"/>
            <a:ext cx="9144000" cy="265442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 name="Title 1"/>
          <p:cNvSpPr>
            <a:spLocks noGrp="1"/>
          </p:cNvSpPr>
          <p:nvPr>
            <p:ph type="title"/>
          </p:nvPr>
        </p:nvSpPr>
        <p:spPr>
          <a:xfrm>
            <a:off x="752400" y="432000"/>
            <a:ext cx="7639200" cy="518400"/>
          </a:xfrm>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752400" y="1921388"/>
            <a:ext cx="1403196"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311401" y="1921388"/>
            <a:ext cx="1403196"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3870402" y="1921388"/>
            <a:ext cx="1403196"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429403" y="1921388"/>
            <a:ext cx="1403196"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19"/>
          </p:nvPr>
        </p:nvSpPr>
        <p:spPr>
          <a:xfrm>
            <a:off x="6988404" y="1921388"/>
            <a:ext cx="1403196"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7E12C1BE-95EF-457B-9290-2B97E3CEC031}"/>
              </a:ext>
            </a:extLst>
          </p:cNvPr>
          <p:cNvSpPr>
            <a:spLocks noGrp="1"/>
          </p:cNvSpPr>
          <p:nvPr>
            <p:ph type="body" sz="quarter" idx="20"/>
          </p:nvPr>
        </p:nvSpPr>
        <p:spPr>
          <a:xfrm>
            <a:off x="752475" y="1211263"/>
            <a:ext cx="7646988" cy="449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799109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4 Columns - Top Bann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293AC-1607-44C9-88BD-BAA65BD58AC3}"/>
              </a:ext>
            </a:extLst>
          </p:cNvPr>
          <p:cNvSpPr/>
          <p:nvPr userDrawn="1"/>
        </p:nvSpPr>
        <p:spPr>
          <a:xfrm>
            <a:off x="0" y="0"/>
            <a:ext cx="9144000" cy="26532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 name="Title 1"/>
          <p:cNvSpPr>
            <a:spLocks noGrp="1"/>
          </p:cNvSpPr>
          <p:nvPr>
            <p:ph type="title"/>
          </p:nvPr>
        </p:nvSpPr>
        <p:spPr>
          <a:xfrm>
            <a:off x="752400" y="432000"/>
            <a:ext cx="7639200" cy="518400"/>
          </a:xfrm>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752400" y="1921388"/>
            <a:ext cx="1797020"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702415" y="1921388"/>
            <a:ext cx="1797020"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652430" y="1921388"/>
            <a:ext cx="1797020"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6602444" y="1921388"/>
            <a:ext cx="1797020"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7E12C1BE-95EF-457B-9290-2B97E3CEC031}"/>
              </a:ext>
            </a:extLst>
          </p:cNvPr>
          <p:cNvSpPr>
            <a:spLocks noGrp="1"/>
          </p:cNvSpPr>
          <p:nvPr>
            <p:ph type="body" sz="quarter" idx="20"/>
          </p:nvPr>
        </p:nvSpPr>
        <p:spPr>
          <a:xfrm>
            <a:off x="752475" y="1211263"/>
            <a:ext cx="7646988" cy="518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978671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752400"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673040"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599955"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6526871"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746125" y="1222512"/>
            <a:ext cx="1864730"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673040" y="1222512"/>
            <a:ext cx="1864730"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599955" y="1222512"/>
            <a:ext cx="1864730"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6526871" y="1222512"/>
            <a:ext cx="1864730"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26838659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lvl1pPr>
              <a:defRPr>
                <a:solidFill>
                  <a:schemeClr val="accent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752400"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673040"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599955"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6526871" y="1827312"/>
            <a:ext cx="164457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746125" y="1222512"/>
            <a:ext cx="1864730"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673040" y="1222512"/>
            <a:ext cx="1864730"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599955" y="1222512"/>
            <a:ext cx="1864730"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6526871" y="1222512"/>
            <a:ext cx="1864730"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3508630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lvl1pPr>
              <a:defRPr>
                <a:solidFill>
                  <a:schemeClr val="tx2"/>
                </a:solidFill>
              </a:defRPr>
            </a:lvl1pPr>
          </a:lstStyle>
          <a:p>
            <a:r>
              <a:rPr lang="en-US"/>
              <a:t>Click to edit Master title style</a:t>
            </a:r>
            <a:endParaRPr lang="en-US" dirty="0"/>
          </a:p>
        </p:txBody>
      </p:sp>
      <p:sp>
        <p:nvSpPr>
          <p:cNvPr id="16" name="Text Placeholder 10"/>
          <p:cNvSpPr>
            <a:spLocks noGrp="1"/>
          </p:cNvSpPr>
          <p:nvPr>
            <p:ph type="body" sz="quarter" idx="21"/>
          </p:nvPr>
        </p:nvSpPr>
        <p:spPr bwMode="gray">
          <a:xfrm>
            <a:off x="3456000" y="2734375"/>
            <a:ext cx="2232000" cy="1548000"/>
          </a:xfrm>
          <a:prstGeom prst="rect">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8" name="Text Placeholder 37">
            <a:extLst>
              <a:ext uri="{FF2B5EF4-FFF2-40B4-BE49-F238E27FC236}">
                <a16:creationId xmlns:a16="http://schemas.microsoft.com/office/drawing/2014/main" id="{959D2011-ECCF-4C3B-AEA4-7C80B6F9F856}"/>
              </a:ext>
            </a:extLst>
          </p:cNvPr>
          <p:cNvSpPr>
            <a:spLocks noGrp="1"/>
          </p:cNvSpPr>
          <p:nvPr>
            <p:ph type="body" sz="quarter" idx="53"/>
          </p:nvPr>
        </p:nvSpPr>
        <p:spPr>
          <a:xfrm>
            <a:off x="752510" y="1211262"/>
            <a:ext cx="3739294" cy="2189066"/>
          </a:xfrm>
          <a:custGeom>
            <a:avLst/>
            <a:gdLst>
              <a:gd name="connsiteX0" fmla="*/ 0 w 3739294"/>
              <a:gd name="connsiteY0" fmla="*/ 0 h 2189066"/>
              <a:gd name="connsiteX1" fmla="*/ 3739294 w 3739294"/>
              <a:gd name="connsiteY1" fmla="*/ 0 h 2189066"/>
              <a:gd name="connsiteX2" fmla="*/ 3739294 w 3739294"/>
              <a:gd name="connsiteY2" fmla="*/ 1361113 h 2189066"/>
              <a:gd name="connsiteX3" fmla="*/ 2541490 w 3739294"/>
              <a:gd name="connsiteY3" fmla="*/ 1361113 h 2189066"/>
              <a:gd name="connsiteX4" fmla="*/ 2541490 w 3739294"/>
              <a:gd name="connsiteY4" fmla="*/ 2189066 h 2189066"/>
              <a:gd name="connsiteX5" fmla="*/ 0 w 3739294"/>
              <a:gd name="connsiteY5" fmla="*/ 2189066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0" y="0"/>
                </a:moveTo>
                <a:lnTo>
                  <a:pt x="3739294" y="0"/>
                </a:lnTo>
                <a:lnTo>
                  <a:pt x="3739294" y="1361113"/>
                </a:lnTo>
                <a:lnTo>
                  <a:pt x="2541490" y="1361113"/>
                </a:lnTo>
                <a:lnTo>
                  <a:pt x="2541490" y="2189066"/>
                </a:lnTo>
                <a:lnTo>
                  <a:pt x="0" y="2189066"/>
                </a:lnTo>
                <a:close/>
              </a:path>
            </a:pathLst>
          </a:custGeom>
          <a:solidFill>
            <a:schemeClr val="accent1">
              <a:lumMod val="20000"/>
              <a:lumOff val="80000"/>
            </a:schemeClr>
          </a:solidFill>
          <a:ln w="12700">
            <a:noFill/>
          </a:ln>
        </p:spPr>
        <p:txBody>
          <a:bodyPr wrap="square" lIns="54000" tIns="54000" rIns="1332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1" name="Text Placeholder 40">
            <a:extLst>
              <a:ext uri="{FF2B5EF4-FFF2-40B4-BE49-F238E27FC236}">
                <a16:creationId xmlns:a16="http://schemas.microsoft.com/office/drawing/2014/main" id="{285C34CE-0040-4ED7-812A-EC82A47A56D7}"/>
              </a:ext>
            </a:extLst>
          </p:cNvPr>
          <p:cNvSpPr>
            <a:spLocks noGrp="1"/>
          </p:cNvSpPr>
          <p:nvPr>
            <p:ph type="body" sz="quarter" idx="54"/>
          </p:nvPr>
        </p:nvSpPr>
        <p:spPr>
          <a:xfrm>
            <a:off x="752510" y="3616422"/>
            <a:ext cx="3739294" cy="2189066"/>
          </a:xfrm>
          <a:custGeom>
            <a:avLst/>
            <a:gdLst>
              <a:gd name="connsiteX0" fmla="*/ 0 w 3739294"/>
              <a:gd name="connsiteY0" fmla="*/ 0 h 2189066"/>
              <a:gd name="connsiteX1" fmla="*/ 2541490 w 3739294"/>
              <a:gd name="connsiteY1" fmla="*/ 0 h 2189066"/>
              <a:gd name="connsiteX2" fmla="*/ 2541490 w 3739294"/>
              <a:gd name="connsiteY2" fmla="*/ 827953 h 2189066"/>
              <a:gd name="connsiteX3" fmla="*/ 3739294 w 3739294"/>
              <a:gd name="connsiteY3" fmla="*/ 827953 h 2189066"/>
              <a:gd name="connsiteX4" fmla="*/ 3739294 w 3739294"/>
              <a:gd name="connsiteY4" fmla="*/ 2189066 h 2189066"/>
              <a:gd name="connsiteX5" fmla="*/ 0 w 3739294"/>
              <a:gd name="connsiteY5" fmla="*/ 2189066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0" y="0"/>
                </a:moveTo>
                <a:lnTo>
                  <a:pt x="2541490" y="0"/>
                </a:lnTo>
                <a:lnTo>
                  <a:pt x="2541490" y="827953"/>
                </a:lnTo>
                <a:lnTo>
                  <a:pt x="3739294" y="827953"/>
                </a:lnTo>
                <a:lnTo>
                  <a:pt x="3739294" y="2189066"/>
                </a:lnTo>
                <a:lnTo>
                  <a:pt x="0" y="2189066"/>
                </a:lnTo>
                <a:close/>
              </a:path>
            </a:pathLst>
          </a:custGeom>
          <a:solidFill>
            <a:schemeClr val="accent1">
              <a:lumMod val="20000"/>
              <a:lumOff val="80000"/>
            </a:schemeClr>
          </a:solidFill>
          <a:ln w="12700">
            <a:noFill/>
          </a:ln>
        </p:spPr>
        <p:txBody>
          <a:bodyPr wrap="square" lIns="54000" tIns="54000" rIns="1332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9" name="Text Placeholder 38">
            <a:extLst>
              <a:ext uri="{FF2B5EF4-FFF2-40B4-BE49-F238E27FC236}">
                <a16:creationId xmlns:a16="http://schemas.microsoft.com/office/drawing/2014/main" id="{62EF2175-0A38-4DE3-B808-279449EE3E0A}"/>
              </a:ext>
            </a:extLst>
          </p:cNvPr>
          <p:cNvSpPr>
            <a:spLocks noGrp="1"/>
          </p:cNvSpPr>
          <p:nvPr>
            <p:ph type="body" sz="quarter" idx="55"/>
          </p:nvPr>
        </p:nvSpPr>
        <p:spPr>
          <a:xfrm>
            <a:off x="4652307" y="1211262"/>
            <a:ext cx="3739294" cy="2189066"/>
          </a:xfrm>
          <a:custGeom>
            <a:avLst/>
            <a:gdLst>
              <a:gd name="connsiteX0" fmla="*/ 0 w 3739294"/>
              <a:gd name="connsiteY0" fmla="*/ 0 h 2189066"/>
              <a:gd name="connsiteX1" fmla="*/ 3739294 w 3739294"/>
              <a:gd name="connsiteY1" fmla="*/ 0 h 2189066"/>
              <a:gd name="connsiteX2" fmla="*/ 3739294 w 3739294"/>
              <a:gd name="connsiteY2" fmla="*/ 2189066 h 2189066"/>
              <a:gd name="connsiteX3" fmla="*/ 1197693 w 3739294"/>
              <a:gd name="connsiteY3" fmla="*/ 2189066 h 2189066"/>
              <a:gd name="connsiteX4" fmla="*/ 1197693 w 3739294"/>
              <a:gd name="connsiteY4" fmla="*/ 1361113 h 2189066"/>
              <a:gd name="connsiteX5" fmla="*/ 0 w 3739294"/>
              <a:gd name="connsiteY5" fmla="*/ 1361113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0" y="0"/>
                </a:moveTo>
                <a:lnTo>
                  <a:pt x="3739294" y="0"/>
                </a:lnTo>
                <a:lnTo>
                  <a:pt x="3739294" y="2189066"/>
                </a:lnTo>
                <a:lnTo>
                  <a:pt x="1197693" y="2189066"/>
                </a:lnTo>
                <a:lnTo>
                  <a:pt x="1197693" y="1361113"/>
                </a:lnTo>
                <a:lnTo>
                  <a:pt x="0" y="1361113"/>
                </a:lnTo>
                <a:close/>
              </a:path>
            </a:pathLst>
          </a:custGeom>
          <a:solidFill>
            <a:schemeClr val="accent1">
              <a:lumMod val="20000"/>
              <a:lumOff val="80000"/>
            </a:schemeClr>
          </a:solidFill>
          <a:ln w="12700">
            <a:noFill/>
          </a:ln>
        </p:spPr>
        <p:txBody>
          <a:bodyPr wrap="square" lIns="1332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Text Placeholder 39">
            <a:extLst>
              <a:ext uri="{FF2B5EF4-FFF2-40B4-BE49-F238E27FC236}">
                <a16:creationId xmlns:a16="http://schemas.microsoft.com/office/drawing/2014/main" id="{8DCD0C63-F3A2-4CCE-89ED-D659427AA31A}"/>
              </a:ext>
            </a:extLst>
          </p:cNvPr>
          <p:cNvSpPr>
            <a:spLocks noGrp="1"/>
          </p:cNvSpPr>
          <p:nvPr>
            <p:ph type="body" sz="quarter" idx="56"/>
          </p:nvPr>
        </p:nvSpPr>
        <p:spPr>
          <a:xfrm>
            <a:off x="4652307" y="3616422"/>
            <a:ext cx="3739294" cy="2189066"/>
          </a:xfrm>
          <a:custGeom>
            <a:avLst/>
            <a:gdLst>
              <a:gd name="connsiteX0" fmla="*/ 1197693 w 3739294"/>
              <a:gd name="connsiteY0" fmla="*/ 0 h 2189066"/>
              <a:gd name="connsiteX1" fmla="*/ 3739294 w 3739294"/>
              <a:gd name="connsiteY1" fmla="*/ 0 h 2189066"/>
              <a:gd name="connsiteX2" fmla="*/ 3739294 w 3739294"/>
              <a:gd name="connsiteY2" fmla="*/ 2189066 h 2189066"/>
              <a:gd name="connsiteX3" fmla="*/ 0 w 3739294"/>
              <a:gd name="connsiteY3" fmla="*/ 2189066 h 2189066"/>
              <a:gd name="connsiteX4" fmla="*/ 0 w 3739294"/>
              <a:gd name="connsiteY4" fmla="*/ 827953 h 2189066"/>
              <a:gd name="connsiteX5" fmla="*/ 1197693 w 3739294"/>
              <a:gd name="connsiteY5" fmla="*/ 827953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1197693" y="0"/>
                </a:moveTo>
                <a:lnTo>
                  <a:pt x="3739294" y="0"/>
                </a:lnTo>
                <a:lnTo>
                  <a:pt x="3739294" y="2189066"/>
                </a:lnTo>
                <a:lnTo>
                  <a:pt x="0" y="2189066"/>
                </a:lnTo>
                <a:lnTo>
                  <a:pt x="0" y="827953"/>
                </a:lnTo>
                <a:lnTo>
                  <a:pt x="1197693" y="827953"/>
                </a:lnTo>
                <a:close/>
              </a:path>
            </a:pathLst>
          </a:custGeom>
          <a:solidFill>
            <a:schemeClr val="accent1">
              <a:lumMod val="20000"/>
              <a:lumOff val="80000"/>
            </a:schemeClr>
          </a:solidFill>
          <a:ln w="12700">
            <a:noFill/>
          </a:ln>
        </p:spPr>
        <p:txBody>
          <a:bodyPr wrap="square" lIns="1332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6270724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19" name="Text Placeholder 8"/>
          <p:cNvSpPr>
            <a:spLocks noGrp="1"/>
          </p:cNvSpPr>
          <p:nvPr>
            <p:ph type="body" sz="quarter" idx="19"/>
          </p:nvPr>
        </p:nvSpPr>
        <p:spPr>
          <a:xfrm>
            <a:off x="752400" y="1609825"/>
            <a:ext cx="3726000" cy="41940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752400" y="1218880"/>
            <a:ext cx="3726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65600" y="1609825"/>
            <a:ext cx="3726000" cy="41940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4665600" y="1218880"/>
            <a:ext cx="3726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385535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a:t>Click to edit Master title style</a:t>
            </a:r>
            <a:endParaRPr lang="en-US" dirty="0"/>
          </a:p>
        </p:txBody>
      </p:sp>
      <p:sp>
        <p:nvSpPr>
          <p:cNvPr id="19" name="Text Placeholder 8"/>
          <p:cNvSpPr>
            <a:spLocks noGrp="1"/>
          </p:cNvSpPr>
          <p:nvPr>
            <p:ph type="body" sz="quarter" idx="19"/>
          </p:nvPr>
        </p:nvSpPr>
        <p:spPr>
          <a:xfrm>
            <a:off x="752400" y="1609825"/>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752400" y="1218880"/>
            <a:ext cx="3726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65600" y="1609825"/>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4665600" y="1218880"/>
            <a:ext cx="3726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752400" y="4019650"/>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8"/>
          <p:cNvSpPr>
            <a:spLocks noGrp="1"/>
          </p:cNvSpPr>
          <p:nvPr>
            <p:ph type="body" sz="quarter" idx="24"/>
          </p:nvPr>
        </p:nvSpPr>
        <p:spPr>
          <a:xfrm>
            <a:off x="752400" y="3628705"/>
            <a:ext cx="3726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4665600" y="4019650"/>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6"/>
          </p:nvPr>
        </p:nvSpPr>
        <p:spPr>
          <a:xfrm>
            <a:off x="4665600" y="3628705"/>
            <a:ext cx="3726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955695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lvl1pPr>
              <a:defRPr>
                <a:solidFill>
                  <a:schemeClr val="bg1"/>
                </a:solidFill>
              </a:defRPr>
            </a:lvl1pPr>
          </a:lstStyle>
          <a:p>
            <a:r>
              <a:rPr lang="en-US"/>
              <a:t>Click to edit Master title style</a:t>
            </a:r>
            <a:endParaRPr lang="en-US" dirty="0"/>
          </a:p>
        </p:txBody>
      </p:sp>
      <p:sp>
        <p:nvSpPr>
          <p:cNvPr id="19" name="Text Placeholder 8"/>
          <p:cNvSpPr>
            <a:spLocks noGrp="1"/>
          </p:cNvSpPr>
          <p:nvPr>
            <p:ph type="body" sz="quarter" idx="19"/>
          </p:nvPr>
        </p:nvSpPr>
        <p:spPr>
          <a:xfrm>
            <a:off x="752400" y="1609825"/>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752400" y="1218880"/>
            <a:ext cx="3726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65600" y="1609825"/>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4665600" y="1218880"/>
            <a:ext cx="3726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752400" y="4019650"/>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8"/>
          <p:cNvSpPr>
            <a:spLocks noGrp="1"/>
          </p:cNvSpPr>
          <p:nvPr>
            <p:ph type="body" sz="quarter" idx="24"/>
          </p:nvPr>
        </p:nvSpPr>
        <p:spPr>
          <a:xfrm>
            <a:off x="752400" y="3628705"/>
            <a:ext cx="3726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4665600" y="4019650"/>
            <a:ext cx="3726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6"/>
          </p:nvPr>
        </p:nvSpPr>
        <p:spPr>
          <a:xfrm>
            <a:off x="4665600" y="3628705"/>
            <a:ext cx="3726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Shape 8">
            <a:extLst>
              <a:ext uri="{FF2B5EF4-FFF2-40B4-BE49-F238E27FC236}">
                <a16:creationId xmlns:a16="http://schemas.microsoft.com/office/drawing/2014/main" id="{DB1C4B43-FA0B-4D0C-8437-66F19EF1F34D}"/>
              </a:ext>
            </a:extLst>
          </p:cNvPr>
          <p:cNvSpPr txBox="1">
            <a:spLocks/>
          </p:cNvSpPr>
          <p:nvPr userDrawn="1"/>
        </p:nvSpPr>
        <p:spPr>
          <a:xfrm>
            <a:off x="8149114" y="633181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3" name="TextBox 12">
            <a:extLst>
              <a:ext uri="{FF2B5EF4-FFF2-40B4-BE49-F238E27FC236}">
                <a16:creationId xmlns:a16="http://schemas.microsoft.com/office/drawing/2014/main" id="{79E4239A-696B-40FB-8EA0-70E8FCE23614}"/>
              </a:ext>
              <a:ext uri="{C183D7F6-B498-43B3-948B-1728B52AA6E4}">
                <adec:decorative xmlns:adec="http://schemas.microsoft.com/office/drawing/2017/decorative" val="1"/>
              </a:ext>
            </a:extLst>
          </p:cNvPr>
          <p:cNvSpPr txBox="1"/>
          <p:nvPr userDrawn="1">
            <p:custDataLst>
              <p:tags r:id="rId1"/>
            </p:custDataLst>
          </p:nvPr>
        </p:nvSpPr>
        <p:spPr>
          <a:xfrm>
            <a:off x="6706009" y="6360352"/>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 </a:t>
            </a:r>
          </a:p>
        </p:txBody>
      </p:sp>
      <p:cxnSp>
        <p:nvCxnSpPr>
          <p:cNvPr id="15" name="Straight Connector 14">
            <a:extLst>
              <a:ext uri="{FF2B5EF4-FFF2-40B4-BE49-F238E27FC236}">
                <a16:creationId xmlns:a16="http://schemas.microsoft.com/office/drawing/2014/main" id="{C10010BD-37F2-4205-B603-26BE05D01DB4}"/>
              </a:ext>
            </a:extLst>
          </p:cNvPr>
          <p:cNvCxnSpPr/>
          <p:nvPr userDrawn="1"/>
        </p:nvCxnSpPr>
        <p:spPr>
          <a:xfrm>
            <a:off x="8131055"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9252AADF-2527-2B29-EFF0-FCC8333C1B2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3428" y="6320118"/>
            <a:ext cx="428967" cy="172800"/>
          </a:xfrm>
          <a:prstGeom prst="rect">
            <a:avLst/>
          </a:prstGeom>
        </p:spPr>
      </p:pic>
      <p:sp>
        <p:nvSpPr>
          <p:cNvPr id="4" name="TextBox 3">
            <a:extLst>
              <a:ext uri="{FF2B5EF4-FFF2-40B4-BE49-F238E27FC236}">
                <a16:creationId xmlns:a16="http://schemas.microsoft.com/office/drawing/2014/main" id="{FC637FC1-E911-C927-E5E9-A4F62A9EA431}"/>
              </a:ext>
              <a:ext uri="{C183D7F6-B498-43B3-948B-1728B52AA6E4}">
                <adec:decorative xmlns:adec="http://schemas.microsoft.com/office/drawing/2017/decorative" val="1"/>
              </a:ext>
            </a:extLst>
          </p:cNvPr>
          <p:cNvSpPr txBox="1"/>
          <p:nvPr userDrawn="1"/>
        </p:nvSpPr>
        <p:spPr>
          <a:xfrm>
            <a:off x="1449598" y="6314185"/>
            <a:ext cx="4565914"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a:t>
            </a:r>
            <a:fld id="{1F123CEA-C98D-4DF6-BE0A-1CCFCADA49B6}" type="datetimeyyyy">
              <a:rPr lang="en-US" sz="600" kern="1200" noProof="0" smtClean="0">
                <a:solidFill>
                  <a:schemeClr val="bg1"/>
                </a:solidFill>
                <a:latin typeface="+mn-lt"/>
                <a:ea typeface="+mn-ea"/>
                <a:cs typeface="+mn-cs"/>
              </a:rPr>
              <a:t>2025</a:t>
            </a:fld>
            <a:r>
              <a:rPr lang="en-US" sz="600" kern="1200" noProof="0" dirty="0">
                <a:solidFill>
                  <a:schemeClr val="bg1"/>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31259325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A131ED-15DF-49E2-88F8-BD22F6A42CF2}"/>
              </a:ext>
            </a:extLst>
          </p:cNvPr>
          <p:cNvSpPr>
            <a:spLocks/>
          </p:cNvSpPr>
          <p:nvPr userDrawn="1"/>
        </p:nvSpPr>
        <p:spPr>
          <a:xfrm>
            <a:off x="746125" y="1211263"/>
            <a:ext cx="5902325" cy="44497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982714" y="2504375"/>
            <a:ext cx="4592586" cy="1623742"/>
          </a:xfrm>
        </p:spPr>
        <p:txBody>
          <a:bodyPr anchor="t" anchorCtr="0"/>
          <a:lstStyle>
            <a:lvl1pPr algn="l">
              <a:defRPr sz="6600">
                <a:solidFill>
                  <a:schemeClr val="bg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836EFA93-8BDA-4CEE-9492-BCAC7D96A594}"/>
              </a:ext>
            </a:extLst>
          </p:cNvPr>
          <p:cNvSpPr>
            <a:spLocks noGrp="1"/>
          </p:cNvSpPr>
          <p:nvPr>
            <p:ph type="body" sz="quarter" idx="10" hasCustomPrompt="1"/>
          </p:nvPr>
        </p:nvSpPr>
        <p:spPr>
          <a:xfrm>
            <a:off x="982714" y="1553435"/>
            <a:ext cx="896937" cy="722312"/>
          </a:xfrm>
        </p:spPr>
        <p:txBody>
          <a:bodyPr/>
          <a:lstStyle>
            <a:lvl1pPr>
              <a:lnSpc>
                <a:spcPct val="80000"/>
              </a:lnSpc>
              <a:defRPr sz="6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11" name="Text Placeholder 13">
            <a:extLst>
              <a:ext uri="{FF2B5EF4-FFF2-40B4-BE49-F238E27FC236}">
                <a16:creationId xmlns:a16="http://schemas.microsoft.com/office/drawing/2014/main" id="{B47020FA-A884-4E3E-885A-5D5189B2CA9D}"/>
              </a:ext>
            </a:extLst>
          </p:cNvPr>
          <p:cNvSpPr>
            <a:spLocks noGrp="1"/>
          </p:cNvSpPr>
          <p:nvPr>
            <p:ph type="body" sz="quarter" idx="11"/>
          </p:nvPr>
        </p:nvSpPr>
        <p:spPr>
          <a:xfrm>
            <a:off x="982714" y="4465785"/>
            <a:ext cx="4592586" cy="810000"/>
          </a:xfrm>
        </p:spPr>
        <p:txBody>
          <a:bodyPr anchor="b"/>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86961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a:gsLst>
            <a:gs pos="0">
              <a:schemeClr val="accent5"/>
            </a:gs>
            <a:gs pos="100000">
              <a:schemeClr val="accent1"/>
            </a:gs>
          </a:gsLst>
          <a:lin ang="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A131ED-15DF-49E2-88F8-BD22F6A42CF2}"/>
              </a:ext>
            </a:extLst>
          </p:cNvPr>
          <p:cNvSpPr>
            <a:spLocks/>
          </p:cNvSpPr>
          <p:nvPr userDrawn="1"/>
        </p:nvSpPr>
        <p:spPr>
          <a:xfrm>
            <a:off x="746125" y="1211263"/>
            <a:ext cx="5902325" cy="4449762"/>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982714" y="2504375"/>
            <a:ext cx="4592586"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836EFA93-8BDA-4CEE-9492-BCAC7D96A594}"/>
              </a:ext>
            </a:extLst>
          </p:cNvPr>
          <p:cNvSpPr>
            <a:spLocks noGrp="1"/>
          </p:cNvSpPr>
          <p:nvPr>
            <p:ph type="body" sz="quarter" idx="10" hasCustomPrompt="1"/>
          </p:nvPr>
        </p:nvSpPr>
        <p:spPr>
          <a:xfrm>
            <a:off x="982714" y="1553435"/>
            <a:ext cx="896937"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11" name="Text Placeholder 13">
            <a:extLst>
              <a:ext uri="{FF2B5EF4-FFF2-40B4-BE49-F238E27FC236}">
                <a16:creationId xmlns:a16="http://schemas.microsoft.com/office/drawing/2014/main" id="{B47020FA-A884-4E3E-885A-5D5189B2CA9D}"/>
              </a:ext>
            </a:extLst>
          </p:cNvPr>
          <p:cNvSpPr>
            <a:spLocks noGrp="1"/>
          </p:cNvSpPr>
          <p:nvPr>
            <p:ph type="body" sz="quarter" idx="11"/>
          </p:nvPr>
        </p:nvSpPr>
        <p:spPr>
          <a:xfrm>
            <a:off x="982714" y="4465785"/>
            <a:ext cx="4592586"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466010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A131ED-15DF-49E2-88F8-BD22F6A42CF2}"/>
              </a:ext>
            </a:extLst>
          </p:cNvPr>
          <p:cNvSpPr>
            <a:spLocks/>
          </p:cNvSpPr>
          <p:nvPr userDrawn="1"/>
        </p:nvSpPr>
        <p:spPr>
          <a:xfrm>
            <a:off x="746125" y="1211263"/>
            <a:ext cx="5902325" cy="4449762"/>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982714" y="2504375"/>
            <a:ext cx="4592586"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836EFA93-8BDA-4CEE-9492-BCAC7D96A594}"/>
              </a:ext>
            </a:extLst>
          </p:cNvPr>
          <p:cNvSpPr>
            <a:spLocks noGrp="1"/>
          </p:cNvSpPr>
          <p:nvPr>
            <p:ph type="body" sz="quarter" idx="10" hasCustomPrompt="1"/>
          </p:nvPr>
        </p:nvSpPr>
        <p:spPr>
          <a:xfrm>
            <a:off x="982714" y="1553435"/>
            <a:ext cx="896937"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11" name="Text Placeholder 13">
            <a:extLst>
              <a:ext uri="{FF2B5EF4-FFF2-40B4-BE49-F238E27FC236}">
                <a16:creationId xmlns:a16="http://schemas.microsoft.com/office/drawing/2014/main" id="{B47020FA-A884-4E3E-885A-5D5189B2CA9D}"/>
              </a:ext>
            </a:extLst>
          </p:cNvPr>
          <p:cNvSpPr>
            <a:spLocks noGrp="1"/>
          </p:cNvSpPr>
          <p:nvPr>
            <p:ph type="body" sz="quarter" idx="11"/>
          </p:nvPr>
        </p:nvSpPr>
        <p:spPr>
          <a:xfrm>
            <a:off x="982714" y="4465785"/>
            <a:ext cx="4592586"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898282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9F6308-3807-44EC-BBE8-A9C8A9430A2C}"/>
              </a:ext>
            </a:extLst>
          </p:cNvPr>
          <p:cNvSpPr>
            <a:spLocks noChangeAspect="1"/>
          </p:cNvSpPr>
          <p:nvPr userDrawn="1"/>
        </p:nvSpPr>
        <p:spPr>
          <a:xfrm>
            <a:off x="749300" y="1211264"/>
            <a:ext cx="6328756" cy="444876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996112" y="1514264"/>
            <a:ext cx="5831819" cy="2880000"/>
          </a:xfrm>
        </p:spPr>
        <p:txBody>
          <a:bodyPr anchor="t" anchorCtr="0"/>
          <a:lstStyle>
            <a:lvl1pPr algn="l">
              <a:defRPr sz="6600">
                <a:solidFill>
                  <a:schemeClr val="tx2"/>
                </a:solidFill>
              </a:defRPr>
            </a:lvl1pPr>
          </a:lstStyle>
          <a:p>
            <a:r>
              <a:rPr lang="en-US"/>
              <a:t>Click to edit Master title style</a:t>
            </a:r>
            <a:endParaRPr lang="en-US" dirty="0"/>
          </a:p>
        </p:txBody>
      </p:sp>
      <p:pic>
        <p:nvPicPr>
          <p:cNvPr id="2" name="Graphic 1">
            <a:extLst>
              <a:ext uri="{FF2B5EF4-FFF2-40B4-BE49-F238E27FC236}">
                <a16:creationId xmlns:a16="http://schemas.microsoft.com/office/drawing/2014/main" id="{0B27BB7B-48DA-DAE8-E705-5481C2CFFA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9300" y="431800"/>
            <a:ext cx="786440" cy="316800"/>
          </a:xfrm>
          <a:prstGeom prst="rect">
            <a:avLst/>
          </a:prstGeom>
        </p:spPr>
      </p:pic>
    </p:spTree>
    <p:extLst>
      <p:ext uri="{BB962C8B-B14F-4D97-AF65-F5344CB8AC3E}">
        <p14:creationId xmlns:p14="http://schemas.microsoft.com/office/powerpoint/2010/main" val="4171462225"/>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0">
              <a:schemeClr val="accent5"/>
            </a:gs>
            <a:gs pos="100000">
              <a:schemeClr val="accent1"/>
            </a:gs>
          </a:gsLst>
          <a:lin ang="0" scaled="0"/>
        </a:gra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7C20205-1972-45A0-B67B-992440214E15}"/>
              </a:ext>
            </a:extLst>
          </p:cNvPr>
          <p:cNvSpPr txBox="1"/>
          <p:nvPr userDrawn="1">
            <p:custDataLst>
              <p:tags r:id="rId1"/>
            </p:custDataLst>
          </p:nvPr>
        </p:nvSpPr>
        <p:spPr>
          <a:xfrm>
            <a:off x="749551" y="5651600"/>
            <a:ext cx="2766783"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noProof="0" dirty="0">
                <a:solidFill>
                  <a:schemeClr val="bg1"/>
                </a:solidFill>
                <a:latin typeface="+mn-lt"/>
                <a:ea typeface="+mn-ea"/>
                <a:cs typeface="+mn-cs"/>
              </a:rPr>
              <a:t>Document Classification: KPMG Confidential </a:t>
            </a:r>
          </a:p>
        </p:txBody>
      </p:sp>
      <p:sp>
        <p:nvSpPr>
          <p:cNvPr id="18" name="Text Placeholder 2">
            <a:extLst>
              <a:ext uri="{FF2B5EF4-FFF2-40B4-BE49-F238E27FC236}">
                <a16:creationId xmlns:a16="http://schemas.microsoft.com/office/drawing/2014/main" id="{D1985B1E-1660-49BE-A364-FD65E9A824E4}"/>
              </a:ext>
            </a:extLst>
          </p:cNvPr>
          <p:cNvSpPr>
            <a:spLocks noGrp="1"/>
          </p:cNvSpPr>
          <p:nvPr>
            <p:ph type="body" sz="quarter" idx="10"/>
          </p:nvPr>
        </p:nvSpPr>
        <p:spPr>
          <a:xfrm>
            <a:off x="749300" y="3653770"/>
            <a:ext cx="6255182" cy="1843088"/>
          </a:xfrm>
        </p:spPr>
        <p:txBody>
          <a:bodyPr anchor="b"/>
          <a:lstStyle>
            <a:lvl1pPr>
              <a:spcAft>
                <a:spcPts val="1000"/>
              </a:spcAft>
              <a:defRPr sz="1000" b="0">
                <a:solidFill>
                  <a:schemeClr val="bg1"/>
                </a:solidFill>
              </a:defRPr>
            </a:lvl1pPr>
            <a:lvl2pPr>
              <a:spcAft>
                <a:spcPts val="1000"/>
              </a:spcAft>
              <a:defRPr sz="1000" b="0">
                <a:solidFill>
                  <a:schemeClr val="bg1"/>
                </a:solidFill>
              </a:defRPr>
            </a:lvl2pPr>
          </a:lstStyle>
          <a:p>
            <a:pPr lvl="0"/>
            <a:r>
              <a:rPr lang="en-US"/>
              <a:t>Click to edit Master text styles</a:t>
            </a:r>
          </a:p>
        </p:txBody>
      </p:sp>
      <p:pic>
        <p:nvPicPr>
          <p:cNvPr id="2" name="Graphic 1">
            <a:extLst>
              <a:ext uri="{FF2B5EF4-FFF2-40B4-BE49-F238E27FC236}">
                <a16:creationId xmlns:a16="http://schemas.microsoft.com/office/drawing/2014/main" id="{935FCCAE-AB84-C468-5C31-D7868F2FEC0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9300" y="431800"/>
            <a:ext cx="786440" cy="316800"/>
          </a:xfrm>
          <a:prstGeom prst="rect">
            <a:avLst/>
          </a:prstGeom>
        </p:spPr>
      </p:pic>
      <p:grpSp>
        <p:nvGrpSpPr>
          <p:cNvPr id="19" name="Group 18">
            <a:extLst>
              <a:ext uri="{FF2B5EF4-FFF2-40B4-BE49-F238E27FC236}">
                <a16:creationId xmlns:a16="http://schemas.microsoft.com/office/drawing/2014/main" id="{2FFE085F-FAE1-9245-F63E-8DBEF9A9509A}"/>
              </a:ext>
            </a:extLst>
          </p:cNvPr>
          <p:cNvGrpSpPr/>
          <p:nvPr userDrawn="1"/>
        </p:nvGrpSpPr>
        <p:grpSpPr>
          <a:xfrm>
            <a:off x="748780" y="3036158"/>
            <a:ext cx="1510014" cy="391342"/>
            <a:chOff x="765447" y="3231659"/>
            <a:chExt cx="1510014" cy="391342"/>
          </a:xfrm>
        </p:grpSpPr>
        <p:grpSp>
          <p:nvGrpSpPr>
            <p:cNvPr id="20" name="Group 19">
              <a:extLst>
                <a:ext uri="{FF2B5EF4-FFF2-40B4-BE49-F238E27FC236}">
                  <a16:creationId xmlns:a16="http://schemas.microsoft.com/office/drawing/2014/main" id="{EA27FCDF-C5A9-9E30-1E81-9A550FE4F93F}"/>
                </a:ext>
              </a:extLst>
            </p:cNvPr>
            <p:cNvGrpSpPr/>
            <p:nvPr userDrawn="1"/>
          </p:nvGrpSpPr>
          <p:grpSpPr>
            <a:xfrm>
              <a:off x="1921474" y="3249557"/>
              <a:ext cx="353987" cy="355547"/>
              <a:chOff x="670376" y="2382"/>
              <a:chExt cx="303212" cy="304800"/>
            </a:xfrm>
            <a:solidFill>
              <a:schemeClr val="bg1"/>
            </a:solidFill>
          </p:grpSpPr>
          <p:sp>
            <p:nvSpPr>
              <p:cNvPr id="24" name="Freeform 5">
                <a:extLst>
                  <a:ext uri="{FF2B5EF4-FFF2-40B4-BE49-F238E27FC236}">
                    <a16:creationId xmlns:a16="http://schemas.microsoft.com/office/drawing/2014/main" id="{18D54B9E-3A6F-0060-FCE7-F5ABB99CF76E}"/>
                  </a:ext>
                </a:extLst>
              </p:cNvPr>
              <p:cNvSpPr>
                <a:spLocks/>
              </p:cNvSpPr>
              <p:nvPr userDrawn="1"/>
            </p:nvSpPr>
            <p:spPr bwMode="auto">
              <a:xfrm>
                <a:off x="793750" y="121445"/>
                <a:ext cx="55562" cy="66675"/>
              </a:xfrm>
              <a:custGeom>
                <a:avLst/>
                <a:gdLst>
                  <a:gd name="T0" fmla="*/ 0 w 35"/>
                  <a:gd name="T1" fmla="*/ 42 h 42"/>
                  <a:gd name="T2" fmla="*/ 35 w 35"/>
                  <a:gd name="T3" fmla="*/ 20 h 42"/>
                  <a:gd name="T4" fmla="*/ 0 w 35"/>
                  <a:gd name="T5" fmla="*/ 0 h 42"/>
                  <a:gd name="T6" fmla="*/ 0 w 35"/>
                  <a:gd name="T7" fmla="*/ 42 h 42"/>
                </a:gdLst>
                <a:ahLst/>
                <a:cxnLst>
                  <a:cxn ang="0">
                    <a:pos x="T0" y="T1"/>
                  </a:cxn>
                  <a:cxn ang="0">
                    <a:pos x="T2" y="T3"/>
                  </a:cxn>
                  <a:cxn ang="0">
                    <a:pos x="T4" y="T5"/>
                  </a:cxn>
                  <a:cxn ang="0">
                    <a:pos x="T6" y="T7"/>
                  </a:cxn>
                </a:cxnLst>
                <a:rect l="0" t="0" r="r" b="b"/>
                <a:pathLst>
                  <a:path w="35" h="42">
                    <a:moveTo>
                      <a:pt x="0" y="42"/>
                    </a:moveTo>
                    <a:lnTo>
                      <a:pt x="35" y="20"/>
                    </a:lnTo>
                    <a:lnTo>
                      <a:pt x="0"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sp>
            <p:nvSpPr>
              <p:cNvPr id="25" name="Freeform 6">
                <a:hlinkClick r:id="rId5"/>
                <a:extLst>
                  <a:ext uri="{FF2B5EF4-FFF2-40B4-BE49-F238E27FC236}">
                    <a16:creationId xmlns:a16="http://schemas.microsoft.com/office/drawing/2014/main" id="{402B7FF0-0C4D-BC3E-9D55-6444E8C6322C}"/>
                  </a:ext>
                </a:extLst>
              </p:cNvPr>
              <p:cNvSpPr>
                <a:spLocks noEditPoints="1"/>
              </p:cNvSpPr>
              <p:nvPr userDrawn="1"/>
            </p:nvSpPr>
            <p:spPr bwMode="auto">
              <a:xfrm>
                <a:off x="670376" y="2382"/>
                <a:ext cx="303212" cy="304800"/>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113 w 135"/>
                  <a:gd name="T19" fmla="*/ 88 h 135"/>
                  <a:gd name="T20" fmla="*/ 100 w 135"/>
                  <a:gd name="T21" fmla="*/ 101 h 135"/>
                  <a:gd name="T22" fmla="*/ 38 w 135"/>
                  <a:gd name="T23" fmla="*/ 101 h 135"/>
                  <a:gd name="T24" fmla="*/ 24 w 135"/>
                  <a:gd name="T25" fmla="*/ 88 h 135"/>
                  <a:gd name="T26" fmla="*/ 24 w 135"/>
                  <a:gd name="T27" fmla="*/ 47 h 135"/>
                  <a:gd name="T28" fmla="*/ 38 w 135"/>
                  <a:gd name="T29" fmla="*/ 34 h 135"/>
                  <a:gd name="T30" fmla="*/ 100 w 135"/>
                  <a:gd name="T31" fmla="*/ 34 h 135"/>
                  <a:gd name="T32" fmla="*/ 113 w 135"/>
                  <a:gd name="T33" fmla="*/ 47 h 135"/>
                  <a:gd name="T34" fmla="*/ 113 w 135"/>
                  <a:gd name="T35" fmla="*/ 8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5" h="135">
                    <a:moveTo>
                      <a:pt x="125" y="0"/>
                    </a:moveTo>
                    <a:cubicBezTo>
                      <a:pt x="10" y="0"/>
                      <a:pt x="10" y="0"/>
                      <a:pt x="10" y="0"/>
                    </a:cubicBezTo>
                    <a:cubicBezTo>
                      <a:pt x="5" y="0"/>
                      <a:pt x="0" y="4"/>
                      <a:pt x="0" y="10"/>
                    </a:cubicBezTo>
                    <a:cubicBezTo>
                      <a:pt x="0" y="125"/>
                      <a:pt x="0" y="125"/>
                      <a:pt x="0" y="125"/>
                    </a:cubicBezTo>
                    <a:cubicBezTo>
                      <a:pt x="0" y="131"/>
                      <a:pt x="5" y="135"/>
                      <a:pt x="10" y="135"/>
                    </a:cubicBezTo>
                    <a:cubicBezTo>
                      <a:pt x="125" y="135"/>
                      <a:pt x="125" y="135"/>
                      <a:pt x="125" y="135"/>
                    </a:cubicBezTo>
                    <a:cubicBezTo>
                      <a:pt x="131" y="135"/>
                      <a:pt x="135" y="131"/>
                      <a:pt x="135" y="125"/>
                    </a:cubicBezTo>
                    <a:cubicBezTo>
                      <a:pt x="135" y="10"/>
                      <a:pt x="135" y="10"/>
                      <a:pt x="135" y="10"/>
                    </a:cubicBezTo>
                    <a:cubicBezTo>
                      <a:pt x="135" y="4"/>
                      <a:pt x="131" y="0"/>
                      <a:pt x="125" y="0"/>
                    </a:cubicBezTo>
                    <a:close/>
                    <a:moveTo>
                      <a:pt x="113" y="88"/>
                    </a:moveTo>
                    <a:cubicBezTo>
                      <a:pt x="113" y="95"/>
                      <a:pt x="107" y="101"/>
                      <a:pt x="100" y="101"/>
                    </a:cubicBezTo>
                    <a:cubicBezTo>
                      <a:pt x="38" y="101"/>
                      <a:pt x="38" y="101"/>
                      <a:pt x="38" y="101"/>
                    </a:cubicBezTo>
                    <a:cubicBezTo>
                      <a:pt x="30" y="101"/>
                      <a:pt x="24" y="95"/>
                      <a:pt x="24" y="88"/>
                    </a:cubicBezTo>
                    <a:cubicBezTo>
                      <a:pt x="24" y="47"/>
                      <a:pt x="24" y="47"/>
                      <a:pt x="24" y="47"/>
                    </a:cubicBezTo>
                    <a:cubicBezTo>
                      <a:pt x="24" y="40"/>
                      <a:pt x="30" y="34"/>
                      <a:pt x="38" y="34"/>
                    </a:cubicBezTo>
                    <a:cubicBezTo>
                      <a:pt x="100" y="34"/>
                      <a:pt x="100" y="34"/>
                      <a:pt x="100" y="34"/>
                    </a:cubicBezTo>
                    <a:cubicBezTo>
                      <a:pt x="107" y="34"/>
                      <a:pt x="113" y="40"/>
                      <a:pt x="113" y="47"/>
                    </a:cubicBezTo>
                    <a:lnTo>
                      <a:pt x="11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grpSp>
        <p:sp>
          <p:nvSpPr>
            <p:cNvPr id="21" name="Freeform 8">
              <a:hlinkClick r:id="rId6"/>
              <a:extLst>
                <a:ext uri="{FF2B5EF4-FFF2-40B4-BE49-F238E27FC236}">
                  <a16:creationId xmlns:a16="http://schemas.microsoft.com/office/drawing/2014/main" id="{BA09D17B-8E05-0A07-B113-4A0FD9AA0B8F}"/>
                </a:ext>
              </a:extLst>
            </p:cNvPr>
            <p:cNvSpPr>
              <a:spLocks noEditPoints="1"/>
            </p:cNvSpPr>
            <p:nvPr userDrawn="1"/>
          </p:nvSpPr>
          <p:spPr bwMode="auto">
            <a:xfrm>
              <a:off x="765447" y="3249557"/>
              <a:ext cx="353984" cy="355547"/>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40 w 135"/>
                <a:gd name="T19" fmla="*/ 115 h 135"/>
                <a:gd name="T20" fmla="*/ 20 w 135"/>
                <a:gd name="T21" fmla="*/ 115 h 135"/>
                <a:gd name="T22" fmla="*/ 20 w 135"/>
                <a:gd name="T23" fmla="*/ 51 h 135"/>
                <a:gd name="T24" fmla="*/ 40 w 135"/>
                <a:gd name="T25" fmla="*/ 51 h 135"/>
                <a:gd name="T26" fmla="*/ 40 w 135"/>
                <a:gd name="T27" fmla="*/ 115 h 135"/>
                <a:gd name="T28" fmla="*/ 30 w 135"/>
                <a:gd name="T29" fmla="*/ 42 h 135"/>
                <a:gd name="T30" fmla="*/ 18 w 135"/>
                <a:gd name="T31" fmla="*/ 30 h 135"/>
                <a:gd name="T32" fmla="*/ 30 w 135"/>
                <a:gd name="T33" fmla="*/ 19 h 135"/>
                <a:gd name="T34" fmla="*/ 42 w 135"/>
                <a:gd name="T35" fmla="*/ 30 h 135"/>
                <a:gd name="T36" fmla="*/ 30 w 135"/>
                <a:gd name="T37" fmla="*/ 42 h 135"/>
                <a:gd name="T38" fmla="*/ 115 w 135"/>
                <a:gd name="T39" fmla="*/ 115 h 135"/>
                <a:gd name="T40" fmla="*/ 95 w 135"/>
                <a:gd name="T41" fmla="*/ 115 h 135"/>
                <a:gd name="T42" fmla="*/ 95 w 135"/>
                <a:gd name="T43" fmla="*/ 84 h 135"/>
                <a:gd name="T44" fmla="*/ 85 w 135"/>
                <a:gd name="T45" fmla="*/ 67 h 135"/>
                <a:gd name="T46" fmla="*/ 73 w 135"/>
                <a:gd name="T47" fmla="*/ 83 h 135"/>
                <a:gd name="T48" fmla="*/ 73 w 135"/>
                <a:gd name="T49" fmla="*/ 115 h 135"/>
                <a:gd name="T50" fmla="*/ 53 w 135"/>
                <a:gd name="T51" fmla="*/ 115 h 135"/>
                <a:gd name="T52" fmla="*/ 53 w 135"/>
                <a:gd name="T53" fmla="*/ 51 h 135"/>
                <a:gd name="T54" fmla="*/ 72 w 135"/>
                <a:gd name="T55" fmla="*/ 51 h 135"/>
                <a:gd name="T56" fmla="*/ 72 w 135"/>
                <a:gd name="T57" fmla="*/ 60 h 135"/>
                <a:gd name="T58" fmla="*/ 72 w 135"/>
                <a:gd name="T59" fmla="*/ 60 h 135"/>
                <a:gd name="T60" fmla="*/ 91 w 135"/>
                <a:gd name="T61" fmla="*/ 49 h 135"/>
                <a:gd name="T62" fmla="*/ 115 w 135"/>
                <a:gd name="T63" fmla="*/ 80 h 135"/>
                <a:gd name="T64" fmla="*/ 115 w 135"/>
                <a:gd name="T65"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5" h="135">
                  <a:moveTo>
                    <a:pt x="125" y="0"/>
                  </a:moveTo>
                  <a:cubicBezTo>
                    <a:pt x="10" y="0"/>
                    <a:pt x="10" y="0"/>
                    <a:pt x="10" y="0"/>
                  </a:cubicBezTo>
                  <a:cubicBezTo>
                    <a:pt x="4" y="0"/>
                    <a:pt x="0" y="4"/>
                    <a:pt x="0" y="10"/>
                  </a:cubicBezTo>
                  <a:cubicBezTo>
                    <a:pt x="0" y="125"/>
                    <a:pt x="0" y="125"/>
                    <a:pt x="0" y="125"/>
                  </a:cubicBezTo>
                  <a:cubicBezTo>
                    <a:pt x="0" y="131"/>
                    <a:pt x="4" y="135"/>
                    <a:pt x="10" y="135"/>
                  </a:cubicBezTo>
                  <a:cubicBezTo>
                    <a:pt x="125" y="135"/>
                    <a:pt x="125" y="135"/>
                    <a:pt x="125" y="135"/>
                  </a:cubicBezTo>
                  <a:cubicBezTo>
                    <a:pt x="130" y="135"/>
                    <a:pt x="135" y="131"/>
                    <a:pt x="135" y="125"/>
                  </a:cubicBezTo>
                  <a:cubicBezTo>
                    <a:pt x="135" y="10"/>
                    <a:pt x="135" y="10"/>
                    <a:pt x="135" y="10"/>
                  </a:cubicBezTo>
                  <a:cubicBezTo>
                    <a:pt x="135" y="4"/>
                    <a:pt x="130" y="0"/>
                    <a:pt x="125" y="0"/>
                  </a:cubicBezTo>
                  <a:close/>
                  <a:moveTo>
                    <a:pt x="40" y="115"/>
                  </a:moveTo>
                  <a:cubicBezTo>
                    <a:pt x="20" y="115"/>
                    <a:pt x="20" y="115"/>
                    <a:pt x="20" y="115"/>
                  </a:cubicBezTo>
                  <a:cubicBezTo>
                    <a:pt x="20" y="51"/>
                    <a:pt x="20" y="51"/>
                    <a:pt x="20" y="51"/>
                  </a:cubicBezTo>
                  <a:cubicBezTo>
                    <a:pt x="40" y="51"/>
                    <a:pt x="40" y="51"/>
                    <a:pt x="40" y="51"/>
                  </a:cubicBezTo>
                  <a:lnTo>
                    <a:pt x="40" y="115"/>
                  </a:lnTo>
                  <a:close/>
                  <a:moveTo>
                    <a:pt x="30" y="42"/>
                  </a:moveTo>
                  <a:cubicBezTo>
                    <a:pt x="24" y="42"/>
                    <a:pt x="18" y="37"/>
                    <a:pt x="18" y="30"/>
                  </a:cubicBezTo>
                  <a:cubicBezTo>
                    <a:pt x="18" y="24"/>
                    <a:pt x="24" y="19"/>
                    <a:pt x="30" y="19"/>
                  </a:cubicBezTo>
                  <a:cubicBezTo>
                    <a:pt x="36" y="19"/>
                    <a:pt x="42" y="24"/>
                    <a:pt x="42" y="30"/>
                  </a:cubicBezTo>
                  <a:cubicBezTo>
                    <a:pt x="42" y="37"/>
                    <a:pt x="36" y="42"/>
                    <a:pt x="30" y="42"/>
                  </a:cubicBezTo>
                  <a:close/>
                  <a:moveTo>
                    <a:pt x="115" y="115"/>
                  </a:moveTo>
                  <a:cubicBezTo>
                    <a:pt x="95" y="115"/>
                    <a:pt x="95" y="115"/>
                    <a:pt x="95" y="115"/>
                  </a:cubicBezTo>
                  <a:cubicBezTo>
                    <a:pt x="95" y="84"/>
                    <a:pt x="95" y="84"/>
                    <a:pt x="95" y="84"/>
                  </a:cubicBezTo>
                  <a:cubicBezTo>
                    <a:pt x="95" y="76"/>
                    <a:pt x="95" y="67"/>
                    <a:pt x="85" y="67"/>
                  </a:cubicBezTo>
                  <a:cubicBezTo>
                    <a:pt x="74" y="67"/>
                    <a:pt x="73" y="75"/>
                    <a:pt x="73" y="83"/>
                  </a:cubicBezTo>
                  <a:cubicBezTo>
                    <a:pt x="73" y="115"/>
                    <a:pt x="73" y="115"/>
                    <a:pt x="73" y="115"/>
                  </a:cubicBezTo>
                  <a:cubicBezTo>
                    <a:pt x="53" y="115"/>
                    <a:pt x="53" y="115"/>
                    <a:pt x="53" y="115"/>
                  </a:cubicBezTo>
                  <a:cubicBezTo>
                    <a:pt x="53" y="51"/>
                    <a:pt x="53" y="51"/>
                    <a:pt x="53" y="51"/>
                  </a:cubicBezTo>
                  <a:cubicBezTo>
                    <a:pt x="72" y="51"/>
                    <a:pt x="72" y="51"/>
                    <a:pt x="72" y="51"/>
                  </a:cubicBezTo>
                  <a:cubicBezTo>
                    <a:pt x="72" y="60"/>
                    <a:pt x="72" y="60"/>
                    <a:pt x="72" y="60"/>
                  </a:cubicBezTo>
                  <a:cubicBezTo>
                    <a:pt x="72" y="60"/>
                    <a:pt x="72" y="60"/>
                    <a:pt x="72" y="60"/>
                  </a:cubicBezTo>
                  <a:cubicBezTo>
                    <a:pt x="75" y="54"/>
                    <a:pt x="81" y="49"/>
                    <a:pt x="91" y="49"/>
                  </a:cubicBezTo>
                  <a:cubicBezTo>
                    <a:pt x="111" y="49"/>
                    <a:pt x="115" y="62"/>
                    <a:pt x="115" y="80"/>
                  </a:cubicBezTo>
                  <a:lnTo>
                    <a:pt x="115" y="1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pic>
          <p:nvPicPr>
            <p:cNvPr id="22" name="Graphic 2">
              <a:hlinkClick r:id="rId7"/>
              <a:extLst>
                <a:ext uri="{FF2B5EF4-FFF2-40B4-BE49-F238E27FC236}">
                  <a16:creationId xmlns:a16="http://schemas.microsoft.com/office/drawing/2014/main" id="{71B7B021-655A-A3F2-6DC1-11CD66795D49}"/>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30812" y="3231659"/>
              <a:ext cx="365906" cy="391342"/>
            </a:xfrm>
            <a:prstGeom prst="rect">
              <a:avLst/>
            </a:prstGeom>
          </p:spPr>
        </p:pic>
        <p:sp>
          <p:nvSpPr>
            <p:cNvPr id="23" name="Freeform 6">
              <a:hlinkClick r:id="rId10"/>
              <a:extLst>
                <a:ext uri="{FF2B5EF4-FFF2-40B4-BE49-F238E27FC236}">
                  <a16:creationId xmlns:a16="http://schemas.microsoft.com/office/drawing/2014/main" id="{5144A3E9-C764-AEFD-641C-396B2C436A73}"/>
                </a:ext>
              </a:extLst>
            </p:cNvPr>
            <p:cNvSpPr>
              <a:spLocks noEditPoints="1"/>
            </p:cNvSpPr>
            <p:nvPr userDrawn="1"/>
          </p:nvSpPr>
          <p:spPr bwMode="auto">
            <a:xfrm>
              <a:off x="1150580" y="3249557"/>
              <a:ext cx="352280" cy="355547"/>
            </a:xfrm>
            <a:custGeom>
              <a:avLst/>
              <a:gdLst>
                <a:gd name="T0" fmla="*/ 94 w 94"/>
                <a:gd name="T1" fmla="*/ 87 h 94"/>
                <a:gd name="T2" fmla="*/ 94 w 94"/>
                <a:gd name="T3" fmla="*/ 7 h 94"/>
                <a:gd name="T4" fmla="*/ 87 w 94"/>
                <a:gd name="T5" fmla="*/ 0 h 94"/>
                <a:gd name="T6" fmla="*/ 7 w 94"/>
                <a:gd name="T7" fmla="*/ 0 h 94"/>
                <a:gd name="T8" fmla="*/ 0 w 94"/>
                <a:gd name="T9" fmla="*/ 7 h 94"/>
                <a:gd name="T10" fmla="*/ 0 w 94"/>
                <a:gd name="T11" fmla="*/ 87 h 94"/>
                <a:gd name="T12" fmla="*/ 7 w 94"/>
                <a:gd name="T13" fmla="*/ 94 h 94"/>
                <a:gd name="T14" fmla="*/ 87 w 94"/>
                <a:gd name="T15" fmla="*/ 94 h 94"/>
                <a:gd name="T16" fmla="*/ 94 w 94"/>
                <a:gd name="T17" fmla="*/ 87 h 94"/>
                <a:gd name="T18" fmla="*/ 81 w 94"/>
                <a:gd name="T19" fmla="*/ 60 h 94"/>
                <a:gd name="T20" fmla="*/ 60 w 94"/>
                <a:gd name="T21" fmla="*/ 82 h 94"/>
                <a:gd name="T22" fmla="*/ 34 w 94"/>
                <a:gd name="T23" fmla="*/ 82 h 94"/>
                <a:gd name="T24" fmla="*/ 12 w 94"/>
                <a:gd name="T25" fmla="*/ 60 h 94"/>
                <a:gd name="T26" fmla="*/ 12 w 94"/>
                <a:gd name="T27" fmla="*/ 34 h 94"/>
                <a:gd name="T28" fmla="*/ 34 w 94"/>
                <a:gd name="T29" fmla="*/ 13 h 94"/>
                <a:gd name="T30" fmla="*/ 60 w 94"/>
                <a:gd name="T31" fmla="*/ 13 h 94"/>
                <a:gd name="T32" fmla="*/ 81 w 94"/>
                <a:gd name="T33" fmla="*/ 34 h 94"/>
                <a:gd name="T34" fmla="*/ 81 w 94"/>
                <a:gd name="T35" fmla="*/ 60 h 94"/>
                <a:gd name="T36" fmla="*/ 74 w 94"/>
                <a:gd name="T37" fmla="*/ 60 h 94"/>
                <a:gd name="T38" fmla="*/ 74 w 94"/>
                <a:gd name="T39" fmla="*/ 34 h 94"/>
                <a:gd name="T40" fmla="*/ 60 w 94"/>
                <a:gd name="T41" fmla="*/ 19 h 94"/>
                <a:gd name="T42" fmla="*/ 34 w 94"/>
                <a:gd name="T43" fmla="*/ 19 h 94"/>
                <a:gd name="T44" fmla="*/ 19 w 94"/>
                <a:gd name="T45" fmla="*/ 34 h 94"/>
                <a:gd name="T46" fmla="*/ 19 w 94"/>
                <a:gd name="T47" fmla="*/ 60 h 94"/>
                <a:gd name="T48" fmla="*/ 34 w 94"/>
                <a:gd name="T49" fmla="*/ 75 h 94"/>
                <a:gd name="T50" fmla="*/ 60 w 94"/>
                <a:gd name="T51" fmla="*/ 75 h 94"/>
                <a:gd name="T52" fmla="*/ 74 w 94"/>
                <a:gd name="T53" fmla="*/ 60 h 94"/>
                <a:gd name="T54" fmla="*/ 64 w 94"/>
                <a:gd name="T55" fmla="*/ 47 h 94"/>
                <a:gd name="T56" fmla="*/ 47 w 94"/>
                <a:gd name="T57" fmla="*/ 65 h 94"/>
                <a:gd name="T58" fmla="*/ 29 w 94"/>
                <a:gd name="T59" fmla="*/ 47 h 94"/>
                <a:gd name="T60" fmla="*/ 47 w 94"/>
                <a:gd name="T61" fmla="*/ 29 h 94"/>
                <a:gd name="T62" fmla="*/ 64 w 94"/>
                <a:gd name="T63" fmla="*/ 47 h 94"/>
                <a:gd name="T64" fmla="*/ 69 w 94"/>
                <a:gd name="T65" fmla="*/ 30 h 94"/>
                <a:gd name="T66" fmla="*/ 65 w 94"/>
                <a:gd name="T67" fmla="*/ 35 h 94"/>
                <a:gd name="T68" fmla="*/ 60 w 94"/>
                <a:gd name="T69" fmla="*/ 30 h 94"/>
                <a:gd name="T70" fmla="*/ 65 w 94"/>
                <a:gd name="T71" fmla="*/ 25 h 94"/>
                <a:gd name="T72" fmla="*/ 69 w 94"/>
                <a:gd name="T73" fmla="*/ 30 h 94"/>
                <a:gd name="T74" fmla="*/ 57 w 94"/>
                <a:gd name="T75" fmla="*/ 47 h 94"/>
                <a:gd name="T76" fmla="*/ 47 w 94"/>
                <a:gd name="T77" fmla="*/ 36 h 94"/>
                <a:gd name="T78" fmla="*/ 36 w 94"/>
                <a:gd name="T79" fmla="*/ 47 h 94"/>
                <a:gd name="T80" fmla="*/ 47 w 94"/>
                <a:gd name="T81" fmla="*/ 58 h 94"/>
                <a:gd name="T82" fmla="*/ 57 w 94"/>
                <a:gd name="T83" fmla="*/ 4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4" h="94">
                  <a:moveTo>
                    <a:pt x="94" y="87"/>
                  </a:moveTo>
                  <a:cubicBezTo>
                    <a:pt x="94" y="7"/>
                    <a:pt x="94" y="7"/>
                    <a:pt x="94" y="7"/>
                  </a:cubicBezTo>
                  <a:cubicBezTo>
                    <a:pt x="94" y="3"/>
                    <a:pt x="91" y="0"/>
                    <a:pt x="87" y="0"/>
                  </a:cubicBezTo>
                  <a:cubicBezTo>
                    <a:pt x="7" y="0"/>
                    <a:pt x="7" y="0"/>
                    <a:pt x="7" y="0"/>
                  </a:cubicBezTo>
                  <a:cubicBezTo>
                    <a:pt x="3" y="0"/>
                    <a:pt x="0" y="3"/>
                    <a:pt x="0" y="7"/>
                  </a:cubicBezTo>
                  <a:cubicBezTo>
                    <a:pt x="0" y="87"/>
                    <a:pt x="0" y="87"/>
                    <a:pt x="0" y="87"/>
                  </a:cubicBezTo>
                  <a:cubicBezTo>
                    <a:pt x="0" y="91"/>
                    <a:pt x="3" y="94"/>
                    <a:pt x="7" y="94"/>
                  </a:cubicBezTo>
                  <a:cubicBezTo>
                    <a:pt x="87" y="94"/>
                    <a:pt x="87" y="94"/>
                    <a:pt x="87" y="94"/>
                  </a:cubicBezTo>
                  <a:cubicBezTo>
                    <a:pt x="91" y="94"/>
                    <a:pt x="94" y="91"/>
                    <a:pt x="94" y="87"/>
                  </a:cubicBezTo>
                  <a:moveTo>
                    <a:pt x="81" y="60"/>
                  </a:moveTo>
                  <a:cubicBezTo>
                    <a:pt x="81" y="72"/>
                    <a:pt x="71" y="82"/>
                    <a:pt x="60" y="82"/>
                  </a:cubicBezTo>
                  <a:cubicBezTo>
                    <a:pt x="34" y="82"/>
                    <a:pt x="34" y="82"/>
                    <a:pt x="34" y="82"/>
                  </a:cubicBezTo>
                  <a:cubicBezTo>
                    <a:pt x="22" y="82"/>
                    <a:pt x="12" y="72"/>
                    <a:pt x="12" y="60"/>
                  </a:cubicBezTo>
                  <a:cubicBezTo>
                    <a:pt x="12" y="34"/>
                    <a:pt x="12" y="34"/>
                    <a:pt x="12" y="34"/>
                  </a:cubicBezTo>
                  <a:cubicBezTo>
                    <a:pt x="12" y="22"/>
                    <a:pt x="22" y="13"/>
                    <a:pt x="34" y="13"/>
                  </a:cubicBezTo>
                  <a:cubicBezTo>
                    <a:pt x="60" y="13"/>
                    <a:pt x="60" y="13"/>
                    <a:pt x="60" y="13"/>
                  </a:cubicBezTo>
                  <a:cubicBezTo>
                    <a:pt x="71" y="13"/>
                    <a:pt x="81" y="22"/>
                    <a:pt x="81" y="34"/>
                  </a:cubicBezTo>
                  <a:lnTo>
                    <a:pt x="81" y="60"/>
                  </a:lnTo>
                  <a:close/>
                  <a:moveTo>
                    <a:pt x="74" y="60"/>
                  </a:moveTo>
                  <a:cubicBezTo>
                    <a:pt x="74" y="34"/>
                    <a:pt x="74" y="34"/>
                    <a:pt x="74" y="34"/>
                  </a:cubicBezTo>
                  <a:cubicBezTo>
                    <a:pt x="74" y="26"/>
                    <a:pt x="68" y="19"/>
                    <a:pt x="60" y="19"/>
                  </a:cubicBezTo>
                  <a:cubicBezTo>
                    <a:pt x="34" y="19"/>
                    <a:pt x="34" y="19"/>
                    <a:pt x="34" y="19"/>
                  </a:cubicBezTo>
                  <a:cubicBezTo>
                    <a:pt x="25" y="19"/>
                    <a:pt x="19" y="26"/>
                    <a:pt x="19" y="34"/>
                  </a:cubicBezTo>
                  <a:cubicBezTo>
                    <a:pt x="19" y="60"/>
                    <a:pt x="19" y="60"/>
                    <a:pt x="19" y="60"/>
                  </a:cubicBezTo>
                  <a:cubicBezTo>
                    <a:pt x="19" y="68"/>
                    <a:pt x="25" y="75"/>
                    <a:pt x="34" y="75"/>
                  </a:cubicBezTo>
                  <a:cubicBezTo>
                    <a:pt x="60" y="75"/>
                    <a:pt x="60" y="75"/>
                    <a:pt x="60" y="75"/>
                  </a:cubicBezTo>
                  <a:cubicBezTo>
                    <a:pt x="68" y="75"/>
                    <a:pt x="74" y="68"/>
                    <a:pt x="74" y="60"/>
                  </a:cubicBezTo>
                  <a:moveTo>
                    <a:pt x="64" y="47"/>
                  </a:moveTo>
                  <a:cubicBezTo>
                    <a:pt x="64" y="57"/>
                    <a:pt x="56" y="65"/>
                    <a:pt x="47" y="65"/>
                  </a:cubicBezTo>
                  <a:cubicBezTo>
                    <a:pt x="37" y="65"/>
                    <a:pt x="29" y="57"/>
                    <a:pt x="29" y="47"/>
                  </a:cubicBezTo>
                  <a:cubicBezTo>
                    <a:pt x="29" y="37"/>
                    <a:pt x="37" y="29"/>
                    <a:pt x="47" y="29"/>
                  </a:cubicBezTo>
                  <a:cubicBezTo>
                    <a:pt x="56" y="29"/>
                    <a:pt x="64" y="37"/>
                    <a:pt x="64" y="47"/>
                  </a:cubicBezTo>
                  <a:moveTo>
                    <a:pt x="69" y="30"/>
                  </a:moveTo>
                  <a:cubicBezTo>
                    <a:pt x="69" y="32"/>
                    <a:pt x="67" y="35"/>
                    <a:pt x="65" y="35"/>
                  </a:cubicBezTo>
                  <a:cubicBezTo>
                    <a:pt x="62" y="35"/>
                    <a:pt x="60" y="32"/>
                    <a:pt x="60" y="30"/>
                  </a:cubicBezTo>
                  <a:cubicBezTo>
                    <a:pt x="60" y="27"/>
                    <a:pt x="62" y="25"/>
                    <a:pt x="65" y="25"/>
                  </a:cubicBezTo>
                  <a:cubicBezTo>
                    <a:pt x="67" y="25"/>
                    <a:pt x="69" y="27"/>
                    <a:pt x="69" y="30"/>
                  </a:cubicBezTo>
                  <a:moveTo>
                    <a:pt x="57" y="47"/>
                  </a:moveTo>
                  <a:cubicBezTo>
                    <a:pt x="57" y="41"/>
                    <a:pt x="53" y="36"/>
                    <a:pt x="47" y="36"/>
                  </a:cubicBezTo>
                  <a:cubicBezTo>
                    <a:pt x="41" y="36"/>
                    <a:pt x="36" y="41"/>
                    <a:pt x="36" y="47"/>
                  </a:cubicBezTo>
                  <a:cubicBezTo>
                    <a:pt x="36" y="53"/>
                    <a:pt x="41" y="58"/>
                    <a:pt x="47" y="58"/>
                  </a:cubicBezTo>
                  <a:cubicBezTo>
                    <a:pt x="53" y="58"/>
                    <a:pt x="57" y="53"/>
                    <a:pt x="57" y="4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grpSp>
    </p:spTree>
    <p:extLst>
      <p:ext uri="{BB962C8B-B14F-4D97-AF65-F5344CB8AC3E}">
        <p14:creationId xmlns:p14="http://schemas.microsoft.com/office/powerpoint/2010/main" val="32672736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D335AFA-79EF-48E7-9FDA-A8FCF952D278}"/>
              </a:ext>
            </a:extLst>
          </p:cNvPr>
          <p:cNvSpPr txBox="1"/>
          <p:nvPr userDrawn="1">
            <p:custDataLst>
              <p:tags r:id="rId1"/>
            </p:custDataLst>
          </p:nvPr>
        </p:nvSpPr>
        <p:spPr>
          <a:xfrm>
            <a:off x="749551" y="5651600"/>
            <a:ext cx="2766783"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noProof="0" dirty="0">
                <a:solidFill>
                  <a:schemeClr val="tx2"/>
                </a:solidFill>
                <a:latin typeface="+mn-lt"/>
                <a:ea typeface="+mn-ea"/>
                <a:cs typeface="+mn-cs"/>
              </a:rPr>
              <a:t>Document Classification: KPMG Confidential </a:t>
            </a:r>
          </a:p>
        </p:txBody>
      </p:sp>
      <p:sp>
        <p:nvSpPr>
          <p:cNvPr id="22" name="Text Placeholder 2">
            <a:extLst>
              <a:ext uri="{FF2B5EF4-FFF2-40B4-BE49-F238E27FC236}">
                <a16:creationId xmlns:a16="http://schemas.microsoft.com/office/drawing/2014/main" id="{48703AF1-229E-4220-A6D7-6F1010E1F9DE}"/>
              </a:ext>
            </a:extLst>
          </p:cNvPr>
          <p:cNvSpPr>
            <a:spLocks noGrp="1"/>
          </p:cNvSpPr>
          <p:nvPr>
            <p:ph type="body" sz="quarter" idx="10"/>
          </p:nvPr>
        </p:nvSpPr>
        <p:spPr>
          <a:xfrm>
            <a:off x="749300" y="3653770"/>
            <a:ext cx="6255182" cy="1843088"/>
          </a:xfrm>
        </p:spPr>
        <p:txBody>
          <a:bodyPr anchor="b"/>
          <a:lstStyle>
            <a:lvl1pPr>
              <a:spcAft>
                <a:spcPts val="1000"/>
              </a:spcAft>
              <a:defRPr sz="1000" b="0">
                <a:solidFill>
                  <a:schemeClr val="tx2"/>
                </a:solidFill>
              </a:defRPr>
            </a:lvl1pPr>
            <a:lvl2pPr>
              <a:spcAft>
                <a:spcPts val="1000"/>
              </a:spcAft>
              <a:defRPr sz="1000" b="0">
                <a:solidFill>
                  <a:schemeClr val="tx2"/>
                </a:solidFill>
              </a:defRPr>
            </a:lvl2pPr>
          </a:lstStyle>
          <a:p>
            <a:pPr lvl="0"/>
            <a:r>
              <a:rPr lang="en-US"/>
              <a:t>Click to edit Master text styles</a:t>
            </a:r>
          </a:p>
        </p:txBody>
      </p:sp>
      <p:pic>
        <p:nvPicPr>
          <p:cNvPr id="2" name="Graphic 1">
            <a:extLst>
              <a:ext uri="{FF2B5EF4-FFF2-40B4-BE49-F238E27FC236}">
                <a16:creationId xmlns:a16="http://schemas.microsoft.com/office/drawing/2014/main" id="{C9D5B9DC-1984-616B-CE00-1F12F531E6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9300" y="431800"/>
            <a:ext cx="786440" cy="316800"/>
          </a:xfrm>
          <a:prstGeom prst="rect">
            <a:avLst/>
          </a:prstGeom>
        </p:spPr>
      </p:pic>
      <p:grpSp>
        <p:nvGrpSpPr>
          <p:cNvPr id="3" name="Group 2">
            <a:extLst>
              <a:ext uri="{FF2B5EF4-FFF2-40B4-BE49-F238E27FC236}">
                <a16:creationId xmlns:a16="http://schemas.microsoft.com/office/drawing/2014/main" id="{FF8489EE-C866-3BE2-6ACE-BD72EB5A12F2}"/>
              </a:ext>
            </a:extLst>
          </p:cNvPr>
          <p:cNvGrpSpPr/>
          <p:nvPr userDrawn="1"/>
        </p:nvGrpSpPr>
        <p:grpSpPr>
          <a:xfrm>
            <a:off x="748780" y="3036158"/>
            <a:ext cx="1510014" cy="391342"/>
            <a:chOff x="765447" y="3231659"/>
            <a:chExt cx="1510014" cy="391342"/>
          </a:xfrm>
          <a:solidFill>
            <a:schemeClr val="accent2"/>
          </a:solidFill>
        </p:grpSpPr>
        <p:grpSp>
          <p:nvGrpSpPr>
            <p:cNvPr id="4" name="Group 3">
              <a:extLst>
                <a:ext uri="{FF2B5EF4-FFF2-40B4-BE49-F238E27FC236}">
                  <a16:creationId xmlns:a16="http://schemas.microsoft.com/office/drawing/2014/main" id="{3CD7EF15-3D91-F09B-7D6A-2070C427571F}"/>
                </a:ext>
              </a:extLst>
            </p:cNvPr>
            <p:cNvGrpSpPr/>
            <p:nvPr userDrawn="1"/>
          </p:nvGrpSpPr>
          <p:grpSpPr>
            <a:xfrm>
              <a:off x="1921474" y="3249557"/>
              <a:ext cx="353987" cy="355547"/>
              <a:chOff x="670376" y="2382"/>
              <a:chExt cx="303212" cy="304800"/>
            </a:xfrm>
            <a:grpFill/>
          </p:grpSpPr>
          <p:sp>
            <p:nvSpPr>
              <p:cNvPr id="8" name="Freeform 5">
                <a:extLst>
                  <a:ext uri="{FF2B5EF4-FFF2-40B4-BE49-F238E27FC236}">
                    <a16:creationId xmlns:a16="http://schemas.microsoft.com/office/drawing/2014/main" id="{C2B0962D-4759-F7BA-02E2-72512039CA61}"/>
                  </a:ext>
                </a:extLst>
              </p:cNvPr>
              <p:cNvSpPr>
                <a:spLocks/>
              </p:cNvSpPr>
              <p:nvPr userDrawn="1"/>
            </p:nvSpPr>
            <p:spPr bwMode="auto">
              <a:xfrm>
                <a:off x="793750" y="121445"/>
                <a:ext cx="55562" cy="66675"/>
              </a:xfrm>
              <a:custGeom>
                <a:avLst/>
                <a:gdLst>
                  <a:gd name="T0" fmla="*/ 0 w 35"/>
                  <a:gd name="T1" fmla="*/ 42 h 42"/>
                  <a:gd name="T2" fmla="*/ 35 w 35"/>
                  <a:gd name="T3" fmla="*/ 20 h 42"/>
                  <a:gd name="T4" fmla="*/ 0 w 35"/>
                  <a:gd name="T5" fmla="*/ 0 h 42"/>
                  <a:gd name="T6" fmla="*/ 0 w 35"/>
                  <a:gd name="T7" fmla="*/ 42 h 42"/>
                </a:gdLst>
                <a:ahLst/>
                <a:cxnLst>
                  <a:cxn ang="0">
                    <a:pos x="T0" y="T1"/>
                  </a:cxn>
                  <a:cxn ang="0">
                    <a:pos x="T2" y="T3"/>
                  </a:cxn>
                  <a:cxn ang="0">
                    <a:pos x="T4" y="T5"/>
                  </a:cxn>
                  <a:cxn ang="0">
                    <a:pos x="T6" y="T7"/>
                  </a:cxn>
                </a:cxnLst>
                <a:rect l="0" t="0" r="r" b="b"/>
                <a:pathLst>
                  <a:path w="35" h="42">
                    <a:moveTo>
                      <a:pt x="0" y="42"/>
                    </a:moveTo>
                    <a:lnTo>
                      <a:pt x="35" y="20"/>
                    </a:lnTo>
                    <a:lnTo>
                      <a:pt x="0"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sp>
            <p:nvSpPr>
              <p:cNvPr id="9" name="Freeform 6">
                <a:hlinkClick r:id="rId5"/>
                <a:extLst>
                  <a:ext uri="{FF2B5EF4-FFF2-40B4-BE49-F238E27FC236}">
                    <a16:creationId xmlns:a16="http://schemas.microsoft.com/office/drawing/2014/main" id="{8AA9AB54-9E72-B438-F12F-C74D8C173E66}"/>
                  </a:ext>
                </a:extLst>
              </p:cNvPr>
              <p:cNvSpPr>
                <a:spLocks noEditPoints="1"/>
              </p:cNvSpPr>
              <p:nvPr userDrawn="1"/>
            </p:nvSpPr>
            <p:spPr bwMode="auto">
              <a:xfrm>
                <a:off x="670376" y="2382"/>
                <a:ext cx="303212" cy="304800"/>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113 w 135"/>
                  <a:gd name="T19" fmla="*/ 88 h 135"/>
                  <a:gd name="T20" fmla="*/ 100 w 135"/>
                  <a:gd name="T21" fmla="*/ 101 h 135"/>
                  <a:gd name="T22" fmla="*/ 38 w 135"/>
                  <a:gd name="T23" fmla="*/ 101 h 135"/>
                  <a:gd name="T24" fmla="*/ 24 w 135"/>
                  <a:gd name="T25" fmla="*/ 88 h 135"/>
                  <a:gd name="T26" fmla="*/ 24 w 135"/>
                  <a:gd name="T27" fmla="*/ 47 h 135"/>
                  <a:gd name="T28" fmla="*/ 38 w 135"/>
                  <a:gd name="T29" fmla="*/ 34 h 135"/>
                  <a:gd name="T30" fmla="*/ 100 w 135"/>
                  <a:gd name="T31" fmla="*/ 34 h 135"/>
                  <a:gd name="T32" fmla="*/ 113 w 135"/>
                  <a:gd name="T33" fmla="*/ 47 h 135"/>
                  <a:gd name="T34" fmla="*/ 113 w 135"/>
                  <a:gd name="T35" fmla="*/ 8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5" h="135">
                    <a:moveTo>
                      <a:pt x="125" y="0"/>
                    </a:moveTo>
                    <a:cubicBezTo>
                      <a:pt x="10" y="0"/>
                      <a:pt x="10" y="0"/>
                      <a:pt x="10" y="0"/>
                    </a:cubicBezTo>
                    <a:cubicBezTo>
                      <a:pt x="5" y="0"/>
                      <a:pt x="0" y="4"/>
                      <a:pt x="0" y="10"/>
                    </a:cubicBezTo>
                    <a:cubicBezTo>
                      <a:pt x="0" y="125"/>
                      <a:pt x="0" y="125"/>
                      <a:pt x="0" y="125"/>
                    </a:cubicBezTo>
                    <a:cubicBezTo>
                      <a:pt x="0" y="131"/>
                      <a:pt x="5" y="135"/>
                      <a:pt x="10" y="135"/>
                    </a:cubicBezTo>
                    <a:cubicBezTo>
                      <a:pt x="125" y="135"/>
                      <a:pt x="125" y="135"/>
                      <a:pt x="125" y="135"/>
                    </a:cubicBezTo>
                    <a:cubicBezTo>
                      <a:pt x="131" y="135"/>
                      <a:pt x="135" y="131"/>
                      <a:pt x="135" y="125"/>
                    </a:cubicBezTo>
                    <a:cubicBezTo>
                      <a:pt x="135" y="10"/>
                      <a:pt x="135" y="10"/>
                      <a:pt x="135" y="10"/>
                    </a:cubicBezTo>
                    <a:cubicBezTo>
                      <a:pt x="135" y="4"/>
                      <a:pt x="131" y="0"/>
                      <a:pt x="125" y="0"/>
                    </a:cubicBezTo>
                    <a:close/>
                    <a:moveTo>
                      <a:pt x="113" y="88"/>
                    </a:moveTo>
                    <a:cubicBezTo>
                      <a:pt x="113" y="95"/>
                      <a:pt x="107" y="101"/>
                      <a:pt x="100" y="101"/>
                    </a:cubicBezTo>
                    <a:cubicBezTo>
                      <a:pt x="38" y="101"/>
                      <a:pt x="38" y="101"/>
                      <a:pt x="38" y="101"/>
                    </a:cubicBezTo>
                    <a:cubicBezTo>
                      <a:pt x="30" y="101"/>
                      <a:pt x="24" y="95"/>
                      <a:pt x="24" y="88"/>
                    </a:cubicBezTo>
                    <a:cubicBezTo>
                      <a:pt x="24" y="47"/>
                      <a:pt x="24" y="47"/>
                      <a:pt x="24" y="47"/>
                    </a:cubicBezTo>
                    <a:cubicBezTo>
                      <a:pt x="24" y="40"/>
                      <a:pt x="30" y="34"/>
                      <a:pt x="38" y="34"/>
                    </a:cubicBezTo>
                    <a:cubicBezTo>
                      <a:pt x="100" y="34"/>
                      <a:pt x="100" y="34"/>
                      <a:pt x="100" y="34"/>
                    </a:cubicBezTo>
                    <a:cubicBezTo>
                      <a:pt x="107" y="34"/>
                      <a:pt x="113" y="40"/>
                      <a:pt x="113" y="47"/>
                    </a:cubicBezTo>
                    <a:lnTo>
                      <a:pt x="11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grpSp>
        <p:sp>
          <p:nvSpPr>
            <p:cNvPr id="5" name="Freeform 8">
              <a:hlinkClick r:id="rId6"/>
              <a:extLst>
                <a:ext uri="{FF2B5EF4-FFF2-40B4-BE49-F238E27FC236}">
                  <a16:creationId xmlns:a16="http://schemas.microsoft.com/office/drawing/2014/main" id="{00352DEE-1F79-04B6-1733-95BB4FA67A4D}"/>
                </a:ext>
              </a:extLst>
            </p:cNvPr>
            <p:cNvSpPr>
              <a:spLocks noEditPoints="1"/>
            </p:cNvSpPr>
            <p:nvPr userDrawn="1"/>
          </p:nvSpPr>
          <p:spPr bwMode="auto">
            <a:xfrm>
              <a:off x="765447" y="3249557"/>
              <a:ext cx="353984" cy="355547"/>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40 w 135"/>
                <a:gd name="T19" fmla="*/ 115 h 135"/>
                <a:gd name="T20" fmla="*/ 20 w 135"/>
                <a:gd name="T21" fmla="*/ 115 h 135"/>
                <a:gd name="T22" fmla="*/ 20 w 135"/>
                <a:gd name="T23" fmla="*/ 51 h 135"/>
                <a:gd name="T24" fmla="*/ 40 w 135"/>
                <a:gd name="T25" fmla="*/ 51 h 135"/>
                <a:gd name="T26" fmla="*/ 40 w 135"/>
                <a:gd name="T27" fmla="*/ 115 h 135"/>
                <a:gd name="T28" fmla="*/ 30 w 135"/>
                <a:gd name="T29" fmla="*/ 42 h 135"/>
                <a:gd name="T30" fmla="*/ 18 w 135"/>
                <a:gd name="T31" fmla="*/ 30 h 135"/>
                <a:gd name="T32" fmla="*/ 30 w 135"/>
                <a:gd name="T33" fmla="*/ 19 h 135"/>
                <a:gd name="T34" fmla="*/ 42 w 135"/>
                <a:gd name="T35" fmla="*/ 30 h 135"/>
                <a:gd name="T36" fmla="*/ 30 w 135"/>
                <a:gd name="T37" fmla="*/ 42 h 135"/>
                <a:gd name="T38" fmla="*/ 115 w 135"/>
                <a:gd name="T39" fmla="*/ 115 h 135"/>
                <a:gd name="T40" fmla="*/ 95 w 135"/>
                <a:gd name="T41" fmla="*/ 115 h 135"/>
                <a:gd name="T42" fmla="*/ 95 w 135"/>
                <a:gd name="T43" fmla="*/ 84 h 135"/>
                <a:gd name="T44" fmla="*/ 85 w 135"/>
                <a:gd name="T45" fmla="*/ 67 h 135"/>
                <a:gd name="T46" fmla="*/ 73 w 135"/>
                <a:gd name="T47" fmla="*/ 83 h 135"/>
                <a:gd name="T48" fmla="*/ 73 w 135"/>
                <a:gd name="T49" fmla="*/ 115 h 135"/>
                <a:gd name="T50" fmla="*/ 53 w 135"/>
                <a:gd name="T51" fmla="*/ 115 h 135"/>
                <a:gd name="T52" fmla="*/ 53 w 135"/>
                <a:gd name="T53" fmla="*/ 51 h 135"/>
                <a:gd name="T54" fmla="*/ 72 w 135"/>
                <a:gd name="T55" fmla="*/ 51 h 135"/>
                <a:gd name="T56" fmla="*/ 72 w 135"/>
                <a:gd name="T57" fmla="*/ 60 h 135"/>
                <a:gd name="T58" fmla="*/ 72 w 135"/>
                <a:gd name="T59" fmla="*/ 60 h 135"/>
                <a:gd name="T60" fmla="*/ 91 w 135"/>
                <a:gd name="T61" fmla="*/ 49 h 135"/>
                <a:gd name="T62" fmla="*/ 115 w 135"/>
                <a:gd name="T63" fmla="*/ 80 h 135"/>
                <a:gd name="T64" fmla="*/ 115 w 135"/>
                <a:gd name="T65"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5" h="135">
                  <a:moveTo>
                    <a:pt x="125" y="0"/>
                  </a:moveTo>
                  <a:cubicBezTo>
                    <a:pt x="10" y="0"/>
                    <a:pt x="10" y="0"/>
                    <a:pt x="10" y="0"/>
                  </a:cubicBezTo>
                  <a:cubicBezTo>
                    <a:pt x="4" y="0"/>
                    <a:pt x="0" y="4"/>
                    <a:pt x="0" y="10"/>
                  </a:cubicBezTo>
                  <a:cubicBezTo>
                    <a:pt x="0" y="125"/>
                    <a:pt x="0" y="125"/>
                    <a:pt x="0" y="125"/>
                  </a:cubicBezTo>
                  <a:cubicBezTo>
                    <a:pt x="0" y="131"/>
                    <a:pt x="4" y="135"/>
                    <a:pt x="10" y="135"/>
                  </a:cubicBezTo>
                  <a:cubicBezTo>
                    <a:pt x="125" y="135"/>
                    <a:pt x="125" y="135"/>
                    <a:pt x="125" y="135"/>
                  </a:cubicBezTo>
                  <a:cubicBezTo>
                    <a:pt x="130" y="135"/>
                    <a:pt x="135" y="131"/>
                    <a:pt x="135" y="125"/>
                  </a:cubicBezTo>
                  <a:cubicBezTo>
                    <a:pt x="135" y="10"/>
                    <a:pt x="135" y="10"/>
                    <a:pt x="135" y="10"/>
                  </a:cubicBezTo>
                  <a:cubicBezTo>
                    <a:pt x="135" y="4"/>
                    <a:pt x="130" y="0"/>
                    <a:pt x="125" y="0"/>
                  </a:cubicBezTo>
                  <a:close/>
                  <a:moveTo>
                    <a:pt x="40" y="115"/>
                  </a:moveTo>
                  <a:cubicBezTo>
                    <a:pt x="20" y="115"/>
                    <a:pt x="20" y="115"/>
                    <a:pt x="20" y="115"/>
                  </a:cubicBezTo>
                  <a:cubicBezTo>
                    <a:pt x="20" y="51"/>
                    <a:pt x="20" y="51"/>
                    <a:pt x="20" y="51"/>
                  </a:cubicBezTo>
                  <a:cubicBezTo>
                    <a:pt x="40" y="51"/>
                    <a:pt x="40" y="51"/>
                    <a:pt x="40" y="51"/>
                  </a:cubicBezTo>
                  <a:lnTo>
                    <a:pt x="40" y="115"/>
                  </a:lnTo>
                  <a:close/>
                  <a:moveTo>
                    <a:pt x="30" y="42"/>
                  </a:moveTo>
                  <a:cubicBezTo>
                    <a:pt x="24" y="42"/>
                    <a:pt x="18" y="37"/>
                    <a:pt x="18" y="30"/>
                  </a:cubicBezTo>
                  <a:cubicBezTo>
                    <a:pt x="18" y="24"/>
                    <a:pt x="24" y="19"/>
                    <a:pt x="30" y="19"/>
                  </a:cubicBezTo>
                  <a:cubicBezTo>
                    <a:pt x="36" y="19"/>
                    <a:pt x="42" y="24"/>
                    <a:pt x="42" y="30"/>
                  </a:cubicBezTo>
                  <a:cubicBezTo>
                    <a:pt x="42" y="37"/>
                    <a:pt x="36" y="42"/>
                    <a:pt x="30" y="42"/>
                  </a:cubicBezTo>
                  <a:close/>
                  <a:moveTo>
                    <a:pt x="115" y="115"/>
                  </a:moveTo>
                  <a:cubicBezTo>
                    <a:pt x="95" y="115"/>
                    <a:pt x="95" y="115"/>
                    <a:pt x="95" y="115"/>
                  </a:cubicBezTo>
                  <a:cubicBezTo>
                    <a:pt x="95" y="84"/>
                    <a:pt x="95" y="84"/>
                    <a:pt x="95" y="84"/>
                  </a:cubicBezTo>
                  <a:cubicBezTo>
                    <a:pt x="95" y="76"/>
                    <a:pt x="95" y="67"/>
                    <a:pt x="85" y="67"/>
                  </a:cubicBezTo>
                  <a:cubicBezTo>
                    <a:pt x="74" y="67"/>
                    <a:pt x="73" y="75"/>
                    <a:pt x="73" y="83"/>
                  </a:cubicBezTo>
                  <a:cubicBezTo>
                    <a:pt x="73" y="115"/>
                    <a:pt x="73" y="115"/>
                    <a:pt x="73" y="115"/>
                  </a:cubicBezTo>
                  <a:cubicBezTo>
                    <a:pt x="53" y="115"/>
                    <a:pt x="53" y="115"/>
                    <a:pt x="53" y="115"/>
                  </a:cubicBezTo>
                  <a:cubicBezTo>
                    <a:pt x="53" y="51"/>
                    <a:pt x="53" y="51"/>
                    <a:pt x="53" y="51"/>
                  </a:cubicBezTo>
                  <a:cubicBezTo>
                    <a:pt x="72" y="51"/>
                    <a:pt x="72" y="51"/>
                    <a:pt x="72" y="51"/>
                  </a:cubicBezTo>
                  <a:cubicBezTo>
                    <a:pt x="72" y="60"/>
                    <a:pt x="72" y="60"/>
                    <a:pt x="72" y="60"/>
                  </a:cubicBezTo>
                  <a:cubicBezTo>
                    <a:pt x="72" y="60"/>
                    <a:pt x="72" y="60"/>
                    <a:pt x="72" y="60"/>
                  </a:cubicBezTo>
                  <a:cubicBezTo>
                    <a:pt x="75" y="54"/>
                    <a:pt x="81" y="49"/>
                    <a:pt x="91" y="49"/>
                  </a:cubicBezTo>
                  <a:cubicBezTo>
                    <a:pt x="111" y="49"/>
                    <a:pt x="115" y="62"/>
                    <a:pt x="115" y="80"/>
                  </a:cubicBezTo>
                  <a:lnTo>
                    <a:pt x="115"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pic>
          <p:nvPicPr>
            <p:cNvPr id="6" name="Graphic 2">
              <a:hlinkClick r:id="rId7"/>
              <a:extLst>
                <a:ext uri="{FF2B5EF4-FFF2-40B4-BE49-F238E27FC236}">
                  <a16:creationId xmlns:a16="http://schemas.microsoft.com/office/drawing/2014/main" id="{FED4BB92-A3BF-FF4E-1B78-D0467F5B1ED7}"/>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30812" y="3231659"/>
              <a:ext cx="365906" cy="391342"/>
            </a:xfrm>
            <a:prstGeom prst="rect">
              <a:avLst/>
            </a:prstGeom>
          </p:spPr>
        </p:pic>
        <p:sp>
          <p:nvSpPr>
            <p:cNvPr id="7" name="Freeform 6">
              <a:hlinkClick r:id="rId10"/>
              <a:extLst>
                <a:ext uri="{FF2B5EF4-FFF2-40B4-BE49-F238E27FC236}">
                  <a16:creationId xmlns:a16="http://schemas.microsoft.com/office/drawing/2014/main" id="{7D306472-EC2F-9DE6-34CA-7EE4FB5F8CF4}"/>
                </a:ext>
              </a:extLst>
            </p:cNvPr>
            <p:cNvSpPr>
              <a:spLocks noEditPoints="1"/>
            </p:cNvSpPr>
            <p:nvPr userDrawn="1"/>
          </p:nvSpPr>
          <p:spPr bwMode="auto">
            <a:xfrm>
              <a:off x="1150580" y="3249557"/>
              <a:ext cx="352280" cy="355547"/>
            </a:xfrm>
            <a:custGeom>
              <a:avLst/>
              <a:gdLst>
                <a:gd name="T0" fmla="*/ 94 w 94"/>
                <a:gd name="T1" fmla="*/ 87 h 94"/>
                <a:gd name="T2" fmla="*/ 94 w 94"/>
                <a:gd name="T3" fmla="*/ 7 h 94"/>
                <a:gd name="T4" fmla="*/ 87 w 94"/>
                <a:gd name="T5" fmla="*/ 0 h 94"/>
                <a:gd name="T6" fmla="*/ 7 w 94"/>
                <a:gd name="T7" fmla="*/ 0 h 94"/>
                <a:gd name="T8" fmla="*/ 0 w 94"/>
                <a:gd name="T9" fmla="*/ 7 h 94"/>
                <a:gd name="T10" fmla="*/ 0 w 94"/>
                <a:gd name="T11" fmla="*/ 87 h 94"/>
                <a:gd name="T12" fmla="*/ 7 w 94"/>
                <a:gd name="T13" fmla="*/ 94 h 94"/>
                <a:gd name="T14" fmla="*/ 87 w 94"/>
                <a:gd name="T15" fmla="*/ 94 h 94"/>
                <a:gd name="T16" fmla="*/ 94 w 94"/>
                <a:gd name="T17" fmla="*/ 87 h 94"/>
                <a:gd name="T18" fmla="*/ 81 w 94"/>
                <a:gd name="T19" fmla="*/ 60 h 94"/>
                <a:gd name="T20" fmla="*/ 60 w 94"/>
                <a:gd name="T21" fmla="*/ 82 h 94"/>
                <a:gd name="T22" fmla="*/ 34 w 94"/>
                <a:gd name="T23" fmla="*/ 82 h 94"/>
                <a:gd name="T24" fmla="*/ 12 w 94"/>
                <a:gd name="T25" fmla="*/ 60 h 94"/>
                <a:gd name="T26" fmla="*/ 12 w 94"/>
                <a:gd name="T27" fmla="*/ 34 h 94"/>
                <a:gd name="T28" fmla="*/ 34 w 94"/>
                <a:gd name="T29" fmla="*/ 13 h 94"/>
                <a:gd name="T30" fmla="*/ 60 w 94"/>
                <a:gd name="T31" fmla="*/ 13 h 94"/>
                <a:gd name="T32" fmla="*/ 81 w 94"/>
                <a:gd name="T33" fmla="*/ 34 h 94"/>
                <a:gd name="T34" fmla="*/ 81 w 94"/>
                <a:gd name="T35" fmla="*/ 60 h 94"/>
                <a:gd name="T36" fmla="*/ 74 w 94"/>
                <a:gd name="T37" fmla="*/ 60 h 94"/>
                <a:gd name="T38" fmla="*/ 74 w 94"/>
                <a:gd name="T39" fmla="*/ 34 h 94"/>
                <a:gd name="T40" fmla="*/ 60 w 94"/>
                <a:gd name="T41" fmla="*/ 19 h 94"/>
                <a:gd name="T42" fmla="*/ 34 w 94"/>
                <a:gd name="T43" fmla="*/ 19 h 94"/>
                <a:gd name="T44" fmla="*/ 19 w 94"/>
                <a:gd name="T45" fmla="*/ 34 h 94"/>
                <a:gd name="T46" fmla="*/ 19 w 94"/>
                <a:gd name="T47" fmla="*/ 60 h 94"/>
                <a:gd name="T48" fmla="*/ 34 w 94"/>
                <a:gd name="T49" fmla="*/ 75 h 94"/>
                <a:gd name="T50" fmla="*/ 60 w 94"/>
                <a:gd name="T51" fmla="*/ 75 h 94"/>
                <a:gd name="T52" fmla="*/ 74 w 94"/>
                <a:gd name="T53" fmla="*/ 60 h 94"/>
                <a:gd name="T54" fmla="*/ 64 w 94"/>
                <a:gd name="T55" fmla="*/ 47 h 94"/>
                <a:gd name="T56" fmla="*/ 47 w 94"/>
                <a:gd name="T57" fmla="*/ 65 h 94"/>
                <a:gd name="T58" fmla="*/ 29 w 94"/>
                <a:gd name="T59" fmla="*/ 47 h 94"/>
                <a:gd name="T60" fmla="*/ 47 w 94"/>
                <a:gd name="T61" fmla="*/ 29 h 94"/>
                <a:gd name="T62" fmla="*/ 64 w 94"/>
                <a:gd name="T63" fmla="*/ 47 h 94"/>
                <a:gd name="T64" fmla="*/ 69 w 94"/>
                <a:gd name="T65" fmla="*/ 30 h 94"/>
                <a:gd name="T66" fmla="*/ 65 w 94"/>
                <a:gd name="T67" fmla="*/ 35 h 94"/>
                <a:gd name="T68" fmla="*/ 60 w 94"/>
                <a:gd name="T69" fmla="*/ 30 h 94"/>
                <a:gd name="T70" fmla="*/ 65 w 94"/>
                <a:gd name="T71" fmla="*/ 25 h 94"/>
                <a:gd name="T72" fmla="*/ 69 w 94"/>
                <a:gd name="T73" fmla="*/ 30 h 94"/>
                <a:gd name="T74" fmla="*/ 57 w 94"/>
                <a:gd name="T75" fmla="*/ 47 h 94"/>
                <a:gd name="T76" fmla="*/ 47 w 94"/>
                <a:gd name="T77" fmla="*/ 36 h 94"/>
                <a:gd name="T78" fmla="*/ 36 w 94"/>
                <a:gd name="T79" fmla="*/ 47 h 94"/>
                <a:gd name="T80" fmla="*/ 47 w 94"/>
                <a:gd name="T81" fmla="*/ 58 h 94"/>
                <a:gd name="T82" fmla="*/ 57 w 94"/>
                <a:gd name="T83" fmla="*/ 4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4" h="94">
                  <a:moveTo>
                    <a:pt x="94" y="87"/>
                  </a:moveTo>
                  <a:cubicBezTo>
                    <a:pt x="94" y="7"/>
                    <a:pt x="94" y="7"/>
                    <a:pt x="94" y="7"/>
                  </a:cubicBezTo>
                  <a:cubicBezTo>
                    <a:pt x="94" y="3"/>
                    <a:pt x="91" y="0"/>
                    <a:pt x="87" y="0"/>
                  </a:cubicBezTo>
                  <a:cubicBezTo>
                    <a:pt x="7" y="0"/>
                    <a:pt x="7" y="0"/>
                    <a:pt x="7" y="0"/>
                  </a:cubicBezTo>
                  <a:cubicBezTo>
                    <a:pt x="3" y="0"/>
                    <a:pt x="0" y="3"/>
                    <a:pt x="0" y="7"/>
                  </a:cubicBezTo>
                  <a:cubicBezTo>
                    <a:pt x="0" y="87"/>
                    <a:pt x="0" y="87"/>
                    <a:pt x="0" y="87"/>
                  </a:cubicBezTo>
                  <a:cubicBezTo>
                    <a:pt x="0" y="91"/>
                    <a:pt x="3" y="94"/>
                    <a:pt x="7" y="94"/>
                  </a:cubicBezTo>
                  <a:cubicBezTo>
                    <a:pt x="87" y="94"/>
                    <a:pt x="87" y="94"/>
                    <a:pt x="87" y="94"/>
                  </a:cubicBezTo>
                  <a:cubicBezTo>
                    <a:pt x="91" y="94"/>
                    <a:pt x="94" y="91"/>
                    <a:pt x="94" y="87"/>
                  </a:cubicBezTo>
                  <a:moveTo>
                    <a:pt x="81" y="60"/>
                  </a:moveTo>
                  <a:cubicBezTo>
                    <a:pt x="81" y="72"/>
                    <a:pt x="71" y="82"/>
                    <a:pt x="60" y="82"/>
                  </a:cubicBezTo>
                  <a:cubicBezTo>
                    <a:pt x="34" y="82"/>
                    <a:pt x="34" y="82"/>
                    <a:pt x="34" y="82"/>
                  </a:cubicBezTo>
                  <a:cubicBezTo>
                    <a:pt x="22" y="82"/>
                    <a:pt x="12" y="72"/>
                    <a:pt x="12" y="60"/>
                  </a:cubicBezTo>
                  <a:cubicBezTo>
                    <a:pt x="12" y="34"/>
                    <a:pt x="12" y="34"/>
                    <a:pt x="12" y="34"/>
                  </a:cubicBezTo>
                  <a:cubicBezTo>
                    <a:pt x="12" y="22"/>
                    <a:pt x="22" y="13"/>
                    <a:pt x="34" y="13"/>
                  </a:cubicBezTo>
                  <a:cubicBezTo>
                    <a:pt x="60" y="13"/>
                    <a:pt x="60" y="13"/>
                    <a:pt x="60" y="13"/>
                  </a:cubicBezTo>
                  <a:cubicBezTo>
                    <a:pt x="71" y="13"/>
                    <a:pt x="81" y="22"/>
                    <a:pt x="81" y="34"/>
                  </a:cubicBezTo>
                  <a:lnTo>
                    <a:pt x="81" y="60"/>
                  </a:lnTo>
                  <a:close/>
                  <a:moveTo>
                    <a:pt x="74" y="60"/>
                  </a:moveTo>
                  <a:cubicBezTo>
                    <a:pt x="74" y="34"/>
                    <a:pt x="74" y="34"/>
                    <a:pt x="74" y="34"/>
                  </a:cubicBezTo>
                  <a:cubicBezTo>
                    <a:pt x="74" y="26"/>
                    <a:pt x="68" y="19"/>
                    <a:pt x="60" y="19"/>
                  </a:cubicBezTo>
                  <a:cubicBezTo>
                    <a:pt x="34" y="19"/>
                    <a:pt x="34" y="19"/>
                    <a:pt x="34" y="19"/>
                  </a:cubicBezTo>
                  <a:cubicBezTo>
                    <a:pt x="25" y="19"/>
                    <a:pt x="19" y="26"/>
                    <a:pt x="19" y="34"/>
                  </a:cubicBezTo>
                  <a:cubicBezTo>
                    <a:pt x="19" y="60"/>
                    <a:pt x="19" y="60"/>
                    <a:pt x="19" y="60"/>
                  </a:cubicBezTo>
                  <a:cubicBezTo>
                    <a:pt x="19" y="68"/>
                    <a:pt x="25" y="75"/>
                    <a:pt x="34" y="75"/>
                  </a:cubicBezTo>
                  <a:cubicBezTo>
                    <a:pt x="60" y="75"/>
                    <a:pt x="60" y="75"/>
                    <a:pt x="60" y="75"/>
                  </a:cubicBezTo>
                  <a:cubicBezTo>
                    <a:pt x="68" y="75"/>
                    <a:pt x="74" y="68"/>
                    <a:pt x="74" y="60"/>
                  </a:cubicBezTo>
                  <a:moveTo>
                    <a:pt x="64" y="47"/>
                  </a:moveTo>
                  <a:cubicBezTo>
                    <a:pt x="64" y="57"/>
                    <a:pt x="56" y="65"/>
                    <a:pt x="47" y="65"/>
                  </a:cubicBezTo>
                  <a:cubicBezTo>
                    <a:pt x="37" y="65"/>
                    <a:pt x="29" y="57"/>
                    <a:pt x="29" y="47"/>
                  </a:cubicBezTo>
                  <a:cubicBezTo>
                    <a:pt x="29" y="37"/>
                    <a:pt x="37" y="29"/>
                    <a:pt x="47" y="29"/>
                  </a:cubicBezTo>
                  <a:cubicBezTo>
                    <a:pt x="56" y="29"/>
                    <a:pt x="64" y="37"/>
                    <a:pt x="64" y="47"/>
                  </a:cubicBezTo>
                  <a:moveTo>
                    <a:pt x="69" y="30"/>
                  </a:moveTo>
                  <a:cubicBezTo>
                    <a:pt x="69" y="32"/>
                    <a:pt x="67" y="35"/>
                    <a:pt x="65" y="35"/>
                  </a:cubicBezTo>
                  <a:cubicBezTo>
                    <a:pt x="62" y="35"/>
                    <a:pt x="60" y="32"/>
                    <a:pt x="60" y="30"/>
                  </a:cubicBezTo>
                  <a:cubicBezTo>
                    <a:pt x="60" y="27"/>
                    <a:pt x="62" y="25"/>
                    <a:pt x="65" y="25"/>
                  </a:cubicBezTo>
                  <a:cubicBezTo>
                    <a:pt x="67" y="25"/>
                    <a:pt x="69" y="27"/>
                    <a:pt x="69" y="30"/>
                  </a:cubicBezTo>
                  <a:moveTo>
                    <a:pt x="57" y="47"/>
                  </a:moveTo>
                  <a:cubicBezTo>
                    <a:pt x="57" y="41"/>
                    <a:pt x="53" y="36"/>
                    <a:pt x="47" y="36"/>
                  </a:cubicBezTo>
                  <a:cubicBezTo>
                    <a:pt x="41" y="36"/>
                    <a:pt x="36" y="41"/>
                    <a:pt x="36" y="47"/>
                  </a:cubicBezTo>
                  <a:cubicBezTo>
                    <a:pt x="36" y="53"/>
                    <a:pt x="41" y="58"/>
                    <a:pt x="47" y="58"/>
                  </a:cubicBezTo>
                  <a:cubicBezTo>
                    <a:pt x="53" y="58"/>
                    <a:pt x="57" y="53"/>
                    <a:pt x="57" y="47"/>
                  </a:cubicBezTo>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001"/>
            </a:p>
          </p:txBody>
        </p:sp>
      </p:grpSp>
    </p:spTree>
    <p:extLst>
      <p:ext uri="{BB962C8B-B14F-4D97-AF65-F5344CB8AC3E}">
        <p14:creationId xmlns:p14="http://schemas.microsoft.com/office/powerpoint/2010/main" val="42457113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2400" y="432000"/>
            <a:ext cx="7639200" cy="518400"/>
          </a:xfrm>
        </p:spPr>
        <p:txBody>
          <a:bodyPr/>
          <a:lstStyle>
            <a:lvl1pPr>
              <a:defRPr/>
            </a:lvl1pPr>
          </a:lstStyle>
          <a:p>
            <a:r>
              <a:rPr lang="en-US" dirty="0"/>
              <a:t>Colors</a:t>
            </a:r>
          </a:p>
        </p:txBody>
      </p:sp>
      <p:grpSp>
        <p:nvGrpSpPr>
          <p:cNvPr id="70" name="Group 69">
            <a:extLst>
              <a:ext uri="{FF2B5EF4-FFF2-40B4-BE49-F238E27FC236}">
                <a16:creationId xmlns:a16="http://schemas.microsoft.com/office/drawing/2014/main" id="{776C0DF8-CB7F-4230-9D44-7CB4AED8B8ED}"/>
              </a:ext>
            </a:extLst>
          </p:cNvPr>
          <p:cNvGrpSpPr/>
          <p:nvPr userDrawn="1"/>
        </p:nvGrpSpPr>
        <p:grpSpPr>
          <a:xfrm>
            <a:off x="744537" y="1202500"/>
            <a:ext cx="7654927" cy="4602988"/>
            <a:chOff x="744537" y="1404112"/>
            <a:chExt cx="7654927" cy="4602988"/>
          </a:xfrm>
        </p:grpSpPr>
        <p:sp>
          <p:nvSpPr>
            <p:cNvPr id="71" name="TextBox 70">
              <a:extLst>
                <a:ext uri="{FF2B5EF4-FFF2-40B4-BE49-F238E27FC236}">
                  <a16:creationId xmlns:a16="http://schemas.microsoft.com/office/drawing/2014/main" id="{362C133A-7CBE-4E5B-AFE4-7F9401AA74B4}"/>
                </a:ext>
              </a:extLst>
            </p:cNvPr>
            <p:cNvSpPr txBox="1"/>
            <p:nvPr userDrawn="1"/>
          </p:nvSpPr>
          <p:spPr>
            <a:xfrm>
              <a:off x="749944" y="1435485"/>
              <a:ext cx="1364046" cy="1384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Primary Colors</a:t>
              </a:r>
            </a:p>
          </p:txBody>
        </p:sp>
        <p:sp>
          <p:nvSpPr>
            <p:cNvPr id="72" name="TextBox 71">
              <a:extLst>
                <a:ext uri="{FF2B5EF4-FFF2-40B4-BE49-F238E27FC236}">
                  <a16:creationId xmlns:a16="http://schemas.microsoft.com/office/drawing/2014/main" id="{419F5A81-9ABA-469A-96AA-ED9A83E23E35}"/>
                </a:ext>
              </a:extLst>
            </p:cNvPr>
            <p:cNvSpPr txBox="1"/>
            <p:nvPr userDrawn="1"/>
          </p:nvSpPr>
          <p:spPr>
            <a:xfrm>
              <a:off x="2320350" y="1435485"/>
              <a:ext cx="1648146" cy="2769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Accent Colors for Infographics and charts only</a:t>
              </a:r>
            </a:p>
          </p:txBody>
        </p:sp>
        <p:sp>
          <p:nvSpPr>
            <p:cNvPr id="73" name="TextBox 72">
              <a:extLst>
                <a:ext uri="{FF2B5EF4-FFF2-40B4-BE49-F238E27FC236}">
                  <a16:creationId xmlns:a16="http://schemas.microsoft.com/office/drawing/2014/main" id="{99406836-A1F7-4015-B19B-C16A01E3E1AE}"/>
                </a:ext>
              </a:extLst>
            </p:cNvPr>
            <p:cNvSpPr txBox="1"/>
            <p:nvPr userDrawn="1"/>
          </p:nvSpPr>
          <p:spPr>
            <a:xfrm>
              <a:off x="4154808" y="1435485"/>
              <a:ext cx="1500577" cy="2769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Neutrals for Infographics and charts only </a:t>
              </a:r>
            </a:p>
          </p:txBody>
        </p:sp>
        <p:sp>
          <p:nvSpPr>
            <p:cNvPr id="74" name="Rectangle 73">
              <a:extLst>
                <a:ext uri="{FF2B5EF4-FFF2-40B4-BE49-F238E27FC236}">
                  <a16:creationId xmlns:a16="http://schemas.microsoft.com/office/drawing/2014/main" id="{CF877036-FE72-4696-B0AD-6BD40CC985DD}"/>
                </a:ext>
              </a:extLst>
            </p:cNvPr>
            <p:cNvSpPr/>
            <p:nvPr userDrawn="1"/>
          </p:nvSpPr>
          <p:spPr>
            <a:xfrm>
              <a:off x="5717541" y="2801733"/>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900" dirty="0">
                <a:solidFill>
                  <a:schemeClr val="bg1"/>
                </a:solidFill>
              </a:endParaRPr>
            </a:p>
          </p:txBody>
        </p:sp>
        <p:sp>
          <p:nvSpPr>
            <p:cNvPr id="75" name="Rectangle 74">
              <a:extLst>
                <a:ext uri="{FF2B5EF4-FFF2-40B4-BE49-F238E27FC236}">
                  <a16:creationId xmlns:a16="http://schemas.microsoft.com/office/drawing/2014/main" id="{986ED9ED-3DEC-4D94-8B8C-17464971774B}"/>
                </a:ext>
              </a:extLst>
            </p:cNvPr>
            <p:cNvSpPr/>
            <p:nvPr userDrawn="1"/>
          </p:nvSpPr>
          <p:spPr>
            <a:xfrm>
              <a:off x="6940598" y="2801733"/>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900" dirty="0">
                <a:solidFill>
                  <a:schemeClr val="bg1"/>
                </a:solidFill>
              </a:endParaRPr>
            </a:p>
          </p:txBody>
        </p:sp>
        <p:sp>
          <p:nvSpPr>
            <p:cNvPr id="76" name="TextBox 75">
              <a:extLst>
                <a:ext uri="{FF2B5EF4-FFF2-40B4-BE49-F238E27FC236}">
                  <a16:creationId xmlns:a16="http://schemas.microsoft.com/office/drawing/2014/main" id="{487A30E0-5BBC-4EAC-83DA-92BA46D9EC09}"/>
                </a:ext>
              </a:extLst>
            </p:cNvPr>
            <p:cNvSpPr txBox="1"/>
            <p:nvPr userDrawn="1"/>
          </p:nvSpPr>
          <p:spPr>
            <a:xfrm>
              <a:off x="5717541" y="3257608"/>
              <a:ext cx="977837" cy="237066"/>
            </a:xfrm>
            <a:prstGeom prst="rect">
              <a:avLst/>
            </a:prstGeom>
            <a:noFill/>
          </p:spPr>
          <p:txBody>
            <a:bodyPr wrap="square" lIns="0" tIns="0" rIns="0" bIns="0" rtlCol="0" anchor="ctr">
              <a:noAutofit/>
            </a:bodyPr>
            <a:lstStyle/>
            <a:p>
              <a:pPr algn="l">
                <a:spcAft>
                  <a:spcPts val="600"/>
                </a:spcAft>
              </a:pPr>
              <a:r>
                <a:rPr lang="en-GB" sz="900" dirty="0"/>
                <a:t>Purple/Cobalt gradient</a:t>
              </a:r>
            </a:p>
          </p:txBody>
        </p:sp>
        <p:sp>
          <p:nvSpPr>
            <p:cNvPr id="77" name="TextBox 76">
              <a:extLst>
                <a:ext uri="{FF2B5EF4-FFF2-40B4-BE49-F238E27FC236}">
                  <a16:creationId xmlns:a16="http://schemas.microsoft.com/office/drawing/2014/main" id="{EE7E0D93-0BC3-4624-A6A2-3C73C86E4C51}"/>
                </a:ext>
              </a:extLst>
            </p:cNvPr>
            <p:cNvSpPr txBox="1"/>
            <p:nvPr userDrawn="1"/>
          </p:nvSpPr>
          <p:spPr>
            <a:xfrm>
              <a:off x="6925663" y="3257608"/>
              <a:ext cx="1065542" cy="237066"/>
            </a:xfrm>
            <a:prstGeom prst="rect">
              <a:avLst/>
            </a:prstGeom>
            <a:noFill/>
          </p:spPr>
          <p:txBody>
            <a:bodyPr wrap="square" lIns="0" tIns="0" rIns="0" bIns="0" rtlCol="0" anchor="ctr">
              <a:noAutofit/>
            </a:bodyPr>
            <a:lstStyle/>
            <a:p>
              <a:pPr algn="l">
                <a:spcAft>
                  <a:spcPts val="600"/>
                </a:spcAft>
              </a:pPr>
              <a:r>
                <a:rPr lang="en-GB" sz="900" dirty="0"/>
                <a:t>Pacific/Light Blue gradient</a:t>
              </a:r>
            </a:p>
          </p:txBody>
        </p:sp>
        <p:sp>
          <p:nvSpPr>
            <p:cNvPr id="78" name="TextBox 77">
              <a:extLst>
                <a:ext uri="{FF2B5EF4-FFF2-40B4-BE49-F238E27FC236}">
                  <a16:creationId xmlns:a16="http://schemas.microsoft.com/office/drawing/2014/main" id="{73BD7847-1146-4421-9F83-1DDEA46E5499}"/>
                </a:ext>
              </a:extLst>
            </p:cNvPr>
            <p:cNvSpPr txBox="1"/>
            <p:nvPr userDrawn="1"/>
          </p:nvSpPr>
          <p:spPr>
            <a:xfrm>
              <a:off x="5717541" y="1404112"/>
              <a:ext cx="2681922" cy="1300356"/>
            </a:xfrm>
            <a:prstGeom prst="rect">
              <a:avLst/>
            </a:prstGeom>
            <a:noFill/>
          </p:spPr>
          <p:txBody>
            <a:bodyPr wrap="square" lIns="0" tIns="0" rIns="0" bIns="0" rtlCol="0">
              <a:spAutoFit/>
            </a:bodyPr>
            <a:lstStyle/>
            <a:p>
              <a:pPr algn="l">
                <a:spcAft>
                  <a:spcPts val="300"/>
                </a:spcAft>
              </a:pPr>
              <a:r>
                <a:rPr lang="en-US" sz="900" b="1" dirty="0">
                  <a:solidFill>
                    <a:sysClr val="windowText" lastClr="000000"/>
                  </a:solidFill>
                </a:rPr>
                <a:t>Gradients</a:t>
              </a:r>
            </a:p>
            <a:p>
              <a:pPr marL="171450" indent="-171450" algn="l">
                <a:spcAft>
                  <a:spcPts val="300"/>
                </a:spcAft>
                <a:buFont typeface="Arial" panose="020B0604020202020204" pitchFamily="34" charset="0"/>
                <a:buChar char="•"/>
              </a:pPr>
              <a:r>
                <a:rPr lang="en-GB" sz="900" b="0" dirty="0">
                  <a:solidFill>
                    <a:sysClr val="windowText" lastClr="000000"/>
                  </a:solidFill>
                </a:rPr>
                <a:t>The </a:t>
              </a:r>
              <a:r>
                <a:rPr lang="en-GB" sz="900" b="0" dirty="0" err="1">
                  <a:solidFill>
                    <a:sysClr val="windowText" lastClr="000000"/>
                  </a:solidFill>
                </a:rPr>
                <a:t>colors</a:t>
              </a:r>
              <a:r>
                <a:rPr lang="en-GB" sz="900" b="0" dirty="0">
                  <a:solidFill>
                    <a:sysClr val="windowText" lastClr="000000"/>
                  </a:solidFill>
                </a:rPr>
                <a:t> are applied at both ends of the gradient, at 0% and 100%locations</a:t>
              </a:r>
            </a:p>
            <a:p>
              <a:pPr marL="171450" indent="-171450" algn="l">
                <a:spcAft>
                  <a:spcPts val="300"/>
                </a:spcAft>
                <a:buFont typeface="Arial" panose="020B0604020202020204" pitchFamily="34" charset="0"/>
                <a:buChar char="•"/>
              </a:pPr>
              <a:r>
                <a:rPr lang="en-GB" sz="900" b="0" dirty="0">
                  <a:solidFill>
                    <a:sysClr val="windowText" lastClr="000000"/>
                  </a:solidFill>
                </a:rPr>
                <a:t>The mid-point is at 50%</a:t>
              </a:r>
            </a:p>
            <a:p>
              <a:pPr marL="171450" indent="-171450" algn="l">
                <a:spcAft>
                  <a:spcPts val="300"/>
                </a:spcAft>
                <a:buFont typeface="Arial" panose="020B0604020202020204" pitchFamily="34" charset="0"/>
                <a:buChar char="•"/>
              </a:pPr>
              <a:r>
                <a:rPr lang="en-GB" sz="900" b="0" dirty="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900" b="0" dirty="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900" b="0" dirty="0">
                  <a:solidFill>
                    <a:sysClr val="windowText" lastClr="000000"/>
                  </a:solidFill>
                </a:rPr>
                <a:t>Do not create new gradients; use only the gradients shown here</a:t>
              </a:r>
              <a:endParaRPr lang="en-US" sz="900" b="0" dirty="0">
                <a:solidFill>
                  <a:sysClr val="windowText" lastClr="000000"/>
                </a:solidFill>
              </a:endParaRPr>
            </a:p>
          </p:txBody>
        </p:sp>
        <p:sp>
          <p:nvSpPr>
            <p:cNvPr id="79" name="Rectangle 78">
              <a:extLst>
                <a:ext uri="{FF2B5EF4-FFF2-40B4-BE49-F238E27FC236}">
                  <a16:creationId xmlns:a16="http://schemas.microsoft.com/office/drawing/2014/main" id="{1C6CCCB6-A62E-421C-8B92-2C3D7D91FA2B}"/>
                </a:ext>
              </a:extLst>
            </p:cNvPr>
            <p:cNvSpPr>
              <a:spLocks/>
            </p:cNvSpPr>
            <p:nvPr userDrawn="1"/>
          </p:nvSpPr>
          <p:spPr>
            <a:xfrm>
              <a:off x="744537" y="2323989"/>
              <a:ext cx="498229"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80" name="Rectangle 79">
              <a:extLst>
                <a:ext uri="{FF2B5EF4-FFF2-40B4-BE49-F238E27FC236}">
                  <a16:creationId xmlns:a16="http://schemas.microsoft.com/office/drawing/2014/main" id="{B5D058D9-891A-45C6-A859-A91512DC49C3}"/>
                </a:ext>
              </a:extLst>
            </p:cNvPr>
            <p:cNvSpPr>
              <a:spLocks/>
            </p:cNvSpPr>
            <p:nvPr userDrawn="1"/>
          </p:nvSpPr>
          <p:spPr>
            <a:xfrm>
              <a:off x="744537" y="1809427"/>
              <a:ext cx="498229"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81" name="Rectangle 80">
              <a:extLst>
                <a:ext uri="{FF2B5EF4-FFF2-40B4-BE49-F238E27FC236}">
                  <a16:creationId xmlns:a16="http://schemas.microsoft.com/office/drawing/2014/main" id="{3CFCE92B-420F-45F6-AAA2-1516D93CBA5A}"/>
                </a:ext>
              </a:extLst>
            </p:cNvPr>
            <p:cNvSpPr>
              <a:spLocks/>
            </p:cNvSpPr>
            <p:nvPr userDrawn="1"/>
          </p:nvSpPr>
          <p:spPr>
            <a:xfrm>
              <a:off x="744537" y="2838550"/>
              <a:ext cx="498229"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12</a:t>
              </a:r>
            </a:p>
            <a:p>
              <a:pPr algn="ctr"/>
              <a:r>
                <a:rPr lang="en-GB" sz="800" dirty="0">
                  <a:solidFill>
                    <a:schemeClr val="bg1"/>
                  </a:solidFill>
                </a:rPr>
                <a:t>35</a:t>
              </a:r>
            </a:p>
            <a:p>
              <a:pPr algn="ctr"/>
              <a:r>
                <a:rPr lang="en-GB" sz="800" dirty="0">
                  <a:solidFill>
                    <a:schemeClr val="bg1"/>
                  </a:solidFill>
                </a:rPr>
                <a:t>60</a:t>
              </a:r>
            </a:p>
          </p:txBody>
        </p:sp>
        <p:sp>
          <p:nvSpPr>
            <p:cNvPr id="82" name="Rectangle 81">
              <a:extLst>
                <a:ext uri="{FF2B5EF4-FFF2-40B4-BE49-F238E27FC236}">
                  <a16:creationId xmlns:a16="http://schemas.microsoft.com/office/drawing/2014/main" id="{ED579963-1F54-4CA1-9885-8DE06B6BDEE7}"/>
                </a:ext>
              </a:extLst>
            </p:cNvPr>
            <p:cNvSpPr>
              <a:spLocks/>
            </p:cNvSpPr>
            <p:nvPr userDrawn="1"/>
          </p:nvSpPr>
          <p:spPr>
            <a:xfrm>
              <a:off x="744537" y="3353112"/>
              <a:ext cx="498229"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172</a:t>
              </a:r>
            </a:p>
            <a:p>
              <a:pPr algn="ctr"/>
              <a:r>
                <a:rPr lang="en-GB" sz="800" dirty="0">
                  <a:solidFill>
                    <a:sysClr val="windowText" lastClr="000000"/>
                  </a:solidFill>
                </a:rPr>
                <a:t>234</a:t>
              </a:r>
            </a:p>
            <a:p>
              <a:pPr algn="ctr"/>
              <a:r>
                <a:rPr lang="en-GB" sz="800" dirty="0">
                  <a:solidFill>
                    <a:sysClr val="windowText" lastClr="000000"/>
                  </a:solidFill>
                </a:rPr>
                <a:t>255</a:t>
              </a:r>
            </a:p>
          </p:txBody>
        </p:sp>
        <p:sp>
          <p:nvSpPr>
            <p:cNvPr id="83" name="Rectangle 82">
              <a:extLst>
                <a:ext uri="{FF2B5EF4-FFF2-40B4-BE49-F238E27FC236}">
                  <a16:creationId xmlns:a16="http://schemas.microsoft.com/office/drawing/2014/main" id="{3DA19530-1311-4D20-BD92-B6FC885822DF}"/>
                </a:ext>
              </a:extLst>
            </p:cNvPr>
            <p:cNvSpPr>
              <a:spLocks/>
            </p:cNvSpPr>
            <p:nvPr userDrawn="1"/>
          </p:nvSpPr>
          <p:spPr>
            <a:xfrm>
              <a:off x="2320350" y="1809934"/>
              <a:ext cx="498229"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84" name="Rectangle 83">
              <a:extLst>
                <a:ext uri="{FF2B5EF4-FFF2-40B4-BE49-F238E27FC236}">
                  <a16:creationId xmlns:a16="http://schemas.microsoft.com/office/drawing/2014/main" id="{7183D8E7-0722-484A-BD0E-DD999D047EF7}"/>
                </a:ext>
              </a:extLst>
            </p:cNvPr>
            <p:cNvSpPr>
              <a:spLocks/>
            </p:cNvSpPr>
            <p:nvPr userDrawn="1"/>
          </p:nvSpPr>
          <p:spPr>
            <a:xfrm>
              <a:off x="744537" y="3864167"/>
              <a:ext cx="498229"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85" name="Rectangle 84">
              <a:extLst>
                <a:ext uri="{FF2B5EF4-FFF2-40B4-BE49-F238E27FC236}">
                  <a16:creationId xmlns:a16="http://schemas.microsoft.com/office/drawing/2014/main" id="{658E84B9-8D1C-413E-9BD1-604A69C5BF43}"/>
                </a:ext>
              </a:extLst>
            </p:cNvPr>
            <p:cNvSpPr>
              <a:spLocks/>
            </p:cNvSpPr>
            <p:nvPr userDrawn="1"/>
          </p:nvSpPr>
          <p:spPr>
            <a:xfrm>
              <a:off x="744537" y="4378727"/>
              <a:ext cx="498229"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86" name="Rectangle 85">
              <a:extLst>
                <a:ext uri="{FF2B5EF4-FFF2-40B4-BE49-F238E27FC236}">
                  <a16:creationId xmlns:a16="http://schemas.microsoft.com/office/drawing/2014/main" id="{20712A97-0EBF-48ED-9307-8D30E643F322}"/>
                </a:ext>
              </a:extLst>
            </p:cNvPr>
            <p:cNvSpPr>
              <a:spLocks/>
            </p:cNvSpPr>
            <p:nvPr userDrawn="1"/>
          </p:nvSpPr>
          <p:spPr>
            <a:xfrm>
              <a:off x="744537" y="4886895"/>
              <a:ext cx="498229"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87" name="TextBox 86">
              <a:extLst>
                <a:ext uri="{FF2B5EF4-FFF2-40B4-BE49-F238E27FC236}">
                  <a16:creationId xmlns:a16="http://schemas.microsoft.com/office/drawing/2014/main" id="{7A808690-D620-4682-876A-6A2BE5D2CC7B}"/>
                </a:ext>
              </a:extLst>
            </p:cNvPr>
            <p:cNvSpPr txBox="1"/>
            <p:nvPr userDrawn="1"/>
          </p:nvSpPr>
          <p:spPr>
            <a:xfrm>
              <a:off x="1340827" y="2971948"/>
              <a:ext cx="561051" cy="153888"/>
            </a:xfrm>
            <a:prstGeom prst="rect">
              <a:avLst/>
            </a:prstGeom>
            <a:noFill/>
          </p:spPr>
          <p:txBody>
            <a:bodyPr wrap="none" lIns="0" tIns="0" rIns="0" bIns="0" rtlCol="0" anchor="ctr">
              <a:spAutoFit/>
            </a:bodyPr>
            <a:lstStyle/>
            <a:p>
              <a:pPr algn="l">
                <a:spcAft>
                  <a:spcPts val="600"/>
                </a:spcAft>
              </a:pPr>
              <a:r>
                <a:rPr lang="en-GB" sz="1000" dirty="0"/>
                <a:t>Dark Blue</a:t>
              </a:r>
            </a:p>
          </p:txBody>
        </p:sp>
        <p:sp>
          <p:nvSpPr>
            <p:cNvPr id="88" name="TextBox 87">
              <a:extLst>
                <a:ext uri="{FF2B5EF4-FFF2-40B4-BE49-F238E27FC236}">
                  <a16:creationId xmlns:a16="http://schemas.microsoft.com/office/drawing/2014/main" id="{8BF2206E-5916-42EC-86DA-75CD68782D8A}"/>
                </a:ext>
              </a:extLst>
            </p:cNvPr>
            <p:cNvSpPr txBox="1"/>
            <p:nvPr userDrawn="1"/>
          </p:nvSpPr>
          <p:spPr>
            <a:xfrm>
              <a:off x="1340827" y="1949834"/>
              <a:ext cx="652423" cy="153888"/>
            </a:xfrm>
            <a:prstGeom prst="rect">
              <a:avLst/>
            </a:prstGeom>
            <a:noFill/>
          </p:spPr>
          <p:txBody>
            <a:bodyPr wrap="none" lIns="0" tIns="0" rIns="0" bIns="0" rtlCol="0" anchor="ctr">
              <a:spAutoFit/>
            </a:bodyPr>
            <a:lstStyle/>
            <a:p>
              <a:pPr algn="l">
                <a:spcAft>
                  <a:spcPts val="600"/>
                </a:spcAft>
              </a:pPr>
              <a:r>
                <a:rPr lang="en-GB" sz="1000" dirty="0"/>
                <a:t>KPMG blue</a:t>
              </a:r>
            </a:p>
          </p:txBody>
        </p:sp>
        <p:sp>
          <p:nvSpPr>
            <p:cNvPr id="89" name="TextBox 88">
              <a:extLst>
                <a:ext uri="{FF2B5EF4-FFF2-40B4-BE49-F238E27FC236}">
                  <a16:creationId xmlns:a16="http://schemas.microsoft.com/office/drawing/2014/main" id="{03341ADC-EF47-4A44-9591-5318DB1CE7C2}"/>
                </a:ext>
              </a:extLst>
            </p:cNvPr>
            <p:cNvSpPr txBox="1"/>
            <p:nvPr userDrawn="1"/>
          </p:nvSpPr>
          <p:spPr>
            <a:xfrm>
              <a:off x="1340827" y="3483005"/>
              <a:ext cx="565861" cy="153888"/>
            </a:xfrm>
            <a:prstGeom prst="rect">
              <a:avLst/>
            </a:prstGeom>
            <a:noFill/>
          </p:spPr>
          <p:txBody>
            <a:bodyPr wrap="none" lIns="0" tIns="0" rIns="0" bIns="0" rtlCol="0" anchor="ctr">
              <a:spAutoFit/>
            </a:bodyPr>
            <a:lstStyle/>
            <a:p>
              <a:pPr algn="l">
                <a:spcAft>
                  <a:spcPts val="600"/>
                </a:spcAft>
              </a:pPr>
              <a:r>
                <a:rPr lang="en-GB" sz="1000" dirty="0"/>
                <a:t>Light Blue</a:t>
              </a:r>
            </a:p>
          </p:txBody>
        </p:sp>
        <p:sp>
          <p:nvSpPr>
            <p:cNvPr id="90" name="TextBox 89">
              <a:extLst>
                <a:ext uri="{FF2B5EF4-FFF2-40B4-BE49-F238E27FC236}">
                  <a16:creationId xmlns:a16="http://schemas.microsoft.com/office/drawing/2014/main" id="{6CF26BF6-AD26-4C72-9939-9C5E73242966}"/>
                </a:ext>
              </a:extLst>
            </p:cNvPr>
            <p:cNvSpPr txBox="1"/>
            <p:nvPr userDrawn="1"/>
          </p:nvSpPr>
          <p:spPr>
            <a:xfrm>
              <a:off x="2970266" y="1936324"/>
              <a:ext cx="254878" cy="153888"/>
            </a:xfrm>
            <a:prstGeom prst="rect">
              <a:avLst/>
            </a:prstGeom>
            <a:noFill/>
          </p:spPr>
          <p:txBody>
            <a:bodyPr wrap="none" lIns="0" tIns="0" rIns="0" bIns="0" rtlCol="0" anchor="ctr">
              <a:spAutoFit/>
            </a:bodyPr>
            <a:lstStyle/>
            <a:p>
              <a:pPr algn="l">
                <a:spcAft>
                  <a:spcPts val="600"/>
                </a:spcAft>
              </a:pPr>
              <a:r>
                <a:rPr lang="en-GB" sz="1000" dirty="0"/>
                <a:t>Blue</a:t>
              </a:r>
            </a:p>
          </p:txBody>
        </p:sp>
        <p:sp>
          <p:nvSpPr>
            <p:cNvPr id="91" name="TextBox 90">
              <a:extLst>
                <a:ext uri="{FF2B5EF4-FFF2-40B4-BE49-F238E27FC236}">
                  <a16:creationId xmlns:a16="http://schemas.microsoft.com/office/drawing/2014/main" id="{0459E1A9-B702-403A-BD2F-57F91FC0850B}"/>
                </a:ext>
              </a:extLst>
            </p:cNvPr>
            <p:cNvSpPr txBox="1"/>
            <p:nvPr userDrawn="1"/>
          </p:nvSpPr>
          <p:spPr>
            <a:xfrm>
              <a:off x="1340827" y="2460891"/>
              <a:ext cx="658835" cy="153888"/>
            </a:xfrm>
            <a:prstGeom prst="rect">
              <a:avLst/>
            </a:prstGeom>
            <a:noFill/>
          </p:spPr>
          <p:txBody>
            <a:bodyPr wrap="none" lIns="0" tIns="0" rIns="0" bIns="0" rtlCol="0" anchor="ctr">
              <a:spAutoFit/>
            </a:bodyPr>
            <a:lstStyle/>
            <a:p>
              <a:pPr algn="l">
                <a:spcAft>
                  <a:spcPts val="600"/>
                </a:spcAft>
              </a:pPr>
              <a:r>
                <a:rPr lang="en-GB" sz="1000" dirty="0"/>
                <a:t>Cobalt Blue</a:t>
              </a:r>
            </a:p>
          </p:txBody>
        </p:sp>
        <p:sp>
          <p:nvSpPr>
            <p:cNvPr id="92" name="TextBox 91">
              <a:extLst>
                <a:ext uri="{FF2B5EF4-FFF2-40B4-BE49-F238E27FC236}">
                  <a16:creationId xmlns:a16="http://schemas.microsoft.com/office/drawing/2014/main" id="{01FFEA28-D780-43D0-8B75-8A5B4F306580}"/>
                </a:ext>
              </a:extLst>
            </p:cNvPr>
            <p:cNvSpPr txBox="1"/>
            <p:nvPr userDrawn="1"/>
          </p:nvSpPr>
          <p:spPr>
            <a:xfrm>
              <a:off x="1340827" y="3993446"/>
              <a:ext cx="666849" cy="153888"/>
            </a:xfrm>
            <a:prstGeom prst="rect">
              <a:avLst/>
            </a:prstGeom>
            <a:noFill/>
          </p:spPr>
          <p:txBody>
            <a:bodyPr wrap="none" lIns="0" tIns="0" rIns="0" bIns="0" rtlCol="0" anchor="ctr">
              <a:spAutoFit/>
            </a:bodyPr>
            <a:lstStyle/>
            <a:p>
              <a:pPr algn="l">
                <a:spcAft>
                  <a:spcPts val="600"/>
                </a:spcAft>
              </a:pPr>
              <a:r>
                <a:rPr lang="en-GB" sz="1000" dirty="0"/>
                <a:t>Pacific Blue</a:t>
              </a:r>
            </a:p>
          </p:txBody>
        </p:sp>
        <p:sp>
          <p:nvSpPr>
            <p:cNvPr id="93" name="TextBox 92">
              <a:extLst>
                <a:ext uri="{FF2B5EF4-FFF2-40B4-BE49-F238E27FC236}">
                  <a16:creationId xmlns:a16="http://schemas.microsoft.com/office/drawing/2014/main" id="{9A53432A-20E1-4268-9964-4BCDE38F90DA}"/>
                </a:ext>
              </a:extLst>
            </p:cNvPr>
            <p:cNvSpPr txBox="1"/>
            <p:nvPr userDrawn="1"/>
          </p:nvSpPr>
          <p:spPr>
            <a:xfrm>
              <a:off x="1340827" y="4504503"/>
              <a:ext cx="368691" cy="153888"/>
            </a:xfrm>
            <a:prstGeom prst="rect">
              <a:avLst/>
            </a:prstGeom>
            <a:noFill/>
          </p:spPr>
          <p:txBody>
            <a:bodyPr wrap="none" lIns="0" tIns="0" rIns="0" bIns="0" rtlCol="0" anchor="ctr">
              <a:spAutoFit/>
            </a:bodyPr>
            <a:lstStyle/>
            <a:p>
              <a:pPr algn="l">
                <a:spcAft>
                  <a:spcPts val="600"/>
                </a:spcAft>
              </a:pPr>
              <a:r>
                <a:rPr lang="en-GB" sz="1000" dirty="0"/>
                <a:t>Purple</a:t>
              </a:r>
            </a:p>
          </p:txBody>
        </p:sp>
        <p:sp>
          <p:nvSpPr>
            <p:cNvPr id="94" name="TextBox 93">
              <a:extLst>
                <a:ext uri="{FF2B5EF4-FFF2-40B4-BE49-F238E27FC236}">
                  <a16:creationId xmlns:a16="http://schemas.microsoft.com/office/drawing/2014/main" id="{89D315D0-7F8B-4022-94B4-A3A5E2968BDF}"/>
                </a:ext>
              </a:extLst>
            </p:cNvPr>
            <p:cNvSpPr txBox="1"/>
            <p:nvPr userDrawn="1"/>
          </p:nvSpPr>
          <p:spPr>
            <a:xfrm>
              <a:off x="1340827" y="5015563"/>
              <a:ext cx="248466" cy="153888"/>
            </a:xfrm>
            <a:prstGeom prst="rect">
              <a:avLst/>
            </a:prstGeom>
            <a:noFill/>
          </p:spPr>
          <p:txBody>
            <a:bodyPr wrap="none" lIns="0" tIns="0" rIns="0" bIns="0" rtlCol="0" anchor="ctr">
              <a:spAutoFit/>
            </a:bodyPr>
            <a:lstStyle/>
            <a:p>
              <a:pPr algn="l">
                <a:spcAft>
                  <a:spcPts val="600"/>
                </a:spcAft>
              </a:pPr>
              <a:r>
                <a:rPr lang="en-GB" sz="1000" dirty="0"/>
                <a:t>Pink</a:t>
              </a:r>
            </a:p>
          </p:txBody>
        </p:sp>
        <p:sp>
          <p:nvSpPr>
            <p:cNvPr id="95" name="Rectangle 94">
              <a:extLst>
                <a:ext uri="{FF2B5EF4-FFF2-40B4-BE49-F238E27FC236}">
                  <a16:creationId xmlns:a16="http://schemas.microsoft.com/office/drawing/2014/main" id="{DAFDED92-DA92-44E3-BF97-0BB5BEDB60B5}"/>
                </a:ext>
              </a:extLst>
            </p:cNvPr>
            <p:cNvSpPr>
              <a:spLocks/>
            </p:cNvSpPr>
            <p:nvPr userDrawn="1"/>
          </p:nvSpPr>
          <p:spPr>
            <a:xfrm>
              <a:off x="2320350" y="2320484"/>
              <a:ext cx="498229"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96" name="Rectangle 95">
              <a:extLst>
                <a:ext uri="{FF2B5EF4-FFF2-40B4-BE49-F238E27FC236}">
                  <a16:creationId xmlns:a16="http://schemas.microsoft.com/office/drawing/2014/main" id="{9DF0DC60-6AAA-4012-BC41-FEB6F2083843}"/>
                </a:ext>
              </a:extLst>
            </p:cNvPr>
            <p:cNvSpPr>
              <a:spLocks/>
            </p:cNvSpPr>
            <p:nvPr userDrawn="1"/>
          </p:nvSpPr>
          <p:spPr>
            <a:xfrm>
              <a:off x="2320350" y="2835046"/>
              <a:ext cx="498229"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97" name="Rectangle 96">
              <a:extLst>
                <a:ext uri="{FF2B5EF4-FFF2-40B4-BE49-F238E27FC236}">
                  <a16:creationId xmlns:a16="http://schemas.microsoft.com/office/drawing/2014/main" id="{0F299589-C66B-4B3A-9741-4F7829CE59D0}"/>
                </a:ext>
              </a:extLst>
            </p:cNvPr>
            <p:cNvSpPr>
              <a:spLocks/>
            </p:cNvSpPr>
            <p:nvPr userDrawn="1"/>
          </p:nvSpPr>
          <p:spPr>
            <a:xfrm>
              <a:off x="2320350" y="3349607"/>
              <a:ext cx="498229"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sp>
          <p:nvSpPr>
            <p:cNvPr id="98" name="Rectangle 97">
              <a:extLst>
                <a:ext uri="{FF2B5EF4-FFF2-40B4-BE49-F238E27FC236}">
                  <a16:creationId xmlns:a16="http://schemas.microsoft.com/office/drawing/2014/main" id="{52FE2735-8D0F-4605-AB23-F14C511A3CB5}"/>
                </a:ext>
              </a:extLst>
            </p:cNvPr>
            <p:cNvSpPr>
              <a:spLocks/>
            </p:cNvSpPr>
            <p:nvPr userDrawn="1"/>
          </p:nvSpPr>
          <p:spPr>
            <a:xfrm>
              <a:off x="2320350" y="3864169"/>
              <a:ext cx="498229"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255</a:t>
              </a:r>
            </a:p>
            <a:p>
              <a:pPr algn="ctr"/>
              <a:r>
                <a:rPr lang="en-GB" sz="800" dirty="0">
                  <a:solidFill>
                    <a:sysClr val="windowText" lastClr="000000"/>
                  </a:solidFill>
                </a:rPr>
                <a:t>163</a:t>
              </a:r>
            </a:p>
            <a:p>
              <a:pPr algn="ctr"/>
              <a:r>
                <a:rPr lang="en-GB" sz="800" dirty="0">
                  <a:solidFill>
                    <a:sysClr val="windowText" lastClr="000000"/>
                  </a:solidFill>
                </a:rPr>
                <a:t>218</a:t>
              </a:r>
            </a:p>
          </p:txBody>
        </p:sp>
        <p:sp>
          <p:nvSpPr>
            <p:cNvPr id="99" name="Rectangle 98">
              <a:extLst>
                <a:ext uri="{FF2B5EF4-FFF2-40B4-BE49-F238E27FC236}">
                  <a16:creationId xmlns:a16="http://schemas.microsoft.com/office/drawing/2014/main" id="{D9AA833D-4796-467A-A8D3-36A44F8B419A}"/>
                </a:ext>
              </a:extLst>
            </p:cNvPr>
            <p:cNvSpPr>
              <a:spLocks/>
            </p:cNvSpPr>
            <p:nvPr userDrawn="1"/>
          </p:nvSpPr>
          <p:spPr>
            <a:xfrm>
              <a:off x="2320350" y="4378729"/>
              <a:ext cx="498229"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100" name="Rectangle 99">
              <a:extLst>
                <a:ext uri="{FF2B5EF4-FFF2-40B4-BE49-F238E27FC236}">
                  <a16:creationId xmlns:a16="http://schemas.microsoft.com/office/drawing/2014/main" id="{80B4CC58-C2B8-4895-BBA4-4C98E6335604}"/>
                </a:ext>
              </a:extLst>
            </p:cNvPr>
            <p:cNvSpPr>
              <a:spLocks/>
            </p:cNvSpPr>
            <p:nvPr userDrawn="1"/>
          </p:nvSpPr>
          <p:spPr>
            <a:xfrm>
              <a:off x="2320350" y="4886897"/>
              <a:ext cx="498229"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101" name="Rectangle 100">
              <a:extLst>
                <a:ext uri="{FF2B5EF4-FFF2-40B4-BE49-F238E27FC236}">
                  <a16:creationId xmlns:a16="http://schemas.microsoft.com/office/drawing/2014/main" id="{1A30DAEA-20F7-49DD-B942-EB7B18B95BA6}"/>
                </a:ext>
              </a:extLst>
            </p:cNvPr>
            <p:cNvSpPr>
              <a:spLocks/>
            </p:cNvSpPr>
            <p:nvPr userDrawn="1"/>
          </p:nvSpPr>
          <p:spPr>
            <a:xfrm>
              <a:off x="2320350" y="5401457"/>
              <a:ext cx="498229"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accent3"/>
                  </a:solidFill>
                </a:rPr>
                <a:t>99</a:t>
              </a:r>
            </a:p>
            <a:p>
              <a:pPr algn="ctr"/>
              <a:r>
                <a:rPr lang="en-GB" sz="800" dirty="0">
                  <a:solidFill>
                    <a:schemeClr val="accent3"/>
                  </a:solidFill>
                </a:rPr>
                <a:t>235</a:t>
              </a:r>
            </a:p>
            <a:p>
              <a:pPr algn="ctr"/>
              <a:r>
                <a:rPr lang="en-GB" sz="800" dirty="0">
                  <a:solidFill>
                    <a:schemeClr val="accent3"/>
                  </a:solidFill>
                </a:rPr>
                <a:t>218</a:t>
              </a:r>
            </a:p>
          </p:txBody>
        </p:sp>
        <p:sp>
          <p:nvSpPr>
            <p:cNvPr id="102" name="TextBox 101">
              <a:extLst>
                <a:ext uri="{FF2B5EF4-FFF2-40B4-BE49-F238E27FC236}">
                  <a16:creationId xmlns:a16="http://schemas.microsoft.com/office/drawing/2014/main" id="{C382E5F3-A502-4315-9260-ADA858E5164A}"/>
                </a:ext>
              </a:extLst>
            </p:cNvPr>
            <p:cNvSpPr txBox="1"/>
            <p:nvPr userDrawn="1"/>
          </p:nvSpPr>
          <p:spPr>
            <a:xfrm>
              <a:off x="2970266" y="3483005"/>
              <a:ext cx="554639" cy="153888"/>
            </a:xfrm>
            <a:prstGeom prst="rect">
              <a:avLst/>
            </a:prstGeom>
            <a:noFill/>
          </p:spPr>
          <p:txBody>
            <a:bodyPr wrap="none" lIns="0" tIns="0" rIns="0" bIns="0" rtlCol="0" anchor="ctr">
              <a:spAutoFit/>
            </a:bodyPr>
            <a:lstStyle/>
            <a:p>
              <a:pPr algn="l">
                <a:spcAft>
                  <a:spcPts val="600"/>
                </a:spcAft>
              </a:pPr>
              <a:r>
                <a:rPr lang="en-GB" sz="1000" dirty="0"/>
                <a:t>Dark Pink</a:t>
              </a:r>
            </a:p>
          </p:txBody>
        </p:sp>
        <p:sp>
          <p:nvSpPr>
            <p:cNvPr id="103" name="TextBox 102">
              <a:extLst>
                <a:ext uri="{FF2B5EF4-FFF2-40B4-BE49-F238E27FC236}">
                  <a16:creationId xmlns:a16="http://schemas.microsoft.com/office/drawing/2014/main" id="{A76D41E5-06BB-42BE-B99A-BE923E405C80}"/>
                </a:ext>
              </a:extLst>
            </p:cNvPr>
            <p:cNvSpPr txBox="1"/>
            <p:nvPr userDrawn="1"/>
          </p:nvSpPr>
          <p:spPr>
            <a:xfrm>
              <a:off x="2970266" y="2460891"/>
              <a:ext cx="674865" cy="153888"/>
            </a:xfrm>
            <a:prstGeom prst="rect">
              <a:avLst/>
            </a:prstGeom>
            <a:noFill/>
          </p:spPr>
          <p:txBody>
            <a:bodyPr wrap="none" lIns="0" tIns="0" rIns="0" bIns="0" rtlCol="0" anchor="ctr">
              <a:spAutoFit/>
            </a:bodyPr>
            <a:lstStyle/>
            <a:p>
              <a:pPr algn="l">
                <a:spcAft>
                  <a:spcPts val="600"/>
                </a:spcAft>
              </a:pPr>
              <a:r>
                <a:rPr lang="en-GB" sz="1000" dirty="0"/>
                <a:t>Dark Purple</a:t>
              </a:r>
            </a:p>
          </p:txBody>
        </p:sp>
        <p:sp>
          <p:nvSpPr>
            <p:cNvPr id="104" name="TextBox 103">
              <a:extLst>
                <a:ext uri="{FF2B5EF4-FFF2-40B4-BE49-F238E27FC236}">
                  <a16:creationId xmlns:a16="http://schemas.microsoft.com/office/drawing/2014/main" id="{25921892-7372-4910-8E0B-FD6C97196335}"/>
                </a:ext>
              </a:extLst>
            </p:cNvPr>
            <p:cNvSpPr txBox="1"/>
            <p:nvPr userDrawn="1"/>
          </p:nvSpPr>
          <p:spPr>
            <a:xfrm>
              <a:off x="2970266" y="3994062"/>
              <a:ext cx="559449" cy="153888"/>
            </a:xfrm>
            <a:prstGeom prst="rect">
              <a:avLst/>
            </a:prstGeom>
            <a:noFill/>
          </p:spPr>
          <p:txBody>
            <a:bodyPr wrap="none" lIns="0" tIns="0" rIns="0" bIns="0" rtlCol="0" anchor="ctr">
              <a:spAutoFit/>
            </a:bodyPr>
            <a:lstStyle/>
            <a:p>
              <a:pPr algn="l">
                <a:spcAft>
                  <a:spcPts val="600"/>
                </a:spcAft>
              </a:pPr>
              <a:r>
                <a:rPr lang="en-GB" sz="1000" dirty="0"/>
                <a:t>Light Pink</a:t>
              </a:r>
            </a:p>
          </p:txBody>
        </p:sp>
        <p:sp>
          <p:nvSpPr>
            <p:cNvPr id="105" name="TextBox 104">
              <a:extLst>
                <a:ext uri="{FF2B5EF4-FFF2-40B4-BE49-F238E27FC236}">
                  <a16:creationId xmlns:a16="http://schemas.microsoft.com/office/drawing/2014/main" id="{61EC2F8D-4F64-4E72-9513-0ECCDADBDF16}"/>
                </a:ext>
              </a:extLst>
            </p:cNvPr>
            <p:cNvSpPr txBox="1"/>
            <p:nvPr userDrawn="1"/>
          </p:nvSpPr>
          <p:spPr>
            <a:xfrm>
              <a:off x="2970266" y="4505119"/>
              <a:ext cx="660437" cy="153888"/>
            </a:xfrm>
            <a:prstGeom prst="rect">
              <a:avLst/>
            </a:prstGeom>
            <a:noFill/>
          </p:spPr>
          <p:txBody>
            <a:bodyPr wrap="none" lIns="0" tIns="0" rIns="0" bIns="0" rtlCol="0" anchor="ctr">
              <a:spAutoFit/>
            </a:bodyPr>
            <a:lstStyle/>
            <a:p>
              <a:pPr algn="l">
                <a:spcAft>
                  <a:spcPts val="600"/>
                </a:spcAft>
              </a:pPr>
              <a:r>
                <a:rPr lang="en-GB" sz="1000" dirty="0"/>
                <a:t>Dark Green</a:t>
              </a:r>
            </a:p>
          </p:txBody>
        </p:sp>
        <p:sp>
          <p:nvSpPr>
            <p:cNvPr id="106" name="TextBox 105">
              <a:extLst>
                <a:ext uri="{FF2B5EF4-FFF2-40B4-BE49-F238E27FC236}">
                  <a16:creationId xmlns:a16="http://schemas.microsoft.com/office/drawing/2014/main" id="{55241AE1-B726-4425-9FA5-6179218F2926}"/>
                </a:ext>
              </a:extLst>
            </p:cNvPr>
            <p:cNvSpPr txBox="1"/>
            <p:nvPr userDrawn="1"/>
          </p:nvSpPr>
          <p:spPr>
            <a:xfrm>
              <a:off x="2970266" y="2971948"/>
              <a:ext cx="679673" cy="153888"/>
            </a:xfrm>
            <a:prstGeom prst="rect">
              <a:avLst/>
            </a:prstGeom>
            <a:noFill/>
          </p:spPr>
          <p:txBody>
            <a:bodyPr wrap="none" lIns="0" tIns="0" rIns="0" bIns="0" rtlCol="0" anchor="ctr">
              <a:spAutoFit/>
            </a:bodyPr>
            <a:lstStyle/>
            <a:p>
              <a:pPr algn="l">
                <a:spcAft>
                  <a:spcPts val="600"/>
                </a:spcAft>
              </a:pPr>
              <a:r>
                <a:rPr lang="en-GB" sz="1000" dirty="0"/>
                <a:t>Light Purple</a:t>
              </a:r>
            </a:p>
          </p:txBody>
        </p:sp>
        <p:sp>
          <p:nvSpPr>
            <p:cNvPr id="107" name="TextBox 106">
              <a:extLst>
                <a:ext uri="{FF2B5EF4-FFF2-40B4-BE49-F238E27FC236}">
                  <a16:creationId xmlns:a16="http://schemas.microsoft.com/office/drawing/2014/main" id="{FA9D7BC8-9853-4E94-802A-3732004B1BD8}"/>
                </a:ext>
              </a:extLst>
            </p:cNvPr>
            <p:cNvSpPr txBox="1"/>
            <p:nvPr userDrawn="1"/>
          </p:nvSpPr>
          <p:spPr>
            <a:xfrm>
              <a:off x="2970266" y="5016176"/>
              <a:ext cx="354264" cy="153888"/>
            </a:xfrm>
            <a:prstGeom prst="rect">
              <a:avLst/>
            </a:prstGeom>
            <a:noFill/>
          </p:spPr>
          <p:txBody>
            <a:bodyPr wrap="none" lIns="0" tIns="0" rIns="0" bIns="0" rtlCol="0" anchor="ctr">
              <a:spAutoFit/>
            </a:bodyPr>
            <a:lstStyle/>
            <a:p>
              <a:pPr algn="l">
                <a:spcAft>
                  <a:spcPts val="600"/>
                </a:spcAft>
              </a:pPr>
              <a:r>
                <a:rPr lang="en-GB" sz="1000" dirty="0"/>
                <a:t>Green</a:t>
              </a:r>
            </a:p>
          </p:txBody>
        </p:sp>
        <p:sp>
          <p:nvSpPr>
            <p:cNvPr id="108" name="TextBox 107">
              <a:extLst>
                <a:ext uri="{FF2B5EF4-FFF2-40B4-BE49-F238E27FC236}">
                  <a16:creationId xmlns:a16="http://schemas.microsoft.com/office/drawing/2014/main" id="{62F0856A-D0B6-411F-BD17-3A7E9E4653C6}"/>
                </a:ext>
              </a:extLst>
            </p:cNvPr>
            <p:cNvSpPr txBox="1"/>
            <p:nvPr userDrawn="1"/>
          </p:nvSpPr>
          <p:spPr>
            <a:xfrm>
              <a:off x="2970266" y="5527233"/>
              <a:ext cx="665247" cy="153888"/>
            </a:xfrm>
            <a:prstGeom prst="rect">
              <a:avLst/>
            </a:prstGeom>
            <a:noFill/>
          </p:spPr>
          <p:txBody>
            <a:bodyPr wrap="none" lIns="0" tIns="0" rIns="0" bIns="0" rtlCol="0" anchor="ctr">
              <a:spAutoFit/>
            </a:bodyPr>
            <a:lstStyle/>
            <a:p>
              <a:pPr algn="l">
                <a:spcAft>
                  <a:spcPts val="600"/>
                </a:spcAft>
              </a:pPr>
              <a:r>
                <a:rPr lang="en-GB" sz="1000" dirty="0"/>
                <a:t>Light Green</a:t>
              </a:r>
            </a:p>
          </p:txBody>
        </p:sp>
        <p:sp>
          <p:nvSpPr>
            <p:cNvPr id="109" name="Rectangle 108">
              <a:extLst>
                <a:ext uri="{FF2B5EF4-FFF2-40B4-BE49-F238E27FC236}">
                  <a16:creationId xmlns:a16="http://schemas.microsoft.com/office/drawing/2014/main" id="{CFF7DC62-449A-46BE-9480-648C6AC62E33}"/>
                </a:ext>
              </a:extLst>
            </p:cNvPr>
            <p:cNvSpPr>
              <a:spLocks/>
            </p:cNvSpPr>
            <p:nvPr userDrawn="1"/>
          </p:nvSpPr>
          <p:spPr>
            <a:xfrm>
              <a:off x="4154808" y="1809427"/>
              <a:ext cx="498229"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51</a:t>
              </a:r>
            </a:p>
            <a:p>
              <a:pPr algn="ctr"/>
              <a:r>
                <a:rPr lang="en-GB" sz="800" dirty="0">
                  <a:solidFill>
                    <a:schemeClr val="bg1"/>
                  </a:solidFill>
                </a:rPr>
                <a:t>51</a:t>
              </a:r>
            </a:p>
            <a:p>
              <a:pPr algn="ctr"/>
              <a:r>
                <a:rPr lang="en-GB" sz="800" dirty="0">
                  <a:solidFill>
                    <a:schemeClr val="bg1"/>
                  </a:solidFill>
                </a:rPr>
                <a:t>51</a:t>
              </a:r>
            </a:p>
          </p:txBody>
        </p:sp>
        <p:sp>
          <p:nvSpPr>
            <p:cNvPr id="110" name="Rectangle 109">
              <a:extLst>
                <a:ext uri="{FF2B5EF4-FFF2-40B4-BE49-F238E27FC236}">
                  <a16:creationId xmlns:a16="http://schemas.microsoft.com/office/drawing/2014/main" id="{FF7F36D4-41F9-421F-B858-4D031CF8AD2A}"/>
                </a:ext>
              </a:extLst>
            </p:cNvPr>
            <p:cNvSpPr>
              <a:spLocks/>
            </p:cNvSpPr>
            <p:nvPr userDrawn="1"/>
          </p:nvSpPr>
          <p:spPr>
            <a:xfrm>
              <a:off x="4154808" y="2323989"/>
              <a:ext cx="498229"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endParaRPr lang="en-GB" sz="800" dirty="0">
                <a:solidFill>
                  <a:schemeClr val="bg1"/>
                </a:solidFill>
              </a:endParaRPr>
            </a:p>
          </p:txBody>
        </p:sp>
        <p:sp>
          <p:nvSpPr>
            <p:cNvPr id="111" name="Rectangle 110">
              <a:extLst>
                <a:ext uri="{FF2B5EF4-FFF2-40B4-BE49-F238E27FC236}">
                  <a16:creationId xmlns:a16="http://schemas.microsoft.com/office/drawing/2014/main" id="{49C027AB-2023-4797-A6C6-0F32261F1F42}"/>
                </a:ext>
              </a:extLst>
            </p:cNvPr>
            <p:cNvSpPr>
              <a:spLocks/>
            </p:cNvSpPr>
            <p:nvPr userDrawn="1"/>
          </p:nvSpPr>
          <p:spPr>
            <a:xfrm>
              <a:off x="4154808" y="2838550"/>
              <a:ext cx="498229"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152</a:t>
              </a:r>
            </a:p>
            <a:p>
              <a:pPr algn="ctr"/>
              <a:r>
                <a:rPr lang="en-GB" sz="800" dirty="0">
                  <a:solidFill>
                    <a:schemeClr val="bg1"/>
                  </a:solidFill>
                </a:rPr>
                <a:t>152</a:t>
              </a:r>
            </a:p>
            <a:p>
              <a:pPr algn="ctr"/>
              <a:r>
                <a:rPr lang="en-GB" sz="800" dirty="0">
                  <a:solidFill>
                    <a:schemeClr val="bg1"/>
                  </a:solidFill>
                </a:rPr>
                <a:t>152</a:t>
              </a:r>
            </a:p>
          </p:txBody>
        </p:sp>
        <p:sp>
          <p:nvSpPr>
            <p:cNvPr id="112" name="Rectangle 111">
              <a:extLst>
                <a:ext uri="{FF2B5EF4-FFF2-40B4-BE49-F238E27FC236}">
                  <a16:creationId xmlns:a16="http://schemas.microsoft.com/office/drawing/2014/main" id="{8EDDA08F-D939-4AA6-A048-6EE74A4100BD}"/>
                </a:ext>
              </a:extLst>
            </p:cNvPr>
            <p:cNvSpPr>
              <a:spLocks/>
            </p:cNvSpPr>
            <p:nvPr userDrawn="1"/>
          </p:nvSpPr>
          <p:spPr>
            <a:xfrm>
              <a:off x="4154808" y="3353112"/>
              <a:ext cx="498229"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178</a:t>
              </a:r>
            </a:p>
            <a:p>
              <a:pPr algn="ctr"/>
              <a:r>
                <a:rPr lang="en-GB" sz="800" dirty="0">
                  <a:solidFill>
                    <a:sysClr val="windowText" lastClr="000000"/>
                  </a:solidFill>
                </a:rPr>
                <a:t>178</a:t>
              </a:r>
            </a:p>
            <a:p>
              <a:pPr algn="ctr"/>
              <a:r>
                <a:rPr lang="en-GB" sz="800" dirty="0">
                  <a:solidFill>
                    <a:sysClr val="windowText" lastClr="000000"/>
                  </a:solidFill>
                </a:rPr>
                <a:t>178</a:t>
              </a:r>
            </a:p>
          </p:txBody>
        </p:sp>
        <p:sp>
          <p:nvSpPr>
            <p:cNvPr id="113" name="Rectangle 112">
              <a:extLst>
                <a:ext uri="{FF2B5EF4-FFF2-40B4-BE49-F238E27FC236}">
                  <a16:creationId xmlns:a16="http://schemas.microsoft.com/office/drawing/2014/main" id="{E2188C3B-F549-4E44-8958-F9047CA58F04}"/>
                </a:ext>
              </a:extLst>
            </p:cNvPr>
            <p:cNvSpPr>
              <a:spLocks/>
            </p:cNvSpPr>
            <p:nvPr userDrawn="1"/>
          </p:nvSpPr>
          <p:spPr>
            <a:xfrm>
              <a:off x="4154808" y="3867672"/>
              <a:ext cx="498229"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229</a:t>
              </a:r>
            </a:p>
            <a:p>
              <a:pPr algn="ctr"/>
              <a:r>
                <a:rPr lang="en-GB" sz="800" dirty="0">
                  <a:solidFill>
                    <a:schemeClr val="tx1"/>
                  </a:solidFill>
                </a:rPr>
                <a:t>229</a:t>
              </a:r>
            </a:p>
            <a:p>
              <a:pPr algn="ctr"/>
              <a:r>
                <a:rPr lang="en-GB" sz="800" dirty="0">
                  <a:solidFill>
                    <a:schemeClr val="tx1"/>
                  </a:solidFill>
                </a:rPr>
                <a:t>229</a:t>
              </a:r>
            </a:p>
          </p:txBody>
        </p:sp>
        <p:sp>
          <p:nvSpPr>
            <p:cNvPr id="114" name="TextBox 113">
              <a:extLst>
                <a:ext uri="{FF2B5EF4-FFF2-40B4-BE49-F238E27FC236}">
                  <a16:creationId xmlns:a16="http://schemas.microsoft.com/office/drawing/2014/main" id="{0EB82386-0F1E-41EF-929D-05279349ADC6}"/>
                </a:ext>
              </a:extLst>
            </p:cNvPr>
            <p:cNvSpPr txBox="1"/>
            <p:nvPr userDrawn="1"/>
          </p:nvSpPr>
          <p:spPr>
            <a:xfrm>
              <a:off x="4768579" y="2971948"/>
              <a:ext cx="383118" cy="153888"/>
            </a:xfrm>
            <a:prstGeom prst="rect">
              <a:avLst/>
            </a:prstGeom>
            <a:noFill/>
          </p:spPr>
          <p:txBody>
            <a:bodyPr wrap="none" lIns="0" tIns="0" rIns="0" bIns="0" rtlCol="0" anchor="ctr">
              <a:spAutoFit/>
            </a:bodyPr>
            <a:lstStyle/>
            <a:p>
              <a:pPr algn="l">
                <a:spcAft>
                  <a:spcPts val="600"/>
                </a:spcAft>
              </a:pPr>
              <a:r>
                <a:rPr lang="en-GB" sz="1000" dirty="0"/>
                <a:t>Grey 3</a:t>
              </a:r>
            </a:p>
          </p:txBody>
        </p:sp>
        <p:sp>
          <p:nvSpPr>
            <p:cNvPr id="115" name="TextBox 114">
              <a:extLst>
                <a:ext uri="{FF2B5EF4-FFF2-40B4-BE49-F238E27FC236}">
                  <a16:creationId xmlns:a16="http://schemas.microsoft.com/office/drawing/2014/main" id="{EC20A092-D558-460A-8DF3-266167F42A07}"/>
                </a:ext>
              </a:extLst>
            </p:cNvPr>
            <p:cNvSpPr txBox="1"/>
            <p:nvPr userDrawn="1"/>
          </p:nvSpPr>
          <p:spPr>
            <a:xfrm>
              <a:off x="4768579" y="1949834"/>
              <a:ext cx="383118" cy="153888"/>
            </a:xfrm>
            <a:prstGeom prst="rect">
              <a:avLst/>
            </a:prstGeom>
            <a:noFill/>
          </p:spPr>
          <p:txBody>
            <a:bodyPr wrap="none" lIns="0" tIns="0" rIns="0" bIns="0" rtlCol="0" anchor="ctr">
              <a:spAutoFit/>
            </a:bodyPr>
            <a:lstStyle/>
            <a:p>
              <a:pPr algn="l">
                <a:spcAft>
                  <a:spcPts val="600"/>
                </a:spcAft>
              </a:pPr>
              <a:r>
                <a:rPr lang="en-GB" sz="1000" dirty="0"/>
                <a:t>Grey 1</a:t>
              </a:r>
            </a:p>
          </p:txBody>
        </p:sp>
        <p:sp>
          <p:nvSpPr>
            <p:cNvPr id="116" name="TextBox 115">
              <a:extLst>
                <a:ext uri="{FF2B5EF4-FFF2-40B4-BE49-F238E27FC236}">
                  <a16:creationId xmlns:a16="http://schemas.microsoft.com/office/drawing/2014/main" id="{E1AAB55F-39D1-4037-89D1-93434C33032F}"/>
                </a:ext>
              </a:extLst>
            </p:cNvPr>
            <p:cNvSpPr txBox="1"/>
            <p:nvPr userDrawn="1"/>
          </p:nvSpPr>
          <p:spPr>
            <a:xfrm>
              <a:off x="4768579" y="3483005"/>
              <a:ext cx="383118" cy="153888"/>
            </a:xfrm>
            <a:prstGeom prst="rect">
              <a:avLst/>
            </a:prstGeom>
            <a:noFill/>
          </p:spPr>
          <p:txBody>
            <a:bodyPr wrap="none" lIns="0" tIns="0" rIns="0" bIns="0" rtlCol="0" anchor="ctr">
              <a:spAutoFit/>
            </a:bodyPr>
            <a:lstStyle/>
            <a:p>
              <a:pPr algn="l">
                <a:spcAft>
                  <a:spcPts val="600"/>
                </a:spcAft>
              </a:pPr>
              <a:r>
                <a:rPr lang="en-GB" sz="1000" dirty="0"/>
                <a:t>Grey 4</a:t>
              </a:r>
            </a:p>
          </p:txBody>
        </p:sp>
        <p:sp>
          <p:nvSpPr>
            <p:cNvPr id="117" name="TextBox 116">
              <a:extLst>
                <a:ext uri="{FF2B5EF4-FFF2-40B4-BE49-F238E27FC236}">
                  <a16:creationId xmlns:a16="http://schemas.microsoft.com/office/drawing/2014/main" id="{0EB3A36F-88B2-4970-B3BC-AEB77002E7FC}"/>
                </a:ext>
              </a:extLst>
            </p:cNvPr>
            <p:cNvSpPr txBox="1"/>
            <p:nvPr userDrawn="1"/>
          </p:nvSpPr>
          <p:spPr>
            <a:xfrm>
              <a:off x="4768579" y="3994062"/>
              <a:ext cx="383118" cy="153888"/>
            </a:xfrm>
            <a:prstGeom prst="rect">
              <a:avLst/>
            </a:prstGeom>
            <a:noFill/>
          </p:spPr>
          <p:txBody>
            <a:bodyPr wrap="none" lIns="0" tIns="0" rIns="0" bIns="0" rtlCol="0" anchor="ctr">
              <a:spAutoFit/>
            </a:bodyPr>
            <a:lstStyle/>
            <a:p>
              <a:pPr algn="l">
                <a:spcAft>
                  <a:spcPts val="600"/>
                </a:spcAft>
              </a:pPr>
              <a:r>
                <a:rPr lang="en-GB" sz="1000" dirty="0"/>
                <a:t>Grey 5</a:t>
              </a:r>
            </a:p>
          </p:txBody>
        </p:sp>
        <p:sp>
          <p:nvSpPr>
            <p:cNvPr id="118" name="TextBox 117">
              <a:extLst>
                <a:ext uri="{FF2B5EF4-FFF2-40B4-BE49-F238E27FC236}">
                  <a16:creationId xmlns:a16="http://schemas.microsoft.com/office/drawing/2014/main" id="{ABBE1CC0-B972-46C4-8AA3-1BB0C3535351}"/>
                </a:ext>
              </a:extLst>
            </p:cNvPr>
            <p:cNvSpPr txBox="1"/>
            <p:nvPr userDrawn="1"/>
          </p:nvSpPr>
          <p:spPr>
            <a:xfrm>
              <a:off x="4768579" y="2460891"/>
              <a:ext cx="383118" cy="153888"/>
            </a:xfrm>
            <a:prstGeom prst="rect">
              <a:avLst/>
            </a:prstGeom>
            <a:noFill/>
          </p:spPr>
          <p:txBody>
            <a:bodyPr wrap="none" lIns="0" tIns="0" rIns="0" bIns="0" rtlCol="0" anchor="ctr">
              <a:spAutoFit/>
            </a:bodyPr>
            <a:lstStyle/>
            <a:p>
              <a:pPr algn="l">
                <a:spcAft>
                  <a:spcPts val="600"/>
                </a:spcAft>
              </a:pPr>
              <a:r>
                <a:rPr lang="en-GB" sz="1000" dirty="0"/>
                <a:t>Grey 2</a:t>
              </a:r>
            </a:p>
          </p:txBody>
        </p:sp>
        <p:sp>
          <p:nvSpPr>
            <p:cNvPr id="119" name="Rectangle 118">
              <a:extLst>
                <a:ext uri="{FF2B5EF4-FFF2-40B4-BE49-F238E27FC236}">
                  <a16:creationId xmlns:a16="http://schemas.microsoft.com/office/drawing/2014/main" id="{E5516CC6-6D8D-4C1C-B220-8839308EB501}"/>
                </a:ext>
              </a:extLst>
            </p:cNvPr>
            <p:cNvSpPr>
              <a:spLocks/>
            </p:cNvSpPr>
            <p:nvPr userDrawn="1"/>
          </p:nvSpPr>
          <p:spPr>
            <a:xfrm>
              <a:off x="4154808" y="4382050"/>
              <a:ext cx="498229"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255</a:t>
              </a:r>
            </a:p>
            <a:p>
              <a:pPr algn="ctr"/>
              <a:r>
                <a:rPr lang="en-GB" sz="800" dirty="0">
                  <a:solidFill>
                    <a:schemeClr val="tx1"/>
                  </a:solidFill>
                </a:rPr>
                <a:t>255</a:t>
              </a:r>
            </a:p>
            <a:p>
              <a:pPr algn="ctr"/>
              <a:r>
                <a:rPr lang="en-GB" sz="800" dirty="0">
                  <a:solidFill>
                    <a:schemeClr val="tx1"/>
                  </a:solidFill>
                </a:rPr>
                <a:t>255</a:t>
              </a:r>
            </a:p>
          </p:txBody>
        </p:sp>
        <p:sp>
          <p:nvSpPr>
            <p:cNvPr id="120" name="TextBox 119">
              <a:extLst>
                <a:ext uri="{FF2B5EF4-FFF2-40B4-BE49-F238E27FC236}">
                  <a16:creationId xmlns:a16="http://schemas.microsoft.com/office/drawing/2014/main" id="{5134923B-E1C0-4B8F-8806-6E2363EDD581}"/>
                </a:ext>
              </a:extLst>
            </p:cNvPr>
            <p:cNvSpPr txBox="1"/>
            <p:nvPr userDrawn="1"/>
          </p:nvSpPr>
          <p:spPr>
            <a:xfrm>
              <a:off x="4768579" y="4508440"/>
              <a:ext cx="327013" cy="153888"/>
            </a:xfrm>
            <a:prstGeom prst="rect">
              <a:avLst/>
            </a:prstGeom>
            <a:noFill/>
          </p:spPr>
          <p:txBody>
            <a:bodyPr wrap="none" lIns="0" tIns="0" rIns="0" bIns="0" rtlCol="0" anchor="ctr">
              <a:spAutoFit/>
            </a:bodyPr>
            <a:lstStyle/>
            <a:p>
              <a:pPr algn="l">
                <a:spcAft>
                  <a:spcPts val="600"/>
                </a:spcAft>
              </a:pPr>
              <a:r>
                <a:rPr lang="en-GB" sz="1000" dirty="0"/>
                <a:t>White</a:t>
              </a:r>
            </a:p>
          </p:txBody>
        </p:sp>
        <p:sp>
          <p:nvSpPr>
            <p:cNvPr id="121" name="TextBox 120">
              <a:extLst>
                <a:ext uri="{FF2B5EF4-FFF2-40B4-BE49-F238E27FC236}">
                  <a16:creationId xmlns:a16="http://schemas.microsoft.com/office/drawing/2014/main" id="{30F106EF-D505-447B-8E3D-E09568B13929}"/>
                </a:ext>
              </a:extLst>
            </p:cNvPr>
            <p:cNvSpPr txBox="1"/>
            <p:nvPr userDrawn="1"/>
          </p:nvSpPr>
          <p:spPr>
            <a:xfrm>
              <a:off x="5717542" y="3747821"/>
              <a:ext cx="1077218" cy="1384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Traffic Light Palette</a:t>
              </a:r>
              <a:endParaRPr lang="en-US" sz="900" b="0" dirty="0">
                <a:solidFill>
                  <a:sysClr val="windowText" lastClr="000000"/>
                </a:solidFill>
              </a:endParaRPr>
            </a:p>
          </p:txBody>
        </p:sp>
        <p:sp>
          <p:nvSpPr>
            <p:cNvPr id="122" name="Rectangle 121">
              <a:extLst>
                <a:ext uri="{FF2B5EF4-FFF2-40B4-BE49-F238E27FC236}">
                  <a16:creationId xmlns:a16="http://schemas.microsoft.com/office/drawing/2014/main" id="{E45901A9-6CF4-4226-9708-8B95E135C372}"/>
                </a:ext>
              </a:extLst>
            </p:cNvPr>
            <p:cNvSpPr>
              <a:spLocks/>
            </p:cNvSpPr>
            <p:nvPr userDrawn="1"/>
          </p:nvSpPr>
          <p:spPr>
            <a:xfrm>
              <a:off x="7410915" y="4000421"/>
              <a:ext cx="651210"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38</a:t>
              </a:r>
            </a:p>
            <a:p>
              <a:pPr algn="ctr"/>
              <a:r>
                <a:rPr lang="en-GB" sz="800" dirty="0">
                  <a:solidFill>
                    <a:schemeClr val="bg1"/>
                  </a:solidFill>
                </a:rPr>
                <a:t>153</a:t>
              </a:r>
            </a:p>
            <a:p>
              <a:pPr algn="ctr"/>
              <a:r>
                <a:rPr lang="en-GB" sz="800" dirty="0">
                  <a:solidFill>
                    <a:schemeClr val="bg1"/>
                  </a:solidFill>
                </a:rPr>
                <a:t>36</a:t>
              </a:r>
            </a:p>
          </p:txBody>
        </p:sp>
        <p:sp>
          <p:nvSpPr>
            <p:cNvPr id="123" name="Rectangle 122">
              <a:extLst>
                <a:ext uri="{FF2B5EF4-FFF2-40B4-BE49-F238E27FC236}">
                  <a16:creationId xmlns:a16="http://schemas.microsoft.com/office/drawing/2014/main" id="{3E524828-4C92-4372-8290-965A3CD0C2C9}"/>
                </a:ext>
              </a:extLst>
            </p:cNvPr>
            <p:cNvSpPr>
              <a:spLocks/>
            </p:cNvSpPr>
            <p:nvPr userDrawn="1"/>
          </p:nvSpPr>
          <p:spPr>
            <a:xfrm>
              <a:off x="6564228" y="4000421"/>
              <a:ext cx="651210"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241</a:t>
              </a:r>
            </a:p>
            <a:p>
              <a:pPr algn="ctr"/>
              <a:r>
                <a:rPr lang="en-GB" sz="800" dirty="0">
                  <a:solidFill>
                    <a:schemeClr val="bg1"/>
                  </a:solidFill>
                </a:rPr>
                <a:t>196</a:t>
              </a:r>
            </a:p>
            <a:p>
              <a:pPr algn="ctr"/>
              <a:r>
                <a:rPr lang="en-GB" sz="800" dirty="0">
                  <a:solidFill>
                    <a:schemeClr val="bg1"/>
                  </a:solidFill>
                </a:rPr>
                <a:t>77</a:t>
              </a:r>
            </a:p>
          </p:txBody>
        </p:sp>
        <p:sp>
          <p:nvSpPr>
            <p:cNvPr id="124" name="Rectangle 123">
              <a:extLst>
                <a:ext uri="{FF2B5EF4-FFF2-40B4-BE49-F238E27FC236}">
                  <a16:creationId xmlns:a16="http://schemas.microsoft.com/office/drawing/2014/main" id="{750EECF0-0CE1-4595-A42B-878C8014E6B5}"/>
                </a:ext>
              </a:extLst>
            </p:cNvPr>
            <p:cNvSpPr>
              <a:spLocks/>
            </p:cNvSpPr>
            <p:nvPr userDrawn="1"/>
          </p:nvSpPr>
          <p:spPr>
            <a:xfrm>
              <a:off x="5717542" y="4000421"/>
              <a:ext cx="651210"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237</a:t>
              </a:r>
            </a:p>
            <a:p>
              <a:pPr algn="ctr"/>
              <a:r>
                <a:rPr lang="en-GB" sz="800" dirty="0">
                  <a:solidFill>
                    <a:schemeClr val="bg1"/>
                  </a:solidFill>
                </a:rPr>
                <a:t>33</a:t>
              </a:r>
            </a:p>
            <a:p>
              <a:pPr algn="ctr"/>
              <a:r>
                <a:rPr lang="en-GB" sz="800" dirty="0">
                  <a:solidFill>
                    <a:schemeClr val="bg1"/>
                  </a:solidFill>
                </a:rPr>
                <a:t>36</a:t>
              </a:r>
            </a:p>
          </p:txBody>
        </p:sp>
        <p:sp>
          <p:nvSpPr>
            <p:cNvPr id="125" name="TextBox 124">
              <a:extLst>
                <a:ext uri="{FF2B5EF4-FFF2-40B4-BE49-F238E27FC236}">
                  <a16:creationId xmlns:a16="http://schemas.microsoft.com/office/drawing/2014/main" id="{8CE6D65E-992D-4587-93C9-7138C87154DE}"/>
                </a:ext>
              </a:extLst>
            </p:cNvPr>
            <p:cNvSpPr txBox="1"/>
            <p:nvPr userDrawn="1"/>
          </p:nvSpPr>
          <p:spPr>
            <a:xfrm>
              <a:off x="5717542" y="4575412"/>
              <a:ext cx="2616142" cy="626317"/>
            </a:xfrm>
            <a:prstGeom prst="rect">
              <a:avLst/>
            </a:prstGeom>
            <a:noFill/>
          </p:spPr>
          <p:txBody>
            <a:bodyPr wrap="square" lIns="0" tIns="0" rIns="0" bIns="0" rtlCol="0">
              <a:noAutofit/>
            </a:bodyPr>
            <a:lstStyle/>
            <a:p>
              <a:pPr algn="l">
                <a:spcAft>
                  <a:spcPts val="300"/>
                </a:spcAft>
              </a:pPr>
              <a:r>
                <a:rPr lang="en-US" sz="900" b="1" dirty="0">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900" b="0" dirty="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900" b="0" dirty="0">
                  <a:solidFill>
                    <a:sysClr val="windowText" lastClr="000000"/>
                  </a:solidFill>
                </a:rPr>
                <a:t>Mix light, mid and dark tones within data sets</a:t>
              </a:r>
            </a:p>
          </p:txBody>
        </p:sp>
        <p:cxnSp>
          <p:nvCxnSpPr>
            <p:cNvPr id="126" name="Straight Connector 125">
              <a:extLst>
                <a:ext uri="{FF2B5EF4-FFF2-40B4-BE49-F238E27FC236}">
                  <a16:creationId xmlns:a16="http://schemas.microsoft.com/office/drawing/2014/main" id="{F04FC2E2-15AA-4389-B66E-80F82C35E3C2}"/>
                </a:ext>
              </a:extLst>
            </p:cNvPr>
            <p:cNvCxnSpPr>
              <a:cxnSpLocks/>
            </p:cNvCxnSpPr>
            <p:nvPr userDrawn="1"/>
          </p:nvCxnSpPr>
          <p:spPr>
            <a:xfrm>
              <a:off x="5717542" y="4504503"/>
              <a:ext cx="2681922"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CDF1D398-B499-40E5-BB4D-7B57CA2F08E1}"/>
                </a:ext>
              </a:extLst>
            </p:cNvPr>
            <p:cNvSpPr/>
            <p:nvPr userDrawn="1"/>
          </p:nvSpPr>
          <p:spPr>
            <a:xfrm>
              <a:off x="6505188" y="5261186"/>
              <a:ext cx="318368" cy="320103"/>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30</a:t>
              </a:r>
            </a:p>
            <a:p>
              <a:pPr algn="ctr">
                <a:lnSpc>
                  <a:spcPct val="90000"/>
                </a:lnSpc>
              </a:pPr>
              <a:r>
                <a:rPr lang="en-GB" sz="700">
                  <a:solidFill>
                    <a:schemeClr val="bg1"/>
                  </a:solidFill>
                </a:rPr>
                <a:t>73</a:t>
              </a:r>
            </a:p>
            <a:p>
              <a:pPr algn="ctr">
                <a:lnSpc>
                  <a:spcPct val="90000"/>
                </a:lnSpc>
              </a:pPr>
              <a:r>
                <a:rPr lang="en-GB" sz="700">
                  <a:solidFill>
                    <a:schemeClr val="bg1"/>
                  </a:solidFill>
                </a:rPr>
                <a:t>226</a:t>
              </a:r>
              <a:endParaRPr lang="en-GB" sz="700" dirty="0">
                <a:solidFill>
                  <a:schemeClr val="bg1"/>
                </a:solidFill>
              </a:endParaRPr>
            </a:p>
          </p:txBody>
        </p:sp>
        <p:sp>
          <p:nvSpPr>
            <p:cNvPr id="128" name="Rectangle 127">
              <a:extLst>
                <a:ext uri="{FF2B5EF4-FFF2-40B4-BE49-F238E27FC236}">
                  <a16:creationId xmlns:a16="http://schemas.microsoft.com/office/drawing/2014/main" id="{C3673503-AE90-4066-A3F3-36334BDF3D4F}"/>
                </a:ext>
              </a:extLst>
            </p:cNvPr>
            <p:cNvSpPr/>
            <p:nvPr userDrawn="1"/>
          </p:nvSpPr>
          <p:spPr>
            <a:xfrm>
              <a:off x="5717542" y="5261186"/>
              <a:ext cx="318368" cy="32010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0</a:t>
              </a:r>
            </a:p>
            <a:p>
              <a:pPr algn="ctr">
                <a:lnSpc>
                  <a:spcPct val="90000"/>
                </a:lnSpc>
              </a:pPr>
              <a:r>
                <a:rPr lang="en-GB" sz="700">
                  <a:solidFill>
                    <a:schemeClr val="bg1"/>
                  </a:solidFill>
                </a:rPr>
                <a:t>51</a:t>
              </a:r>
            </a:p>
            <a:p>
              <a:pPr algn="ctr">
                <a:lnSpc>
                  <a:spcPct val="90000"/>
                </a:lnSpc>
              </a:pPr>
              <a:r>
                <a:rPr lang="en-GB" sz="700">
                  <a:solidFill>
                    <a:schemeClr val="bg1"/>
                  </a:solidFill>
                </a:rPr>
                <a:t>141</a:t>
              </a:r>
              <a:endParaRPr lang="en-GB" sz="700" dirty="0">
                <a:solidFill>
                  <a:schemeClr val="bg1"/>
                </a:solidFill>
              </a:endParaRPr>
            </a:p>
          </p:txBody>
        </p:sp>
        <p:sp>
          <p:nvSpPr>
            <p:cNvPr id="129" name="Rectangle 128">
              <a:extLst>
                <a:ext uri="{FF2B5EF4-FFF2-40B4-BE49-F238E27FC236}">
                  <a16:creationId xmlns:a16="http://schemas.microsoft.com/office/drawing/2014/main" id="{20F4A330-0BF2-4C8D-A53E-D7422C3FE53C}"/>
                </a:ext>
              </a:extLst>
            </p:cNvPr>
            <p:cNvSpPr/>
            <p:nvPr userDrawn="1"/>
          </p:nvSpPr>
          <p:spPr>
            <a:xfrm>
              <a:off x="6899012" y="5261186"/>
              <a:ext cx="318368" cy="320103"/>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ysClr val="windowText" lastClr="000000"/>
                  </a:solidFill>
                </a:rPr>
                <a:t>118</a:t>
              </a:r>
            </a:p>
            <a:p>
              <a:pPr algn="ctr">
                <a:lnSpc>
                  <a:spcPct val="90000"/>
                </a:lnSpc>
              </a:pPr>
              <a:r>
                <a:rPr lang="en-GB" sz="700">
                  <a:solidFill>
                    <a:sysClr val="windowText" lastClr="000000"/>
                  </a:solidFill>
                </a:rPr>
                <a:t>210</a:t>
              </a:r>
            </a:p>
            <a:p>
              <a:pPr algn="ctr">
                <a:lnSpc>
                  <a:spcPct val="90000"/>
                </a:lnSpc>
              </a:pPr>
              <a:r>
                <a:rPr lang="en-GB" sz="700">
                  <a:solidFill>
                    <a:sysClr val="windowText" lastClr="000000"/>
                  </a:solidFill>
                </a:rPr>
                <a:t>255</a:t>
              </a:r>
              <a:endParaRPr lang="en-GB" sz="700" dirty="0">
                <a:solidFill>
                  <a:sysClr val="windowText" lastClr="000000"/>
                </a:solidFill>
              </a:endParaRPr>
            </a:p>
          </p:txBody>
        </p:sp>
        <p:sp>
          <p:nvSpPr>
            <p:cNvPr id="130" name="Rectangle 129">
              <a:extLst>
                <a:ext uri="{FF2B5EF4-FFF2-40B4-BE49-F238E27FC236}">
                  <a16:creationId xmlns:a16="http://schemas.microsoft.com/office/drawing/2014/main" id="{7F494C59-A1E3-4355-BED1-C87693DF9B0D}"/>
                </a:ext>
              </a:extLst>
            </p:cNvPr>
            <p:cNvSpPr/>
            <p:nvPr userDrawn="1"/>
          </p:nvSpPr>
          <p:spPr>
            <a:xfrm>
              <a:off x="7686657" y="5261186"/>
              <a:ext cx="318368" cy="320103"/>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180</a:t>
              </a:r>
            </a:p>
            <a:p>
              <a:pPr algn="ctr">
                <a:lnSpc>
                  <a:spcPct val="90000"/>
                </a:lnSpc>
              </a:pPr>
              <a:r>
                <a:rPr lang="en-GB" sz="700">
                  <a:solidFill>
                    <a:schemeClr val="bg1"/>
                  </a:solidFill>
                </a:rPr>
                <a:t>151</a:t>
              </a:r>
            </a:p>
            <a:p>
              <a:pPr algn="ctr">
                <a:lnSpc>
                  <a:spcPct val="90000"/>
                </a:lnSpc>
              </a:pPr>
              <a:r>
                <a:rPr lang="en-GB" sz="700">
                  <a:solidFill>
                    <a:schemeClr val="bg1"/>
                  </a:solidFill>
                </a:rPr>
                <a:t>255</a:t>
              </a:r>
              <a:endParaRPr lang="en-GB" sz="700" dirty="0">
                <a:solidFill>
                  <a:schemeClr val="bg1"/>
                </a:solidFill>
              </a:endParaRPr>
            </a:p>
          </p:txBody>
        </p:sp>
        <p:sp>
          <p:nvSpPr>
            <p:cNvPr id="131" name="Rectangle 130">
              <a:extLst>
                <a:ext uri="{FF2B5EF4-FFF2-40B4-BE49-F238E27FC236}">
                  <a16:creationId xmlns:a16="http://schemas.microsoft.com/office/drawing/2014/main" id="{B5AE995C-E1C1-4A2B-AA92-E67F52BBA626}"/>
                </a:ext>
              </a:extLst>
            </p:cNvPr>
            <p:cNvSpPr/>
            <p:nvPr userDrawn="1"/>
          </p:nvSpPr>
          <p:spPr>
            <a:xfrm>
              <a:off x="6505188" y="5686997"/>
              <a:ext cx="318368" cy="320103"/>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253</a:t>
              </a:r>
            </a:p>
            <a:p>
              <a:pPr algn="ctr">
                <a:lnSpc>
                  <a:spcPct val="90000"/>
                </a:lnSpc>
              </a:pPr>
              <a:r>
                <a:rPr lang="en-GB" sz="700">
                  <a:solidFill>
                    <a:schemeClr val="bg1"/>
                  </a:solidFill>
                </a:rPr>
                <a:t>52</a:t>
              </a:r>
            </a:p>
            <a:p>
              <a:pPr algn="ctr">
                <a:lnSpc>
                  <a:spcPct val="90000"/>
                </a:lnSpc>
              </a:pPr>
              <a:r>
                <a:rPr lang="en-GB" sz="700">
                  <a:solidFill>
                    <a:schemeClr val="bg1"/>
                  </a:solidFill>
                </a:rPr>
                <a:t>156</a:t>
              </a:r>
              <a:endParaRPr lang="en-GB" sz="700" dirty="0">
                <a:solidFill>
                  <a:schemeClr val="bg1"/>
                </a:solidFill>
              </a:endParaRPr>
            </a:p>
          </p:txBody>
        </p:sp>
        <p:sp>
          <p:nvSpPr>
            <p:cNvPr id="199" name="Rectangle 198">
              <a:extLst>
                <a:ext uri="{FF2B5EF4-FFF2-40B4-BE49-F238E27FC236}">
                  <a16:creationId xmlns:a16="http://schemas.microsoft.com/office/drawing/2014/main" id="{92325898-46FC-4930-9A97-34C264AC840F}"/>
                </a:ext>
              </a:extLst>
            </p:cNvPr>
            <p:cNvSpPr/>
            <p:nvPr userDrawn="1"/>
          </p:nvSpPr>
          <p:spPr>
            <a:xfrm>
              <a:off x="7292834" y="5261186"/>
              <a:ext cx="318368" cy="320103"/>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114</a:t>
              </a:r>
            </a:p>
            <a:p>
              <a:pPr algn="ctr">
                <a:lnSpc>
                  <a:spcPct val="90000"/>
                </a:lnSpc>
              </a:pPr>
              <a:r>
                <a:rPr lang="en-GB" sz="700">
                  <a:solidFill>
                    <a:schemeClr val="bg1"/>
                  </a:solidFill>
                </a:rPr>
                <a:t>19</a:t>
              </a:r>
            </a:p>
            <a:p>
              <a:pPr algn="ctr">
                <a:lnSpc>
                  <a:spcPct val="90000"/>
                </a:lnSpc>
              </a:pPr>
              <a:r>
                <a:rPr lang="en-GB" sz="700">
                  <a:solidFill>
                    <a:schemeClr val="bg1"/>
                  </a:solidFill>
                </a:rPr>
                <a:t>234</a:t>
              </a:r>
              <a:endParaRPr lang="en-GB" sz="700" dirty="0">
                <a:solidFill>
                  <a:schemeClr val="bg1"/>
                </a:solidFill>
              </a:endParaRPr>
            </a:p>
          </p:txBody>
        </p:sp>
        <p:sp>
          <p:nvSpPr>
            <p:cNvPr id="200" name="Rectangle 199">
              <a:extLst>
                <a:ext uri="{FF2B5EF4-FFF2-40B4-BE49-F238E27FC236}">
                  <a16:creationId xmlns:a16="http://schemas.microsoft.com/office/drawing/2014/main" id="{96D20C50-8398-4099-B373-E415D2CC5493}"/>
                </a:ext>
              </a:extLst>
            </p:cNvPr>
            <p:cNvSpPr/>
            <p:nvPr userDrawn="1"/>
          </p:nvSpPr>
          <p:spPr>
            <a:xfrm>
              <a:off x="6899012" y="5686997"/>
              <a:ext cx="318368" cy="320103"/>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255</a:t>
              </a:r>
            </a:p>
            <a:p>
              <a:pPr algn="ctr">
                <a:lnSpc>
                  <a:spcPct val="90000"/>
                </a:lnSpc>
              </a:pPr>
              <a:r>
                <a:rPr lang="en-GB" sz="700">
                  <a:solidFill>
                    <a:schemeClr val="bg1"/>
                  </a:solidFill>
                </a:rPr>
                <a:t>163</a:t>
              </a:r>
            </a:p>
            <a:p>
              <a:pPr algn="ctr">
                <a:lnSpc>
                  <a:spcPct val="90000"/>
                </a:lnSpc>
              </a:pPr>
              <a:r>
                <a:rPr lang="en-GB" sz="700">
                  <a:solidFill>
                    <a:schemeClr val="bg1"/>
                  </a:solidFill>
                </a:rPr>
                <a:t>218</a:t>
              </a:r>
              <a:endParaRPr lang="en-GB" sz="700" dirty="0">
                <a:solidFill>
                  <a:schemeClr val="bg1"/>
                </a:solidFill>
              </a:endParaRPr>
            </a:p>
          </p:txBody>
        </p:sp>
        <p:sp>
          <p:nvSpPr>
            <p:cNvPr id="201" name="Rectangle 200">
              <a:extLst>
                <a:ext uri="{FF2B5EF4-FFF2-40B4-BE49-F238E27FC236}">
                  <a16:creationId xmlns:a16="http://schemas.microsoft.com/office/drawing/2014/main" id="{BFC7A4FD-8291-44D7-96C1-361F35AE670C}"/>
                </a:ext>
              </a:extLst>
            </p:cNvPr>
            <p:cNvSpPr/>
            <p:nvPr userDrawn="1"/>
          </p:nvSpPr>
          <p:spPr>
            <a:xfrm>
              <a:off x="5717542" y="5686997"/>
              <a:ext cx="318368" cy="320103"/>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0</a:t>
              </a:r>
            </a:p>
            <a:p>
              <a:pPr algn="ctr">
                <a:lnSpc>
                  <a:spcPct val="90000"/>
                </a:lnSpc>
              </a:pPr>
              <a:r>
                <a:rPr lang="en-GB" sz="700">
                  <a:solidFill>
                    <a:schemeClr val="bg1"/>
                  </a:solidFill>
                </a:rPr>
                <a:t>192</a:t>
              </a:r>
            </a:p>
            <a:p>
              <a:pPr algn="ctr">
                <a:lnSpc>
                  <a:spcPct val="90000"/>
                </a:lnSpc>
              </a:pPr>
              <a:r>
                <a:rPr lang="en-GB" sz="700">
                  <a:solidFill>
                    <a:schemeClr val="bg1"/>
                  </a:solidFill>
                </a:rPr>
                <a:t>174</a:t>
              </a:r>
              <a:endParaRPr lang="en-GB" sz="700" dirty="0">
                <a:solidFill>
                  <a:schemeClr val="bg1"/>
                </a:solidFill>
              </a:endParaRPr>
            </a:p>
          </p:txBody>
        </p:sp>
        <p:sp>
          <p:nvSpPr>
            <p:cNvPr id="202" name="Rectangle 201">
              <a:extLst>
                <a:ext uri="{FF2B5EF4-FFF2-40B4-BE49-F238E27FC236}">
                  <a16:creationId xmlns:a16="http://schemas.microsoft.com/office/drawing/2014/main" id="{DD6B49AB-8626-4F16-B05F-3FC84D94F716}"/>
                </a:ext>
              </a:extLst>
            </p:cNvPr>
            <p:cNvSpPr/>
            <p:nvPr userDrawn="1"/>
          </p:nvSpPr>
          <p:spPr>
            <a:xfrm>
              <a:off x="8080480" y="5686997"/>
              <a:ext cx="318368" cy="320103"/>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ysClr val="windowText" lastClr="000000"/>
                  </a:solidFill>
                </a:rPr>
                <a:t>99</a:t>
              </a:r>
            </a:p>
            <a:p>
              <a:pPr algn="ctr">
                <a:lnSpc>
                  <a:spcPct val="90000"/>
                </a:lnSpc>
              </a:pPr>
              <a:r>
                <a:rPr lang="en-GB" sz="700">
                  <a:solidFill>
                    <a:sysClr val="windowText" lastClr="000000"/>
                  </a:solidFill>
                </a:rPr>
                <a:t>235</a:t>
              </a:r>
            </a:p>
            <a:p>
              <a:pPr algn="ctr">
                <a:lnSpc>
                  <a:spcPct val="90000"/>
                </a:lnSpc>
              </a:pPr>
              <a:r>
                <a:rPr lang="en-GB" sz="700">
                  <a:solidFill>
                    <a:sysClr val="windowText" lastClr="000000"/>
                  </a:solidFill>
                </a:rPr>
                <a:t>218</a:t>
              </a:r>
              <a:endParaRPr lang="en-GB" sz="700" dirty="0">
                <a:solidFill>
                  <a:sysClr val="windowText" lastClr="000000"/>
                </a:solidFill>
              </a:endParaRPr>
            </a:p>
          </p:txBody>
        </p:sp>
        <p:sp>
          <p:nvSpPr>
            <p:cNvPr id="203" name="Rectangle 202">
              <a:extLst>
                <a:ext uri="{FF2B5EF4-FFF2-40B4-BE49-F238E27FC236}">
                  <a16:creationId xmlns:a16="http://schemas.microsoft.com/office/drawing/2014/main" id="{65FF7317-CCED-4903-BD9C-A69BC5F5174D}"/>
                </a:ext>
              </a:extLst>
            </p:cNvPr>
            <p:cNvSpPr/>
            <p:nvPr userDrawn="1"/>
          </p:nvSpPr>
          <p:spPr>
            <a:xfrm>
              <a:off x="6111365" y="5261186"/>
              <a:ext cx="318368" cy="32010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0</a:t>
              </a:r>
            </a:p>
            <a:p>
              <a:pPr algn="ctr">
                <a:lnSpc>
                  <a:spcPct val="90000"/>
                </a:lnSpc>
              </a:pPr>
              <a:r>
                <a:rPr lang="en-GB" sz="700">
                  <a:solidFill>
                    <a:schemeClr val="bg1"/>
                  </a:solidFill>
                </a:rPr>
                <a:t>184</a:t>
              </a:r>
            </a:p>
            <a:p>
              <a:pPr algn="ctr">
                <a:lnSpc>
                  <a:spcPct val="90000"/>
                </a:lnSpc>
              </a:pPr>
              <a:r>
                <a:rPr lang="en-GB" sz="700">
                  <a:solidFill>
                    <a:schemeClr val="bg1"/>
                  </a:solidFill>
                </a:rPr>
                <a:t>245</a:t>
              </a:r>
              <a:endParaRPr lang="en-GB" sz="700" dirty="0">
                <a:solidFill>
                  <a:schemeClr val="bg1"/>
                </a:solidFill>
              </a:endParaRPr>
            </a:p>
          </p:txBody>
        </p:sp>
        <p:sp>
          <p:nvSpPr>
            <p:cNvPr id="204" name="Rectangle 203">
              <a:extLst>
                <a:ext uri="{FF2B5EF4-FFF2-40B4-BE49-F238E27FC236}">
                  <a16:creationId xmlns:a16="http://schemas.microsoft.com/office/drawing/2014/main" id="{BFDD464D-F289-407D-BC47-0A52D0B2734F}"/>
                </a:ext>
              </a:extLst>
            </p:cNvPr>
            <p:cNvSpPr/>
            <p:nvPr userDrawn="1"/>
          </p:nvSpPr>
          <p:spPr>
            <a:xfrm>
              <a:off x="7686657" y="5686997"/>
              <a:ext cx="318368" cy="320103"/>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81</a:t>
              </a:r>
            </a:p>
            <a:p>
              <a:pPr algn="ctr">
                <a:lnSpc>
                  <a:spcPct val="90000"/>
                </a:lnSpc>
              </a:pPr>
              <a:r>
                <a:rPr lang="en-GB" sz="700">
                  <a:solidFill>
                    <a:schemeClr val="bg1"/>
                  </a:solidFill>
                </a:rPr>
                <a:t>13</a:t>
              </a:r>
            </a:p>
            <a:p>
              <a:pPr algn="ctr">
                <a:lnSpc>
                  <a:spcPct val="90000"/>
                </a:lnSpc>
              </a:pPr>
              <a:r>
                <a:rPr lang="en-GB" sz="700">
                  <a:solidFill>
                    <a:schemeClr val="bg1"/>
                  </a:solidFill>
                </a:rPr>
                <a:t>188</a:t>
              </a:r>
              <a:endParaRPr lang="en-GB" sz="700" dirty="0">
                <a:solidFill>
                  <a:schemeClr val="bg1"/>
                </a:solidFill>
              </a:endParaRPr>
            </a:p>
          </p:txBody>
        </p:sp>
        <p:sp>
          <p:nvSpPr>
            <p:cNvPr id="205" name="Rectangle 204">
              <a:extLst>
                <a:ext uri="{FF2B5EF4-FFF2-40B4-BE49-F238E27FC236}">
                  <a16:creationId xmlns:a16="http://schemas.microsoft.com/office/drawing/2014/main" id="{A4DBBD69-D42E-4EAE-8627-1CBCCBB27CCB}"/>
                </a:ext>
              </a:extLst>
            </p:cNvPr>
            <p:cNvSpPr/>
            <p:nvPr userDrawn="1"/>
          </p:nvSpPr>
          <p:spPr>
            <a:xfrm>
              <a:off x="8080480" y="5261186"/>
              <a:ext cx="318368" cy="320103"/>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9</a:t>
              </a:r>
            </a:p>
            <a:p>
              <a:pPr algn="ctr">
                <a:lnSpc>
                  <a:spcPct val="90000"/>
                </a:lnSpc>
              </a:pPr>
              <a:r>
                <a:rPr lang="en-GB" sz="700">
                  <a:solidFill>
                    <a:schemeClr val="bg1"/>
                  </a:solidFill>
                </a:rPr>
                <a:t>142</a:t>
              </a:r>
            </a:p>
            <a:p>
              <a:pPr algn="ctr">
                <a:lnSpc>
                  <a:spcPct val="90000"/>
                </a:lnSpc>
              </a:pPr>
              <a:r>
                <a:rPr lang="en-GB" sz="700">
                  <a:solidFill>
                    <a:schemeClr val="bg1"/>
                  </a:solidFill>
                </a:rPr>
                <a:t>126</a:t>
              </a:r>
              <a:endParaRPr lang="en-GB" sz="700" dirty="0">
                <a:solidFill>
                  <a:schemeClr val="bg1"/>
                </a:solidFill>
              </a:endParaRPr>
            </a:p>
          </p:txBody>
        </p:sp>
        <p:sp>
          <p:nvSpPr>
            <p:cNvPr id="206" name="Rectangle 205">
              <a:extLst>
                <a:ext uri="{FF2B5EF4-FFF2-40B4-BE49-F238E27FC236}">
                  <a16:creationId xmlns:a16="http://schemas.microsoft.com/office/drawing/2014/main" id="{E9BF0482-6207-4BC2-A222-B3B76E1059AB}"/>
                </a:ext>
              </a:extLst>
            </p:cNvPr>
            <p:cNvSpPr/>
            <p:nvPr userDrawn="1"/>
          </p:nvSpPr>
          <p:spPr>
            <a:xfrm>
              <a:off x="7292834" y="5686997"/>
              <a:ext cx="318368" cy="320103"/>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102</a:t>
              </a:r>
            </a:p>
            <a:p>
              <a:pPr algn="ctr">
                <a:lnSpc>
                  <a:spcPct val="90000"/>
                </a:lnSpc>
              </a:pPr>
              <a:r>
                <a:rPr lang="en-GB" sz="700">
                  <a:solidFill>
                    <a:schemeClr val="bg1"/>
                  </a:solidFill>
                </a:rPr>
                <a:t>102</a:t>
              </a:r>
            </a:p>
            <a:p>
              <a:pPr algn="ctr">
                <a:lnSpc>
                  <a:spcPct val="90000"/>
                </a:lnSpc>
              </a:pPr>
              <a:r>
                <a:rPr lang="en-GB" sz="700">
                  <a:solidFill>
                    <a:schemeClr val="bg1"/>
                  </a:solidFill>
                </a:rPr>
                <a:t>102</a:t>
              </a:r>
              <a:endParaRPr lang="en-GB" sz="700" dirty="0">
                <a:solidFill>
                  <a:schemeClr val="bg1"/>
                </a:solidFill>
              </a:endParaRPr>
            </a:p>
          </p:txBody>
        </p:sp>
        <p:sp>
          <p:nvSpPr>
            <p:cNvPr id="207" name="Rectangle 206">
              <a:extLst>
                <a:ext uri="{FF2B5EF4-FFF2-40B4-BE49-F238E27FC236}">
                  <a16:creationId xmlns:a16="http://schemas.microsoft.com/office/drawing/2014/main" id="{3F468D2B-D8E3-447A-917B-D7CF13F6BB83}"/>
                </a:ext>
              </a:extLst>
            </p:cNvPr>
            <p:cNvSpPr/>
            <p:nvPr userDrawn="1"/>
          </p:nvSpPr>
          <p:spPr>
            <a:xfrm>
              <a:off x="6111365" y="5686997"/>
              <a:ext cx="318368" cy="320103"/>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171</a:t>
              </a:r>
            </a:p>
            <a:p>
              <a:pPr algn="ctr">
                <a:lnSpc>
                  <a:spcPct val="90000"/>
                </a:lnSpc>
              </a:pPr>
              <a:r>
                <a:rPr lang="en-GB" sz="700">
                  <a:solidFill>
                    <a:schemeClr val="bg1"/>
                  </a:solidFill>
                </a:rPr>
                <a:t>13</a:t>
              </a:r>
            </a:p>
            <a:p>
              <a:pPr algn="ctr">
                <a:lnSpc>
                  <a:spcPct val="90000"/>
                </a:lnSpc>
              </a:pPr>
              <a:r>
                <a:rPr lang="en-GB" sz="700">
                  <a:solidFill>
                    <a:schemeClr val="bg1"/>
                  </a:solidFill>
                </a:rPr>
                <a:t>130</a:t>
              </a:r>
              <a:endParaRPr lang="en-GB" sz="700" dirty="0">
                <a:solidFill>
                  <a:schemeClr val="bg1"/>
                </a:solidFill>
              </a:endParaRPr>
            </a:p>
          </p:txBody>
        </p:sp>
        <p:cxnSp>
          <p:nvCxnSpPr>
            <p:cNvPr id="208" name="Straight Connector 207">
              <a:extLst>
                <a:ext uri="{FF2B5EF4-FFF2-40B4-BE49-F238E27FC236}">
                  <a16:creationId xmlns:a16="http://schemas.microsoft.com/office/drawing/2014/main" id="{70AB618C-DA54-4755-B3E1-BA52327BE0A5}"/>
                </a:ext>
              </a:extLst>
            </p:cNvPr>
            <p:cNvCxnSpPr>
              <a:cxnSpLocks/>
            </p:cNvCxnSpPr>
            <p:nvPr userDrawn="1"/>
          </p:nvCxnSpPr>
          <p:spPr>
            <a:xfrm>
              <a:off x="5717542" y="3651946"/>
              <a:ext cx="2681922"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2883336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2.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2400" y="432000"/>
            <a:ext cx="7639200" cy="518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2400" y="1209600"/>
            <a:ext cx="7639200" cy="45828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hape 8">
            <a:extLst>
              <a:ext uri="{FF2B5EF4-FFF2-40B4-BE49-F238E27FC236}">
                <a16:creationId xmlns:a16="http://schemas.microsoft.com/office/drawing/2014/main" id="{49038050-C854-46F6-8E6F-B003422A02A9}"/>
              </a:ext>
            </a:extLst>
          </p:cNvPr>
          <p:cNvSpPr txBox="1">
            <a:spLocks/>
          </p:cNvSpPr>
          <p:nvPr userDrawn="1"/>
        </p:nvSpPr>
        <p:spPr>
          <a:xfrm>
            <a:off x="8149114" y="633181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dirty="0">
              <a:solidFill>
                <a:schemeClr val="accent2"/>
              </a:solidFill>
              <a:latin typeface="+mn-lt"/>
              <a:ea typeface="Arial"/>
              <a:cs typeface="Arial" panose="020B0604020202020204" pitchFamily="34" charset="0"/>
            </a:endParaRPr>
          </a:p>
        </p:txBody>
      </p:sp>
      <p:sp>
        <p:nvSpPr>
          <p:cNvPr id="15" name="TextBox 14">
            <a:extLst>
              <a:ext uri="{FF2B5EF4-FFF2-40B4-BE49-F238E27FC236}">
                <a16:creationId xmlns:a16="http://schemas.microsoft.com/office/drawing/2014/main" id="{9EFBD1ED-2FAF-4BC3-8EFB-97C0C3A79263}"/>
              </a:ext>
              <a:ext uri="{C183D7F6-B498-43B3-948B-1728B52AA6E4}">
                <adec:decorative xmlns:adec="http://schemas.microsoft.com/office/drawing/2017/decorative" val="1"/>
              </a:ext>
            </a:extLst>
          </p:cNvPr>
          <p:cNvSpPr txBox="1"/>
          <p:nvPr userDrawn="1">
            <p:custDataLst>
              <p:tags r:id="rId39"/>
            </p:custDataLst>
          </p:nvPr>
        </p:nvSpPr>
        <p:spPr>
          <a:xfrm>
            <a:off x="6706009" y="6360352"/>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lumMod val="65000"/>
                  </a:schemeClr>
                </a:solidFill>
                <a:latin typeface="+mn-lt"/>
                <a:ea typeface="+mn-ea"/>
                <a:cs typeface="+mn-cs"/>
              </a:rPr>
              <a:t>Document Classification: KPMG Confidential </a:t>
            </a:r>
          </a:p>
        </p:txBody>
      </p:sp>
      <p:cxnSp>
        <p:nvCxnSpPr>
          <p:cNvPr id="17" name="Straight Connector 16">
            <a:extLst>
              <a:ext uri="{FF2B5EF4-FFF2-40B4-BE49-F238E27FC236}">
                <a16:creationId xmlns:a16="http://schemas.microsoft.com/office/drawing/2014/main" id="{C3F1EDA1-4D51-4550-AE58-8E208765C41D}"/>
              </a:ext>
            </a:extLst>
          </p:cNvPr>
          <p:cNvCxnSpPr/>
          <p:nvPr userDrawn="1"/>
        </p:nvCxnSpPr>
        <p:spPr>
          <a:xfrm>
            <a:off x="8131055" y="6331812"/>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E5C4BD39-7187-4137-978A-5EC828C05927}"/>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723428" y="6320118"/>
            <a:ext cx="428967" cy="172800"/>
          </a:xfrm>
          <a:prstGeom prst="rect">
            <a:avLst/>
          </a:prstGeom>
        </p:spPr>
      </p:pic>
      <p:sp>
        <p:nvSpPr>
          <p:cNvPr id="6" name="TextBox 5">
            <a:extLst>
              <a:ext uri="{FF2B5EF4-FFF2-40B4-BE49-F238E27FC236}">
                <a16:creationId xmlns:a16="http://schemas.microsoft.com/office/drawing/2014/main" id="{99D5732C-FFE7-0FD6-57D8-125FE87A27B7}"/>
              </a:ext>
              <a:ext uri="{C183D7F6-B498-43B3-948B-1728B52AA6E4}">
                <adec:decorative xmlns:adec="http://schemas.microsoft.com/office/drawing/2017/decorative" val="1"/>
              </a:ext>
            </a:extLst>
          </p:cNvPr>
          <p:cNvSpPr txBox="1"/>
          <p:nvPr userDrawn="1"/>
        </p:nvSpPr>
        <p:spPr>
          <a:xfrm>
            <a:off x="1449598" y="6314185"/>
            <a:ext cx="4565914"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a:t>
            </a:r>
            <a:fld id="{1F123CEA-C98D-4DF6-BE0A-1CCFCADA49B6}" type="datetimeyyyy">
              <a:rPr lang="en-US" sz="600" kern="1200" noProof="0" smtClean="0">
                <a:solidFill>
                  <a:schemeClr val="bg1">
                    <a:lumMod val="65000"/>
                  </a:schemeClr>
                </a:solidFill>
                <a:latin typeface="+mn-lt"/>
                <a:ea typeface="+mn-ea"/>
                <a:cs typeface="+mn-cs"/>
              </a:rPr>
              <a:t>2025</a:t>
            </a:fld>
            <a:r>
              <a:rPr lang="en-US" sz="600" kern="1200" noProof="0" dirty="0">
                <a:solidFill>
                  <a:schemeClr val="bg1">
                    <a:lumMod val="65000"/>
                  </a:schemeClr>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4" r:id="rId1"/>
    <p:sldLayoutId id="2147483712" r:id="rId2"/>
    <p:sldLayoutId id="2147483713" r:id="rId3"/>
    <p:sldLayoutId id="2147483714" r:id="rId4"/>
    <p:sldLayoutId id="2147483715" r:id="rId5"/>
    <p:sldLayoutId id="2147483716" r:id="rId6"/>
    <p:sldLayoutId id="2147483717" r:id="rId7"/>
    <p:sldLayoutId id="2147483718" r:id="rId8"/>
    <p:sldLayoutId id="2147483666" r:id="rId9"/>
    <p:sldLayoutId id="2147483719" r:id="rId10"/>
    <p:sldLayoutId id="2147483664" r:id="rId11"/>
    <p:sldLayoutId id="2147483720" r:id="rId12"/>
    <p:sldLayoutId id="2147483722" r:id="rId13"/>
    <p:sldLayoutId id="2147483723" r:id="rId14"/>
    <p:sldLayoutId id="2147483689" r:id="rId15"/>
    <p:sldLayoutId id="2147483721" r:id="rId16"/>
    <p:sldLayoutId id="2147483690" r:id="rId17"/>
    <p:sldLayoutId id="2147483692" r:id="rId18"/>
    <p:sldLayoutId id="2147483691" r:id="rId19"/>
    <p:sldLayoutId id="2147483693" r:id="rId20"/>
    <p:sldLayoutId id="2147483724" r:id="rId21"/>
    <p:sldLayoutId id="2147483701" r:id="rId22"/>
    <p:sldLayoutId id="2147483725" r:id="rId23"/>
    <p:sldLayoutId id="2147483727" r:id="rId24"/>
    <p:sldLayoutId id="2147483697" r:id="rId25"/>
    <p:sldLayoutId id="2147483726" r:id="rId26"/>
    <p:sldLayoutId id="2147483703" r:id="rId27"/>
    <p:sldLayoutId id="2147483699" r:id="rId28"/>
    <p:sldLayoutId id="2147483700" r:id="rId29"/>
    <p:sldLayoutId id="2147483728" r:id="rId30"/>
    <p:sldLayoutId id="2147483682" r:id="rId31"/>
    <p:sldLayoutId id="2147483729" r:id="rId32"/>
    <p:sldLayoutId id="2147483730" r:id="rId33"/>
    <p:sldLayoutId id="2147483731" r:id="rId34"/>
    <p:sldLayoutId id="2147483667" r:id="rId35"/>
    <p:sldLayoutId id="2147483732" r:id="rId36"/>
    <p:sldLayoutId id="2147483702" r:id="rId37"/>
  </p:sldLayoutIdLst>
  <p:txStyles>
    <p:titleStyle>
      <a:lvl1pPr algn="l" defTabSz="914400" rtl="0" eaLnBrk="1" latinLnBrk="0" hangingPunct="1">
        <a:lnSpc>
          <a:spcPct val="70000"/>
        </a:lnSpc>
        <a:spcBef>
          <a:spcPct val="0"/>
        </a:spcBef>
        <a:buNone/>
        <a:defRPr sz="40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180000" indent="-180000"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tx2"/>
          </a:solidFill>
          <a:latin typeface="+mn-lt"/>
          <a:ea typeface="+mn-ea"/>
          <a:cs typeface="+mn-cs"/>
        </a:defRPr>
      </a:lvl3pPr>
      <a:lvl4pPr marL="396000" indent="-216000"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tx2"/>
          </a:solidFill>
          <a:latin typeface="+mn-lt"/>
          <a:ea typeface="+mn-ea"/>
          <a:cs typeface="+mn-cs"/>
        </a:defRPr>
      </a:lvl4pPr>
      <a:lvl5pPr marL="540000" indent="-180000"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tx2"/>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470" userDrawn="1">
          <p15:clr>
            <a:srgbClr val="F26B43"/>
          </p15:clr>
        </p15:guide>
        <p15:guide id="3" pos="5291"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guide id="7" orient="horz" pos="356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hyperlink" Target="http://www.kpmg.com/ca" TargetMode="Externa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96112" y="1514264"/>
            <a:ext cx="5831819" cy="2880000"/>
          </a:xfrm>
        </p:spPr>
        <p:txBody>
          <a:bodyPr/>
          <a:lstStyle/>
          <a:p>
            <a:r>
              <a:rPr lang="en-US" noProof="0" dirty="0"/>
              <a:t>Screen</a:t>
            </a:r>
            <a:br>
              <a:rPr lang="en-US" noProof="0" dirty="0"/>
            </a:br>
            <a:r>
              <a:rPr lang="en-US" noProof="0" dirty="0"/>
              <a:t>template</a:t>
            </a:r>
          </a:p>
        </p:txBody>
      </p:sp>
      <p:sp>
        <p:nvSpPr>
          <p:cNvPr id="5" name="Subtitle 4"/>
          <p:cNvSpPr>
            <a:spLocks noGrp="1"/>
          </p:cNvSpPr>
          <p:nvPr>
            <p:ph type="body" sz="quarter" idx="11"/>
          </p:nvPr>
        </p:nvSpPr>
        <p:spPr>
          <a:xfrm>
            <a:off x="996112" y="4602703"/>
            <a:ext cx="5831819" cy="810000"/>
          </a:xfrm>
        </p:spPr>
        <p:txBody>
          <a:bodyPr/>
          <a:lstStyle/>
          <a:p>
            <a:r>
              <a:rPr lang="en-US" noProof="0" dirty="0"/>
              <a:t>Subtitle goes here</a:t>
            </a:r>
          </a:p>
          <a:p>
            <a:pPr lvl="1"/>
            <a:r>
              <a:rPr lang="en-US" noProof="0" dirty="0"/>
              <a:t>—</a:t>
            </a:r>
          </a:p>
          <a:p>
            <a:pPr lvl="1"/>
            <a:r>
              <a:rPr lang="en-US" noProof="0" dirty="0"/>
              <a:t>Date</a:t>
            </a:r>
          </a:p>
        </p:txBody>
      </p:sp>
    </p:spTree>
    <p:extLst>
      <p:ext uri="{BB962C8B-B14F-4D97-AF65-F5344CB8AC3E}">
        <p14:creationId xmlns:p14="http://schemas.microsoft.com/office/powerpoint/2010/main" val="3802906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noProof="0" dirty="0"/>
              <a:t>One column text</a:t>
            </a:r>
          </a:p>
        </p:txBody>
      </p:sp>
      <p:sp>
        <p:nvSpPr>
          <p:cNvPr id="4" name="Text Placeholder 3">
            <a:extLst>
              <a:ext uri="{FF2B5EF4-FFF2-40B4-BE49-F238E27FC236}">
                <a16:creationId xmlns:a16="http://schemas.microsoft.com/office/drawing/2014/main" id="{631E27EB-AA34-46AF-AB9F-5DA227CE4F6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31348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Two column text</a:t>
            </a:r>
          </a:p>
        </p:txBody>
      </p:sp>
      <p:sp>
        <p:nvSpPr>
          <p:cNvPr id="3" name="Text Placeholder 2"/>
          <p:cNvSpPr>
            <a:spLocks noGrp="1"/>
          </p:cNvSpPr>
          <p:nvPr>
            <p:ph type="body" sz="quarter" idx="10"/>
          </p:nvPr>
        </p:nvSpPr>
        <p:spPr/>
        <p:txBody>
          <a:bodyPr/>
          <a:lstStyle/>
          <a:p>
            <a:endParaRPr lang="en-GB" dirty="0"/>
          </a:p>
        </p:txBody>
      </p:sp>
      <p:sp>
        <p:nvSpPr>
          <p:cNvPr id="4" name="Text Placeholder 3"/>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477137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Text with image or chart</a:t>
            </a:r>
          </a:p>
        </p:txBody>
      </p:sp>
      <p:sp>
        <p:nvSpPr>
          <p:cNvPr id="4" name="Text Placeholder 3"/>
          <p:cNvSpPr>
            <a:spLocks noGrp="1"/>
          </p:cNvSpPr>
          <p:nvPr>
            <p:ph type="body" sz="quarter" idx="10"/>
          </p:nvPr>
        </p:nvSpPr>
        <p:spPr/>
        <p:txBody>
          <a:bodyPr/>
          <a:lstStyle/>
          <a:p>
            <a:endParaRPr lang="en-GB"/>
          </a:p>
        </p:txBody>
      </p:sp>
      <p:sp>
        <p:nvSpPr>
          <p:cNvPr id="8" name="Chart Placeholder 7"/>
          <p:cNvSpPr>
            <a:spLocks noGrp="1"/>
          </p:cNvSpPr>
          <p:nvPr>
            <p:ph type="chart" sz="quarter" idx="13"/>
          </p:nvPr>
        </p:nvSpPr>
        <p:spPr/>
        <p:txBody>
          <a:bodyPr/>
          <a:lstStyle/>
          <a:p>
            <a:endParaRPr lang="en-001"/>
          </a:p>
        </p:txBody>
      </p:sp>
    </p:spTree>
    <p:extLst>
      <p:ext uri="{BB962C8B-B14F-4D97-AF65-F5344CB8AC3E}">
        <p14:creationId xmlns:p14="http://schemas.microsoft.com/office/powerpoint/2010/main" val="2033865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One column chart text</a:t>
            </a:r>
          </a:p>
        </p:txBody>
      </p:sp>
      <p:sp>
        <p:nvSpPr>
          <p:cNvPr id="3" name="Text Placeholder 2">
            <a:extLst>
              <a:ext uri="{FF2B5EF4-FFF2-40B4-BE49-F238E27FC236}">
                <a16:creationId xmlns:a16="http://schemas.microsoft.com/office/drawing/2014/main" id="{68E4F43F-8B1F-4A0B-9130-FF33580C29A8}"/>
              </a:ext>
            </a:extLst>
          </p:cNvPr>
          <p:cNvSpPr>
            <a:spLocks noGrp="1"/>
          </p:cNvSpPr>
          <p:nvPr>
            <p:ph type="body" sz="quarter" idx="10"/>
          </p:nvPr>
        </p:nvSpPr>
        <p:spPr/>
        <p:txBody>
          <a:bodyPr/>
          <a:lstStyle/>
          <a:p>
            <a:endParaRPr lang="en-US"/>
          </a:p>
        </p:txBody>
      </p:sp>
      <p:sp>
        <p:nvSpPr>
          <p:cNvPr id="5" name="Chart Placeholder 4">
            <a:extLst>
              <a:ext uri="{FF2B5EF4-FFF2-40B4-BE49-F238E27FC236}">
                <a16:creationId xmlns:a16="http://schemas.microsoft.com/office/drawing/2014/main" id="{8ECE0A1B-B8A5-4BEE-A953-1F7AD75C4583}"/>
              </a:ext>
            </a:extLst>
          </p:cNvPr>
          <p:cNvSpPr>
            <a:spLocks noGrp="1"/>
          </p:cNvSpPr>
          <p:nvPr>
            <p:ph type="chart" sz="quarter" idx="11"/>
          </p:nvPr>
        </p:nvSpPr>
        <p:spPr/>
        <p:txBody>
          <a:bodyPr/>
          <a:lstStyle/>
          <a:p>
            <a:endParaRPr lang="en-001"/>
          </a:p>
        </p:txBody>
      </p:sp>
    </p:spTree>
    <p:extLst>
      <p:ext uri="{BB962C8B-B14F-4D97-AF65-F5344CB8AC3E}">
        <p14:creationId xmlns:p14="http://schemas.microsoft.com/office/powerpoint/2010/main" val="11037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Three column chart text</a:t>
            </a:r>
          </a:p>
        </p:txBody>
      </p:sp>
      <p:sp>
        <p:nvSpPr>
          <p:cNvPr id="4" name="Text Placeholder 3">
            <a:extLst>
              <a:ext uri="{FF2B5EF4-FFF2-40B4-BE49-F238E27FC236}">
                <a16:creationId xmlns:a16="http://schemas.microsoft.com/office/drawing/2014/main" id="{98620881-36FF-43AF-96F0-12BA41DB77CD}"/>
              </a:ext>
            </a:extLst>
          </p:cNvPr>
          <p:cNvSpPr>
            <a:spLocks noGrp="1"/>
          </p:cNvSpPr>
          <p:nvPr>
            <p:ph type="body" sz="quarter" idx="10"/>
          </p:nvPr>
        </p:nvSpPr>
        <p:spPr/>
        <p:txBody>
          <a:bodyPr/>
          <a:lstStyle/>
          <a:p>
            <a:endParaRPr lang="en-US" dirty="0"/>
          </a:p>
        </p:txBody>
      </p:sp>
      <p:sp>
        <p:nvSpPr>
          <p:cNvPr id="9" name="Text Placeholder 8">
            <a:extLst>
              <a:ext uri="{FF2B5EF4-FFF2-40B4-BE49-F238E27FC236}">
                <a16:creationId xmlns:a16="http://schemas.microsoft.com/office/drawing/2014/main" id="{9C5B0EE1-1064-4292-8A4D-9AD896A1B186}"/>
              </a:ext>
            </a:extLst>
          </p:cNvPr>
          <p:cNvSpPr>
            <a:spLocks noGrp="1"/>
          </p:cNvSpPr>
          <p:nvPr>
            <p:ph type="body" sz="quarter" idx="14"/>
          </p:nvPr>
        </p:nvSpPr>
        <p:spPr/>
        <p:txBody>
          <a:bodyPr/>
          <a:lstStyle/>
          <a:p>
            <a:endParaRPr lang="en-US" dirty="0"/>
          </a:p>
        </p:txBody>
      </p:sp>
      <p:sp>
        <p:nvSpPr>
          <p:cNvPr id="10" name="Text Placeholder 9">
            <a:extLst>
              <a:ext uri="{FF2B5EF4-FFF2-40B4-BE49-F238E27FC236}">
                <a16:creationId xmlns:a16="http://schemas.microsoft.com/office/drawing/2014/main" id="{A80E41B6-B2CF-4F84-9AA9-97DCF5B2C42C}"/>
              </a:ext>
            </a:extLst>
          </p:cNvPr>
          <p:cNvSpPr>
            <a:spLocks noGrp="1"/>
          </p:cNvSpPr>
          <p:nvPr>
            <p:ph type="body" sz="quarter" idx="15"/>
          </p:nvPr>
        </p:nvSpPr>
        <p:spPr/>
        <p:txBody>
          <a:bodyPr/>
          <a:lstStyle/>
          <a:p>
            <a:endParaRPr lang="en-US" dirty="0"/>
          </a:p>
        </p:txBody>
      </p:sp>
      <p:sp>
        <p:nvSpPr>
          <p:cNvPr id="7" name="Chart Placeholder 6">
            <a:extLst>
              <a:ext uri="{FF2B5EF4-FFF2-40B4-BE49-F238E27FC236}">
                <a16:creationId xmlns:a16="http://schemas.microsoft.com/office/drawing/2014/main" id="{327DEED6-7685-4B67-ABBE-56CF5D4FD7DB}"/>
              </a:ext>
            </a:extLst>
          </p:cNvPr>
          <p:cNvSpPr>
            <a:spLocks noGrp="1"/>
          </p:cNvSpPr>
          <p:nvPr>
            <p:ph type="chart" sz="quarter" idx="12"/>
          </p:nvPr>
        </p:nvSpPr>
        <p:spPr/>
        <p:txBody>
          <a:bodyPr/>
          <a:lstStyle/>
          <a:p>
            <a:endParaRPr lang="en-001"/>
          </a:p>
        </p:txBody>
      </p:sp>
      <p:sp>
        <p:nvSpPr>
          <p:cNvPr id="6" name="Chart Placeholder 5">
            <a:extLst>
              <a:ext uri="{FF2B5EF4-FFF2-40B4-BE49-F238E27FC236}">
                <a16:creationId xmlns:a16="http://schemas.microsoft.com/office/drawing/2014/main" id="{7E65EB94-1EF6-485D-BD35-3CEBC7B4FB95}"/>
              </a:ext>
            </a:extLst>
          </p:cNvPr>
          <p:cNvSpPr>
            <a:spLocks noGrp="1"/>
          </p:cNvSpPr>
          <p:nvPr>
            <p:ph type="chart" sz="quarter" idx="11"/>
          </p:nvPr>
        </p:nvSpPr>
        <p:spPr/>
        <p:txBody>
          <a:bodyPr/>
          <a:lstStyle/>
          <a:p>
            <a:endParaRPr lang="en-001"/>
          </a:p>
        </p:txBody>
      </p:sp>
      <p:sp>
        <p:nvSpPr>
          <p:cNvPr id="8" name="Chart Placeholder 7">
            <a:extLst>
              <a:ext uri="{FF2B5EF4-FFF2-40B4-BE49-F238E27FC236}">
                <a16:creationId xmlns:a16="http://schemas.microsoft.com/office/drawing/2014/main" id="{30854D68-CFB0-4E37-A576-3589818B48E7}"/>
              </a:ext>
            </a:extLst>
          </p:cNvPr>
          <p:cNvSpPr>
            <a:spLocks noGrp="1"/>
          </p:cNvSpPr>
          <p:nvPr>
            <p:ph type="chart" sz="quarter" idx="13"/>
          </p:nvPr>
        </p:nvSpPr>
        <p:spPr/>
        <p:txBody>
          <a:bodyPr/>
          <a:lstStyle/>
          <a:p>
            <a:endParaRPr lang="en-001"/>
          </a:p>
        </p:txBody>
      </p:sp>
    </p:spTree>
    <p:extLst>
      <p:ext uri="{BB962C8B-B14F-4D97-AF65-F5344CB8AC3E}">
        <p14:creationId xmlns:p14="http://schemas.microsoft.com/office/powerpoint/2010/main" val="1813824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2714" y="2504375"/>
            <a:ext cx="4592586" cy="1623742"/>
          </a:xfrm>
        </p:spPr>
        <p:txBody>
          <a:bodyPr/>
          <a:lstStyle/>
          <a:p>
            <a:r>
              <a:rPr lang="en-GB" dirty="0"/>
              <a:t>Divider one title here</a:t>
            </a:r>
            <a:endParaRPr lang="en-US" noProof="0" dirty="0"/>
          </a:p>
        </p:txBody>
      </p:sp>
      <p:sp>
        <p:nvSpPr>
          <p:cNvPr id="4" name="Text Placeholder 3">
            <a:extLst>
              <a:ext uri="{FF2B5EF4-FFF2-40B4-BE49-F238E27FC236}">
                <a16:creationId xmlns:a16="http://schemas.microsoft.com/office/drawing/2014/main" id="{364FC59A-4D35-4939-B387-A9B687492766}"/>
              </a:ext>
            </a:extLst>
          </p:cNvPr>
          <p:cNvSpPr>
            <a:spLocks noGrp="1"/>
          </p:cNvSpPr>
          <p:nvPr>
            <p:ph type="body" sz="quarter" idx="10"/>
          </p:nvPr>
        </p:nvSpPr>
        <p:spPr/>
        <p:txBody>
          <a:bodyPr/>
          <a:lstStyle/>
          <a:p>
            <a:r>
              <a:rPr lang="en-US" dirty="0"/>
              <a:t>01</a:t>
            </a:r>
          </a:p>
        </p:txBody>
      </p:sp>
      <p:sp>
        <p:nvSpPr>
          <p:cNvPr id="5" name="Text Placeholder 4">
            <a:extLst>
              <a:ext uri="{FF2B5EF4-FFF2-40B4-BE49-F238E27FC236}">
                <a16:creationId xmlns:a16="http://schemas.microsoft.com/office/drawing/2014/main" id="{5F36CBA7-45D0-4DDD-94B5-E6E075E35494}"/>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374538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Process four column</a:t>
            </a:r>
          </a:p>
        </p:txBody>
      </p:sp>
      <p:sp>
        <p:nvSpPr>
          <p:cNvPr id="11" name="Text Placeholder 10">
            <a:extLst>
              <a:ext uri="{FF2B5EF4-FFF2-40B4-BE49-F238E27FC236}">
                <a16:creationId xmlns:a16="http://schemas.microsoft.com/office/drawing/2014/main" id="{6E135F3D-72C2-48F0-BAED-24D78206C9EF}"/>
              </a:ext>
            </a:extLst>
          </p:cNvPr>
          <p:cNvSpPr>
            <a:spLocks noGrp="1"/>
          </p:cNvSpPr>
          <p:nvPr>
            <p:ph type="body" sz="quarter" idx="10"/>
          </p:nvPr>
        </p:nvSpPr>
        <p:spPr/>
        <p:txBody>
          <a:bodyPr/>
          <a:lstStyle/>
          <a:p>
            <a:endParaRPr lang="en-US"/>
          </a:p>
        </p:txBody>
      </p:sp>
      <p:sp>
        <p:nvSpPr>
          <p:cNvPr id="12" name="Text Placeholder 11">
            <a:extLst>
              <a:ext uri="{FF2B5EF4-FFF2-40B4-BE49-F238E27FC236}">
                <a16:creationId xmlns:a16="http://schemas.microsoft.com/office/drawing/2014/main" id="{C1C72E2E-131A-4D4D-A25C-32B965C6A2DA}"/>
              </a:ext>
            </a:extLst>
          </p:cNvPr>
          <p:cNvSpPr>
            <a:spLocks noGrp="1"/>
          </p:cNvSpPr>
          <p:nvPr>
            <p:ph type="body" sz="quarter" idx="11"/>
          </p:nvPr>
        </p:nvSpPr>
        <p:spPr/>
        <p:txBody>
          <a:bodyPr/>
          <a:lstStyle/>
          <a:p>
            <a:endParaRPr lang="en-US"/>
          </a:p>
        </p:txBody>
      </p:sp>
      <p:sp>
        <p:nvSpPr>
          <p:cNvPr id="13" name="Text Placeholder 12">
            <a:extLst>
              <a:ext uri="{FF2B5EF4-FFF2-40B4-BE49-F238E27FC236}">
                <a16:creationId xmlns:a16="http://schemas.microsoft.com/office/drawing/2014/main" id="{DAB2561A-281E-4448-BC2D-C0BDCDD6CD8A}"/>
              </a:ext>
            </a:extLst>
          </p:cNvPr>
          <p:cNvSpPr>
            <a:spLocks noGrp="1"/>
          </p:cNvSpPr>
          <p:nvPr>
            <p:ph type="body" sz="quarter" idx="12"/>
          </p:nvPr>
        </p:nvSpPr>
        <p:spPr/>
        <p:txBody>
          <a:bodyPr/>
          <a:lstStyle/>
          <a:p>
            <a:endParaRPr lang="en-US"/>
          </a:p>
        </p:txBody>
      </p:sp>
      <p:sp>
        <p:nvSpPr>
          <p:cNvPr id="14" name="Text Placeholder 13">
            <a:extLst>
              <a:ext uri="{FF2B5EF4-FFF2-40B4-BE49-F238E27FC236}">
                <a16:creationId xmlns:a16="http://schemas.microsoft.com/office/drawing/2014/main" id="{E52CF618-8D81-47DC-985F-A90A49F40FC6}"/>
              </a:ext>
            </a:extLst>
          </p:cNvPr>
          <p:cNvSpPr>
            <a:spLocks noGrp="1"/>
          </p:cNvSpPr>
          <p:nvPr>
            <p:ph type="body" sz="quarter" idx="13"/>
          </p:nvPr>
        </p:nvSpPr>
        <p:spPr/>
        <p:txBody>
          <a:bodyPr/>
          <a:lstStyle/>
          <a:p>
            <a:endParaRPr lang="en-US"/>
          </a:p>
        </p:txBody>
      </p:sp>
      <p:sp>
        <p:nvSpPr>
          <p:cNvPr id="15" name="Text Placeholder 14">
            <a:extLst>
              <a:ext uri="{FF2B5EF4-FFF2-40B4-BE49-F238E27FC236}">
                <a16:creationId xmlns:a16="http://schemas.microsoft.com/office/drawing/2014/main" id="{32AC0470-D7F2-45DB-A324-7EA048B3F877}"/>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489671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D1A030A-B159-4B42-8A4A-A9A40D9F4769}"/>
              </a:ext>
            </a:extLst>
          </p:cNvPr>
          <p:cNvSpPr>
            <a:spLocks noGrp="1"/>
          </p:cNvSpPr>
          <p:nvPr>
            <p:ph type="body" sz="quarter" idx="10"/>
          </p:nvPr>
        </p:nvSpPr>
        <p:spPr>
          <a:xfrm>
            <a:off x="749300" y="3653770"/>
            <a:ext cx="6255182" cy="1843088"/>
          </a:xfrm>
        </p:spPr>
        <p:txBody>
          <a:bodyPr/>
          <a:lstStyle/>
          <a:p>
            <a:r>
              <a:rPr lang="en-US" dirty="0"/>
              <a:t>The information contained herein is of a general nature and is not intended to address the circumstances of any particular individual or entity. Although we </a:t>
            </a:r>
            <a:r>
              <a:rPr lang="en-US" dirty="0" err="1"/>
              <a:t>endeavour</a:t>
            </a:r>
            <a:r>
              <a:rPr lang="en-US" dirty="0"/>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r>
              <a:rPr lang="en-US" dirty="0"/>
              <a:t>© </a:t>
            </a:r>
            <a:fld id="{41996DDE-131D-4649-9EFC-30859ED909E3}" type="datetimeyyyy">
              <a:rPr lang="en-US" smtClean="0"/>
              <a:t>2025</a:t>
            </a:fld>
            <a:r>
              <a:rPr lang="en-US" dirty="0"/>
              <a:t>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
        <p:nvSpPr>
          <p:cNvPr id="10" name="Rectangle 9">
            <a:hlinkClick r:id="rId2"/>
            <a:extLst>
              <a:ext uri="{FF2B5EF4-FFF2-40B4-BE49-F238E27FC236}">
                <a16:creationId xmlns:a16="http://schemas.microsoft.com/office/drawing/2014/main" id="{ADFE38D6-BFD9-4832-94D9-1A4BF13C7F5B}"/>
              </a:ext>
            </a:extLst>
          </p:cNvPr>
          <p:cNvSpPr>
            <a:spLocks noChangeArrowheads="1"/>
          </p:cNvSpPr>
          <p:nvPr/>
        </p:nvSpPr>
        <p:spPr bwMode="gray">
          <a:xfrm>
            <a:off x="749300" y="3561437"/>
            <a:ext cx="1311435" cy="184666"/>
          </a:xfrm>
          <a:prstGeom prst="rect">
            <a:avLst/>
          </a:prstGeom>
          <a:noFill/>
          <a:ln w="9525">
            <a:noFill/>
            <a:miter lim="800000"/>
            <a:headEnd/>
            <a:tailEnd/>
          </a:ln>
          <a:effectLst/>
        </p:spPr>
        <p:txBody>
          <a:bodyPr wrap="square" lIns="0" tIns="0" rIns="0" bIns="0" anchor="ctr">
            <a:spAutoFit/>
          </a:bodyPr>
          <a:lstStyle/>
          <a:p>
            <a:pPr>
              <a:defRPr/>
            </a:pPr>
            <a:r>
              <a:rPr lang="en-CA" sz="1200" b="1" i="0" kern="0" dirty="0">
                <a:solidFill>
                  <a:schemeClr val="bg1"/>
                </a:solidFill>
                <a:latin typeface="+mn-lt"/>
                <a:ea typeface="Times New Roman" pitchFamily="18" charset="0"/>
                <a:cs typeface="Univers for KPMG"/>
              </a:rPr>
              <a:t>kpmg.com/ca</a:t>
            </a:r>
            <a:endParaRPr lang="en-CA" sz="1200" b="1" i="0" kern="0" dirty="0">
              <a:solidFill>
                <a:schemeClr val="bg1"/>
              </a:solidFill>
              <a:latin typeface="+mn-lt"/>
              <a:cs typeface="Univers for KPMG"/>
            </a:endParaRPr>
          </a:p>
        </p:txBody>
      </p:sp>
    </p:spTree>
    <p:extLst>
      <p:ext uri="{BB962C8B-B14F-4D97-AF65-F5344CB8AC3E}">
        <p14:creationId xmlns:p14="http://schemas.microsoft.com/office/powerpoint/2010/main" val="3945250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7EB9E2-3F3A-474B-885F-158EBC9B52ED}"/>
              </a:ext>
            </a:extLst>
          </p:cNvPr>
          <p:cNvSpPr>
            <a:spLocks noGrp="1"/>
          </p:cNvSpPr>
          <p:nvPr>
            <p:ph type="title"/>
          </p:nvPr>
        </p:nvSpPr>
        <p:spPr>
          <a:xfrm>
            <a:off x="752400" y="432000"/>
            <a:ext cx="7639200" cy="518400"/>
          </a:xfrm>
        </p:spPr>
        <p:txBody>
          <a:bodyPr/>
          <a:lstStyle/>
          <a:p>
            <a:r>
              <a:rPr lang="en-US" dirty="0"/>
              <a:t>Color usage</a:t>
            </a:r>
          </a:p>
        </p:txBody>
      </p:sp>
    </p:spTree>
    <p:extLst>
      <p:ext uri="{BB962C8B-B14F-4D97-AF65-F5344CB8AC3E}">
        <p14:creationId xmlns:p14="http://schemas.microsoft.com/office/powerpoint/2010/main" val="34694109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heme/theme1.xml><?xml version="1.0" encoding="utf-8"?>
<a:theme xmlns:a="http://schemas.openxmlformats.org/drawingml/2006/main" name="KPMG Screen (4:3) Feb 2022">
  <a:themeElements>
    <a:clrScheme name="Custom 37">
      <a:dk1>
        <a:srgbClr val="000000"/>
      </a:dk1>
      <a:lt1>
        <a:sysClr val="window" lastClr="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New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3" id="{DB237542-F14B-4B74-B7F5-0C3880492547}" vid="{3E41BD10-8104-4843-94FE-BF37223AB23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9f86d2-7e59-4ddf-a384-2320c21b9596">
      <Value>68</Value>
      <Value>390</Value>
    </TaxCatchAll>
    <CandC_Tax_InstanceTerms3TaxHTField xmlns="ec34c195-ea43-43d6-8133-349d7020f851" xsi:nil="true"/>
    <KPMG_HideOISearch xmlns="ec34c195-ea43-43d6-8133-349d7020f851">false</KPMG_HideOISearch>
    <KPMG_ContentOwner xmlns="ec34c195-ea43-43d6-8133-349d7020f851">
      <UserInfo>
        <DisplayName/>
        <AccountId xsi:nil="true"/>
        <AccountType/>
      </UserInfo>
    </KPMG_ContentOwner>
    <CandC_Order xmlns="ec34c195-ea43-43d6-8133-349d7020f851">999</CandC_Order>
    <Section xmlns="ec34c195-ea43-43d6-8133-349d7020f851">PPT deck templates English</Section>
    <CandC_Tax_DeliveryToolsTaxHTField xmlns="ec34c195-ea43-43d6-8133-349d7020f851" xsi:nil="true"/>
    <CandC_Tax_2TaxHTField xmlns="ec34c195-ea43-43d6-8133-349d7020f851" xsi:nil="true"/>
    <CandC_Tax_InstanceTerms4TaxHTField xmlns="ec34c195-ea43-43d6-8133-349d7020f851" xsi:nil="true"/>
    <CandC_Tax_3TaxHTField xmlns="ec34c195-ea43-43d6-8133-349d7020f851" xsi:nil="true"/>
    <CandC_ReviewDate xmlns="ec34c195-ea43-43d6-8133-349d7020f851" xsi:nil="true"/>
    <CandC_Description xmlns="ec34c195-ea43-43d6-8133-349d7020f851" xsi:nil="true"/>
    <CandC_Tax_AlliancesTaxHTField xmlns="ec34c195-ea43-43d6-8133-349d7020f851" xsi:nil="true"/>
    <CandC_Tax_1TaxHTField xmlns="ec34c195-ea43-43d6-8133-349d7020f851" xsi:nil="true"/>
    <CandC_PublishedExpirationDate xmlns="ec34c195-ea43-43d6-8133-349d7020f851" xsi:nil="true"/>
    <CandC_Tax_TechnologyTaxHTField xmlns="ec34c195-ea43-43d6-8133-349d7020f851" xsi:nil="true"/>
    <CandC_Tax_6TaxHTField xmlns="ec34c195-ea43-43d6-8133-349d7020f851" xsi:nil="true"/>
    <CandC_Tax_ESGTaxHTField xmlns="ec34c195-ea43-43d6-8133-349d7020f851" xsi:nil="true"/>
    <CandC_Tax_InstanceTerms5TaxHTField xmlns="ec34c195-ea43-43d6-8133-349d7020f851" xsi:nil="true"/>
    <CandC_Tax_7TaxHTField xmlns="ec34c195-ea43-43d6-8133-349d7020f851" xsi:nil="true"/>
    <CandC_Tax_4TaxHTField xmlns="ec34c195-ea43-43d6-8133-349d7020f851" xsi:nil="true"/>
    <CandC_Tax_5TaxHTField xmlns="ec34c195-ea43-43d6-8133-349d7020f851" xsi:nil="true"/>
    <CandC_OverrideImageUrl xmlns="ec34c195-ea43-43d6-8133-349d7020f851">
      <Url xsi:nil="true"/>
      <Description xsi:nil="true"/>
    </CandC_OverrideImageUrl>
    <CandC_Tax_SolutionsTaxHTField xmlns="ec34c195-ea43-43d6-8133-349d7020f851" xsi:nil="true"/>
    <Subsection xmlns="ec34c195-ea43-43d6-8133-349d7020f851">English</Subsection>
    <CandC_Tax_8TaxHTField xmlns="ec34c195-ea43-43d6-8133-349d7020f851">PowerPoint Deck|b432d858-8f2d-448c-893b-bd18c805119a</CandC_Tax_8TaxHTField>
    <CandC_Tax_ToolsTaxHTField xmlns="ec34c195-ea43-43d6-8133-349d7020f851" xsi:nil="true"/>
    <KPMG_ContentPublisher xmlns="ec34c195-ea43-43d6-8133-349d7020f851">
      <UserInfo>
        <DisplayName/>
        <AccountId xsi:nil="true"/>
        <AccountType/>
      </UserInfo>
    </KPMG_ContentPublisher>
    <CandC_PublishedDate xmlns="ec34c195-ea43-43d6-8133-349d7020f851">2025-10-31T21:31:34+00:00</CandC_PublishedDate>
    <CandC_Tax_InstanceTerms2TaxHTField xmlns="ec34c195-ea43-43d6-8133-349d7020f851" xsi:nil="true"/>
    <lcf76f155ced4ddcb4097134ff3c332f xmlns="ec34c195-ea43-43d6-8133-349d7020f851">
      <Terms xmlns="http://schemas.microsoft.com/office/infopath/2007/PartnerControls"/>
    </lcf76f155ced4ddcb4097134ff3c332f>
    <CandC_Featured xmlns="ec34c195-ea43-43d6-8133-349d7020f851">false</CandC_Featured>
    <MediaLengthInSeconds xmlns="ec34c195-ea43-43d6-8133-349d7020f85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Fresh document" ma:contentTypeID="0x01010036DF8ACB058DF9489700B19236AAD594007E8419FE4F950B4392065678514CA894" ma:contentTypeVersion="2" ma:contentTypeDescription="" ma:contentTypeScope="" ma:versionID="fba4604401542e7283ffcf9705ddc4ad">
  <xsd:schema xmlns:xsd="http://www.w3.org/2001/XMLSchema" xmlns:xs="http://www.w3.org/2001/XMLSchema" xmlns:p="http://schemas.microsoft.com/office/2006/metadata/properties" xmlns:ns1="ec34c195-ea43-43d6-8133-349d7020f851" xmlns:ns2="b59f86d2-7e59-4ddf-a384-2320c21b9596" targetNamespace="http://schemas.microsoft.com/office/2006/metadata/properties" ma:root="true" ma:fieldsID="a6a641806cd49625d2119407a8d9f657" ns1:_="" ns2:_="">
    <xsd:import namespace="ec34c195-ea43-43d6-8133-349d7020f851"/>
    <xsd:import namespace="b59f86d2-7e59-4ddf-a384-2320c21b9596"/>
    <xsd:element name="properties">
      <xsd:complexType>
        <xsd:sequence>
          <xsd:element name="documentManagement">
            <xsd:complexType>
              <xsd:all>
                <xsd:element ref="ns1:CandC_Tax_1TaxHTField" minOccurs="0"/>
                <xsd:element ref="ns1:CandC_Tax_2TaxHTField" minOccurs="0"/>
                <xsd:element ref="ns1:CandC_Tax_3TaxHTField" minOccurs="0"/>
                <xsd:element ref="ns1:CandC_Tax_4TaxHTField" minOccurs="0"/>
                <xsd:element ref="ns1:CandC_Tax_5TaxHTField" minOccurs="0"/>
                <xsd:element ref="ns1:CandC_Tax_6TaxHTField" minOccurs="0"/>
                <xsd:element ref="ns1:CandC_Tax_7TaxHTField" minOccurs="0"/>
                <xsd:element ref="ns1:CandC_Tax_8TaxHTField" minOccurs="0"/>
                <xsd:element ref="ns2:TaxCatchAll" minOccurs="0"/>
                <xsd:element ref="ns1:TaxCatchAllLabel" minOccurs="0"/>
                <xsd:element ref="ns1:CandC_Description" minOccurs="0"/>
                <xsd:element ref="ns1:CandC_Featured" minOccurs="0"/>
                <xsd:element ref="ns1:CandC_PublishedExpirationDate" minOccurs="0"/>
                <xsd:element ref="ns1:CandC_PublishedDate" minOccurs="0"/>
                <xsd:element ref="ns1:KPMG_HideOISearch" minOccurs="0"/>
                <xsd:element ref="ns1:KPMG_ContentOwner" minOccurs="0"/>
                <xsd:element ref="ns1:KPMG_ContentPublisher" minOccurs="0"/>
                <xsd:element ref="ns1:CandC_ReviewDate" minOccurs="0"/>
                <xsd:element ref="ns1:CandC_OverrideImageUrl" minOccurs="0"/>
                <xsd:element ref="ns1:CandC_Tax_AlliancesTaxHTField" minOccurs="0"/>
                <xsd:element ref="ns1:CandC_Tax_ToolsTaxHTField" minOccurs="0"/>
                <xsd:element ref="ns1:CandC_Tax_ESGTaxHTField" minOccurs="0"/>
                <xsd:element ref="ns1:CandC_Tax_InstanceTerms2TaxHTField" minOccurs="0"/>
                <xsd:element ref="ns1:CandC_Tax_InstanceTerms3TaxHTField" minOccurs="0"/>
                <xsd:element ref="ns1:CandC_Tax_InstanceTerms4TaxHTField" minOccurs="0"/>
                <xsd:element ref="ns1:CandC_Tax_InstanceTerms5TaxHTField" minOccurs="0"/>
                <xsd:element ref="ns1:CandC_Tax_SolutionsTaxHTField" minOccurs="0"/>
                <xsd:element ref="ns1:CandC_Tax_DeliveryToolsTaxHTField" minOccurs="0"/>
                <xsd:element ref="ns1:CandC_Tax_TechnologyTaxHTField" minOccurs="0"/>
                <xsd:element ref="ns1:MediaServiceMetadata" minOccurs="0"/>
                <xsd:element ref="ns1:MediaServiceFastMetadata" minOccurs="0"/>
                <xsd:element ref="ns1:MediaServiceSearchProperties" minOccurs="0"/>
                <xsd:element ref="ns1:MediaServiceDateTaken" minOccurs="0"/>
                <xsd:element ref="ns1:MediaServiceOCR" minOccurs="0"/>
                <xsd:element ref="ns1:MediaServiceGenerationTime" minOccurs="0"/>
                <xsd:element ref="ns1:MediaServiceEventHashCode" minOccurs="0"/>
                <xsd:element ref="ns1:lcf76f155ced4ddcb4097134ff3c332f" minOccurs="0"/>
                <xsd:element ref="ns1:CandC_Order" minOccurs="0"/>
                <xsd:element ref="ns1:Section" minOccurs="0"/>
                <xsd:element ref="ns1:Subsection" minOccurs="0"/>
                <xsd:element ref="ns1: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34c195-ea43-43d6-8133-349d7020f851" elementFormDefault="qualified">
    <xsd:import namespace="http://schemas.microsoft.com/office/2006/documentManagement/types"/>
    <xsd:import namespace="http://schemas.microsoft.com/office/infopath/2007/PartnerControls"/>
    <xsd:element name="CandC_Tax_1TaxHTField" ma:index="0" nillable="true" ma:displayName="CandC_Tax_1TaxHTField" ma:hidden="true" ma:internalName="CandC_Tax_1TaxHTField">
      <xsd:simpleType>
        <xsd:restriction base="dms:Note"/>
      </xsd:simpleType>
    </xsd:element>
    <xsd:element name="CandC_Tax_2TaxHTField" ma:index="1" nillable="true" ma:displayName="CandC_Tax_2TaxHTField" ma:hidden="true" ma:internalName="CandC_Tax_2TaxHTField">
      <xsd:simpleType>
        <xsd:restriction base="dms:Note"/>
      </xsd:simpleType>
    </xsd:element>
    <xsd:element name="CandC_Tax_3TaxHTField" ma:index="2" nillable="true" ma:displayName="CandC_Tax_3TaxHTField" ma:hidden="true" ma:internalName="CandC_Tax_3TaxHTField">
      <xsd:simpleType>
        <xsd:restriction base="dms:Note"/>
      </xsd:simpleType>
    </xsd:element>
    <xsd:element name="CandC_Tax_4TaxHTField" ma:index="3" nillable="true" ma:displayName="CandC_Tax_4TaxHTField" ma:hidden="true" ma:internalName="CandC_Tax_4TaxHTField">
      <xsd:simpleType>
        <xsd:restriction base="dms:Note"/>
      </xsd:simpleType>
    </xsd:element>
    <xsd:element name="CandC_Tax_5TaxHTField" ma:index="4" nillable="true" ma:displayName="CandC_Tax_5TaxHTField" ma:hidden="true" ma:internalName="CandC_Tax_5TaxHTField">
      <xsd:simpleType>
        <xsd:restriction base="dms:Note"/>
      </xsd:simpleType>
    </xsd:element>
    <xsd:element name="CandC_Tax_6TaxHTField" ma:index="5" nillable="true" ma:displayName="CandC_Tax_6TaxHTField" ma:hidden="true" ma:internalName="CandC_Tax_6TaxHTField">
      <xsd:simpleType>
        <xsd:restriction base="dms:Note"/>
      </xsd:simpleType>
    </xsd:element>
    <xsd:element name="CandC_Tax_7TaxHTField" ma:index="6" nillable="true" ma:displayName="CandC_Tax_7TaxHTField" ma:hidden="true" ma:internalName="CandC_Tax_7TaxHTField">
      <xsd:simpleType>
        <xsd:restriction base="dms:Note"/>
      </xsd:simpleType>
    </xsd:element>
    <xsd:element name="CandC_Tax_8TaxHTField" ma:index="7" nillable="true" ma:displayName="CandC_Tax_8TaxHTField" ma:hidden="true" ma:internalName="CandC_Tax_8TaxHTField">
      <xsd:simpleType>
        <xsd:restriction base="dms:Note"/>
      </xsd:simpleType>
    </xsd:element>
    <xsd:element name="TaxCatchAllLabel" ma:index="9" nillable="true" ma:displayName="Taxonomy Catch All Column1" ma:hidden="true" ma:list="{2ddf1ba2-3483-43d4-86c8-6c58eda9e2b5}" ma:internalName="TaxCatchAllLabel" ma:readOnly="true" ma:showField="CatchAllDataLabel">
      <xsd:complexType>
        <xsd:complexContent>
          <xsd:extension base="dms:MultiChoiceLookup">
            <xsd:sequence>
              <xsd:element name="Value" type="dms:Lookup" maxOccurs="unbounded" minOccurs="0" nillable="true"/>
            </xsd:sequence>
          </xsd:extension>
        </xsd:complexContent>
      </xsd:complexType>
    </xsd:element>
    <xsd:element name="CandC_Description" ma:index="18" nillable="true" ma:displayName="Short description" ma:internalName="CandC_Description">
      <xsd:simpleType>
        <xsd:restriction base="dms:Note">
          <xsd:maxLength value="255"/>
        </xsd:restriction>
      </xsd:simpleType>
    </xsd:element>
    <xsd:element name="CandC_Featured" ma:index="19" nillable="true" ma:displayName="Featured" ma:default="0" ma:internalName="CandC_Featured">
      <xsd:simpleType>
        <xsd:restriction base="dms:Boolean"/>
      </xsd:simpleType>
    </xsd:element>
    <xsd:element name="CandC_PublishedExpirationDate" ma:index="20" nillable="true" ma:displayName="Expiration date" ma:description="The date from which to stop pushing this content to users" ma:format="DateOnly" ma:internalName="CandC_PublishedExpirationDate">
      <xsd:simpleType>
        <xsd:restriction base="dms:DateTime"/>
      </xsd:simpleType>
    </xsd:element>
    <xsd:element name="CandC_PublishedDate" ma:index="21" nillable="true" ma:displayName="Publish date" ma:default="[today]" ma:description="The date from which to push this content to users" ma:format="DateOnly" ma:internalName="CandC_PublishedDate" ma:readOnly="false">
      <xsd:simpleType>
        <xsd:restriction base="dms:DateTime"/>
      </xsd:simpleType>
    </xsd:element>
    <xsd:element name="KPMG_HideOISearch" ma:index="22" nillable="true" ma:displayName="Hide from OI Search" ma:default="0" ma:internalName="KPMG_HideOISearch">
      <xsd:simpleType>
        <xsd:restriction base="dms:Boolean"/>
      </xsd:simpleType>
    </xsd:element>
    <xsd:element name="KPMG_ContentOwner" ma:index="23" nillable="true" ma:displayName="Content Owner" ma:list="UserInfo" ma:SharePointGroup="0" ma:internalName="KPMG_Cont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KPMG_ContentPublisher" ma:index="24" nillable="true" ma:displayName="Content Publisher" ma:list="UserInfo" ma:SharePointGroup="0" ma:internalName="KPMG_ContentPublish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andC_ReviewDate" ma:index="25" nillable="true" ma:displayName="Review date" ma:description="Date for revision" ma:format="DateOnly" ma:internalName="CandC_ReviewDate">
      <xsd:simpleType>
        <xsd:restriction base="dms:DateTime"/>
      </xsd:simpleType>
    </xsd:element>
    <xsd:element name="CandC_OverrideImageUrl" ma:index="26" nillable="true" ma:displayName="Override rollup image" ma:description="Override the rollup image for this document" ma:format="Hyperlink" ma:internalName="CandC_OverrideImageUrl">
      <xsd:complexType>
        <xsd:complexContent>
          <xsd:extension base="dms:URL">
            <xsd:sequence>
              <xsd:element name="Url" type="dms:ValidUrl" minOccurs="0" nillable="true"/>
              <xsd:element name="Description" type="xsd:string" nillable="true"/>
            </xsd:sequence>
          </xsd:extension>
        </xsd:complexContent>
      </xsd:complexType>
    </xsd:element>
    <xsd:element name="CandC_Tax_AlliancesTaxHTField" ma:index="27" nillable="true" ma:displayName="CandC_Tax_AlliancesTaxHTField" ma:hidden="true" ma:internalName="CandC_Tax_AlliancesTaxHTField">
      <xsd:simpleType>
        <xsd:restriction base="dms:Note"/>
      </xsd:simpleType>
    </xsd:element>
    <xsd:element name="CandC_Tax_ToolsTaxHTField" ma:index="28" nillable="true" ma:displayName="CandC_Tax_AlliancesTaxHTField" ma:hidden="true" ma:internalName="CandC_Tax_ToolsTaxHTField">
      <xsd:simpleType>
        <xsd:restriction base="dms:Note"/>
      </xsd:simpleType>
    </xsd:element>
    <xsd:element name="CandC_Tax_ESGTaxHTField" ma:index="29" nillable="true" ma:displayName="CandC_Tax_ESGTaxHTField" ma:hidden="true" ma:internalName="CandC_Tax_ESGTaxHTField">
      <xsd:simpleType>
        <xsd:restriction base="dms:Note"/>
      </xsd:simpleType>
    </xsd:element>
    <xsd:element name="CandC_Tax_InstanceTerms2TaxHTField" ma:index="30" nillable="true" ma:displayName="CandC_Tax_InstanceTerms2TaxHTField" ma:hidden="true" ma:internalName="CandC_Tax_InstanceTerms2TaxHTField">
      <xsd:simpleType>
        <xsd:restriction base="dms:Note"/>
      </xsd:simpleType>
    </xsd:element>
    <xsd:element name="CandC_Tax_InstanceTerms3TaxHTField" ma:index="31" nillable="true" ma:displayName="CandC_Tax_InstanceTerms3TaxHTField" ma:hidden="true" ma:internalName="CandC_Tax_InstanceTerms3TaxHTField">
      <xsd:simpleType>
        <xsd:restriction base="dms:Note"/>
      </xsd:simpleType>
    </xsd:element>
    <xsd:element name="CandC_Tax_InstanceTerms4TaxHTField" ma:index="32" nillable="true" ma:displayName="CandC_Tax_InstanceTerms4TaxHTField" ma:hidden="true" ma:internalName="CandC_Tax_InstanceTerms4TaxHTField">
      <xsd:simpleType>
        <xsd:restriction base="dms:Note"/>
      </xsd:simpleType>
    </xsd:element>
    <xsd:element name="CandC_Tax_InstanceTerms5TaxHTField" ma:index="33" nillable="true" ma:displayName="CandC_Tax_InstanceTerms5TaxHTField" ma:hidden="true" ma:internalName="CandC_Tax_InstanceTerms5TaxHTField">
      <xsd:simpleType>
        <xsd:restriction base="dms:Note"/>
      </xsd:simpleType>
    </xsd:element>
    <xsd:element name="CandC_Tax_SolutionsTaxHTField" ma:index="41" nillable="true" ma:displayName="CandC_Tax_SolutionsTaxHTField" ma:hidden="true" ma:internalName="CandC_Tax_SolutionsTaxHTField">
      <xsd:simpleType>
        <xsd:restriction base="dms:Note"/>
      </xsd:simpleType>
    </xsd:element>
    <xsd:element name="CandC_Tax_DeliveryToolsTaxHTField" ma:index="43" nillable="true" ma:displayName="CandC_Tax_DeliveryToolsTaxHTField" ma:hidden="true" ma:internalName="CandC_Tax_DeliveryToolsTaxHTField">
      <xsd:simpleType>
        <xsd:restriction base="dms:Note"/>
      </xsd:simpleType>
    </xsd:element>
    <xsd:element name="CandC_Tax_TechnologyTaxHTField" ma:index="45" nillable="true" ma:displayName="CandC_Tax_TechnologyTaxHTField" ma:hidden="true" ma:internalName="CandC_Tax_TechnologyTaxHTField">
      <xsd:simpleType>
        <xsd:restriction base="dms:Note"/>
      </xsd:simpleType>
    </xsd:element>
    <xsd:element name="MediaServiceMetadata" ma:index="55" nillable="true" ma:displayName="MediaServiceMetadata" ma:hidden="true" ma:internalName="MediaServiceMetadata" ma:readOnly="true">
      <xsd:simpleType>
        <xsd:restriction base="dms:Note"/>
      </xsd:simpleType>
    </xsd:element>
    <xsd:element name="MediaServiceFastMetadata" ma:index="56" nillable="true" ma:displayName="MediaServiceFastMetadata" ma:hidden="true" ma:internalName="MediaServiceFastMetadata" ma:readOnly="true">
      <xsd:simpleType>
        <xsd:restriction base="dms:Note"/>
      </xsd:simpleType>
    </xsd:element>
    <xsd:element name="MediaServiceSearchProperties" ma:index="57" nillable="true" ma:displayName="MediaServiceSearchProperties" ma:hidden="true" ma:internalName="MediaServiceSearchProperties" ma:readOnly="true">
      <xsd:simpleType>
        <xsd:restriction base="dms:Note"/>
      </xsd:simpleType>
    </xsd:element>
    <xsd:element name="MediaServiceDateTaken" ma:index="58" nillable="true" ma:displayName="MediaServiceDateTaken" ma:hidden="true" ma:indexed="true" ma:internalName="MediaServiceDateTaken" ma:readOnly="true">
      <xsd:simpleType>
        <xsd:restriction base="dms:Text"/>
      </xsd:simpleType>
    </xsd:element>
    <xsd:element name="MediaServiceOCR" ma:index="59" nillable="true" ma:displayName="Extracted Text" ma:internalName="MediaServiceOCR" ma:readOnly="true">
      <xsd:simpleType>
        <xsd:restriction base="dms:Note">
          <xsd:maxLength value="255"/>
        </xsd:restriction>
      </xsd:simpleType>
    </xsd:element>
    <xsd:element name="MediaServiceGenerationTime" ma:index="60" nillable="true" ma:displayName="MediaServiceGenerationTime" ma:hidden="true" ma:internalName="MediaServiceGenerationTime" ma:readOnly="true">
      <xsd:simpleType>
        <xsd:restriction base="dms:Text"/>
      </xsd:simpleType>
    </xsd:element>
    <xsd:element name="MediaServiceEventHashCode" ma:index="61" nillable="true" ma:displayName="MediaServiceEventHashCode" ma:hidden="true" ma:internalName="MediaServiceEventHashCode" ma:readOnly="true">
      <xsd:simpleType>
        <xsd:restriction base="dms:Text"/>
      </xsd:simpleType>
    </xsd:element>
    <xsd:element name="lcf76f155ced4ddcb4097134ff3c332f" ma:index="6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CandC_Order" ma:index="64" nillable="true" ma:displayName="Order" ma:decimals="0" ma:default="999" ma:internalName="CandC_Order" ma:percentage="FALSE">
      <xsd:simpleType>
        <xsd:restriction base="dms:Number"/>
      </xsd:simpleType>
    </xsd:element>
    <xsd:element name="Section" ma:index="65" nillable="true" ma:displayName="Section" ma:internalName="Section">
      <xsd:simpleType>
        <xsd:restriction base="dms:Text">
          <xsd:maxLength value="255"/>
        </xsd:restriction>
      </xsd:simpleType>
    </xsd:element>
    <xsd:element name="Subsection" ma:index="66" nillable="true" ma:displayName="Subsection" ma:internalName="Subsection">
      <xsd:simpleType>
        <xsd:restriction base="dms:Text">
          <xsd:maxLength value="255"/>
        </xsd:restriction>
      </xsd:simpleType>
    </xsd:element>
    <xsd:element name="MediaLengthInSeconds" ma:index="6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59f86d2-7e59-4ddf-a384-2320c21b9596" elementFormDefault="qualified">
    <xsd:import namespace="http://schemas.microsoft.com/office/2006/documentManagement/types"/>
    <xsd:import namespace="http://schemas.microsoft.com/office/infopath/2007/PartnerControls"/>
    <xsd:element name="TaxCatchAll" ma:index="8" nillable="true" ma:displayName="Taxonomy Catch All Column" ma:description="" ma:hidden="true" ma:list="{2ddf1ba2-3483-43d4-86c8-6c58eda9e2b5}" ma:internalName="TaxCatchAll" ma:showField="CatchAllData" ma:web="b59f86d2-7e59-4ddf-a384-2320c21b95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8" ma:displayName="Content Type"/>
        <xsd:element ref="dc:title" minOccurs="0" maxOccurs="1" ma:index="5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5D6A62-A834-4495-8387-96A5152E0EE3}">
  <ds:schemaRefs>
    <ds:schemaRef ds:uri="http://schemas.microsoft.com/office/2006/metadata/properties"/>
    <ds:schemaRef ds:uri="http://schemas.microsoft.com/office/infopath/2007/PartnerControls"/>
    <ds:schemaRef ds:uri="b59f86d2-7e59-4ddf-a384-2320c21b9596"/>
    <ds:schemaRef ds:uri="ec34c195-ea43-43d6-8133-349d7020f851"/>
  </ds:schemaRefs>
</ds:datastoreItem>
</file>

<file path=customXml/itemProps2.xml><?xml version="1.0" encoding="utf-8"?>
<ds:datastoreItem xmlns:ds="http://schemas.openxmlformats.org/officeDocument/2006/customXml" ds:itemID="{B882FA7D-CE71-4E87-8D77-E9042E045D88}">
  <ds:schemaRefs>
    <ds:schemaRef ds:uri="http://schemas.microsoft.com/sharepoint/v3/contenttype/forms"/>
  </ds:schemaRefs>
</ds:datastoreItem>
</file>

<file path=customXml/itemProps3.xml><?xml version="1.0" encoding="utf-8"?>
<ds:datastoreItem xmlns:ds="http://schemas.openxmlformats.org/officeDocument/2006/customXml" ds:itemID="{E273E482-8364-4168-A162-2934FCAAEA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34c195-ea43-43d6-8133-349d7020f851"/>
    <ds:schemaRef ds:uri="b59f86d2-7e59-4ddf-a384-2320c21b95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KPMG Screen (4:3) Feb 2022</Template>
  <TotalTime>1</TotalTime>
  <Words>187</Words>
  <Application>Microsoft Macintosh PowerPoint</Application>
  <PresentationFormat>On-screen Show (4:3)</PresentationFormat>
  <Paragraphs>16</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KPMG Bold</vt:lpstr>
      <vt:lpstr>KPMG Screen (4:3) Feb 2022</vt:lpstr>
      <vt:lpstr>Screen template</vt:lpstr>
      <vt:lpstr>One column text</vt:lpstr>
      <vt:lpstr>Two column text</vt:lpstr>
      <vt:lpstr>Text with image or chart</vt:lpstr>
      <vt:lpstr>One column chart text</vt:lpstr>
      <vt:lpstr>Three column chart text</vt:lpstr>
      <vt:lpstr>Divider one title here</vt:lpstr>
      <vt:lpstr>Process four column</vt:lpstr>
      <vt:lpstr>PowerPoint Presentation</vt:lpstr>
      <vt:lpstr>Color usage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Sharma, Rishi</dc:creator>
  <cp:lastModifiedBy>Sharma, Rishi</cp:lastModifiedBy>
  <cp:revision>1</cp:revision>
  <dcterms:created xsi:type="dcterms:W3CDTF">2025-12-13T19:07:48Z</dcterms:created>
  <dcterms:modified xsi:type="dcterms:W3CDTF">2025-12-13T19:09:11Z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78c0f71-65dc-41d1-a799-91080a268621_Enabled">
    <vt:lpwstr>true</vt:lpwstr>
  </property>
  <property fmtid="{D5CDD505-2E9C-101B-9397-08002B2CF9AE}" pid="3" name="MSIP_Label_178c0f71-65dc-41d1-a799-91080a268621_SetDate">
    <vt:lpwstr>2024-12-16T07:40:01Z</vt:lpwstr>
  </property>
  <property fmtid="{D5CDD505-2E9C-101B-9397-08002B2CF9AE}" pid="4" name="MSIP_Label_178c0f71-65dc-41d1-a799-91080a268621_Method">
    <vt:lpwstr>Standard</vt:lpwstr>
  </property>
  <property fmtid="{D5CDD505-2E9C-101B-9397-08002B2CF9AE}" pid="5" name="MSIP_Label_178c0f71-65dc-41d1-a799-91080a268621_Name">
    <vt:lpwstr>Internal - Crayon Group Only</vt:lpwstr>
  </property>
  <property fmtid="{D5CDD505-2E9C-101B-9397-08002B2CF9AE}" pid="6" name="MSIP_Label_178c0f71-65dc-41d1-a799-91080a268621_SiteId">
    <vt:lpwstr>8f47ad71-44ca-48bf-afe3-56b9360a4495</vt:lpwstr>
  </property>
  <property fmtid="{D5CDD505-2E9C-101B-9397-08002B2CF9AE}" pid="7" name="MSIP_Label_178c0f71-65dc-41d1-a799-91080a268621_ActionId">
    <vt:lpwstr>3b7b651a-b33a-4d44-8a99-0ebe4aeedb07</vt:lpwstr>
  </property>
  <property fmtid="{D5CDD505-2E9C-101B-9397-08002B2CF9AE}" pid="8" name="MSIP_Label_178c0f71-65dc-41d1-a799-91080a268621_ContentBits">
    <vt:lpwstr>2</vt:lpwstr>
  </property>
  <property fmtid="{D5CDD505-2E9C-101B-9397-08002B2CF9AE}" pid="9" name="ClassificationContentMarkingFooterLocations">
    <vt:lpwstr>KPMG Screen (4\:3) Feb 2022:5</vt:lpwstr>
  </property>
  <property fmtid="{D5CDD505-2E9C-101B-9397-08002B2CF9AE}" pid="10" name="ClassificationContentMarkingFooterText">
    <vt:lpwstr>Crayon - Internal Only</vt:lpwstr>
  </property>
  <property fmtid="{D5CDD505-2E9C-101B-9397-08002B2CF9AE}" pid="11" name="ContentTypeId">
    <vt:lpwstr>0x01010036DF8ACB058DF9489700B19236AAD594007E8419FE4F950B4392065678514CA894</vt:lpwstr>
  </property>
  <property fmtid="{D5CDD505-2E9C-101B-9397-08002B2CF9AE}" pid="12" name="Order">
    <vt:r8>938500</vt:r8>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_ExtendedDescription">
    <vt:lpwstr/>
  </property>
  <property fmtid="{D5CDD505-2E9C-101B-9397-08002B2CF9AE}" pid="17" name="TriggerFlowInfo">
    <vt:lpwstr/>
  </property>
  <property fmtid="{D5CDD505-2E9C-101B-9397-08002B2CF9AE}" pid="18" name="CandC_Tax_InstanceTerms4">
    <vt:lpwstr/>
  </property>
  <property fmtid="{D5CDD505-2E9C-101B-9397-08002B2CF9AE}" pid="19" name="CandC_Tax_4">
    <vt:lpwstr/>
  </property>
  <property fmtid="{D5CDD505-2E9C-101B-9397-08002B2CF9AE}" pid="20" name="CandC_Tax_InstanceTerms5">
    <vt:lpwstr/>
  </property>
  <property fmtid="{D5CDD505-2E9C-101B-9397-08002B2CF9AE}" pid="21" name="CandC_Tax_Solutions">
    <vt:lpwstr/>
  </property>
  <property fmtid="{D5CDD505-2E9C-101B-9397-08002B2CF9AE}" pid="22" name="CandC_Tax_Technology">
    <vt:lpwstr/>
  </property>
  <property fmtid="{D5CDD505-2E9C-101B-9397-08002B2CF9AE}" pid="23" name="CandC_Tax_5">
    <vt:lpwstr/>
  </property>
  <property fmtid="{D5CDD505-2E9C-101B-9397-08002B2CF9AE}" pid="24" name="CandC_Tax_InstanceTerms3">
    <vt:lpwstr/>
  </property>
  <property fmtid="{D5CDD505-2E9C-101B-9397-08002B2CF9AE}" pid="25" name="CandC_Tax_8">
    <vt:lpwstr>68;#PowerPoint Deck|b432d858-8f2d-448c-893b-bd18c805119a</vt:lpwstr>
  </property>
  <property fmtid="{D5CDD505-2E9C-101B-9397-08002B2CF9AE}" pid="26" name="CandC_Tax_3">
    <vt:lpwstr/>
  </property>
  <property fmtid="{D5CDD505-2E9C-101B-9397-08002B2CF9AE}" pid="27" name="CandC_Tax_6">
    <vt:lpwstr/>
  </property>
  <property fmtid="{D5CDD505-2E9C-101B-9397-08002B2CF9AE}" pid="28" name="CandC_Tax_1">
    <vt:lpwstr>390;#English|ba6cd1b9-d2e5-43c3-99c8-491cada35df2</vt:lpwstr>
  </property>
  <property fmtid="{D5CDD505-2E9C-101B-9397-08002B2CF9AE}" pid="29" name="CandC_Tax_Alliances">
    <vt:lpwstr/>
  </property>
  <property fmtid="{D5CDD505-2E9C-101B-9397-08002B2CF9AE}" pid="30" name="CandC_Tax_ESG">
    <vt:lpwstr/>
  </property>
  <property fmtid="{D5CDD505-2E9C-101B-9397-08002B2CF9AE}" pid="31" name="CandC_Tax_InstanceTerms2">
    <vt:lpwstr/>
  </property>
  <property fmtid="{D5CDD505-2E9C-101B-9397-08002B2CF9AE}" pid="32" name="CandC_Tax_2">
    <vt:lpwstr/>
  </property>
  <property fmtid="{D5CDD505-2E9C-101B-9397-08002B2CF9AE}" pid="33" name="CandC_Tax_7">
    <vt:lpwstr/>
  </property>
  <property fmtid="{D5CDD505-2E9C-101B-9397-08002B2CF9AE}" pid="34" name="CandC_Tax_Tools">
    <vt:lpwstr/>
  </property>
  <property fmtid="{D5CDD505-2E9C-101B-9397-08002B2CF9AE}" pid="35" name="CandC_Tax_DeliveryTools">
    <vt:lpwstr/>
  </property>
  <property fmtid="{D5CDD505-2E9C-101B-9397-08002B2CF9AE}" pid="36" name="MediaServiceImageTags">
    <vt:lpwstr/>
  </property>
  <property fmtid="{D5CDD505-2E9C-101B-9397-08002B2CF9AE}" pid="37" name="xd_ProgID">
    <vt:lpwstr/>
  </property>
  <property fmtid="{D5CDD505-2E9C-101B-9397-08002B2CF9AE}" pid="38" name="TemplateUrl">
    <vt:lpwstr/>
  </property>
  <property fmtid="{D5CDD505-2E9C-101B-9397-08002B2CF9AE}" pid="39" name="xd_Signature">
    <vt:bool>false</vt:bool>
  </property>
  <property fmtid="{D5CDD505-2E9C-101B-9397-08002B2CF9AE}" pid="40" name="icce7a738bbe495aa971570b5eb38693">
    <vt:lpwstr/>
  </property>
  <property fmtid="{D5CDD505-2E9C-101B-9397-08002B2CF9AE}" pid="41" name="hbe088cb7bac4855a73d992713405f0b">
    <vt:lpwstr/>
  </property>
  <property fmtid="{D5CDD505-2E9C-101B-9397-08002B2CF9AE}" pid="42" name="ba9320ef82844d5caee7d8db98530e1f">
    <vt:lpwstr/>
  </property>
  <property fmtid="{D5CDD505-2E9C-101B-9397-08002B2CF9AE}" pid="43" name="f0f184d70b9b444f94bc10343587c733">
    <vt:lpwstr>English|ba6cd1b9-d2e5-43c3-99c8-491cada35df2</vt:lpwstr>
  </property>
  <property fmtid="{D5CDD505-2E9C-101B-9397-08002B2CF9AE}" pid="44" name="o55f24c8b79c42f09ae7806313b57463">
    <vt:lpwstr/>
  </property>
  <property fmtid="{D5CDD505-2E9C-101B-9397-08002B2CF9AE}" pid="45" name="g90766fac6ab43be9914b473d1fd9404">
    <vt:lpwstr/>
  </property>
  <property fmtid="{D5CDD505-2E9C-101B-9397-08002B2CF9AE}" pid="46" name="p5b187bcb8e04cc39d9048d038784e6d">
    <vt:lpwstr/>
  </property>
  <property fmtid="{D5CDD505-2E9C-101B-9397-08002B2CF9AE}" pid="47" name="oec7b074a3be4541acc05ffdcce0b2ed">
    <vt:lpwstr/>
  </property>
  <property fmtid="{D5CDD505-2E9C-101B-9397-08002B2CF9AE}" pid="48" name="i65a59561c574a67958fc252aefd9f60">
    <vt:lpwstr/>
  </property>
  <property fmtid="{D5CDD505-2E9C-101B-9397-08002B2CF9AE}" pid="49" name="n884c4a6666a4c968d95b481dcac504b">
    <vt:lpwstr/>
  </property>
  <property fmtid="{D5CDD505-2E9C-101B-9397-08002B2CF9AE}" pid="50" name="m454b6806f344f0197ca34334082f070">
    <vt:lpwstr/>
  </property>
  <property fmtid="{D5CDD505-2E9C-101B-9397-08002B2CF9AE}" pid="51" name="j0402be3323c4a38a036b56f0aaa4492">
    <vt:lpwstr/>
  </property>
  <property fmtid="{D5CDD505-2E9C-101B-9397-08002B2CF9AE}" pid="52" name="bdbe8a50be7042ddb2c0c98c59453458">
    <vt:lpwstr/>
  </property>
  <property fmtid="{D5CDD505-2E9C-101B-9397-08002B2CF9AE}" pid="53" name="na6b90f30f8a4ce5a56bbcab213536eb">
    <vt:lpwstr/>
  </property>
  <property fmtid="{D5CDD505-2E9C-101B-9397-08002B2CF9AE}" pid="54" name="o0f92f3b0d774486ae67ca5d55bd3704">
    <vt:lpwstr/>
  </property>
  <property fmtid="{D5CDD505-2E9C-101B-9397-08002B2CF9AE}" pid="55" name="n59fb41ce9f44f8da42853bd45fa9de8">
    <vt:lpwstr/>
  </property>
  <property fmtid="{D5CDD505-2E9C-101B-9397-08002B2CF9AE}" pid="56" name="ce007774c83b48b994a074409f6e2c1a">
    <vt:lpwstr/>
  </property>
  <property fmtid="{D5CDD505-2E9C-101B-9397-08002B2CF9AE}" pid="57" name="j6cccf54ed804bef98cbca575c7ad017">
    <vt:lpwstr>PowerPoint Deck|b432d858-8f2d-448c-893b-bd18c805119a</vt:lpwstr>
  </property>
</Properties>
</file>