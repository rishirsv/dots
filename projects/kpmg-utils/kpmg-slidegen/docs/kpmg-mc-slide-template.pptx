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notesSlides/notesSlide4.xml" ContentType="application/vnd.openxmlformats-officedocument.presentationml.notesSlide+xml"/>
  <Override PartName="/ppt/tags/tag179.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7.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notesSlides/notesSlide8.xml" ContentType="application/vnd.openxmlformats-officedocument.presentationml.notesSlide+xml"/>
  <Override PartName="/ppt/tags/tag185.xml" ContentType="application/vnd.openxmlformats-officedocument.presentationml.tags+xml"/>
  <Override PartName="/ppt/notesSlides/notesSlide9.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10.xml" ContentType="application/vnd.openxmlformats-officedocument.presentationml.notesSlide+xml"/>
  <Override PartName="/ppt/tags/tag190.xml" ContentType="application/vnd.openxmlformats-officedocument.presentationml.tags+xml"/>
  <Override PartName="/ppt/tags/tag191.xml" ContentType="application/vnd.openxmlformats-officedocument.presentationml.tags+xml"/>
  <Override PartName="/ppt/notesSlides/notesSlide11.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94.xml" ContentType="application/vnd.openxmlformats-officedocument.presentationml.tags+xml"/>
  <Override PartName="/ppt/notesSlides/notesSlide14.xml" ContentType="application/vnd.openxmlformats-officedocument.presentationml.notesSlide+xml"/>
  <Override PartName="/ppt/tags/tag195.xml" ContentType="application/vnd.openxmlformats-officedocument.presentationml.tags+xml"/>
  <Override PartName="/ppt/notesSlides/notesSlide15.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1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199.xml" ContentType="application/vnd.openxmlformats-officedocument.presentationml.tags+xml"/>
  <Override PartName="/ppt/tags/tag200.xml" ContentType="application/vnd.openxmlformats-officedocument.presentationml.tag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ags/tag201.xml" ContentType="application/vnd.openxmlformats-officedocument.presentationml.tag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ags/tag202.xml" ContentType="application/vnd.openxmlformats-officedocument.presentationml.tags+xml"/>
  <Override PartName="/ppt/notesSlides/notesSlide17.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4"/>
    <p:sldMasterId id="2147483831" r:id="rId5"/>
  </p:sldMasterIdLst>
  <p:notesMasterIdLst>
    <p:notesMasterId r:id="rId76"/>
  </p:notesMasterIdLst>
  <p:handoutMasterIdLst>
    <p:handoutMasterId r:id="rId77"/>
  </p:handoutMasterIdLst>
  <p:sldIdLst>
    <p:sldId id="2147472808" r:id="rId6"/>
    <p:sldId id="2147472807" r:id="rId7"/>
    <p:sldId id="2147472789" r:id="rId8"/>
    <p:sldId id="3091" r:id="rId9"/>
    <p:sldId id="2147472790" r:id="rId10"/>
    <p:sldId id="2147472822" r:id="rId11"/>
    <p:sldId id="2147472825" r:id="rId12"/>
    <p:sldId id="2147472818" r:id="rId13"/>
    <p:sldId id="2147472810" r:id="rId14"/>
    <p:sldId id="2147472821" r:id="rId15"/>
    <p:sldId id="2147472824" r:id="rId16"/>
    <p:sldId id="2147472815" r:id="rId17"/>
    <p:sldId id="2147472811" r:id="rId18"/>
    <p:sldId id="2147472820" r:id="rId19"/>
    <p:sldId id="2147472823" r:id="rId20"/>
    <p:sldId id="2147472827" r:id="rId21"/>
    <p:sldId id="2147472816" r:id="rId22"/>
    <p:sldId id="2147472812" r:id="rId23"/>
    <p:sldId id="2147472819" r:id="rId24"/>
    <p:sldId id="2147472826" r:id="rId25"/>
    <p:sldId id="2147472817" r:id="rId26"/>
    <p:sldId id="2147472814" r:id="rId27"/>
    <p:sldId id="3084" r:id="rId28"/>
    <p:sldId id="3086" r:id="rId29"/>
    <p:sldId id="318" r:id="rId30"/>
    <p:sldId id="313" r:id="rId31"/>
    <p:sldId id="2147472791" r:id="rId32"/>
    <p:sldId id="2953" r:id="rId33"/>
    <p:sldId id="3103" r:id="rId34"/>
    <p:sldId id="3119" r:id="rId35"/>
    <p:sldId id="358" r:id="rId36"/>
    <p:sldId id="2814" r:id="rId37"/>
    <p:sldId id="2753" r:id="rId38"/>
    <p:sldId id="2147472783" r:id="rId39"/>
    <p:sldId id="2334" r:id="rId40"/>
    <p:sldId id="2147472792" r:id="rId41"/>
    <p:sldId id="328" r:id="rId42"/>
    <p:sldId id="2829" r:id="rId43"/>
    <p:sldId id="3117" r:id="rId44"/>
    <p:sldId id="2147472788" r:id="rId45"/>
    <p:sldId id="3133" r:id="rId46"/>
    <p:sldId id="3099" r:id="rId47"/>
    <p:sldId id="3102" r:id="rId48"/>
    <p:sldId id="2954" r:id="rId49"/>
    <p:sldId id="2761" r:id="rId50"/>
    <p:sldId id="2132" r:id="rId51"/>
    <p:sldId id="2147472793" r:id="rId52"/>
    <p:sldId id="425" r:id="rId53"/>
    <p:sldId id="706" r:id="rId54"/>
    <p:sldId id="361" r:id="rId55"/>
    <p:sldId id="2789" r:id="rId56"/>
    <p:sldId id="2767" r:id="rId57"/>
    <p:sldId id="3125" r:id="rId58"/>
    <p:sldId id="2147472794" r:id="rId59"/>
    <p:sldId id="2857" r:id="rId60"/>
    <p:sldId id="1118" r:id="rId61"/>
    <p:sldId id="319" r:id="rId62"/>
    <p:sldId id="2147472795" r:id="rId63"/>
    <p:sldId id="600" r:id="rId64"/>
    <p:sldId id="2147472494" r:id="rId65"/>
    <p:sldId id="2147472796" r:id="rId66"/>
    <p:sldId id="631" r:id="rId67"/>
    <p:sldId id="624" r:id="rId68"/>
    <p:sldId id="625" r:id="rId69"/>
    <p:sldId id="2147472797" r:id="rId70"/>
    <p:sldId id="569" r:id="rId71"/>
    <p:sldId id="2930" r:id="rId72"/>
    <p:sldId id="753" r:id="rId73"/>
    <p:sldId id="2078" r:id="rId74"/>
    <p:sldId id="2147472809" r:id="rId75"/>
  </p:sldIdLst>
  <p:sldSz cx="12192000" cy="6858000"/>
  <p:notesSz cx="6858000" cy="9144000"/>
  <p:custDataLst>
    <p:tags r:id="rId7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BC0203F-CC51-FEA1-72F9-E32F07BA5DC1}" name="Camp, Karen" initials="KC" userId="S::kcamp@kpmg.ca::242ecddd-2568-48ca-9026-3cb857e1abd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13EA"/>
    <a:srgbClr val="00B8F5"/>
    <a:srgbClr val="EE1F23"/>
    <a:srgbClr val="F1C34C"/>
    <a:srgbClr val="259922"/>
    <a:srgbClr val="666666"/>
    <a:srgbClr val="B497FF"/>
    <a:srgbClr val="62EBDA"/>
    <a:srgbClr val="AC0B82"/>
    <a:srgbClr val="01C0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4A5C27-AB34-A74F-A5AE-8DC6FF60CD2E}" v="12" dt="2026-03-04T14:48:39.0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75"/>
    <p:restoredTop sz="94538"/>
  </p:normalViewPr>
  <p:slideViewPr>
    <p:cSldViewPr snapToGrid="0">
      <p:cViewPr varScale="1">
        <p:scale>
          <a:sx n="170" d="100"/>
          <a:sy n="170" d="100"/>
        </p:scale>
        <p:origin x="216" y="84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microsoft.com/office/2016/11/relationships/changesInfo" Target="changesInfos/changesInfo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commentAuthors" Target="commentAuthors.xml"/><Relationship Id="rId5" Type="http://schemas.openxmlformats.org/officeDocument/2006/relationships/slideMaster" Target="slideMasters/slideMaster2.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tags" Target="tags/tag1.xml"/><Relationship Id="rId81" Type="http://schemas.openxmlformats.org/officeDocument/2006/relationships/viewProps" Target="viewProps.xml"/><Relationship Id="rId86"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61" Type="http://schemas.openxmlformats.org/officeDocument/2006/relationships/slide" Target="slides/slide56.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del, Zack" userId="b848d220-508e-4e1c-a724-c63ec08f15d4" providerId="ADAL" clId="{86C2C1C6-02A8-5F2B-B854-849B17DA3473}"/>
    <pc:docChg chg="custSel addSld delSld modSld">
      <pc:chgData name="Mindel, Zack" userId="b848d220-508e-4e1c-a724-c63ec08f15d4" providerId="ADAL" clId="{86C2C1C6-02A8-5F2B-B854-849B17DA3473}" dt="2026-03-05T16:23:18.405" v="114" actId="2696"/>
      <pc:docMkLst>
        <pc:docMk/>
      </pc:docMkLst>
      <pc:sldChg chg="delSp modSp add del mod">
        <pc:chgData name="Mindel, Zack" userId="b848d220-508e-4e1c-a724-c63ec08f15d4" providerId="ADAL" clId="{86C2C1C6-02A8-5F2B-B854-849B17DA3473}" dt="2026-03-05T16:23:18.405" v="114" actId="2696"/>
        <pc:sldMkLst>
          <pc:docMk/>
          <pc:sldMk cId="2637056479" sldId="592"/>
        </pc:sldMkLst>
        <pc:spChg chg="del">
          <ac:chgData name="Mindel, Zack" userId="b848d220-508e-4e1c-a724-c63ec08f15d4" providerId="ADAL" clId="{86C2C1C6-02A8-5F2B-B854-849B17DA3473}" dt="2026-03-04T14:46:39.069" v="3" actId="21"/>
          <ac:spMkLst>
            <pc:docMk/>
            <pc:sldMk cId="2637056479" sldId="592"/>
            <ac:spMk id="6" creationId="{811D7534-6FA7-4518-CFA3-48CEC87C3A2B}"/>
          </ac:spMkLst>
        </pc:spChg>
        <pc:spChg chg="del">
          <ac:chgData name="Mindel, Zack" userId="b848d220-508e-4e1c-a724-c63ec08f15d4" providerId="ADAL" clId="{86C2C1C6-02A8-5F2B-B854-849B17DA3473}" dt="2026-03-04T14:46:39.069" v="3" actId="21"/>
          <ac:spMkLst>
            <pc:docMk/>
            <pc:sldMk cId="2637056479" sldId="592"/>
            <ac:spMk id="14" creationId="{4FC3ACEB-EE9B-7CEA-9AB4-8C83731D8B6A}"/>
          </ac:spMkLst>
        </pc:spChg>
        <pc:grpChg chg="del">
          <ac:chgData name="Mindel, Zack" userId="b848d220-508e-4e1c-a724-c63ec08f15d4" providerId="ADAL" clId="{86C2C1C6-02A8-5F2B-B854-849B17DA3473}" dt="2026-03-04T14:46:39.069" v="3" actId="21"/>
          <ac:grpSpMkLst>
            <pc:docMk/>
            <pc:sldMk cId="2637056479" sldId="592"/>
            <ac:grpSpMk id="63" creationId="{D7ED8060-4F69-AFCE-BB0F-A60C420AFDDB}"/>
          </ac:grpSpMkLst>
        </pc:grpChg>
        <pc:grpChg chg="del">
          <ac:chgData name="Mindel, Zack" userId="b848d220-508e-4e1c-a724-c63ec08f15d4" providerId="ADAL" clId="{86C2C1C6-02A8-5F2B-B854-849B17DA3473}" dt="2026-03-04T14:46:39.069" v="3" actId="21"/>
          <ac:grpSpMkLst>
            <pc:docMk/>
            <pc:sldMk cId="2637056479" sldId="592"/>
            <ac:grpSpMk id="75" creationId="{F3EFDE3C-B94C-5687-0018-C3A6292EACC1}"/>
          </ac:grpSpMkLst>
        </pc:grpChg>
        <pc:grpChg chg="del">
          <ac:chgData name="Mindel, Zack" userId="b848d220-508e-4e1c-a724-c63ec08f15d4" providerId="ADAL" clId="{86C2C1C6-02A8-5F2B-B854-849B17DA3473}" dt="2026-03-04T14:46:39.069" v="3" actId="21"/>
          <ac:grpSpMkLst>
            <pc:docMk/>
            <pc:sldMk cId="2637056479" sldId="592"/>
            <ac:grpSpMk id="78" creationId="{E225E467-FE97-AFF3-F414-A7AD2701F4AC}"/>
          </ac:grpSpMkLst>
        </pc:grpChg>
        <pc:cxnChg chg="del mod">
          <ac:chgData name="Mindel, Zack" userId="b848d220-508e-4e1c-a724-c63ec08f15d4" providerId="ADAL" clId="{86C2C1C6-02A8-5F2B-B854-849B17DA3473}" dt="2026-03-04T14:46:39.069" v="3" actId="21"/>
          <ac:cxnSpMkLst>
            <pc:docMk/>
            <pc:sldMk cId="2637056479" sldId="592"/>
            <ac:cxnSpMk id="65" creationId="{CAFB935F-0124-9B51-C0B7-EA261BE2BEFE}"/>
          </ac:cxnSpMkLst>
        </pc:cxnChg>
        <pc:cxnChg chg="del mod">
          <ac:chgData name="Mindel, Zack" userId="b848d220-508e-4e1c-a724-c63ec08f15d4" providerId="ADAL" clId="{86C2C1C6-02A8-5F2B-B854-849B17DA3473}" dt="2026-03-04T14:46:39.069" v="3" actId="21"/>
          <ac:cxnSpMkLst>
            <pc:docMk/>
            <pc:sldMk cId="2637056479" sldId="592"/>
            <ac:cxnSpMk id="66" creationId="{30CA914A-C50E-2AAA-DC1C-47FA8F5D1867}"/>
          </ac:cxnSpMkLst>
        </pc:cxnChg>
        <pc:cxnChg chg="del mod">
          <ac:chgData name="Mindel, Zack" userId="b848d220-508e-4e1c-a724-c63ec08f15d4" providerId="ADAL" clId="{86C2C1C6-02A8-5F2B-B854-849B17DA3473}" dt="2026-03-04T14:46:39.069" v="3" actId="21"/>
          <ac:cxnSpMkLst>
            <pc:docMk/>
            <pc:sldMk cId="2637056479" sldId="592"/>
            <ac:cxnSpMk id="69" creationId="{0E54BA34-8CF8-DDFB-AE1B-FFC7B3B676C1}"/>
          </ac:cxnSpMkLst>
        </pc:cxnChg>
        <pc:cxnChg chg="del mod">
          <ac:chgData name="Mindel, Zack" userId="b848d220-508e-4e1c-a724-c63ec08f15d4" providerId="ADAL" clId="{86C2C1C6-02A8-5F2B-B854-849B17DA3473}" dt="2026-03-04T14:46:39.069" v="3" actId="21"/>
          <ac:cxnSpMkLst>
            <pc:docMk/>
            <pc:sldMk cId="2637056479" sldId="592"/>
            <ac:cxnSpMk id="72" creationId="{1BF6133F-ABA1-E4F6-A750-6C89F69DFD26}"/>
          </ac:cxnSpMkLst>
        </pc:cxnChg>
      </pc:sldChg>
      <pc:sldChg chg="addSp delSp modSp add mod">
        <pc:chgData name="Mindel, Zack" userId="b848d220-508e-4e1c-a724-c63ec08f15d4" providerId="ADAL" clId="{86C2C1C6-02A8-5F2B-B854-849B17DA3473}" dt="2026-03-04T14:48:39.014" v="113"/>
        <pc:sldMkLst>
          <pc:docMk/>
          <pc:sldMk cId="1492476190" sldId="2147472827"/>
        </pc:sldMkLst>
        <pc:spChg chg="add mod">
          <ac:chgData name="Mindel, Zack" userId="b848d220-508e-4e1c-a724-c63ec08f15d4" providerId="ADAL" clId="{86C2C1C6-02A8-5F2B-B854-849B17DA3473}" dt="2026-03-04T14:46:57.415" v="11" actId="20577"/>
          <ac:spMkLst>
            <pc:docMk/>
            <pc:sldMk cId="1492476190" sldId="2147472827"/>
            <ac:spMk id="4" creationId="{42021095-A74E-D0F7-6F40-B32DCB388A63}"/>
          </ac:spMkLst>
        </pc:spChg>
        <pc:spChg chg="mod">
          <ac:chgData name="Mindel, Zack" userId="b848d220-508e-4e1c-a724-c63ec08f15d4" providerId="ADAL" clId="{86C2C1C6-02A8-5F2B-B854-849B17DA3473}" dt="2026-03-04T14:47:09.037" v="35" actId="20577"/>
          <ac:spMkLst>
            <pc:docMk/>
            <pc:sldMk cId="1492476190" sldId="2147472827"/>
            <ac:spMk id="7" creationId="{4892D86D-85CA-49BC-F1D4-D1C3BA0CE9B2}"/>
          </ac:spMkLst>
        </pc:spChg>
        <pc:spChg chg="mod">
          <ac:chgData name="Mindel, Zack" userId="b848d220-508e-4e1c-a724-c63ec08f15d4" providerId="ADAL" clId="{86C2C1C6-02A8-5F2B-B854-849B17DA3473}" dt="2026-03-04T14:47:20.067" v="59" actId="20577"/>
          <ac:spMkLst>
            <pc:docMk/>
            <pc:sldMk cId="1492476190" sldId="2147472827"/>
            <ac:spMk id="10" creationId="{CABA82E9-86A6-C003-5745-FDAAB62D4080}"/>
          </ac:spMkLst>
        </pc:spChg>
        <pc:spChg chg="mod">
          <ac:chgData name="Mindel, Zack" userId="b848d220-508e-4e1c-a724-c63ec08f15d4" providerId="ADAL" clId="{86C2C1C6-02A8-5F2B-B854-849B17DA3473}" dt="2026-03-04T14:46:42.095" v="4"/>
          <ac:spMkLst>
            <pc:docMk/>
            <pc:sldMk cId="1492476190" sldId="2147472827"/>
            <ac:spMk id="11" creationId="{57E421C1-67E9-F799-2FD0-963DA7FB3DDD}"/>
          </ac:spMkLst>
        </pc:spChg>
        <pc:spChg chg="add mod">
          <ac:chgData name="Mindel, Zack" userId="b848d220-508e-4e1c-a724-c63ec08f15d4" providerId="ADAL" clId="{86C2C1C6-02A8-5F2B-B854-849B17DA3473}" dt="2026-03-04T14:46:53.490" v="5" actId="1076"/>
          <ac:spMkLst>
            <pc:docMk/>
            <pc:sldMk cId="1492476190" sldId="2147472827"/>
            <ac:spMk id="12" creationId="{6FA263E3-50FF-057D-5D4D-24C0E48C6428}"/>
          </ac:spMkLst>
        </pc:spChg>
        <pc:spChg chg="mod">
          <ac:chgData name="Mindel, Zack" userId="b848d220-508e-4e1c-a724-c63ec08f15d4" providerId="ADAL" clId="{86C2C1C6-02A8-5F2B-B854-849B17DA3473}" dt="2026-03-04T14:48:33.709" v="110" actId="20577"/>
          <ac:spMkLst>
            <pc:docMk/>
            <pc:sldMk cId="1492476190" sldId="2147472827"/>
            <ac:spMk id="14" creationId="{EAAF1A4F-8710-8C49-CFEB-96F09F9523CC}"/>
          </ac:spMkLst>
        </pc:spChg>
        <pc:spChg chg="mod">
          <ac:chgData name="Mindel, Zack" userId="b848d220-508e-4e1c-a724-c63ec08f15d4" providerId="ADAL" clId="{86C2C1C6-02A8-5F2B-B854-849B17DA3473}" dt="2026-03-04T14:48:36.509" v="111"/>
          <ac:spMkLst>
            <pc:docMk/>
            <pc:sldMk cId="1492476190" sldId="2147472827"/>
            <ac:spMk id="15" creationId="{94B6F72E-0006-C631-1ECD-48BBB301C181}"/>
          </ac:spMkLst>
        </pc:spChg>
        <pc:spChg chg="mod">
          <ac:chgData name="Mindel, Zack" userId="b848d220-508e-4e1c-a724-c63ec08f15d4" providerId="ADAL" clId="{86C2C1C6-02A8-5F2B-B854-849B17DA3473}" dt="2026-03-04T14:48:37.746" v="112"/>
          <ac:spMkLst>
            <pc:docMk/>
            <pc:sldMk cId="1492476190" sldId="2147472827"/>
            <ac:spMk id="16" creationId="{FFD8665C-28E6-1973-0CDE-B037F415F023}"/>
          </ac:spMkLst>
        </pc:spChg>
        <pc:spChg chg="mod">
          <ac:chgData name="Mindel, Zack" userId="b848d220-508e-4e1c-a724-c63ec08f15d4" providerId="ADAL" clId="{86C2C1C6-02A8-5F2B-B854-849B17DA3473}" dt="2026-03-04T14:48:39.014" v="113"/>
          <ac:spMkLst>
            <pc:docMk/>
            <pc:sldMk cId="1492476190" sldId="2147472827"/>
            <ac:spMk id="17" creationId="{C89B4F96-E42D-9183-9848-CDAC23DFFA5B}"/>
          </ac:spMkLst>
        </pc:spChg>
        <pc:spChg chg="mod">
          <ac:chgData name="Mindel, Zack" userId="b848d220-508e-4e1c-a724-c63ec08f15d4" providerId="ADAL" clId="{86C2C1C6-02A8-5F2B-B854-849B17DA3473}" dt="2026-03-04T14:46:42.095" v="4"/>
          <ac:spMkLst>
            <pc:docMk/>
            <pc:sldMk cId="1492476190" sldId="2147472827"/>
            <ac:spMk id="19" creationId="{289F2394-AAE9-E8C3-801C-099F1182E592}"/>
          </ac:spMkLst>
        </pc:spChg>
        <pc:spChg chg="mod">
          <ac:chgData name="Mindel, Zack" userId="b848d220-508e-4e1c-a724-c63ec08f15d4" providerId="ADAL" clId="{86C2C1C6-02A8-5F2B-B854-849B17DA3473}" dt="2026-03-04T14:46:42.095" v="4"/>
          <ac:spMkLst>
            <pc:docMk/>
            <pc:sldMk cId="1492476190" sldId="2147472827"/>
            <ac:spMk id="21" creationId="{42928126-1CAB-F7ED-CD0E-9EDCF49B0893}"/>
          </ac:spMkLst>
        </pc:spChg>
        <pc:spChg chg="mod">
          <ac:chgData name="Mindel, Zack" userId="b848d220-508e-4e1c-a724-c63ec08f15d4" providerId="ADAL" clId="{86C2C1C6-02A8-5F2B-B854-849B17DA3473}" dt="2026-03-04T14:48:19.180" v="100" actId="20577"/>
          <ac:spMkLst>
            <pc:docMk/>
            <pc:sldMk cId="1492476190" sldId="2147472827"/>
            <ac:spMk id="26" creationId="{BADF2E08-FBC5-9C2A-DDEE-2FC3445318C3}"/>
          </ac:spMkLst>
        </pc:spChg>
        <pc:spChg chg="mod">
          <ac:chgData name="Mindel, Zack" userId="b848d220-508e-4e1c-a724-c63ec08f15d4" providerId="ADAL" clId="{86C2C1C6-02A8-5F2B-B854-849B17DA3473}" dt="2026-03-04T14:48:24.696" v="101"/>
          <ac:spMkLst>
            <pc:docMk/>
            <pc:sldMk cId="1492476190" sldId="2147472827"/>
            <ac:spMk id="29" creationId="{D3CD7C71-2269-E037-BA43-943B92054FEE}"/>
          </ac:spMkLst>
        </pc:spChg>
        <pc:spChg chg="mod">
          <ac:chgData name="Mindel, Zack" userId="b848d220-508e-4e1c-a724-c63ec08f15d4" providerId="ADAL" clId="{86C2C1C6-02A8-5F2B-B854-849B17DA3473}" dt="2026-03-04T14:46:42.095" v="4"/>
          <ac:spMkLst>
            <pc:docMk/>
            <pc:sldMk cId="1492476190" sldId="2147472827"/>
            <ac:spMk id="30" creationId="{E048F125-7C08-924B-4448-E53B8920A6EB}"/>
          </ac:spMkLst>
        </pc:spChg>
        <pc:spChg chg="del">
          <ac:chgData name="Mindel, Zack" userId="b848d220-508e-4e1c-a724-c63ec08f15d4" providerId="ADAL" clId="{86C2C1C6-02A8-5F2B-B854-849B17DA3473}" dt="2026-03-04T14:46:33.738" v="2" actId="478"/>
          <ac:spMkLst>
            <pc:docMk/>
            <pc:sldMk cId="1492476190" sldId="2147472827"/>
            <ac:spMk id="32" creationId="{23C277C8-110B-211A-7650-DFEE0A387E65}"/>
          </ac:spMkLst>
        </pc:spChg>
        <pc:spChg chg="del">
          <ac:chgData name="Mindel, Zack" userId="b848d220-508e-4e1c-a724-c63ec08f15d4" providerId="ADAL" clId="{86C2C1C6-02A8-5F2B-B854-849B17DA3473}" dt="2026-03-04T14:46:33.738" v="2" actId="478"/>
          <ac:spMkLst>
            <pc:docMk/>
            <pc:sldMk cId="1492476190" sldId="2147472827"/>
            <ac:spMk id="35" creationId="{AA4C956C-AA7F-9701-6DD6-B8F3AFED1419}"/>
          </ac:spMkLst>
        </pc:spChg>
        <pc:spChg chg="del">
          <ac:chgData name="Mindel, Zack" userId="b848d220-508e-4e1c-a724-c63ec08f15d4" providerId="ADAL" clId="{86C2C1C6-02A8-5F2B-B854-849B17DA3473}" dt="2026-03-04T14:46:33.738" v="2" actId="478"/>
          <ac:spMkLst>
            <pc:docMk/>
            <pc:sldMk cId="1492476190" sldId="2147472827"/>
            <ac:spMk id="39" creationId="{43ECD895-8DF6-D9E0-9AC4-7165F9022534}"/>
          </ac:spMkLst>
        </pc:spChg>
        <pc:spChg chg="del">
          <ac:chgData name="Mindel, Zack" userId="b848d220-508e-4e1c-a724-c63ec08f15d4" providerId="ADAL" clId="{86C2C1C6-02A8-5F2B-B854-849B17DA3473}" dt="2026-03-04T14:46:33.738" v="2" actId="478"/>
          <ac:spMkLst>
            <pc:docMk/>
            <pc:sldMk cId="1492476190" sldId="2147472827"/>
            <ac:spMk id="41" creationId="{744DD466-53E7-6BDE-A861-D3C083DBC4B0}"/>
          </ac:spMkLst>
        </pc:spChg>
        <pc:spChg chg="del">
          <ac:chgData name="Mindel, Zack" userId="b848d220-508e-4e1c-a724-c63ec08f15d4" providerId="ADAL" clId="{86C2C1C6-02A8-5F2B-B854-849B17DA3473}" dt="2026-03-04T14:46:33.738" v="2" actId="478"/>
          <ac:spMkLst>
            <pc:docMk/>
            <pc:sldMk cId="1492476190" sldId="2147472827"/>
            <ac:spMk id="42" creationId="{632D58BA-72C6-BD4C-C0A3-5CDFAAA1C8A3}"/>
          </ac:spMkLst>
        </pc:spChg>
        <pc:spChg chg="del">
          <ac:chgData name="Mindel, Zack" userId="b848d220-508e-4e1c-a724-c63ec08f15d4" providerId="ADAL" clId="{86C2C1C6-02A8-5F2B-B854-849B17DA3473}" dt="2026-03-04T14:46:33.738" v="2" actId="478"/>
          <ac:spMkLst>
            <pc:docMk/>
            <pc:sldMk cId="1492476190" sldId="2147472827"/>
            <ac:spMk id="44" creationId="{FC0BBD90-8CB1-EC8E-1105-F95ADE43B634}"/>
          </ac:spMkLst>
        </pc:spChg>
        <pc:spChg chg="del">
          <ac:chgData name="Mindel, Zack" userId="b848d220-508e-4e1c-a724-c63ec08f15d4" providerId="ADAL" clId="{86C2C1C6-02A8-5F2B-B854-849B17DA3473}" dt="2026-03-04T14:46:33.738" v="2" actId="478"/>
          <ac:spMkLst>
            <pc:docMk/>
            <pc:sldMk cId="1492476190" sldId="2147472827"/>
            <ac:spMk id="45" creationId="{78D43B65-4E8B-C67B-5AEB-933B87089B5E}"/>
          </ac:spMkLst>
        </pc:spChg>
        <pc:spChg chg="del">
          <ac:chgData name="Mindel, Zack" userId="b848d220-508e-4e1c-a724-c63ec08f15d4" providerId="ADAL" clId="{86C2C1C6-02A8-5F2B-B854-849B17DA3473}" dt="2026-03-04T14:46:33.738" v="2" actId="478"/>
          <ac:spMkLst>
            <pc:docMk/>
            <pc:sldMk cId="1492476190" sldId="2147472827"/>
            <ac:spMk id="47" creationId="{D71C3AFF-1C78-7EFB-5EFC-B7798928AAC7}"/>
          </ac:spMkLst>
        </pc:spChg>
        <pc:spChg chg="del">
          <ac:chgData name="Mindel, Zack" userId="b848d220-508e-4e1c-a724-c63ec08f15d4" providerId="ADAL" clId="{86C2C1C6-02A8-5F2B-B854-849B17DA3473}" dt="2026-03-04T14:46:33.738" v="2" actId="478"/>
          <ac:spMkLst>
            <pc:docMk/>
            <pc:sldMk cId="1492476190" sldId="2147472827"/>
            <ac:spMk id="48" creationId="{C720CF63-3CAB-89B0-ADED-BA02DC492124}"/>
          </ac:spMkLst>
        </pc:spChg>
        <pc:spChg chg="del">
          <ac:chgData name="Mindel, Zack" userId="b848d220-508e-4e1c-a724-c63ec08f15d4" providerId="ADAL" clId="{86C2C1C6-02A8-5F2B-B854-849B17DA3473}" dt="2026-03-04T14:46:33.738" v="2" actId="478"/>
          <ac:spMkLst>
            <pc:docMk/>
            <pc:sldMk cId="1492476190" sldId="2147472827"/>
            <ac:spMk id="50" creationId="{2F653E71-0AFD-240E-35D5-116A8A974979}"/>
          </ac:spMkLst>
        </pc:spChg>
        <pc:spChg chg="mod">
          <ac:chgData name="Mindel, Zack" userId="b848d220-508e-4e1c-a724-c63ec08f15d4" providerId="ADAL" clId="{86C2C1C6-02A8-5F2B-B854-849B17DA3473}" dt="2026-03-04T14:48:26.175" v="102"/>
          <ac:spMkLst>
            <pc:docMk/>
            <pc:sldMk cId="1492476190" sldId="2147472827"/>
            <ac:spMk id="56" creationId="{8B9C8C12-9788-8E0F-9252-07DB5FCAC103}"/>
          </ac:spMkLst>
        </pc:spChg>
        <pc:spChg chg="mod">
          <ac:chgData name="Mindel, Zack" userId="b848d220-508e-4e1c-a724-c63ec08f15d4" providerId="ADAL" clId="{86C2C1C6-02A8-5F2B-B854-849B17DA3473}" dt="2026-03-04T14:46:42.095" v="4"/>
          <ac:spMkLst>
            <pc:docMk/>
            <pc:sldMk cId="1492476190" sldId="2147472827"/>
            <ac:spMk id="57" creationId="{CC8025CD-11E8-5BAE-35D1-B43FC317F3C7}"/>
          </ac:spMkLst>
        </pc:spChg>
        <pc:spChg chg="mod">
          <ac:chgData name="Mindel, Zack" userId="b848d220-508e-4e1c-a724-c63ec08f15d4" providerId="ADAL" clId="{86C2C1C6-02A8-5F2B-B854-849B17DA3473}" dt="2026-03-04T14:48:27.955" v="103"/>
          <ac:spMkLst>
            <pc:docMk/>
            <pc:sldMk cId="1492476190" sldId="2147472827"/>
            <ac:spMk id="59" creationId="{C210EBF9-9FD6-1D2D-0897-0748E9E2DC10}"/>
          </ac:spMkLst>
        </pc:spChg>
        <pc:grpChg chg="mod">
          <ac:chgData name="Mindel, Zack" userId="b848d220-508e-4e1c-a724-c63ec08f15d4" providerId="ADAL" clId="{86C2C1C6-02A8-5F2B-B854-849B17DA3473}" dt="2026-03-04T14:46:53.490" v="5" actId="1076"/>
          <ac:grpSpMkLst>
            <pc:docMk/>
            <pc:sldMk cId="1492476190" sldId="2147472827"/>
            <ac:grpSpMk id="6" creationId="{D2E5BC21-8D39-9D06-62D0-3A217BAFF404}"/>
          </ac:grpSpMkLst>
        </pc:grpChg>
        <pc:grpChg chg="mod">
          <ac:chgData name="Mindel, Zack" userId="b848d220-508e-4e1c-a724-c63ec08f15d4" providerId="ADAL" clId="{86C2C1C6-02A8-5F2B-B854-849B17DA3473}" dt="2026-03-04T14:46:53.490" v="5" actId="1076"/>
          <ac:grpSpMkLst>
            <pc:docMk/>
            <pc:sldMk cId="1492476190" sldId="2147472827"/>
            <ac:grpSpMk id="9" creationId="{2777AE29-1322-C11C-F2A9-B5BDDFCB5884}"/>
          </ac:grpSpMkLst>
        </pc:grpChg>
        <pc:grpChg chg="mod">
          <ac:chgData name="Mindel, Zack" userId="b848d220-508e-4e1c-a724-c63ec08f15d4" providerId="ADAL" clId="{86C2C1C6-02A8-5F2B-B854-849B17DA3473}" dt="2026-03-04T14:46:53.490" v="5" actId="1076"/>
          <ac:grpSpMkLst>
            <pc:docMk/>
            <pc:sldMk cId="1492476190" sldId="2147472827"/>
            <ac:grpSpMk id="13" creationId="{6F2F4F04-0173-98B5-3A8C-21649D606D7C}"/>
          </ac:grpSpMkLst>
        </pc:grpChg>
        <pc:cxnChg chg="mod">
          <ac:chgData name="Mindel, Zack" userId="b848d220-508e-4e1c-a724-c63ec08f15d4" providerId="ADAL" clId="{86C2C1C6-02A8-5F2B-B854-849B17DA3473}" dt="2026-03-04T14:46:53.490" v="5" actId="1076"/>
          <ac:cxnSpMkLst>
            <pc:docMk/>
            <pc:sldMk cId="1492476190" sldId="2147472827"/>
            <ac:cxnSpMk id="62" creationId="{202C921D-36EB-6577-4798-F53F61AB3F92}"/>
          </ac:cxnSpMkLst>
        </pc:cxnChg>
        <pc:cxnChg chg="mod">
          <ac:chgData name="Mindel, Zack" userId="b848d220-508e-4e1c-a724-c63ec08f15d4" providerId="ADAL" clId="{86C2C1C6-02A8-5F2B-B854-849B17DA3473}" dt="2026-03-04T14:46:53.490" v="5" actId="1076"/>
          <ac:cxnSpMkLst>
            <pc:docMk/>
            <pc:sldMk cId="1492476190" sldId="2147472827"/>
            <ac:cxnSpMk id="63" creationId="{7EEBEA3B-F136-6AE3-0110-F43340B73838}"/>
          </ac:cxnSpMkLst>
        </pc:cxnChg>
        <pc:cxnChg chg="mod">
          <ac:chgData name="Mindel, Zack" userId="b848d220-508e-4e1c-a724-c63ec08f15d4" providerId="ADAL" clId="{86C2C1C6-02A8-5F2B-B854-849B17DA3473}" dt="2026-03-04T14:46:53.490" v="5" actId="1076"/>
          <ac:cxnSpMkLst>
            <pc:docMk/>
            <pc:sldMk cId="1492476190" sldId="2147472827"/>
            <ac:cxnSpMk id="64" creationId="{19181621-7307-D888-D9E8-A1BE600B4899}"/>
          </ac:cxnSpMkLst>
        </pc:cxnChg>
        <pc:cxnChg chg="mod">
          <ac:chgData name="Mindel, Zack" userId="b848d220-508e-4e1c-a724-c63ec08f15d4" providerId="ADAL" clId="{86C2C1C6-02A8-5F2B-B854-849B17DA3473}" dt="2026-03-04T14:46:53.490" v="5" actId="1076"/>
          <ac:cxnSpMkLst>
            <pc:docMk/>
            <pc:sldMk cId="1492476190" sldId="2147472827"/>
            <ac:cxnSpMk id="65" creationId="{705925E2-DEB5-7ECD-CE3E-74D02625ACE0}"/>
          </ac:cxnSpMkLst>
        </pc:cxnChg>
      </pc:sldChg>
      <pc:sldMasterChg chg="delSldLayout">
        <pc:chgData name="Mindel, Zack" userId="b848d220-508e-4e1c-a724-c63ec08f15d4" providerId="ADAL" clId="{86C2C1C6-02A8-5F2B-B854-849B17DA3473}" dt="2026-03-05T16:23:18.405" v="114" actId="2696"/>
        <pc:sldMasterMkLst>
          <pc:docMk/>
          <pc:sldMasterMk cId="3521449419" sldId="2147483660"/>
        </pc:sldMasterMkLst>
        <pc:sldLayoutChg chg="del">
          <pc:chgData name="Mindel, Zack" userId="b848d220-508e-4e1c-a724-c63ec08f15d4" providerId="ADAL" clId="{86C2C1C6-02A8-5F2B-B854-849B17DA3473}" dt="2026-03-05T16:23:18.405" v="114" actId="2696"/>
          <pc:sldLayoutMkLst>
            <pc:docMk/>
            <pc:sldMasterMk cId="3521449419" sldId="2147483660"/>
            <pc:sldLayoutMk cId="363280790" sldId="2147483903"/>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991774266349952E-4"/>
          <c:y val="0.18265546207998398"/>
          <c:w val="0.67142644748006319"/>
          <c:h val="0.81734453792001582"/>
        </c:manualLayout>
      </c:layout>
      <c:doughnutChart>
        <c:varyColors val="1"/>
        <c:ser>
          <c:idx val="0"/>
          <c:order val="0"/>
          <c:tx>
            <c:strRef>
              <c:f>Sheet1!$B$1</c:f>
              <c:strCache>
                <c:ptCount val="1"/>
                <c:pt idx="0">
                  <c:v>Column1</c:v>
                </c:pt>
              </c:strCache>
            </c:strRef>
          </c:tx>
          <c:spPr>
            <a:ln>
              <a:solidFill>
                <a:schemeClr val="bg1"/>
              </a:solidFill>
            </a:ln>
          </c:spPr>
          <c:dPt>
            <c:idx val="0"/>
            <c:bubble3D val="0"/>
            <c:spPr>
              <a:solidFill>
                <a:srgbClr val="00338D"/>
              </a:solidFill>
              <a:ln>
                <a:solidFill>
                  <a:schemeClr val="bg1"/>
                </a:solidFill>
              </a:ln>
              <a:effectLst/>
            </c:spPr>
            <c:extLst>
              <c:ext xmlns:c16="http://schemas.microsoft.com/office/drawing/2014/chart" uri="{C3380CC4-5D6E-409C-BE32-E72D297353CC}">
                <c16:uniqueId val="{00000001-78E3-49DE-812D-2C0D0FEC3C09}"/>
              </c:ext>
            </c:extLst>
          </c:dPt>
          <c:dPt>
            <c:idx val="1"/>
            <c:bubble3D val="0"/>
            <c:spPr>
              <a:solidFill>
                <a:schemeClr val="accent4"/>
              </a:solidFill>
              <a:ln>
                <a:solidFill>
                  <a:schemeClr val="bg1"/>
                </a:solidFill>
              </a:ln>
              <a:effectLst/>
            </c:spPr>
            <c:extLst>
              <c:ext xmlns:c16="http://schemas.microsoft.com/office/drawing/2014/chart" uri="{C3380CC4-5D6E-409C-BE32-E72D297353CC}">
                <c16:uniqueId val="{00000003-78E3-49DE-812D-2C0D0FEC3C09}"/>
              </c:ext>
            </c:extLst>
          </c:dPt>
          <c:dPt>
            <c:idx val="2"/>
            <c:bubble3D val="0"/>
            <c:spPr>
              <a:solidFill>
                <a:schemeClr val="accent1"/>
              </a:solidFill>
              <a:ln>
                <a:solidFill>
                  <a:schemeClr val="bg1"/>
                </a:solidFill>
              </a:ln>
              <a:effectLst/>
            </c:spPr>
            <c:extLst>
              <c:ext xmlns:c16="http://schemas.microsoft.com/office/drawing/2014/chart" uri="{C3380CC4-5D6E-409C-BE32-E72D297353CC}">
                <c16:uniqueId val="{00000005-78E3-49DE-812D-2C0D0FEC3C09}"/>
              </c:ext>
            </c:extLst>
          </c:dPt>
          <c:dPt>
            <c:idx val="3"/>
            <c:bubble3D val="0"/>
            <c:spPr>
              <a:solidFill>
                <a:srgbClr val="76D2FF"/>
              </a:solidFill>
              <a:ln>
                <a:solidFill>
                  <a:schemeClr val="bg1"/>
                </a:solidFill>
              </a:ln>
              <a:effectLst/>
            </c:spPr>
            <c:extLst>
              <c:ext xmlns:c16="http://schemas.microsoft.com/office/drawing/2014/chart" uri="{C3380CC4-5D6E-409C-BE32-E72D297353CC}">
                <c16:uniqueId val="{00000007-78E3-49DE-812D-2C0D0FEC3C09}"/>
              </c:ext>
            </c:extLst>
          </c:dPt>
          <c:dPt>
            <c:idx val="4"/>
            <c:bubble3D val="0"/>
            <c:spPr>
              <a:solidFill>
                <a:srgbClr val="510DBC"/>
              </a:solidFill>
              <a:ln>
                <a:solidFill>
                  <a:schemeClr val="bg1"/>
                </a:solidFill>
              </a:ln>
              <a:effectLst/>
            </c:spPr>
            <c:extLst>
              <c:ext xmlns:c16="http://schemas.microsoft.com/office/drawing/2014/chart" uri="{C3380CC4-5D6E-409C-BE32-E72D297353CC}">
                <c16:uniqueId val="{00000009-78E3-49DE-812D-2C0D0FEC3C09}"/>
              </c:ext>
            </c:extLst>
          </c:dPt>
          <c:dPt>
            <c:idx val="5"/>
            <c:bubble3D val="0"/>
            <c:spPr>
              <a:solidFill>
                <a:srgbClr val="B497FF"/>
              </a:solidFill>
              <a:ln>
                <a:solidFill>
                  <a:schemeClr val="bg1"/>
                </a:solidFill>
              </a:ln>
              <a:effectLst/>
            </c:spPr>
            <c:extLst>
              <c:ext xmlns:c16="http://schemas.microsoft.com/office/drawing/2014/chart" uri="{C3380CC4-5D6E-409C-BE32-E72D297353CC}">
                <c16:uniqueId val="{0000000B-78E3-49DE-812D-2C0D0FEC3C09}"/>
              </c:ext>
            </c:extLst>
          </c:dPt>
          <c:dPt>
            <c:idx val="6"/>
            <c:bubble3D val="0"/>
            <c:spPr>
              <a:solidFill>
                <a:srgbClr val="098E7E"/>
              </a:solidFill>
              <a:ln>
                <a:solidFill>
                  <a:schemeClr val="bg1"/>
                </a:solidFill>
              </a:ln>
              <a:effectLst/>
            </c:spPr>
            <c:extLst>
              <c:ext xmlns:c16="http://schemas.microsoft.com/office/drawing/2014/chart" uri="{C3380CC4-5D6E-409C-BE32-E72D297353CC}">
                <c16:uniqueId val="{0000000D-78E3-49DE-812D-2C0D0FEC3C09}"/>
              </c:ext>
            </c:extLst>
          </c:dPt>
          <c:dPt>
            <c:idx val="7"/>
            <c:bubble3D val="0"/>
            <c:spPr>
              <a:solidFill>
                <a:srgbClr val="00C0AE"/>
              </a:solidFill>
              <a:ln>
                <a:solidFill>
                  <a:schemeClr val="bg1"/>
                </a:solidFill>
              </a:ln>
              <a:effectLst/>
            </c:spPr>
            <c:extLst>
              <c:ext xmlns:c16="http://schemas.microsoft.com/office/drawing/2014/chart" uri="{C3380CC4-5D6E-409C-BE32-E72D297353CC}">
                <c16:uniqueId val="{0000000F-78E3-49DE-812D-2C0D0FEC3C09}"/>
              </c:ext>
            </c:extLst>
          </c:dPt>
          <c:dPt>
            <c:idx val="8"/>
            <c:bubble3D val="0"/>
            <c:spPr>
              <a:solidFill>
                <a:srgbClr val="AB0D82"/>
              </a:solidFill>
              <a:ln>
                <a:solidFill>
                  <a:schemeClr val="bg1"/>
                </a:solidFill>
              </a:ln>
              <a:effectLst/>
            </c:spPr>
            <c:extLst>
              <c:ext xmlns:c16="http://schemas.microsoft.com/office/drawing/2014/chart" uri="{C3380CC4-5D6E-409C-BE32-E72D297353CC}">
                <c16:uniqueId val="{00000011-78E3-49DE-812D-2C0D0FEC3C09}"/>
              </c:ext>
            </c:extLst>
          </c:dPt>
          <c:dPt>
            <c:idx val="9"/>
            <c:bubble3D val="0"/>
            <c:spPr>
              <a:solidFill>
                <a:srgbClr val="FD349C"/>
              </a:solidFill>
              <a:ln>
                <a:solidFill>
                  <a:schemeClr val="bg1"/>
                </a:solidFill>
              </a:ln>
              <a:effectLst/>
            </c:spPr>
            <c:extLst>
              <c:ext xmlns:c16="http://schemas.microsoft.com/office/drawing/2014/chart" uri="{C3380CC4-5D6E-409C-BE32-E72D297353CC}">
                <c16:uniqueId val="{00000013-78E3-49DE-812D-2C0D0FEC3C09}"/>
              </c:ext>
            </c:extLst>
          </c:dPt>
          <c:dLbls>
            <c:delete val="1"/>
          </c:dLbls>
          <c:cat>
            <c:strRef>
              <c:f>Sheet1!$A$2:$A$11</c:f>
              <c:strCache>
                <c:ptCount val="10"/>
                <c:pt idx="0">
                  <c:v>Label 1</c:v>
                </c:pt>
                <c:pt idx="1">
                  <c:v>Label 2</c:v>
                </c:pt>
                <c:pt idx="2">
                  <c:v>Label 3</c:v>
                </c:pt>
                <c:pt idx="3">
                  <c:v>Label 4</c:v>
                </c:pt>
                <c:pt idx="4">
                  <c:v>Label 5</c:v>
                </c:pt>
                <c:pt idx="5">
                  <c:v>Label 6</c:v>
                </c:pt>
                <c:pt idx="6">
                  <c:v>Label 7</c:v>
                </c:pt>
                <c:pt idx="7">
                  <c:v>Label 8</c:v>
                </c:pt>
                <c:pt idx="8">
                  <c:v>Label 9</c:v>
                </c:pt>
                <c:pt idx="9">
                  <c:v>Label 10</c:v>
                </c:pt>
              </c:strCache>
            </c:strRef>
          </c:cat>
          <c:val>
            <c:numRef>
              <c:f>Sheet1!$B$2:$B$11</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14-78E3-49DE-812D-2C0D0FEC3C09}"/>
            </c:ext>
          </c:extLst>
        </c:ser>
        <c:dLbls>
          <c:showLegendKey val="0"/>
          <c:showVal val="1"/>
          <c:showCatName val="0"/>
          <c:showSerName val="0"/>
          <c:showPercent val="0"/>
          <c:showBubbleSize val="0"/>
          <c:showLeaderLines val="1"/>
        </c:dLbls>
        <c:firstSliceAng val="0"/>
        <c:holeSize val="40"/>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1000" b="0" baseline="0">
          <a:latin typeface="+mn-lt"/>
          <a:cs typeface="Arial"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767415560973493E-2"/>
          <c:y val="4.387280567257857E-2"/>
          <c:w val="0.87621426453410911"/>
          <c:h val="0.84801939938227655"/>
        </c:manualLayout>
      </c:layout>
      <c:lineChart>
        <c:grouping val="standard"/>
        <c:varyColors val="0"/>
        <c:ser>
          <c:idx val="0"/>
          <c:order val="0"/>
          <c:tx>
            <c:strRef>
              <c:f>Sheet1!$B$1</c:f>
              <c:strCache>
                <c:ptCount val="1"/>
                <c:pt idx="0">
                  <c:v>Historic</c:v>
                </c:pt>
              </c:strCache>
            </c:strRef>
          </c:tx>
          <c:spPr>
            <a:ln w="28575" cap="rnd">
              <a:solidFill>
                <a:schemeClr val="accent1"/>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0-1E98-554D-8CC7-1F2E39A6B371}"/>
                </c:ext>
              </c:extLst>
            </c:dLbl>
            <c:numFmt formatCode="#,##0" sourceLinked="0"/>
            <c:spPr>
              <a:noFill/>
              <a:ln>
                <a:noFill/>
              </a:ln>
              <a:effectLst/>
            </c:spPr>
            <c:txPr>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2019</c:v>
                </c:pt>
                <c:pt idx="1">
                  <c:v>2020</c:v>
                </c:pt>
                <c:pt idx="2">
                  <c:v>2021</c:v>
                </c:pt>
                <c:pt idx="3">
                  <c:v>2022</c:v>
                </c:pt>
                <c:pt idx="4">
                  <c:v>2023F</c:v>
                </c:pt>
                <c:pt idx="5">
                  <c:v>2024F</c:v>
                </c:pt>
                <c:pt idx="6">
                  <c:v>2025F</c:v>
                </c:pt>
                <c:pt idx="7">
                  <c:v>2026F</c:v>
                </c:pt>
                <c:pt idx="8">
                  <c:v>2027F</c:v>
                </c:pt>
              </c:strCache>
            </c:strRef>
          </c:cat>
          <c:val>
            <c:numRef>
              <c:f>Sheet1!$B$2:$B$10</c:f>
              <c:numCache>
                <c:formatCode>General</c:formatCode>
                <c:ptCount val="9"/>
                <c:pt idx="0">
                  <c:v>37</c:v>
                </c:pt>
                <c:pt idx="1">
                  <c:v>42</c:v>
                </c:pt>
                <c:pt idx="2">
                  <c:v>49</c:v>
                </c:pt>
                <c:pt idx="3">
                  <c:v>55</c:v>
                </c:pt>
              </c:numCache>
            </c:numRef>
          </c:val>
          <c:smooth val="0"/>
          <c:extLst>
            <c:ext xmlns:c16="http://schemas.microsoft.com/office/drawing/2014/chart" uri="{C3380CC4-5D6E-409C-BE32-E72D297353CC}">
              <c16:uniqueId val="{00000001-1E98-554D-8CC7-1F2E39A6B371}"/>
            </c:ext>
          </c:extLst>
        </c:ser>
        <c:ser>
          <c:idx val="1"/>
          <c:order val="1"/>
          <c:tx>
            <c:strRef>
              <c:f>Sheet1!$C$1</c:f>
              <c:strCache>
                <c:ptCount val="1"/>
                <c:pt idx="0">
                  <c:v>Scenario 1</c:v>
                </c:pt>
              </c:strCache>
            </c:strRef>
          </c:tx>
          <c:spPr>
            <a:ln w="28575" cap="rnd">
              <a:solidFill>
                <a:schemeClr val="accent4"/>
              </a:solidFill>
              <a:prstDash val="dash"/>
              <a:round/>
            </a:ln>
            <a:effectLst/>
          </c:spPr>
          <c:marker>
            <c:symbol val="none"/>
          </c:marker>
          <c:dLbls>
            <c:dLbl>
              <c:idx val="3"/>
              <c:delete val="1"/>
              <c:extLst>
                <c:ext xmlns:c15="http://schemas.microsoft.com/office/drawing/2012/chart" uri="{CE6537A1-D6FC-4f65-9D91-7224C49458BB}"/>
                <c:ext xmlns:c16="http://schemas.microsoft.com/office/drawing/2014/chart" uri="{C3380CC4-5D6E-409C-BE32-E72D297353CC}">
                  <c16:uniqueId val="{00000002-1E98-554D-8CC7-1F2E39A6B371}"/>
                </c:ext>
              </c:extLst>
            </c:dLbl>
            <c:numFmt formatCode="#,##0" sourceLinked="0"/>
            <c:spPr>
              <a:noFill/>
              <a:ln>
                <a:noFill/>
              </a:ln>
              <a:effectLst/>
            </c:spPr>
            <c:txPr>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2019</c:v>
                </c:pt>
                <c:pt idx="1">
                  <c:v>2020</c:v>
                </c:pt>
                <c:pt idx="2">
                  <c:v>2021</c:v>
                </c:pt>
                <c:pt idx="3">
                  <c:v>2022</c:v>
                </c:pt>
                <c:pt idx="4">
                  <c:v>2023F</c:v>
                </c:pt>
                <c:pt idx="5">
                  <c:v>2024F</c:v>
                </c:pt>
                <c:pt idx="6">
                  <c:v>2025F</c:v>
                </c:pt>
                <c:pt idx="7">
                  <c:v>2026F</c:v>
                </c:pt>
                <c:pt idx="8">
                  <c:v>2027F</c:v>
                </c:pt>
              </c:strCache>
            </c:strRef>
          </c:cat>
          <c:val>
            <c:numRef>
              <c:f>Sheet1!$C$2:$C$10</c:f>
              <c:numCache>
                <c:formatCode>General</c:formatCode>
                <c:ptCount val="9"/>
                <c:pt idx="3">
                  <c:v>55</c:v>
                </c:pt>
                <c:pt idx="4">
                  <c:v>63</c:v>
                </c:pt>
                <c:pt idx="5">
                  <c:v>74</c:v>
                </c:pt>
                <c:pt idx="6">
                  <c:v>91</c:v>
                </c:pt>
                <c:pt idx="7">
                  <c:v>101</c:v>
                </c:pt>
                <c:pt idx="8">
                  <c:v>115</c:v>
                </c:pt>
              </c:numCache>
            </c:numRef>
          </c:val>
          <c:smooth val="0"/>
          <c:extLst>
            <c:ext xmlns:c16="http://schemas.microsoft.com/office/drawing/2014/chart" uri="{C3380CC4-5D6E-409C-BE32-E72D297353CC}">
              <c16:uniqueId val="{00000003-1E98-554D-8CC7-1F2E39A6B371}"/>
            </c:ext>
          </c:extLst>
        </c:ser>
        <c:ser>
          <c:idx val="2"/>
          <c:order val="2"/>
          <c:tx>
            <c:strRef>
              <c:f>Sheet1!$D$1</c:f>
              <c:strCache>
                <c:ptCount val="1"/>
                <c:pt idx="0">
                  <c:v>Scenario 2</c:v>
                </c:pt>
              </c:strCache>
            </c:strRef>
          </c:tx>
          <c:spPr>
            <a:ln w="28575" cap="rnd">
              <a:solidFill>
                <a:schemeClr val="accent1"/>
              </a:solidFill>
              <a:prstDash val="dash"/>
              <a:round/>
            </a:ln>
            <a:effectLst/>
          </c:spPr>
          <c:marker>
            <c:symbol val="none"/>
          </c:marker>
          <c:dLbls>
            <c:dLbl>
              <c:idx val="3"/>
              <c:delete val="1"/>
              <c:extLst>
                <c:ext xmlns:c15="http://schemas.microsoft.com/office/drawing/2012/chart" uri="{CE6537A1-D6FC-4f65-9D91-7224C49458BB}"/>
                <c:ext xmlns:c16="http://schemas.microsoft.com/office/drawing/2014/chart" uri="{C3380CC4-5D6E-409C-BE32-E72D297353CC}">
                  <c16:uniqueId val="{00000004-1E98-554D-8CC7-1F2E39A6B371}"/>
                </c:ext>
              </c:extLst>
            </c:dLbl>
            <c:numFmt formatCode="#,##0" sourceLinked="0"/>
            <c:spPr>
              <a:noFill/>
              <a:ln>
                <a:noFill/>
              </a:ln>
              <a:effectLst/>
            </c:spPr>
            <c:txPr>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2019</c:v>
                </c:pt>
                <c:pt idx="1">
                  <c:v>2020</c:v>
                </c:pt>
                <c:pt idx="2">
                  <c:v>2021</c:v>
                </c:pt>
                <c:pt idx="3">
                  <c:v>2022</c:v>
                </c:pt>
                <c:pt idx="4">
                  <c:v>2023F</c:v>
                </c:pt>
                <c:pt idx="5">
                  <c:v>2024F</c:v>
                </c:pt>
                <c:pt idx="6">
                  <c:v>2025F</c:v>
                </c:pt>
                <c:pt idx="7">
                  <c:v>2026F</c:v>
                </c:pt>
                <c:pt idx="8">
                  <c:v>2027F</c:v>
                </c:pt>
              </c:strCache>
            </c:strRef>
          </c:cat>
          <c:val>
            <c:numRef>
              <c:f>Sheet1!$D$2:$D$10</c:f>
              <c:numCache>
                <c:formatCode>General</c:formatCode>
                <c:ptCount val="9"/>
                <c:pt idx="3">
                  <c:v>55</c:v>
                </c:pt>
                <c:pt idx="4">
                  <c:v>59</c:v>
                </c:pt>
                <c:pt idx="5">
                  <c:v>66</c:v>
                </c:pt>
                <c:pt idx="6">
                  <c:v>72</c:v>
                </c:pt>
                <c:pt idx="7">
                  <c:v>75</c:v>
                </c:pt>
                <c:pt idx="8">
                  <c:v>81</c:v>
                </c:pt>
              </c:numCache>
            </c:numRef>
          </c:val>
          <c:smooth val="0"/>
          <c:extLst>
            <c:ext xmlns:c16="http://schemas.microsoft.com/office/drawing/2014/chart" uri="{C3380CC4-5D6E-409C-BE32-E72D297353CC}">
              <c16:uniqueId val="{00000005-1E98-554D-8CC7-1F2E39A6B371}"/>
            </c:ext>
          </c:extLst>
        </c:ser>
        <c:dLbls>
          <c:showLegendKey val="0"/>
          <c:showVal val="0"/>
          <c:showCatName val="0"/>
          <c:showSerName val="0"/>
          <c:showPercent val="0"/>
          <c:showBubbleSize val="0"/>
        </c:dLbls>
        <c:smooth val="0"/>
        <c:axId val="1989798176"/>
        <c:axId val="1989808576"/>
      </c:lineChart>
      <c:catAx>
        <c:axId val="1989798176"/>
        <c:scaling>
          <c:orientation val="minMax"/>
        </c:scaling>
        <c:delete val="0"/>
        <c:axPos val="b"/>
        <c:majorGridlines>
          <c:spPr>
            <a:ln w="9525" cap="flat" cmpd="sng" algn="ctr">
              <a:solidFill>
                <a:schemeClr val="bg2"/>
              </a:solidFill>
              <a:round/>
            </a:ln>
            <a:effectLst/>
          </c:spPr>
        </c:majorGridlines>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200" b="0" i="0" u="none" strike="noStrike" kern="1200" baseline="0">
                <a:solidFill>
                  <a:schemeClr val="accent3"/>
                </a:solidFill>
                <a:latin typeface="+mn-lt"/>
                <a:ea typeface="+mn-ea"/>
                <a:cs typeface="+mn-cs"/>
              </a:defRPr>
            </a:pPr>
            <a:endParaRPr lang="en-US"/>
          </a:p>
        </c:txPr>
        <c:crossAx val="1989808576"/>
        <c:crosses val="autoZero"/>
        <c:auto val="1"/>
        <c:lblAlgn val="ctr"/>
        <c:lblOffset val="100"/>
        <c:noMultiLvlLbl val="0"/>
      </c:catAx>
      <c:valAx>
        <c:axId val="1989808576"/>
        <c:scaling>
          <c:orientation val="minMax"/>
          <c:min val="0"/>
        </c:scaling>
        <c:delete val="0"/>
        <c:axPos val="l"/>
        <c:majorGridlines>
          <c:spPr>
            <a:ln w="9525" cap="flat" cmpd="sng" algn="ctr">
              <a:solidFill>
                <a:schemeClr val="bg2"/>
              </a:solidFill>
              <a:round/>
            </a:ln>
            <a:effectLst/>
          </c:spPr>
        </c:majorGridlines>
        <c:numFmt formatCode="General" sourceLinked="1"/>
        <c:majorTickMark val="out"/>
        <c:minorTickMark val="none"/>
        <c:tickLblPos val="nextTo"/>
        <c:spPr>
          <a:noFill/>
          <a:ln>
            <a:solidFill>
              <a:schemeClr val="bg2"/>
            </a:solidFill>
          </a:ln>
          <a:effectLst/>
        </c:spPr>
        <c:txPr>
          <a:bodyPr rot="-60000000" spcFirstLastPara="1" vertOverflow="ellipsis" vert="horz" wrap="square" anchor="ctr" anchorCtr="1"/>
          <a:lstStyle/>
          <a:p>
            <a:pPr>
              <a:defRPr sz="1200" b="0" i="0" u="none" strike="noStrike" kern="1200" baseline="0">
                <a:solidFill>
                  <a:schemeClr val="accent3"/>
                </a:solidFill>
                <a:latin typeface="+mn-lt"/>
                <a:ea typeface="+mn-ea"/>
                <a:cs typeface="+mn-cs"/>
              </a:defRPr>
            </a:pPr>
            <a:endParaRPr lang="en-US"/>
          </a:p>
        </c:txPr>
        <c:crossAx val="1989798176"/>
        <c:crosses val="autoZero"/>
        <c:crossBetween val="midCat"/>
        <c:majorUnit val="2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lt"/>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Revenue</c:v>
                </c:pt>
              </c:strCache>
            </c:strRef>
          </c:tx>
          <c:spPr>
            <a:ln w="28575" cap="rnd">
              <a:solidFill>
                <a:schemeClr val="accent1"/>
              </a:solidFill>
              <a:round/>
            </a:ln>
            <a:effectLst/>
          </c:spPr>
          <c:marker>
            <c:symbol val="circle"/>
            <c:size val="7"/>
            <c:spPr>
              <a:solidFill>
                <a:schemeClr val="accent1"/>
              </a:solidFill>
              <a:ln w="9525">
                <a:solidFill>
                  <a:schemeClr val="accent1"/>
                </a:solidFill>
              </a:ln>
              <a:effectLst/>
            </c:spPr>
          </c:marker>
          <c:dLbls>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120</c:v>
                </c:pt>
                <c:pt idx="1">
                  <c:v>150</c:v>
                </c:pt>
                <c:pt idx="2">
                  <c:v>183</c:v>
                </c:pt>
                <c:pt idx="3">
                  <c:v>211</c:v>
                </c:pt>
                <c:pt idx="4">
                  <c:v>234</c:v>
                </c:pt>
              </c:numCache>
            </c:numRef>
          </c:val>
          <c:smooth val="0"/>
          <c:extLst>
            <c:ext xmlns:c16="http://schemas.microsoft.com/office/drawing/2014/chart" uri="{C3380CC4-5D6E-409C-BE32-E72D297353CC}">
              <c16:uniqueId val="{00000000-05E8-044D-9C97-3A1336612C79}"/>
            </c:ext>
          </c:extLst>
        </c:ser>
        <c:dLbls>
          <c:showLegendKey val="0"/>
          <c:showVal val="0"/>
          <c:showCatName val="0"/>
          <c:showSerName val="0"/>
          <c:showPercent val="0"/>
          <c:showBubbleSize val="0"/>
        </c:dLbls>
        <c:marker val="1"/>
        <c:smooth val="0"/>
        <c:axId val="1828117775"/>
        <c:axId val="1828832079"/>
      </c:lineChart>
      <c:catAx>
        <c:axId val="1828117775"/>
        <c:scaling>
          <c:orientation val="minMax"/>
        </c:scaling>
        <c:delete val="0"/>
        <c:axPos val="b"/>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en-US"/>
          </a:p>
        </c:txPr>
        <c:crossAx val="1828832079"/>
        <c:crosses val="autoZero"/>
        <c:auto val="1"/>
        <c:lblAlgn val="ctr"/>
        <c:lblOffset val="100"/>
        <c:noMultiLvlLbl val="0"/>
      </c:catAx>
      <c:valAx>
        <c:axId val="1828832079"/>
        <c:scaling>
          <c:orientation val="minMax"/>
          <c:max val="300"/>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solidFill>
              <a:schemeClr val="bg2"/>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en-US"/>
          </a:p>
        </c:txPr>
        <c:crossAx val="18281177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lineChart>
        <c:grouping val="standard"/>
        <c:varyColors val="0"/>
        <c:ser>
          <c:idx val="0"/>
          <c:order val="0"/>
          <c:tx>
            <c:strRef>
              <c:f>Sheet1!$B$1</c:f>
              <c:strCache>
                <c:ptCount val="1"/>
                <c:pt idx="0">
                  <c:v>EBITDA</c:v>
                </c:pt>
              </c:strCache>
            </c:strRef>
          </c:tx>
          <c:spPr>
            <a:ln w="28575" cap="rnd">
              <a:solidFill>
                <a:schemeClr val="accent5"/>
              </a:solidFill>
              <a:round/>
            </a:ln>
            <a:effectLst/>
          </c:spPr>
          <c:marker>
            <c:symbol val="circle"/>
            <c:size val="7"/>
            <c:spPr>
              <a:solidFill>
                <a:schemeClr val="accent5"/>
              </a:solidFill>
              <a:ln w="9525">
                <a:solidFill>
                  <a:schemeClr val="accent5"/>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43</c:v>
                </c:pt>
                <c:pt idx="1">
                  <c:v>67</c:v>
                </c:pt>
                <c:pt idx="2">
                  <c:v>93</c:v>
                </c:pt>
                <c:pt idx="3">
                  <c:v>130</c:v>
                </c:pt>
                <c:pt idx="4">
                  <c:v>187</c:v>
                </c:pt>
              </c:numCache>
            </c:numRef>
          </c:val>
          <c:smooth val="0"/>
          <c:extLst>
            <c:ext xmlns:c16="http://schemas.microsoft.com/office/drawing/2014/chart" uri="{C3380CC4-5D6E-409C-BE32-E72D297353CC}">
              <c16:uniqueId val="{00000000-D35C-E048-8B9C-CCC0A05216A6}"/>
            </c:ext>
          </c:extLst>
        </c:ser>
        <c:dLbls>
          <c:showLegendKey val="0"/>
          <c:showVal val="0"/>
          <c:showCatName val="0"/>
          <c:showSerName val="0"/>
          <c:showPercent val="0"/>
          <c:showBubbleSize val="0"/>
        </c:dLbls>
        <c:marker val="1"/>
        <c:smooth val="0"/>
        <c:axId val="1828117775"/>
        <c:axId val="1828832079"/>
      </c:lineChart>
      <c:catAx>
        <c:axId val="1828117775"/>
        <c:scaling>
          <c:orientation val="minMax"/>
        </c:scaling>
        <c:delete val="0"/>
        <c:axPos val="b"/>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en-US"/>
          </a:p>
        </c:txPr>
        <c:crossAx val="1828832079"/>
        <c:crosses val="autoZero"/>
        <c:auto val="1"/>
        <c:lblAlgn val="ctr"/>
        <c:lblOffset val="100"/>
        <c:noMultiLvlLbl val="0"/>
      </c:catAx>
      <c:valAx>
        <c:axId val="1828832079"/>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solidFill>
              <a:schemeClr val="bg2"/>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en-US"/>
          </a:p>
        </c:txPr>
        <c:crossAx val="1828117775"/>
        <c:crosses val="autoZero"/>
        <c:crossBetween val="between"/>
      </c:valAx>
      <c:spPr>
        <a:noFill/>
        <a:ln>
          <a:solidFill>
            <a:schemeClr val="bg2"/>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lineChart>
        <c:grouping val="standard"/>
        <c:varyColors val="0"/>
        <c:ser>
          <c:idx val="0"/>
          <c:order val="0"/>
          <c:tx>
            <c:strRef>
              <c:f>Sheet1!$B$1</c:f>
              <c:strCache>
                <c:ptCount val="1"/>
                <c:pt idx="0">
                  <c:v>Profit margin</c:v>
                </c:pt>
              </c:strCache>
            </c:strRef>
          </c:tx>
          <c:spPr>
            <a:ln w="28575" cap="rnd">
              <a:solidFill>
                <a:schemeClr val="accent4"/>
              </a:solidFill>
              <a:round/>
            </a:ln>
            <a:effectLst/>
          </c:spPr>
          <c:marker>
            <c:symbol val="circle"/>
            <c:size val="7"/>
            <c:spPr>
              <a:solidFill>
                <a:schemeClr val="accent4"/>
              </a:solidFill>
              <a:ln w="9525">
                <a:solidFill>
                  <a:schemeClr val="accent4"/>
                </a:solidFill>
              </a:ln>
              <a:effectLst/>
            </c:spPr>
          </c:marker>
          <c:dLbls>
            <c:dLbl>
              <c:idx val="0"/>
              <c:layout>
                <c:manualLayout>
                  <c:x val="-1.9880715705765408E-2"/>
                  <c:y val="4.05196469239206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E4B-C747-A926-A5EEC768B75D}"/>
                </c:ext>
              </c:extLst>
            </c:dLbl>
            <c:dLbl>
              <c:idx val="1"/>
              <c:layout>
                <c:manualLayout>
                  <c:x val="-1.9880715705765408E-2"/>
                  <c:y val="3.24157175391365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E4B-C747-A926-A5EEC768B75D}"/>
                </c:ext>
              </c:extLst>
            </c:dLbl>
            <c:dLbl>
              <c:idx val="2"/>
              <c:layout>
                <c:manualLayout>
                  <c:x val="-1.5904572564612324E-2"/>
                  <c:y val="2.43117881543524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E4B-C747-A926-A5EEC768B75D}"/>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0%</c:formatCode>
                <c:ptCount val="5"/>
                <c:pt idx="0">
                  <c:v>0.36</c:v>
                </c:pt>
                <c:pt idx="1">
                  <c:v>0.45</c:v>
                </c:pt>
                <c:pt idx="2">
                  <c:v>0.51</c:v>
                </c:pt>
                <c:pt idx="3">
                  <c:v>0.62</c:v>
                </c:pt>
                <c:pt idx="4">
                  <c:v>0.8</c:v>
                </c:pt>
              </c:numCache>
            </c:numRef>
          </c:val>
          <c:smooth val="0"/>
          <c:extLst>
            <c:ext xmlns:c16="http://schemas.microsoft.com/office/drawing/2014/chart" uri="{C3380CC4-5D6E-409C-BE32-E72D297353CC}">
              <c16:uniqueId val="{00000003-FE4B-C747-A926-A5EEC768B75D}"/>
            </c:ext>
          </c:extLst>
        </c:ser>
        <c:dLbls>
          <c:showLegendKey val="0"/>
          <c:showVal val="0"/>
          <c:showCatName val="0"/>
          <c:showSerName val="0"/>
          <c:showPercent val="0"/>
          <c:showBubbleSize val="0"/>
        </c:dLbls>
        <c:marker val="1"/>
        <c:smooth val="0"/>
        <c:axId val="1828117775"/>
        <c:axId val="1828832079"/>
      </c:lineChart>
      <c:catAx>
        <c:axId val="1828117775"/>
        <c:scaling>
          <c:orientation val="minMax"/>
        </c:scaling>
        <c:delete val="0"/>
        <c:axPos val="b"/>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en-US"/>
          </a:p>
        </c:txPr>
        <c:crossAx val="1828832079"/>
        <c:crosses val="autoZero"/>
        <c:auto val="1"/>
        <c:lblAlgn val="ctr"/>
        <c:lblOffset val="100"/>
        <c:noMultiLvlLbl val="0"/>
      </c:catAx>
      <c:valAx>
        <c:axId val="1828832079"/>
        <c:scaling>
          <c:orientation val="minMax"/>
        </c:scaling>
        <c:delete val="0"/>
        <c:axPos val="l"/>
        <c:majorGridlines>
          <c:spPr>
            <a:ln w="9525" cap="flat" cmpd="sng" algn="ctr">
              <a:solidFill>
                <a:schemeClr val="bg2"/>
              </a:solidFill>
              <a:round/>
            </a:ln>
            <a:effectLst/>
          </c:spPr>
        </c:majorGridlines>
        <c:numFmt formatCode="0%" sourceLinked="1"/>
        <c:majorTickMark val="none"/>
        <c:minorTickMark val="none"/>
        <c:tickLblPos val="nextTo"/>
        <c:spPr>
          <a:noFill/>
          <a:ln>
            <a:solidFill>
              <a:schemeClr val="bg2"/>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en-US"/>
          </a:p>
        </c:txPr>
        <c:crossAx val="18281177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Hoja1!$B$1</c:f>
              <c:strCache>
                <c:ptCount val="1"/>
                <c:pt idx="0">
                  <c:v>Ventas</c:v>
                </c:pt>
              </c:strCache>
            </c:strRef>
          </c:tx>
          <c:spPr>
            <a:ln>
              <a:solidFill>
                <a:schemeClr val="bg1"/>
              </a:solidFill>
            </a:ln>
          </c:spPr>
          <c:dPt>
            <c:idx val="0"/>
            <c:bubble3D val="0"/>
            <c:spPr>
              <a:solidFill>
                <a:schemeClr val="accent3"/>
              </a:solidFill>
              <a:ln w="19050">
                <a:solidFill>
                  <a:schemeClr val="bg1"/>
                </a:solidFill>
              </a:ln>
              <a:effectLst/>
            </c:spPr>
            <c:extLst>
              <c:ext xmlns:c16="http://schemas.microsoft.com/office/drawing/2014/chart" uri="{C3380CC4-5D6E-409C-BE32-E72D297353CC}">
                <c16:uniqueId val="{00000001-FF9C-49A2-A9B2-49CAA41828E6}"/>
              </c:ext>
            </c:extLst>
          </c:dPt>
          <c:dPt>
            <c:idx val="1"/>
            <c:bubble3D val="0"/>
            <c:spPr>
              <a:solidFill>
                <a:schemeClr val="accent5"/>
              </a:solidFill>
              <a:ln w="19050">
                <a:solidFill>
                  <a:schemeClr val="bg1"/>
                </a:solidFill>
              </a:ln>
              <a:effectLst/>
            </c:spPr>
            <c:extLst>
              <c:ext xmlns:c16="http://schemas.microsoft.com/office/drawing/2014/chart" uri="{C3380CC4-5D6E-409C-BE32-E72D297353CC}">
                <c16:uniqueId val="{00000003-FF9C-49A2-A9B2-49CAA41828E6}"/>
              </c:ext>
            </c:extLst>
          </c:dPt>
          <c:dPt>
            <c:idx val="2"/>
            <c:bubble3D val="0"/>
            <c:spPr>
              <a:solidFill>
                <a:schemeClr val="accent4"/>
              </a:solidFill>
              <a:ln w="19050">
                <a:solidFill>
                  <a:schemeClr val="bg1"/>
                </a:solidFill>
              </a:ln>
              <a:effectLst/>
            </c:spPr>
            <c:extLst>
              <c:ext xmlns:c16="http://schemas.microsoft.com/office/drawing/2014/chart" uri="{C3380CC4-5D6E-409C-BE32-E72D297353CC}">
                <c16:uniqueId val="{00000005-FF9C-49A2-A9B2-49CAA41828E6}"/>
              </c:ext>
            </c:extLst>
          </c:dPt>
          <c:dPt>
            <c:idx val="3"/>
            <c:bubble3D val="0"/>
            <c:spPr>
              <a:solidFill>
                <a:schemeClr val="accent1"/>
              </a:solidFill>
              <a:ln w="19050">
                <a:solidFill>
                  <a:schemeClr val="bg1"/>
                </a:solidFill>
              </a:ln>
              <a:effectLst/>
            </c:spPr>
            <c:extLst>
              <c:ext xmlns:c16="http://schemas.microsoft.com/office/drawing/2014/chart" uri="{C3380CC4-5D6E-409C-BE32-E72D297353CC}">
                <c16:uniqueId val="{00000007-FF9C-49A2-A9B2-49CAA41828E6}"/>
              </c:ext>
            </c:extLst>
          </c:dPt>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Hoja1!$A$2:$A$5</c:f>
              <c:strCache>
                <c:ptCount val="4"/>
                <c:pt idx="0">
                  <c:v>Text</c:v>
                </c:pt>
                <c:pt idx="1">
                  <c:v>Text</c:v>
                </c:pt>
                <c:pt idx="2">
                  <c:v>Text</c:v>
                </c:pt>
                <c:pt idx="3">
                  <c:v>Text</c:v>
                </c:pt>
              </c:strCache>
            </c:strRef>
          </c:cat>
          <c:val>
            <c:numRef>
              <c:f>Hoja1!$B$2:$B$5</c:f>
              <c:numCache>
                <c:formatCode>0%</c:formatCode>
                <c:ptCount val="4"/>
                <c:pt idx="0">
                  <c:v>0.25</c:v>
                </c:pt>
                <c:pt idx="1">
                  <c:v>0.25</c:v>
                </c:pt>
                <c:pt idx="2">
                  <c:v>0.25</c:v>
                </c:pt>
                <c:pt idx="3">
                  <c:v>0.25</c:v>
                </c:pt>
              </c:numCache>
            </c:numRef>
          </c:val>
          <c:extLst>
            <c:ext xmlns:c16="http://schemas.microsoft.com/office/drawing/2014/chart" uri="{C3380CC4-5D6E-409C-BE32-E72D297353CC}">
              <c16:uniqueId val="{00000008-FF9C-49A2-A9B2-49CAA41828E6}"/>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3111948862427546E-2"/>
          <c:y val="3.1757993177580233E-2"/>
          <c:w val="0.8428258058357726"/>
          <c:h val="0.97886203576574127"/>
        </c:manualLayout>
      </c:layout>
      <c:pieChart>
        <c:varyColors val="1"/>
        <c:ser>
          <c:idx val="0"/>
          <c:order val="0"/>
          <c:tx>
            <c:strRef>
              <c:f>Sheet1!$B$1</c:f>
              <c:strCache>
                <c:ptCount val="1"/>
                <c:pt idx="0">
                  <c:v>Split of costs</c:v>
                </c:pt>
              </c:strCache>
            </c:strRef>
          </c:tx>
          <c:spPr>
            <a:ln>
              <a:noFill/>
            </a:ln>
          </c:spPr>
          <c:explosion val="6"/>
          <c:dPt>
            <c:idx val="0"/>
            <c:bubble3D val="0"/>
            <c:spPr>
              <a:solidFill>
                <a:schemeClr val="accent1"/>
              </a:solidFill>
              <a:ln w="19050">
                <a:noFill/>
              </a:ln>
              <a:effectLst/>
            </c:spPr>
            <c:extLst>
              <c:ext xmlns:c16="http://schemas.microsoft.com/office/drawing/2014/chart" uri="{C3380CC4-5D6E-409C-BE32-E72D297353CC}">
                <c16:uniqueId val="{00000001-D836-414B-B3B3-C39CB6CA9D98}"/>
              </c:ext>
            </c:extLst>
          </c:dPt>
          <c:dPt>
            <c:idx val="1"/>
            <c:bubble3D val="0"/>
            <c:spPr>
              <a:solidFill>
                <a:schemeClr val="accent2"/>
              </a:solidFill>
              <a:ln w="19050">
                <a:noFill/>
              </a:ln>
              <a:effectLst/>
            </c:spPr>
            <c:extLst>
              <c:ext xmlns:c16="http://schemas.microsoft.com/office/drawing/2014/chart" uri="{C3380CC4-5D6E-409C-BE32-E72D297353CC}">
                <c16:uniqueId val="{00000003-9507-CF41-A601-2E7AC46A7D82}"/>
              </c:ext>
            </c:extLst>
          </c:dPt>
          <c:dPt>
            <c:idx val="2"/>
            <c:bubble3D val="0"/>
            <c:spPr>
              <a:solidFill>
                <a:schemeClr val="accent3"/>
              </a:solidFill>
              <a:ln w="19050">
                <a:noFill/>
              </a:ln>
              <a:effectLst/>
            </c:spPr>
            <c:extLst>
              <c:ext xmlns:c16="http://schemas.microsoft.com/office/drawing/2014/chart" uri="{C3380CC4-5D6E-409C-BE32-E72D297353CC}">
                <c16:uniqueId val="{00000005-9507-CF41-A601-2E7AC46A7D82}"/>
              </c:ext>
            </c:extLst>
          </c:dPt>
          <c:dPt>
            <c:idx val="3"/>
            <c:bubble3D val="0"/>
            <c:spPr>
              <a:solidFill>
                <a:schemeClr val="accent4"/>
              </a:solidFill>
              <a:ln w="19050">
                <a:noFill/>
              </a:ln>
              <a:effectLst/>
            </c:spPr>
            <c:extLst>
              <c:ext xmlns:c16="http://schemas.microsoft.com/office/drawing/2014/chart" uri="{C3380CC4-5D6E-409C-BE32-E72D297353CC}">
                <c16:uniqueId val="{00000002-D836-414B-B3B3-C39CB6CA9D98}"/>
              </c:ext>
            </c:extLst>
          </c:dPt>
          <c:dPt>
            <c:idx val="4"/>
            <c:bubble3D val="0"/>
            <c:spPr>
              <a:solidFill>
                <a:schemeClr val="accent5"/>
              </a:solidFill>
              <a:ln w="19050">
                <a:noFill/>
              </a:ln>
              <a:effectLst/>
            </c:spPr>
            <c:extLst>
              <c:ext xmlns:c16="http://schemas.microsoft.com/office/drawing/2014/chart" uri="{C3380CC4-5D6E-409C-BE32-E72D297353CC}">
                <c16:uniqueId val="{00000009-9507-CF41-A601-2E7AC46A7D82}"/>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Salaries </c:v>
                </c:pt>
                <c:pt idx="1">
                  <c:v>Technical build</c:v>
                </c:pt>
                <c:pt idx="2">
                  <c:v>Other operating costs (legal, licenses etc.)</c:v>
                </c:pt>
                <c:pt idx="3">
                  <c:v>Marketing</c:v>
                </c:pt>
                <c:pt idx="4">
                  <c:v>Referrals and partnerships</c:v>
                </c:pt>
              </c:strCache>
            </c:strRef>
          </c:cat>
          <c:val>
            <c:numRef>
              <c:f>Sheet1!$B$2:$B$6</c:f>
              <c:numCache>
                <c:formatCode>0%</c:formatCode>
                <c:ptCount val="5"/>
                <c:pt idx="0">
                  <c:v>0.4</c:v>
                </c:pt>
                <c:pt idx="1">
                  <c:v>0.44</c:v>
                </c:pt>
                <c:pt idx="2">
                  <c:v>0.1</c:v>
                </c:pt>
                <c:pt idx="3">
                  <c:v>0.05</c:v>
                </c:pt>
                <c:pt idx="4">
                  <c:v>0.01</c:v>
                </c:pt>
              </c:numCache>
            </c:numRef>
          </c:val>
          <c:extLst>
            <c:ext xmlns:c16="http://schemas.microsoft.com/office/drawing/2014/chart" uri="{C3380CC4-5D6E-409C-BE32-E72D297353CC}">
              <c16:uniqueId val="{00000000-D836-414B-B3B3-C39CB6CA9D98}"/>
            </c:ext>
          </c:extLst>
        </c:ser>
        <c:dLbls>
          <c:dLblPos val="inEnd"/>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3111948862427546E-2"/>
          <c:y val="3.1757993177580233E-2"/>
          <c:w val="0.8428258058357726"/>
          <c:h val="0.97886203576574127"/>
        </c:manualLayout>
      </c:layout>
      <c:pieChart>
        <c:varyColors val="1"/>
        <c:ser>
          <c:idx val="0"/>
          <c:order val="0"/>
          <c:tx>
            <c:strRef>
              <c:f>Sheet1!$B$1</c:f>
              <c:strCache>
                <c:ptCount val="1"/>
                <c:pt idx="0">
                  <c:v>Split of costs</c:v>
                </c:pt>
              </c:strCache>
            </c:strRef>
          </c:tx>
          <c:spPr>
            <a:ln>
              <a:noFill/>
            </a:ln>
          </c:spPr>
          <c:explosion val="6"/>
          <c:dPt>
            <c:idx val="0"/>
            <c:bubble3D val="0"/>
            <c:spPr>
              <a:solidFill>
                <a:schemeClr val="accent1"/>
              </a:solidFill>
              <a:ln w="19050">
                <a:noFill/>
              </a:ln>
              <a:effectLst/>
            </c:spPr>
            <c:extLst>
              <c:ext xmlns:c16="http://schemas.microsoft.com/office/drawing/2014/chart" uri="{C3380CC4-5D6E-409C-BE32-E72D297353CC}">
                <c16:uniqueId val="{00000001-FF9B-1B47-B0C3-672761922EB2}"/>
              </c:ext>
            </c:extLst>
          </c:dPt>
          <c:dPt>
            <c:idx val="1"/>
            <c:bubble3D val="0"/>
            <c:spPr>
              <a:solidFill>
                <a:schemeClr val="accent2"/>
              </a:solidFill>
              <a:ln w="19050">
                <a:noFill/>
              </a:ln>
              <a:effectLst/>
            </c:spPr>
            <c:extLst>
              <c:ext xmlns:c16="http://schemas.microsoft.com/office/drawing/2014/chart" uri="{C3380CC4-5D6E-409C-BE32-E72D297353CC}">
                <c16:uniqueId val="{00000003-FF9B-1B47-B0C3-672761922EB2}"/>
              </c:ext>
            </c:extLst>
          </c:dPt>
          <c:dPt>
            <c:idx val="2"/>
            <c:bubble3D val="0"/>
            <c:spPr>
              <a:solidFill>
                <a:schemeClr val="accent4"/>
              </a:solidFill>
              <a:ln w="19050">
                <a:noFill/>
              </a:ln>
              <a:effectLst/>
            </c:spPr>
            <c:extLst>
              <c:ext xmlns:c16="http://schemas.microsoft.com/office/drawing/2014/chart" uri="{C3380CC4-5D6E-409C-BE32-E72D297353CC}">
                <c16:uniqueId val="{00000005-FF9B-1B47-B0C3-672761922EB2}"/>
              </c:ext>
            </c:extLst>
          </c:dPt>
          <c:dPt>
            <c:idx val="3"/>
            <c:bubble3D val="0"/>
            <c:spPr>
              <a:solidFill>
                <a:schemeClr val="accent2"/>
              </a:solidFill>
              <a:ln w="19050">
                <a:noFill/>
              </a:ln>
              <a:effectLst/>
            </c:spPr>
            <c:extLst>
              <c:ext xmlns:c16="http://schemas.microsoft.com/office/drawing/2014/chart" uri="{C3380CC4-5D6E-409C-BE32-E72D297353CC}">
                <c16:uniqueId val="{00000007-FF9B-1B47-B0C3-672761922EB2}"/>
              </c:ext>
            </c:extLst>
          </c:dPt>
          <c:dPt>
            <c:idx val="4"/>
            <c:bubble3D val="0"/>
            <c:spPr>
              <a:solidFill>
                <a:schemeClr val="accent5"/>
              </a:solidFill>
              <a:ln w="19050">
                <a:noFill/>
              </a:ln>
              <a:effectLst/>
            </c:spPr>
            <c:extLst>
              <c:ext xmlns:c16="http://schemas.microsoft.com/office/drawing/2014/chart" uri="{C3380CC4-5D6E-409C-BE32-E72D297353CC}">
                <c16:uniqueId val="{00000009-FF9B-1B47-B0C3-672761922EB2}"/>
              </c:ext>
            </c:extLst>
          </c:dPt>
          <c:dLbls>
            <c:dLbl>
              <c:idx val="1"/>
              <c:delete val="1"/>
              <c:extLst>
                <c:ext xmlns:c15="http://schemas.microsoft.com/office/drawing/2012/chart" uri="{CE6537A1-D6FC-4f65-9D91-7224C49458BB}"/>
                <c:ext xmlns:c16="http://schemas.microsoft.com/office/drawing/2014/chart" uri="{C3380CC4-5D6E-409C-BE32-E72D297353CC}">
                  <c16:uniqueId val="{00000003-FF9B-1B47-B0C3-672761922EB2}"/>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Salaries </c:v>
                </c:pt>
                <c:pt idx="1">
                  <c:v>Technical build</c:v>
                </c:pt>
                <c:pt idx="2">
                  <c:v>Other operating costs (legal, licenses etc.)</c:v>
                </c:pt>
                <c:pt idx="3">
                  <c:v>Marketing</c:v>
                </c:pt>
                <c:pt idx="4">
                  <c:v>Referrals and partnerships</c:v>
                </c:pt>
              </c:strCache>
            </c:strRef>
          </c:cat>
          <c:val>
            <c:numRef>
              <c:f>Sheet1!$B$2:$B$6</c:f>
              <c:numCache>
                <c:formatCode>0%</c:formatCode>
                <c:ptCount val="5"/>
                <c:pt idx="0">
                  <c:v>0.2</c:v>
                </c:pt>
                <c:pt idx="1">
                  <c:v>0</c:v>
                </c:pt>
                <c:pt idx="2">
                  <c:v>0.1</c:v>
                </c:pt>
                <c:pt idx="3">
                  <c:v>0.52</c:v>
                </c:pt>
                <c:pt idx="4">
                  <c:v>0.18</c:v>
                </c:pt>
              </c:numCache>
            </c:numRef>
          </c:val>
          <c:extLst>
            <c:ext xmlns:c16="http://schemas.microsoft.com/office/drawing/2014/chart" uri="{C3380CC4-5D6E-409C-BE32-E72D297353CC}">
              <c16:uniqueId val="{0000000A-FF9B-1B47-B0C3-672761922EB2}"/>
            </c:ext>
          </c:extLst>
        </c:ser>
        <c:dLbls>
          <c:dLblPos val="inEnd"/>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656671018540184E-2"/>
          <c:y val="2.457387326941252E-2"/>
          <c:w val="0.92383473542033601"/>
          <c:h val="0.89423428493099288"/>
        </c:manualLayout>
      </c:layout>
      <c:barChart>
        <c:barDir val="col"/>
        <c:grouping val="clustered"/>
        <c:varyColors val="0"/>
        <c:ser>
          <c:idx val="0"/>
          <c:order val="0"/>
          <c:tx>
            <c:strRef>
              <c:f>Sheet1!$B$1</c:f>
              <c:strCache>
                <c:ptCount val="1"/>
                <c:pt idx="0">
                  <c:v>Series 1</c:v>
                </c:pt>
              </c:strCache>
            </c:strRef>
          </c:tx>
          <c:spPr>
            <a:solidFill>
              <a:schemeClr val="tx2"/>
            </a:solidFill>
            <a:ln>
              <a:noFill/>
            </a:ln>
            <a:effectLst/>
          </c:spPr>
          <c:invertIfNegative val="0"/>
          <c:dPt>
            <c:idx val="0"/>
            <c:invertIfNegative val="0"/>
            <c:bubble3D val="0"/>
            <c:spPr>
              <a:solidFill>
                <a:schemeClr val="tx2"/>
              </a:solidFill>
              <a:ln>
                <a:noFill/>
              </a:ln>
              <a:effectLst/>
            </c:spPr>
            <c:extLst>
              <c:ext xmlns:c16="http://schemas.microsoft.com/office/drawing/2014/chart" uri="{C3380CC4-5D6E-409C-BE32-E72D297353CC}">
                <c16:uniqueId val="{00000000-CA07-8E42-97E5-249CA5EF23AF}"/>
              </c:ext>
            </c:extLst>
          </c:dPt>
          <c:dPt>
            <c:idx val="1"/>
            <c:invertIfNegative val="0"/>
            <c:bubble3D val="0"/>
            <c:spPr>
              <a:solidFill>
                <a:srgbClr val="00B8F5"/>
              </a:solidFill>
              <a:ln>
                <a:noFill/>
              </a:ln>
              <a:effectLst/>
            </c:spPr>
            <c:extLst>
              <c:ext xmlns:c16="http://schemas.microsoft.com/office/drawing/2014/chart" uri="{C3380CC4-5D6E-409C-BE32-E72D297353CC}">
                <c16:uniqueId val="{00000001-295C-4201-A861-447926D5D067}"/>
              </c:ext>
            </c:extLst>
          </c:dPt>
          <c:dPt>
            <c:idx val="2"/>
            <c:invertIfNegative val="0"/>
            <c:bubble3D val="0"/>
            <c:spPr>
              <a:solidFill>
                <a:schemeClr val="tx2"/>
              </a:solidFill>
              <a:ln>
                <a:noFill/>
              </a:ln>
              <a:effectLst/>
            </c:spPr>
            <c:extLst>
              <c:ext xmlns:c16="http://schemas.microsoft.com/office/drawing/2014/chart" uri="{C3380CC4-5D6E-409C-BE32-E72D297353CC}">
                <c16:uniqueId val="{00000002-7804-964F-8876-84422C706A44}"/>
              </c:ext>
            </c:extLst>
          </c:dPt>
          <c:dPt>
            <c:idx val="3"/>
            <c:invertIfNegative val="0"/>
            <c:bubble3D val="0"/>
            <c:spPr>
              <a:solidFill>
                <a:schemeClr val="tx2"/>
              </a:solidFill>
              <a:ln>
                <a:noFill/>
              </a:ln>
              <a:effectLst/>
            </c:spPr>
            <c:extLst>
              <c:ext xmlns:c16="http://schemas.microsoft.com/office/drawing/2014/chart" uri="{C3380CC4-5D6E-409C-BE32-E72D297353CC}">
                <c16:uniqueId val="{00000003-7804-964F-8876-84422C706A44}"/>
              </c:ext>
            </c:extLst>
          </c:dPt>
          <c:dPt>
            <c:idx val="4"/>
            <c:invertIfNegative val="0"/>
            <c:bubble3D val="0"/>
            <c:spPr>
              <a:solidFill>
                <a:schemeClr val="tx2"/>
              </a:solidFill>
              <a:ln>
                <a:noFill/>
              </a:ln>
              <a:effectLst/>
            </c:spPr>
            <c:extLst>
              <c:ext xmlns:c16="http://schemas.microsoft.com/office/drawing/2014/chart" uri="{C3380CC4-5D6E-409C-BE32-E72D297353CC}">
                <c16:uniqueId val="{00000004-7804-964F-8876-84422C706A44}"/>
              </c:ext>
            </c:extLst>
          </c:dPt>
          <c:dPt>
            <c:idx val="5"/>
            <c:invertIfNegative val="0"/>
            <c:bubble3D val="0"/>
            <c:spPr>
              <a:solidFill>
                <a:schemeClr val="tx2"/>
              </a:solidFill>
              <a:ln>
                <a:noFill/>
              </a:ln>
              <a:effectLst/>
            </c:spPr>
            <c:extLst>
              <c:ext xmlns:c16="http://schemas.microsoft.com/office/drawing/2014/chart" uri="{C3380CC4-5D6E-409C-BE32-E72D297353CC}">
                <c16:uniqueId val="{00000005-7804-964F-8876-84422C706A44}"/>
              </c:ext>
            </c:extLst>
          </c:dPt>
          <c:dPt>
            <c:idx val="6"/>
            <c:invertIfNegative val="0"/>
            <c:bubble3D val="0"/>
            <c:spPr>
              <a:solidFill>
                <a:schemeClr val="tx2"/>
              </a:solidFill>
              <a:ln>
                <a:noFill/>
              </a:ln>
              <a:effectLst/>
            </c:spPr>
            <c:extLst>
              <c:ext xmlns:c16="http://schemas.microsoft.com/office/drawing/2014/chart" uri="{C3380CC4-5D6E-409C-BE32-E72D297353CC}">
                <c16:uniqueId val="{00000006-7804-964F-8876-84422C706A44}"/>
              </c:ext>
            </c:extLst>
          </c:dPt>
          <c:dPt>
            <c:idx val="7"/>
            <c:invertIfNegative val="0"/>
            <c:bubble3D val="0"/>
            <c:spPr>
              <a:solidFill>
                <a:schemeClr val="tx2"/>
              </a:solidFill>
              <a:ln>
                <a:noFill/>
              </a:ln>
              <a:effectLst/>
            </c:spPr>
            <c:extLst>
              <c:ext xmlns:c16="http://schemas.microsoft.com/office/drawing/2014/chart" uri="{C3380CC4-5D6E-409C-BE32-E72D297353CC}">
                <c16:uniqueId val="{00000007-7804-964F-8876-84422C706A44}"/>
              </c:ext>
            </c:extLst>
          </c:dPt>
          <c:dPt>
            <c:idx val="8"/>
            <c:invertIfNegative val="0"/>
            <c:bubble3D val="0"/>
            <c:spPr>
              <a:solidFill>
                <a:schemeClr val="tx2"/>
              </a:solidFill>
              <a:ln>
                <a:noFill/>
              </a:ln>
              <a:effectLst/>
            </c:spPr>
            <c:extLst>
              <c:ext xmlns:c16="http://schemas.microsoft.com/office/drawing/2014/chart" uri="{C3380CC4-5D6E-409C-BE32-E72D297353CC}">
                <c16:uniqueId val="{00000008-7804-964F-8876-84422C706A44}"/>
              </c:ext>
            </c:extLst>
          </c:dPt>
          <c:dPt>
            <c:idx val="9"/>
            <c:invertIfNegative val="0"/>
            <c:bubble3D val="0"/>
            <c:spPr>
              <a:solidFill>
                <a:schemeClr val="tx2"/>
              </a:solidFill>
              <a:ln>
                <a:noFill/>
              </a:ln>
              <a:effectLst/>
            </c:spPr>
            <c:extLst>
              <c:ext xmlns:c16="http://schemas.microsoft.com/office/drawing/2014/chart" uri="{C3380CC4-5D6E-409C-BE32-E72D297353CC}">
                <c16:uniqueId val="{00000009-7804-964F-8876-84422C706A44}"/>
              </c:ext>
            </c:extLst>
          </c:dPt>
          <c:dLbls>
            <c:dLbl>
              <c:idx val="0"/>
              <c:tx>
                <c:rich>
                  <a:bodyPr/>
                  <a:lstStyle/>
                  <a:p>
                    <a:fld id="{123F1843-54E7-BC44-8AD8-83B7003B7C5F}" type="VALUE">
                      <a:rPr lang="en-US">
                        <a:solidFill>
                          <a:schemeClr val="tx2"/>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CA07-8E42-97E5-249CA5EF23AF}"/>
                </c:ext>
              </c:extLst>
            </c:dLbl>
            <c:spPr>
              <a:noFill/>
              <a:ln w="12700" cap="flat" cmpd="sng" algn="ctr">
                <a:noFill/>
                <a:prstDash val="solid"/>
                <a:miter lim="800000"/>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[Segment/group]</c:v>
                </c:pt>
                <c:pt idx="1">
                  <c:v>[Focus]</c:v>
                </c:pt>
                <c:pt idx="2">
                  <c:v>[Segment/group]</c:v>
                </c:pt>
                <c:pt idx="3">
                  <c:v>[Segment/group]</c:v>
                </c:pt>
                <c:pt idx="4">
                  <c:v>[Segment/group]</c:v>
                </c:pt>
                <c:pt idx="5">
                  <c:v>[Segment/group]</c:v>
                </c:pt>
                <c:pt idx="6">
                  <c:v>[Segment/group]</c:v>
                </c:pt>
                <c:pt idx="7">
                  <c:v>[Segment/group]</c:v>
                </c:pt>
                <c:pt idx="8">
                  <c:v>[Segment/group]</c:v>
                </c:pt>
                <c:pt idx="9">
                  <c:v>[Segment/group]</c:v>
                </c:pt>
              </c:strCache>
            </c:strRef>
          </c:cat>
          <c:val>
            <c:numRef>
              <c:f>Sheet1!$B$2:$B$11</c:f>
              <c:numCache>
                <c:formatCode>General</c:formatCode>
                <c:ptCount val="10"/>
                <c:pt idx="0">
                  <c:v>670</c:v>
                </c:pt>
                <c:pt idx="1">
                  <c:v>623</c:v>
                </c:pt>
                <c:pt idx="2">
                  <c:v>580</c:v>
                </c:pt>
                <c:pt idx="3">
                  <c:v>564</c:v>
                </c:pt>
                <c:pt idx="4">
                  <c:v>514</c:v>
                </c:pt>
                <c:pt idx="5">
                  <c:v>421</c:v>
                </c:pt>
                <c:pt idx="6">
                  <c:v>376</c:v>
                </c:pt>
                <c:pt idx="7">
                  <c:v>360</c:v>
                </c:pt>
                <c:pt idx="8">
                  <c:v>342</c:v>
                </c:pt>
                <c:pt idx="9">
                  <c:v>301</c:v>
                </c:pt>
              </c:numCache>
            </c:numRef>
          </c:val>
          <c:extLst>
            <c:ext xmlns:c16="http://schemas.microsoft.com/office/drawing/2014/chart" uri="{C3380CC4-5D6E-409C-BE32-E72D297353CC}">
              <c16:uniqueId val="{0000000B-295C-4201-A861-447926D5D067}"/>
            </c:ext>
          </c:extLst>
        </c:ser>
        <c:dLbls>
          <c:showLegendKey val="0"/>
          <c:showVal val="0"/>
          <c:showCatName val="0"/>
          <c:showSerName val="0"/>
          <c:showPercent val="0"/>
          <c:showBubbleSize val="0"/>
        </c:dLbls>
        <c:gapWidth val="80"/>
        <c:axId val="1158103200"/>
        <c:axId val="1158104032"/>
      </c:barChart>
      <c:catAx>
        <c:axId val="1158103200"/>
        <c:scaling>
          <c:orientation val="minMax"/>
        </c:scaling>
        <c:delete val="0"/>
        <c:axPos val="b"/>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200" b="0" i="0" u="none" strike="noStrike" kern="1200" baseline="0">
                <a:solidFill>
                  <a:schemeClr val="accent3"/>
                </a:solidFill>
                <a:latin typeface="+mn-lt"/>
                <a:ea typeface="+mn-ea"/>
                <a:cs typeface="Arial" panose="020B0604020202020204" pitchFamily="34" charset="0"/>
              </a:defRPr>
            </a:pPr>
            <a:endParaRPr lang="en-US"/>
          </a:p>
        </c:txPr>
        <c:crossAx val="1158104032"/>
        <c:crosses val="autoZero"/>
        <c:auto val="1"/>
        <c:lblAlgn val="ctr"/>
        <c:lblOffset val="100"/>
        <c:noMultiLvlLbl val="0"/>
      </c:catAx>
      <c:valAx>
        <c:axId val="1158104032"/>
        <c:scaling>
          <c:orientation val="minMax"/>
        </c:scaling>
        <c:delete val="0"/>
        <c:axPos val="l"/>
        <c:majorGridlines>
          <c:spPr>
            <a:ln w="9525" cap="flat" cmpd="sng" algn="ctr">
              <a:solidFill>
                <a:schemeClr val="bg2"/>
              </a:solidFill>
              <a:round/>
            </a:ln>
            <a:effectLst/>
          </c:spPr>
        </c:majorGridlines>
        <c:numFmt formatCode="General" sourceLinked="1"/>
        <c:majorTickMark val="out"/>
        <c:minorTickMark val="none"/>
        <c:tickLblPos val="nextTo"/>
        <c:spPr>
          <a:noFill/>
          <a:ln>
            <a:solidFill>
              <a:schemeClr val="bg2"/>
            </a:solidFill>
          </a:ln>
          <a:effectLst/>
        </c:spPr>
        <c:txPr>
          <a:bodyPr rot="-60000000" spcFirstLastPara="1" vertOverflow="ellipsis" vert="horz" wrap="square" anchor="ctr" anchorCtr="1"/>
          <a:lstStyle/>
          <a:p>
            <a:pPr>
              <a:defRPr sz="1200" b="0" i="0" u="none" strike="noStrike" kern="1200" baseline="0">
                <a:solidFill>
                  <a:schemeClr val="accent3"/>
                </a:solidFill>
                <a:latin typeface="+mn-lt"/>
                <a:ea typeface="+mn-ea"/>
                <a:cs typeface="Arial" panose="020B0604020202020204" pitchFamily="34" charset="0"/>
              </a:defRPr>
            </a:pPr>
            <a:endParaRPr lang="en-US"/>
          </a:p>
        </c:txPr>
        <c:crossAx val="1158103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8">
  <a:schemeClr val="accent5"/>
</cs:colorStyle>
</file>

<file path=ppt/charts/colors5.xml><?xml version="1.0" encoding="utf-8"?>
<cs:colorStyle xmlns:cs="http://schemas.microsoft.com/office/drawing/2012/chartStyle" xmlns:a="http://schemas.openxmlformats.org/drawingml/2006/main" meth="withinLinear" id="17">
  <a:schemeClr val="accent4"/>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05/03/2026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05/03/2026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2</a:t>
            </a:fld>
            <a:endParaRPr lang="en-GB"/>
          </a:p>
        </p:txBody>
      </p:sp>
    </p:spTree>
    <p:extLst>
      <p:ext uri="{BB962C8B-B14F-4D97-AF65-F5344CB8AC3E}">
        <p14:creationId xmlns:p14="http://schemas.microsoft.com/office/powerpoint/2010/main" val="2872444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24</a:t>
            </a:fld>
            <a:endParaRPr lang="en-DK"/>
          </a:p>
        </p:txBody>
      </p:sp>
    </p:spTree>
    <p:extLst>
      <p:ext uri="{BB962C8B-B14F-4D97-AF65-F5344CB8AC3E}">
        <p14:creationId xmlns:p14="http://schemas.microsoft.com/office/powerpoint/2010/main" val="2909047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25</a:t>
            </a:fld>
            <a:endParaRPr lang="en-DK"/>
          </a:p>
        </p:txBody>
      </p:sp>
    </p:spTree>
    <p:extLst>
      <p:ext uri="{BB962C8B-B14F-4D97-AF65-F5344CB8AC3E}">
        <p14:creationId xmlns:p14="http://schemas.microsoft.com/office/powerpoint/2010/main" val="3144571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BBB2-148F-58D1-4004-E104CAA47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9D60C-CA70-9780-B2EF-2F57CC7C3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CF54D-7A90-742A-AE89-E3068F559C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F5148E-E4C4-FE75-3514-32D9D6BC14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3094648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ct val="0"/>
              </a:spcBef>
              <a:spcAft>
                <a:spcPct val="0"/>
              </a:spcAft>
              <a:buClrTx/>
              <a:buSzTx/>
              <a:buFontTx/>
              <a:buNone/>
              <a:defRPr/>
            </a:pPr>
            <a:endParaRPr lang="en-US" sz="600"/>
          </a:p>
        </p:txBody>
      </p:sp>
      <p:sp>
        <p:nvSpPr>
          <p:cNvPr id="4" name="Header Placeholder 3"/>
          <p:cNvSpPr>
            <a:spLocks noGrp="1"/>
          </p:cNvSpPr>
          <p:nvPr>
            <p:ph type="hdr" sz="quarter" idx="6"/>
          </p:nvPr>
        </p:nvSpPr>
        <p:spPr/>
        <p:txBody>
          <a:bodyPr/>
          <a:lstStyle/>
          <a:p>
            <a:r>
              <a:rPr lang="en-US"/>
              <a:t>© HyveNow.com - Presentation Templates</a:t>
            </a:r>
          </a:p>
        </p:txBody>
      </p:sp>
      <p:sp>
        <p:nvSpPr>
          <p:cNvPr id="5" name="Footer Placeholder 4"/>
          <p:cNvSpPr>
            <a:spLocks noGrp="1"/>
          </p:cNvSpPr>
          <p:nvPr>
            <p:ph type="ftr" sz="quarter" idx="4"/>
          </p:nvPr>
        </p:nvSpPr>
        <p:spPr/>
        <p:txBody>
          <a:bodyPr/>
          <a:lstStyle/>
          <a:p>
            <a:r>
              <a:rPr lang="en-US"/>
              <a:t>© HyveNow.com - Presentation Templates</a:t>
            </a:r>
          </a:p>
        </p:txBody>
      </p:sp>
      <p:sp>
        <p:nvSpPr>
          <p:cNvPr id="6" name="Slide Number Placeholder 5"/>
          <p:cNvSpPr>
            <a:spLocks noGrp="1"/>
          </p:cNvSpPr>
          <p:nvPr>
            <p:ph type="sldNum" sz="quarter" idx="5"/>
          </p:nvPr>
        </p:nvSpPr>
        <p:spPr/>
        <p:txBody>
          <a:bodyPr/>
          <a:lstStyle/>
          <a:p>
            <a:fld id="{295E87F8-6328-4FD1-98E7-115F699E788C}" type="slidenum">
              <a:rPr lang="en-US" smtClean="0"/>
              <a:t>33</a:t>
            </a:fld>
            <a:endParaRPr lang="en-US"/>
          </a:p>
        </p:txBody>
      </p:sp>
    </p:spTree>
    <p:extLst>
      <p:ext uri="{BB962C8B-B14F-4D97-AF65-F5344CB8AC3E}">
        <p14:creationId xmlns:p14="http://schemas.microsoft.com/office/powerpoint/2010/main" val="1658413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u="none" strike="noStrike" cap="none" smtClean="0">
                <a:solidFill>
                  <a:schemeClr val="dk1"/>
                </a:solidFill>
                <a:ea typeface="Calibri"/>
                <a:sym typeface="Calibri"/>
              </a:rPr>
              <a:t>35</a:t>
            </a:fld>
            <a:endParaRPr lang="en-GB" sz="1200" u="none" strike="noStrike" cap="none">
              <a:solidFill>
                <a:schemeClr val="dk1"/>
              </a:solidFill>
              <a:ea typeface="Calibri"/>
              <a:sym typeface="Calibri"/>
            </a:endParaRPr>
          </a:p>
        </p:txBody>
      </p:sp>
    </p:spTree>
    <p:extLst>
      <p:ext uri="{BB962C8B-B14F-4D97-AF65-F5344CB8AC3E}">
        <p14:creationId xmlns:p14="http://schemas.microsoft.com/office/powerpoint/2010/main" val="3684347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B1DFD-43FA-2D2C-0378-61F302996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E9F31-E6A9-6B91-62F7-48B56872B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E73F3-D900-BCA9-5A02-6C77234D9135}"/>
              </a:ext>
            </a:extLst>
          </p:cNvPr>
          <p:cNvSpPr>
            <a:spLocks noGrp="1"/>
          </p:cNvSpPr>
          <p:nvPr>
            <p:ph type="body" idx="1"/>
          </p:nvPr>
        </p:nvSpPr>
        <p:spPr/>
        <p:txBody>
          <a:bodyPr/>
          <a:lstStyle/>
          <a:p>
            <a:endParaRPr lang="en-US" sz="1000" baseline="0">
              <a:solidFill>
                <a:srgbClr val="000000"/>
              </a:solidFill>
              <a:latin typeface="+mj-lt"/>
            </a:endParaRPr>
          </a:p>
        </p:txBody>
      </p:sp>
      <p:sp>
        <p:nvSpPr>
          <p:cNvPr id="4" name="Slide Number Placeholder 3">
            <a:extLst>
              <a:ext uri="{FF2B5EF4-FFF2-40B4-BE49-F238E27FC236}">
                <a16:creationId xmlns:a16="http://schemas.microsoft.com/office/drawing/2014/main" id="{A1D9EC1A-E5A5-9B81-3E79-2E3FD6AE4ED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E6F73"/>
                </a:solidFill>
                <a:effectLst/>
                <a:uLnTx/>
                <a:uFillTx/>
                <a:latin typeface="Trebuchet MS"/>
                <a:ea typeface="+mn-ea"/>
                <a:cs typeface="+mn-cs"/>
              </a:rPr>
              <a:t>Notes view: </a:t>
            </a:r>
            <a:fld id="{128CEAFE-FA94-43E5-B0FF-D47E1CCDD1B4}" type="slidenum">
              <a:rPr kumimoji="0" lang="en-US" sz="8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800" b="0" i="0" u="none" strike="noStrike" kern="1200" cap="none" spc="0" normalizeH="0" baseline="0" noProof="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4114037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42</a:t>
            </a:fld>
            <a:endParaRPr lang="en-DK"/>
          </a:p>
        </p:txBody>
      </p:sp>
    </p:spTree>
    <p:extLst>
      <p:ext uri="{BB962C8B-B14F-4D97-AF65-F5344CB8AC3E}">
        <p14:creationId xmlns:p14="http://schemas.microsoft.com/office/powerpoint/2010/main" val="3292872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43</a:t>
            </a:fld>
            <a:endParaRPr lang="en-DK"/>
          </a:p>
        </p:txBody>
      </p:sp>
    </p:spTree>
    <p:extLst>
      <p:ext uri="{BB962C8B-B14F-4D97-AF65-F5344CB8AC3E}">
        <p14:creationId xmlns:p14="http://schemas.microsoft.com/office/powerpoint/2010/main" val="4246054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B3E40-43DA-B1C4-EF42-3B5A1603F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61DB1-625C-D9D1-F644-9FA026D4FC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AE63F-B895-E755-8034-5805BCE1B634}"/>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9A8BB8DE-D7D1-B004-AC9C-8B8F1F35BB0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C487EF-2A9F-0646-83D7-1CE597DBD55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05076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295E87F8-6328-4FD1-98E7-115F699E788C}" type="slidenum">
              <a:rPr lang="en-US" smtClean="0"/>
              <a:t>49</a:t>
            </a:fld>
            <a:endParaRPr lang="en-US"/>
          </a:p>
        </p:txBody>
      </p:sp>
    </p:spTree>
    <p:extLst>
      <p:ext uri="{BB962C8B-B14F-4D97-AF65-F5344CB8AC3E}">
        <p14:creationId xmlns:p14="http://schemas.microsoft.com/office/powerpoint/2010/main" val="3954468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30D2F-26BC-031E-234A-F7FCB9AA0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D0A39-203C-04C6-F518-E13A9E3B4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60A6A-4E4C-9A84-BFDC-190F9691A47B}"/>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3055AEEC-4CEF-5F54-9757-D8C3D20DA75B}"/>
              </a:ext>
            </a:extLst>
          </p:cNvPr>
          <p:cNvSpPr>
            <a:spLocks noGrp="1"/>
          </p:cNvSpPr>
          <p:nvPr>
            <p:ph type="hdr" sz="quarter" idx="6"/>
          </p:nvPr>
        </p:nvSpPr>
        <p:spPr/>
        <p:txBody>
          <a:bodyPr/>
          <a:lstStyle/>
          <a:p>
            <a:r>
              <a:rPr lang="en-US"/>
              <a:t>© HyveNow.com - Presentation Templates</a:t>
            </a:r>
          </a:p>
        </p:txBody>
      </p:sp>
      <p:sp>
        <p:nvSpPr>
          <p:cNvPr id="5" name="Footer Placeholder 4">
            <a:extLst>
              <a:ext uri="{FF2B5EF4-FFF2-40B4-BE49-F238E27FC236}">
                <a16:creationId xmlns:a16="http://schemas.microsoft.com/office/drawing/2014/main" id="{218DFE69-3D46-FA21-E163-CA4E57DE8C77}"/>
              </a:ext>
            </a:extLst>
          </p:cNvPr>
          <p:cNvSpPr>
            <a:spLocks noGrp="1"/>
          </p:cNvSpPr>
          <p:nvPr>
            <p:ph type="ftr" sz="quarter" idx="4"/>
          </p:nvPr>
        </p:nvSpPr>
        <p:spPr/>
        <p:txBody>
          <a:bodyPr/>
          <a:lstStyle/>
          <a:p>
            <a:r>
              <a:rPr lang="en-US"/>
              <a:t>© HyveNow.com - Presentation Templates</a:t>
            </a:r>
          </a:p>
        </p:txBody>
      </p:sp>
      <p:sp>
        <p:nvSpPr>
          <p:cNvPr id="6" name="Slide Number Placeholder 5">
            <a:extLst>
              <a:ext uri="{FF2B5EF4-FFF2-40B4-BE49-F238E27FC236}">
                <a16:creationId xmlns:a16="http://schemas.microsoft.com/office/drawing/2014/main" id="{DA6E2FEA-EB09-DB0A-E65A-B01ECEF8021C}"/>
              </a:ext>
            </a:extLst>
          </p:cNvPr>
          <p:cNvSpPr>
            <a:spLocks noGrp="1"/>
          </p:cNvSpPr>
          <p:nvPr>
            <p:ph type="sldNum" sz="quarter" idx="5"/>
          </p:nvPr>
        </p:nvSpPr>
        <p:spPr/>
        <p:txBody>
          <a:bodyPr/>
          <a:lstStyle/>
          <a:p>
            <a:fld id="{295E87F8-6328-4FD1-98E7-115F699E788C}" type="slidenum">
              <a:rPr lang="en-US" smtClean="0"/>
              <a:t>51</a:t>
            </a:fld>
            <a:endParaRPr lang="en-US"/>
          </a:p>
        </p:txBody>
      </p:sp>
    </p:spTree>
    <p:extLst>
      <p:ext uri="{BB962C8B-B14F-4D97-AF65-F5344CB8AC3E}">
        <p14:creationId xmlns:p14="http://schemas.microsoft.com/office/powerpoint/2010/main" val="2888361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B02B4A1-1790-3247-9A67-BF82FCEE6CDC}" type="slidenum">
              <a:rPr lang="en-DK" smtClean="0"/>
              <a:t>53</a:t>
            </a:fld>
            <a:endParaRPr lang="en-DK"/>
          </a:p>
        </p:txBody>
      </p:sp>
    </p:spTree>
    <p:extLst>
      <p:ext uri="{BB962C8B-B14F-4D97-AF65-F5344CB8AC3E}">
        <p14:creationId xmlns:p14="http://schemas.microsoft.com/office/powerpoint/2010/main" val="97257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6"/>
          </p:nvPr>
        </p:nvSpPr>
        <p:spPr/>
        <p:txBody>
          <a:bodyPr/>
          <a:lstStyle/>
          <a:p>
            <a:r>
              <a:rPr lang="en-US"/>
              <a:t>© HyveNow.com - Presentation Templates</a:t>
            </a:r>
          </a:p>
        </p:txBody>
      </p:sp>
      <p:sp>
        <p:nvSpPr>
          <p:cNvPr id="5" name="Footer Placeholder 4"/>
          <p:cNvSpPr>
            <a:spLocks noGrp="1"/>
          </p:cNvSpPr>
          <p:nvPr>
            <p:ph type="ftr" sz="quarter" idx="4"/>
          </p:nvPr>
        </p:nvSpPr>
        <p:spPr/>
        <p:txBody>
          <a:bodyPr/>
          <a:lstStyle/>
          <a:p>
            <a:r>
              <a:rPr lang="en-US"/>
              <a:t>© HyveNow.com - Presentation Templates</a:t>
            </a:r>
          </a:p>
        </p:txBody>
      </p:sp>
      <p:sp>
        <p:nvSpPr>
          <p:cNvPr id="6" name="Slide Number Placeholder 5"/>
          <p:cNvSpPr>
            <a:spLocks noGrp="1"/>
          </p:cNvSpPr>
          <p:nvPr>
            <p:ph type="sldNum" sz="quarter" idx="5"/>
          </p:nvPr>
        </p:nvSpPr>
        <p:spPr/>
        <p:txBody>
          <a:bodyPr/>
          <a:lstStyle/>
          <a:p>
            <a:fld id="{295E87F8-6328-4FD1-98E7-115F699E788C}" type="slidenum">
              <a:rPr lang="en-US" smtClean="0"/>
              <a:t>55</a:t>
            </a:fld>
            <a:endParaRPr lang="en-US"/>
          </a:p>
        </p:txBody>
      </p:sp>
    </p:spTree>
    <p:extLst>
      <p:ext uri="{BB962C8B-B14F-4D97-AF65-F5344CB8AC3E}">
        <p14:creationId xmlns:p14="http://schemas.microsoft.com/office/powerpoint/2010/main" val="543453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1CD82C-8186-9E41-8B8B-F66E4066A413}" type="slidenum">
              <a:rPr lang="en-DK" smtClean="0"/>
              <a:pPr/>
              <a:t>57</a:t>
            </a:fld>
            <a:endParaRPr lang="en-DK"/>
          </a:p>
        </p:txBody>
      </p:sp>
    </p:spTree>
    <p:extLst>
      <p:ext uri="{BB962C8B-B14F-4D97-AF65-F5344CB8AC3E}">
        <p14:creationId xmlns:p14="http://schemas.microsoft.com/office/powerpoint/2010/main" val="1474658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u="none" strike="noStrike" cap="none" smtClean="0">
                <a:solidFill>
                  <a:schemeClr val="dk1"/>
                </a:solidFill>
                <a:ea typeface="Calibri"/>
                <a:sym typeface="Calibri"/>
              </a:rPr>
              <a:t>59</a:t>
            </a:fld>
            <a:endParaRPr lang="en-GB" sz="1200" u="none" strike="noStrike" cap="none">
              <a:solidFill>
                <a:schemeClr val="dk1"/>
              </a:solidFill>
              <a:ea typeface="Calibri"/>
              <a:sym typeface="Calibri"/>
            </a:endParaRPr>
          </a:p>
        </p:txBody>
      </p:sp>
    </p:spTree>
    <p:extLst>
      <p:ext uri="{BB962C8B-B14F-4D97-AF65-F5344CB8AC3E}">
        <p14:creationId xmlns:p14="http://schemas.microsoft.com/office/powerpoint/2010/main" val="1941024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u="none" strike="noStrike" kern="1200" cap="none" spc="0" normalizeH="0" baseline="0" noProof="0">
                <a:ln>
                  <a:noFill/>
                </a:ln>
                <a:solidFill>
                  <a:srgbClr val="6E6F73"/>
                </a:solidFill>
                <a:effectLst/>
                <a:uLnTx/>
                <a:uFillTx/>
                <a:ea typeface="+mn-ea"/>
                <a:cs typeface="+mn-cs"/>
              </a:rPr>
              <a:t>Notes view: </a:t>
            </a:r>
            <a:fld id="{128CEAFE-FA94-43E5-B0FF-D47E1CCDD1B4}" type="slidenum">
              <a:rPr kumimoji="0" lang="en-GB" sz="800" u="none" strike="noStrike" kern="1200" cap="none" spc="0" normalizeH="0" baseline="0" noProof="0" smtClean="0">
                <a:ln>
                  <a:noFill/>
                </a:ln>
                <a:solidFill>
                  <a:srgbClr val="6E6F73"/>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GB" sz="800" u="none" strike="noStrike" kern="1200" cap="none" spc="0" normalizeH="0" baseline="0" noProof="0">
              <a:ln>
                <a:noFill/>
              </a:ln>
              <a:solidFill>
                <a:srgbClr val="6E6F73"/>
              </a:solidFill>
              <a:effectLst/>
              <a:uLnTx/>
              <a:uFillTx/>
              <a:ea typeface="+mn-ea"/>
              <a:cs typeface="+mn-cs"/>
            </a:endParaRPr>
          </a:p>
        </p:txBody>
      </p:sp>
    </p:spTree>
    <p:extLst>
      <p:ext uri="{BB962C8B-B14F-4D97-AF65-F5344CB8AC3E}">
        <p14:creationId xmlns:p14="http://schemas.microsoft.com/office/powerpoint/2010/main" val="2863317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Master" Target="../slideMasters/slideMaster1.xml"/><Relationship Id="rId5" Type="http://schemas.openxmlformats.org/officeDocument/2006/relationships/tags" Target="../tags/tag13.xml"/><Relationship Id="rId4"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slideMaster" Target="../slideMasters/slideMaster1.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slideMaster" Target="../slideMasters/slideMaster1.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slideMaster" Target="../slideMasters/slideMaster1.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70.xml"/><Relationship Id="rId7" Type="http://schemas.openxmlformats.org/officeDocument/2006/relationships/slideMaster" Target="../slideMasters/slideMaster1.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76.xml"/><Relationship Id="rId7" Type="http://schemas.openxmlformats.org/officeDocument/2006/relationships/slideMaster" Target="../slideMasters/slideMaster1.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slideMaster" Target="../slideMasters/slideMaster1.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88.xml"/><Relationship Id="rId7" Type="http://schemas.openxmlformats.org/officeDocument/2006/relationships/slideMaster" Target="../slideMasters/slideMaster1.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94.xml"/><Relationship Id="rId7" Type="http://schemas.openxmlformats.org/officeDocument/2006/relationships/slideMaster" Target="../slideMasters/slideMaster1.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00.xml"/><Relationship Id="rId7" Type="http://schemas.openxmlformats.org/officeDocument/2006/relationships/slideMaster" Target="../slideMasters/slideMaster1.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Master" Target="../slideMasters/slideMaster1.xml"/><Relationship Id="rId5" Type="http://schemas.openxmlformats.org/officeDocument/2006/relationships/tags" Target="../tags/tag108.xml"/><Relationship Id="rId4" Type="http://schemas.openxmlformats.org/officeDocument/2006/relationships/tags" Target="../tags/tag107.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111.xml"/><Relationship Id="rId7" Type="http://schemas.openxmlformats.org/officeDocument/2006/relationships/slideMaster" Target="../slideMasters/slideMaster1.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17.xml"/><Relationship Id="rId7" Type="http://schemas.openxmlformats.org/officeDocument/2006/relationships/slideMaster" Target="../slideMasters/slideMaster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123.xml"/><Relationship Id="rId7" Type="http://schemas.openxmlformats.org/officeDocument/2006/relationships/slideMaster" Target="../slideMasters/slideMaster1.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29.xml"/><Relationship Id="rId7" Type="http://schemas.openxmlformats.org/officeDocument/2006/relationships/tags" Target="../tags/tag133.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5.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4"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146.xml"/><Relationship Id="rId3" Type="http://schemas.openxmlformats.org/officeDocument/2006/relationships/tags" Target="../tags/tag141.xml"/><Relationship Id="rId7" Type="http://schemas.openxmlformats.org/officeDocument/2006/relationships/tags" Target="../tags/tag145.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9"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slideMaster" Target="../slideMasters/slideMaster2.xml"/><Relationship Id="rId5" Type="http://schemas.openxmlformats.org/officeDocument/2006/relationships/tags" Target="../tags/tag151.xml"/><Relationship Id="rId4" Type="http://schemas.openxmlformats.org/officeDocument/2006/relationships/tags" Target="../tags/tag150.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slideMaster" Target="../slideMasters/slideMaster2.xml"/><Relationship Id="rId5" Type="http://schemas.openxmlformats.org/officeDocument/2006/relationships/tags" Target="../tags/tag156.xml"/><Relationship Id="rId4" Type="http://schemas.openxmlformats.org/officeDocument/2006/relationships/tags" Target="../tags/tag15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 Id="rId5" Type="http://schemas.openxmlformats.org/officeDocument/2006/relationships/slideMaster" Target="../slideMasters/slideMaster2.xml"/><Relationship Id="rId4" Type="http://schemas.openxmlformats.org/officeDocument/2006/relationships/tags" Target="../tags/tag16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1_TITLE SLIDE Left Horizontal Window Image_KPMG Blue">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5207677"/>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Back Cover dark Gradient">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2" y="4782102"/>
            <a:ext cx="6660000" cy="1094823"/>
          </a:xfrm>
          <a:prstGeom prst="rect">
            <a:avLst/>
          </a:prstGeo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sz="quarter" idx="14"/>
          </p:nvPr>
        </p:nvSpPr>
        <p:spPr>
          <a:xfrm>
            <a:off x="989012" y="4432016"/>
            <a:ext cx="2411738" cy="269585"/>
          </a:xfrm>
          <a:prstGeom prst="rect">
            <a:avLst/>
          </a:prstGeom>
        </p:spPr>
        <p:txBody>
          <a:bodyPr/>
          <a:lstStyle>
            <a:lvl1pPr>
              <a:buFontTx/>
              <a:buNone/>
              <a:defRPr sz="12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sp>
        <p:nvSpPr>
          <p:cNvPr id="2" name="Freeform 19">
            <a:extLst>
              <a:ext uri="{FF2B5EF4-FFF2-40B4-BE49-F238E27FC236}">
                <a16:creationId xmlns:a16="http://schemas.microsoft.com/office/drawing/2014/main" id="{2A98B5A6-5D0A-4831-2DD0-25E6684B623B}"/>
              </a:ext>
            </a:extLst>
          </p:cNvPr>
          <p:cNvSpPr>
            <a:spLocks noChangeAspect="1" noEditPoints="1"/>
          </p:cNvSpPr>
          <p:nvPr userDrawn="1"/>
        </p:nvSpPr>
        <p:spPr bwMode="auto">
          <a:xfrm>
            <a:off x="992186"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421938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3">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AE343B-61C4-55CD-D97F-8AC5B2ED1D96}"/>
              </a:ext>
            </a:extLst>
          </p:cNvPr>
          <p:cNvSpPr>
            <a:spLocks/>
          </p:cNvSpPr>
          <p:nvPr userDrawn="1"/>
        </p:nvSpPr>
        <p:spPr>
          <a:xfrm flipH="1">
            <a:off x="953770" y="1246379"/>
            <a:ext cx="6856730" cy="4675492"/>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3" name="Title 1">
            <a:extLst>
              <a:ext uri="{FF2B5EF4-FFF2-40B4-BE49-F238E27FC236}">
                <a16:creationId xmlns:a16="http://schemas.microsoft.com/office/drawing/2014/main" id="{E668A6B1-0933-2D92-553D-33DAFAC9265C}"/>
              </a:ext>
            </a:extLst>
          </p:cNvPr>
          <p:cNvSpPr>
            <a:spLocks noGrp="1"/>
          </p:cNvSpPr>
          <p:nvPr>
            <p:ph type="ctrTitle" hasCustomPrompt="1"/>
          </p:nvPr>
        </p:nvSpPr>
        <p:spPr>
          <a:xfrm>
            <a:off x="1274841" y="1764699"/>
            <a:ext cx="5765982" cy="2903488"/>
          </a:xfrm>
          <a:noFill/>
          <a:ln w="3175">
            <a:noFill/>
            <a:prstDash val="lgDash"/>
          </a:ln>
        </p:spPr>
        <p:txBody>
          <a:bodyPr lIns="0" tIns="0" rIns="0" bIns="0" anchor="t" anchorCtr="0">
            <a:noAutofit/>
          </a:bodyPr>
          <a:lstStyle>
            <a:lvl1pPr algn="l">
              <a:defRPr sz="6600" baseline="0">
                <a:solidFill>
                  <a:schemeClr val="accent2"/>
                </a:solidFill>
              </a:defRPr>
            </a:lvl1pPr>
          </a:lstStyle>
          <a:p>
            <a:r>
              <a:rPr lang="en-GB" dirty="0"/>
              <a:t>Title slide text only</a:t>
            </a:r>
            <a:endParaRPr lang="en-US" dirty="0"/>
          </a:p>
        </p:txBody>
      </p:sp>
      <p:sp>
        <p:nvSpPr>
          <p:cNvPr id="4" name="Text Placeholder 3">
            <a:extLst>
              <a:ext uri="{FF2B5EF4-FFF2-40B4-BE49-F238E27FC236}">
                <a16:creationId xmlns:a16="http://schemas.microsoft.com/office/drawing/2014/main" id="{D8AF0475-4E75-1E70-79E0-0ADCD7FCF99C}"/>
              </a:ext>
            </a:extLst>
          </p:cNvPr>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p>
          <a:p>
            <a:pPr lvl="1"/>
            <a:r>
              <a:rPr lang="en-US" dirty="0"/>
              <a:t>Second level</a:t>
            </a:r>
          </a:p>
        </p:txBody>
      </p:sp>
      <p:sp>
        <p:nvSpPr>
          <p:cNvPr id="5" name="Freeform 19">
            <a:extLst>
              <a:ext uri="{FF2B5EF4-FFF2-40B4-BE49-F238E27FC236}">
                <a16:creationId xmlns:a16="http://schemas.microsoft.com/office/drawing/2014/main" id="{6F535046-5638-828C-1055-852707B6FB45}"/>
              </a:ext>
            </a:extLst>
          </p:cNvPr>
          <p:cNvSpPr>
            <a:spLocks noChangeAspect="1" noEditPoints="1"/>
          </p:cNvSpPr>
          <p:nvPr userDrawn="1"/>
        </p:nvSpPr>
        <p:spPr bwMode="auto">
          <a:xfrm>
            <a:off x="992186"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551488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74ECCD-889A-A41E-4D56-6246B68C0901}"/>
              </a:ext>
            </a:extLst>
          </p:cNvPr>
          <p:cNvSpPr>
            <a:spLocks/>
          </p:cNvSpPr>
          <p:nvPr userDrawn="1"/>
        </p:nvSpPr>
        <p:spPr>
          <a:xfrm flipH="1">
            <a:off x="953770" y="1246379"/>
            <a:ext cx="6856730" cy="4675492"/>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5" name="Freeform 19">
            <a:extLst>
              <a:ext uri="{FF2B5EF4-FFF2-40B4-BE49-F238E27FC236}">
                <a16:creationId xmlns:a16="http://schemas.microsoft.com/office/drawing/2014/main" id="{6F535046-5638-828C-1055-852707B6FB45}"/>
              </a:ext>
            </a:extLst>
          </p:cNvPr>
          <p:cNvSpPr>
            <a:spLocks noChangeAspect="1" noEditPoints="1"/>
          </p:cNvSpPr>
          <p:nvPr userDrawn="1"/>
        </p:nvSpPr>
        <p:spPr bwMode="auto">
          <a:xfrm>
            <a:off x="992186"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473721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80E143-EAB0-40EB-ED37-A1D8B6626525}"/>
              </a:ext>
            </a:extLst>
          </p:cNvPr>
          <p:cNvSpPr>
            <a:spLocks/>
          </p:cNvSpPr>
          <p:nvPr userDrawn="1"/>
        </p:nvSpPr>
        <p:spPr>
          <a:xfrm flipH="1">
            <a:off x="953770" y="1246379"/>
            <a:ext cx="6856730" cy="4675492"/>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3" name="Title 1">
            <a:extLst>
              <a:ext uri="{FF2B5EF4-FFF2-40B4-BE49-F238E27FC236}">
                <a16:creationId xmlns:a16="http://schemas.microsoft.com/office/drawing/2014/main" id="{5047E4DB-6F6B-2844-366D-28B991664766}"/>
              </a:ext>
            </a:extLst>
          </p:cNvPr>
          <p:cNvSpPr>
            <a:spLocks noGrp="1"/>
          </p:cNvSpPr>
          <p:nvPr>
            <p:ph type="ctrTitle"/>
          </p:nvPr>
        </p:nvSpPr>
        <p:spPr>
          <a:xfrm>
            <a:off x="1379616" y="2934837"/>
            <a:ext cx="5252400" cy="2367199"/>
          </a:xfrm>
          <a:prstGeom prst="rect">
            <a:avLst/>
          </a:prstGeom>
          <a:noFill/>
        </p:spPr>
        <p:txBody>
          <a:bodyPr lIns="0" tIns="0" rIns="0" bIns="0" anchor="t" anchorCtr="0"/>
          <a:lstStyle>
            <a:lvl1pPr algn="l">
              <a:defRPr sz="8000" baseline="0">
                <a:solidFill>
                  <a:schemeClr val="accent2"/>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8EA6B534-8AF0-77C4-E750-A669755BB0D0}"/>
              </a:ext>
            </a:extLst>
          </p:cNvPr>
          <p:cNvSpPr>
            <a:spLocks noGrp="1"/>
          </p:cNvSpPr>
          <p:nvPr>
            <p:ph type="body" sz="quarter" idx="14" hasCustomPrompt="1"/>
          </p:nvPr>
        </p:nvSpPr>
        <p:spPr>
          <a:xfrm>
            <a:off x="1379616" y="1676305"/>
            <a:ext cx="1082675" cy="812530"/>
          </a:xfrm>
          <a:prstGeom prst="rect">
            <a:avLst/>
          </a:prstGeo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dirty="0"/>
              <a:t>00</a:t>
            </a:r>
          </a:p>
        </p:txBody>
      </p:sp>
      <p:sp>
        <p:nvSpPr>
          <p:cNvPr id="5" name="Rectangle: Rounded Corners 11">
            <a:extLst>
              <a:ext uri="{FF2B5EF4-FFF2-40B4-BE49-F238E27FC236}">
                <a16:creationId xmlns:a16="http://schemas.microsoft.com/office/drawing/2014/main" id="{CDF37C8A-C180-E441-D03F-ADBF2EB2CF3C}"/>
              </a:ext>
            </a:extLst>
          </p:cNvPr>
          <p:cNvSpPr/>
          <p:nvPr userDrawn="1"/>
        </p:nvSpPr>
        <p:spPr>
          <a:xfrm>
            <a:off x="11204040" y="427711"/>
            <a:ext cx="530414" cy="458846"/>
          </a:xfrm>
          <a:prstGeom prst="roundRect">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6" name="Graphic 4">
            <a:extLst>
              <a:ext uri="{FF2B5EF4-FFF2-40B4-BE49-F238E27FC236}">
                <a16:creationId xmlns:a16="http://schemas.microsoft.com/office/drawing/2014/main" id="{2EBC4166-650B-FB2A-0AA5-57BCD3D6FF2D}"/>
              </a:ext>
            </a:extLst>
          </p:cNvPr>
          <p:cNvSpPr/>
          <p:nvPr userDrawn="1"/>
        </p:nvSpPr>
        <p:spPr>
          <a:xfrm>
            <a:off x="11352000" y="510442"/>
            <a:ext cx="234494" cy="265316"/>
          </a:xfrm>
          <a:custGeom>
            <a:avLst/>
            <a:gdLst>
              <a:gd name="csX0" fmla="*/ 234494 w 234494"/>
              <a:gd name="csY0" fmla="*/ 265316 h 265316"/>
              <a:gd name="csX1" fmla="*/ 136506 w 234494"/>
              <a:gd name="csY1" fmla="*/ 265316 h 265316"/>
              <a:gd name="csX2" fmla="*/ 136506 w 234494"/>
              <a:gd name="csY2" fmla="*/ 170167 h 265316"/>
              <a:gd name="csX3" fmla="*/ 97988 w 234494"/>
              <a:gd name="csY3" fmla="*/ 170167 h 265316"/>
              <a:gd name="csX4" fmla="*/ 97988 w 234494"/>
              <a:gd name="csY4" fmla="*/ 265316 h 265316"/>
              <a:gd name="csX5" fmla="*/ 0 w 234494"/>
              <a:gd name="csY5" fmla="*/ 265316 h 265316"/>
              <a:gd name="csX6" fmla="*/ 0 w 234494"/>
              <a:gd name="csY6" fmla="*/ 88632 h 265316"/>
              <a:gd name="csX7" fmla="*/ 117247 w 234494"/>
              <a:gd name="csY7" fmla="*/ 0 h 265316"/>
              <a:gd name="csX8" fmla="*/ 234494 w 234494"/>
              <a:gd name="csY8" fmla="*/ 88632 h 265316"/>
              <a:gd name="csX9" fmla="*/ 234494 w 234494"/>
              <a:gd name="csY9" fmla="*/ 265301 h 265316"/>
              <a:gd name="csX10" fmla="*/ 154352 w 234494"/>
              <a:gd name="csY10" fmla="*/ 247462 h 265316"/>
              <a:gd name="csX11" fmla="*/ 216648 w 234494"/>
              <a:gd name="csY11" fmla="*/ 247462 h 265316"/>
              <a:gd name="csX12" fmla="*/ 216648 w 234494"/>
              <a:gd name="csY12" fmla="*/ 97530 h 265316"/>
              <a:gd name="csX13" fmla="*/ 117247 w 234494"/>
              <a:gd name="csY13" fmla="*/ 22377 h 265316"/>
              <a:gd name="csX14" fmla="*/ 17846 w 234494"/>
              <a:gd name="csY14" fmla="*/ 97530 h 265316"/>
              <a:gd name="csX15" fmla="*/ 17846 w 234494"/>
              <a:gd name="csY15" fmla="*/ 247462 h 265316"/>
              <a:gd name="csX16" fmla="*/ 80143 w 234494"/>
              <a:gd name="csY16" fmla="*/ 247462 h 265316"/>
              <a:gd name="csX17" fmla="*/ 80143 w 234494"/>
              <a:gd name="csY17" fmla="*/ 152313 h 265316"/>
              <a:gd name="csX18" fmla="*/ 154352 w 234494"/>
              <a:gd name="csY18" fmla="*/ 152313 h 265316"/>
              <a:gd name="csX19" fmla="*/ 154352 w 234494"/>
              <a:gd name="csY19" fmla="*/ 247462 h 265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34494" h="265316">
                <a:moveTo>
                  <a:pt x="234494" y="265316"/>
                </a:moveTo>
                <a:lnTo>
                  <a:pt x="136506" y="265316"/>
                </a:lnTo>
                <a:lnTo>
                  <a:pt x="136506" y="170167"/>
                </a:lnTo>
                <a:lnTo>
                  <a:pt x="97988" y="170167"/>
                </a:lnTo>
                <a:lnTo>
                  <a:pt x="97988" y="265316"/>
                </a:lnTo>
                <a:lnTo>
                  <a:pt x="0" y="265316"/>
                </a:lnTo>
                <a:lnTo>
                  <a:pt x="0" y="88632"/>
                </a:lnTo>
                <a:lnTo>
                  <a:pt x="117247" y="0"/>
                </a:lnTo>
                <a:lnTo>
                  <a:pt x="234494" y="88632"/>
                </a:lnTo>
                <a:lnTo>
                  <a:pt x="234494" y="265301"/>
                </a:lnTo>
                <a:close/>
                <a:moveTo>
                  <a:pt x="154352" y="247462"/>
                </a:moveTo>
                <a:lnTo>
                  <a:pt x="216648" y="247462"/>
                </a:lnTo>
                <a:lnTo>
                  <a:pt x="216648" y="97530"/>
                </a:lnTo>
                <a:lnTo>
                  <a:pt x="117247" y="22377"/>
                </a:lnTo>
                <a:lnTo>
                  <a:pt x="17846" y="97530"/>
                </a:lnTo>
                <a:lnTo>
                  <a:pt x="17846" y="247462"/>
                </a:lnTo>
                <a:lnTo>
                  <a:pt x="80143" y="247462"/>
                </a:lnTo>
                <a:lnTo>
                  <a:pt x="80143" y="152313"/>
                </a:lnTo>
                <a:lnTo>
                  <a:pt x="154352" y="152313"/>
                </a:lnTo>
                <a:lnTo>
                  <a:pt x="154352" y="247462"/>
                </a:lnTo>
                <a:close/>
              </a:path>
            </a:pathLst>
          </a:custGeom>
          <a:solidFill>
            <a:schemeClr val="bg1"/>
          </a:solidFill>
          <a:ln w="1447" cap="flat">
            <a:noFill/>
            <a:prstDash val="solid"/>
            <a:miter/>
          </a:ln>
        </p:spPr>
        <p:txBody>
          <a:bodyPr/>
          <a:lstStyle/>
          <a:p>
            <a:endParaRPr lang="en-US"/>
          </a:p>
        </p:txBody>
      </p:sp>
      <p:sp>
        <p:nvSpPr>
          <p:cNvPr id="10" name="Action Button: Custom 7">
            <a:hlinkClick r:id="rId2" action="ppaction://hlinksldjump" highlightClick="1"/>
            <a:extLst>
              <a:ext uri="{FF2B5EF4-FFF2-40B4-BE49-F238E27FC236}">
                <a16:creationId xmlns:a16="http://schemas.microsoft.com/office/drawing/2014/main" id="{FBF2C853-3AFB-C635-DBE2-23617C6FC2D7}"/>
              </a:ext>
            </a:extLst>
          </p:cNvPr>
          <p:cNvSpPr/>
          <p:nvPr userDrawn="1"/>
        </p:nvSpPr>
        <p:spPr>
          <a:xfrm>
            <a:off x="11178830" y="387350"/>
            <a:ext cx="593724" cy="523875"/>
          </a:xfrm>
          <a:prstGeom prst="actionButtonBlank">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Tree>
    <p:extLst>
      <p:ext uri="{BB962C8B-B14F-4D97-AF65-F5344CB8AC3E}">
        <p14:creationId xmlns:p14="http://schemas.microsoft.com/office/powerpoint/2010/main" val="6976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2" y="4782102"/>
            <a:ext cx="6660000" cy="1094823"/>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sz="quarter" idx="14"/>
          </p:nvPr>
        </p:nvSpPr>
        <p:spPr>
          <a:xfrm>
            <a:off x="989012" y="4432016"/>
            <a:ext cx="2411738" cy="269585"/>
          </a:xfrm>
        </p:spPr>
        <p:txBody>
          <a:bodyPr/>
          <a:lstStyle>
            <a:lvl1pPr>
              <a:buFontTx/>
              <a:buNone/>
              <a:defRPr sz="12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sp>
        <p:nvSpPr>
          <p:cNvPr id="2" name="Freeform 19">
            <a:extLst>
              <a:ext uri="{FF2B5EF4-FFF2-40B4-BE49-F238E27FC236}">
                <a16:creationId xmlns:a16="http://schemas.microsoft.com/office/drawing/2014/main" id="{2A98B5A6-5D0A-4831-2DD0-25E6684B623B}"/>
              </a:ext>
            </a:extLst>
          </p:cNvPr>
          <p:cNvSpPr>
            <a:spLocks noChangeAspect="1" noEditPoints="1"/>
          </p:cNvSpPr>
          <p:nvPr userDrawn="1"/>
        </p:nvSpPr>
        <p:spPr bwMode="auto">
          <a:xfrm>
            <a:off x="992186"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267273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3" y="2852903"/>
            <a:ext cx="945802" cy="237066"/>
          </a:xfrm>
          <a:prstGeom prst="rect">
            <a:avLst/>
          </a:prstGeom>
          <a:noFill/>
        </p:spPr>
        <p:txBody>
          <a:bodyPr wrap="square" lIns="54610" tIns="54610" rIns="54610" bIns="54610" rtlCol="0" anchor="ctr">
            <a:noAutofit/>
          </a:bodyPr>
          <a:lstStyle/>
          <a:p>
            <a:pPr algn="l">
              <a:spcAft>
                <a:spcPts val="600"/>
              </a:spcAft>
            </a:pPr>
            <a:r>
              <a:rPr lang="en-GB" sz="1000"/>
              <a:t>Spectrum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919763"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3" y="3363960"/>
            <a:ext cx="882790"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3" y="2341846"/>
            <a:ext cx="858858"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919763"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3" y="4385458"/>
            <a:ext cx="569106"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3" y="4896518"/>
            <a:ext cx="426246"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920611"/>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920611"/>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3008301"/>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3008301"/>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461939"/>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Gradients</a:t>
            </a:r>
          </a:p>
          <a:p>
            <a:pPr marL="171450" indent="-171450" algn="l">
              <a:spcAft>
                <a:spcPts val="600"/>
              </a:spcAft>
              <a:buFont typeface="Arial" panose="020B0604020202020204" pitchFamily="34" charset="0"/>
              <a:buChar char="•"/>
            </a:pPr>
            <a:r>
              <a:rPr lang="en-GB" sz="1000" b="0">
                <a:solidFill>
                  <a:sysClr val="windowText" lastClr="000000"/>
                </a:solidFill>
              </a:rPr>
              <a:t>The </a:t>
            </a:r>
            <a:r>
              <a:rPr lang="en-GB" sz="1000" b="0" err="1">
                <a:solidFill>
                  <a:sysClr val="windowText" lastClr="000000"/>
                </a:solidFill>
              </a:rPr>
              <a:t>colors</a:t>
            </a:r>
            <a:r>
              <a:rPr lang="en-GB" sz="1000" b="0">
                <a:solidFill>
                  <a:sysClr val="windowText" lastClr="000000"/>
                </a:solidFill>
              </a:rPr>
              <a:t> are applied at both ends of the gradient, at 0% and 100%locations</a:t>
            </a:r>
          </a:p>
          <a:p>
            <a:pPr marL="171450" indent="-171450" algn="l">
              <a:spcAft>
                <a:spcPts val="6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6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6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6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graphicFrame>
        <p:nvGraphicFramePr>
          <p:cNvPr id="64" name="Chart 63">
            <a:extLst>
              <a:ext uri="{FF2B5EF4-FFF2-40B4-BE49-F238E27FC236}">
                <a16:creationId xmlns:a16="http://schemas.microsoft.com/office/drawing/2014/main" id="{BCEBD40D-9421-4030-8846-769769EFE758}"/>
              </a:ext>
            </a:extLst>
          </p:cNvPr>
          <p:cNvGraphicFramePr>
            <a:graphicFrameLocks/>
          </p:cNvGraphicFramePr>
          <p:nvPr userDrawn="1">
            <p:custDataLst>
              <p:tags r:id="rId1"/>
            </p:custDataLst>
            <p:extLst>
              <p:ext uri="{D42A27DB-BD31-4B8C-83A1-F6EECF244321}">
                <p14:modId xmlns:p14="http://schemas.microsoft.com/office/powerpoint/2010/main" val="480809188"/>
              </p:ext>
            </p:extLst>
          </p:nvPr>
        </p:nvGraphicFramePr>
        <p:xfrm>
          <a:off x="8361518" y="3389556"/>
          <a:ext cx="2340654" cy="1922784"/>
        </p:xfrm>
        <a:graphic>
          <a:graphicData uri="http://schemas.openxmlformats.org/drawingml/2006/chart">
            <c:chart xmlns:c="http://schemas.openxmlformats.org/drawingml/2006/chart" xmlns:r="http://schemas.openxmlformats.org/officeDocument/2006/relationships" r:id="rId3"/>
          </a:graphicData>
        </a:graphic>
      </p:graphicFrame>
      <p:sp>
        <p:nvSpPr>
          <p:cNvPr id="91" name="TextBox 90">
            <a:extLst>
              <a:ext uri="{FF2B5EF4-FFF2-40B4-BE49-F238E27FC236}">
                <a16:creationId xmlns:a16="http://schemas.microsoft.com/office/drawing/2014/main" id="{94D36A40-CC42-4997-AC07-D89529A2E43D}"/>
              </a:ext>
            </a:extLst>
          </p:cNvPr>
          <p:cNvSpPr txBox="1"/>
          <p:nvPr userDrawn="1"/>
        </p:nvSpPr>
        <p:spPr>
          <a:xfrm>
            <a:off x="7170486" y="3546218"/>
            <a:ext cx="1545229"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Color order for charts</a:t>
            </a:r>
          </a:p>
        </p:txBody>
      </p:sp>
      <p:grpSp>
        <p:nvGrpSpPr>
          <p:cNvPr id="80" name="Group 79">
            <a:extLst>
              <a:ext uri="{FF2B5EF4-FFF2-40B4-BE49-F238E27FC236}">
                <a16:creationId xmlns:a16="http://schemas.microsoft.com/office/drawing/2014/main" id="{A12A22AF-1159-492C-8163-7F134D46301C}"/>
              </a:ext>
            </a:extLst>
          </p:cNvPr>
          <p:cNvGrpSpPr/>
          <p:nvPr userDrawn="1"/>
        </p:nvGrpSpPr>
        <p:grpSpPr>
          <a:xfrm>
            <a:off x="7146553" y="5566907"/>
            <a:ext cx="4053259" cy="310018"/>
            <a:chOff x="9413875" y="4563300"/>
            <a:chExt cx="12974364" cy="592341"/>
          </a:xfrm>
        </p:grpSpPr>
        <p:sp>
          <p:nvSpPr>
            <p:cNvPr id="81" name="Rectangle 80">
              <a:extLst>
                <a:ext uri="{FF2B5EF4-FFF2-40B4-BE49-F238E27FC236}">
                  <a16:creationId xmlns:a16="http://schemas.microsoft.com/office/drawing/2014/main" id="{94CB130B-883E-46F2-8BAD-057C3580F4DB}"/>
                </a:ext>
              </a:extLst>
            </p:cNvPr>
            <p:cNvSpPr/>
            <p:nvPr/>
          </p:nvSpPr>
          <p:spPr>
            <a:xfrm>
              <a:off x="11293071" y="4563300"/>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a:t>
              </a:r>
            </a:p>
          </p:txBody>
        </p:sp>
        <p:sp>
          <p:nvSpPr>
            <p:cNvPr id="82" name="Rectangle 81">
              <a:extLst>
                <a:ext uri="{FF2B5EF4-FFF2-40B4-BE49-F238E27FC236}">
                  <a16:creationId xmlns:a16="http://schemas.microsoft.com/office/drawing/2014/main" id="{53EBDD77-2FA2-42F7-8A25-5C4A909D0150}"/>
                </a:ext>
              </a:extLst>
            </p:cNvPr>
            <p:cNvSpPr/>
            <p:nvPr/>
          </p:nvSpPr>
          <p:spPr>
            <a:xfrm>
              <a:off x="9413875" y="4563300"/>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a:t>
              </a:r>
            </a:p>
          </p:txBody>
        </p:sp>
        <p:sp>
          <p:nvSpPr>
            <p:cNvPr id="88" name="Rectangle 87">
              <a:extLst>
                <a:ext uri="{FF2B5EF4-FFF2-40B4-BE49-F238E27FC236}">
                  <a16:creationId xmlns:a16="http://schemas.microsoft.com/office/drawing/2014/main" id="{11DA24D2-7F5B-4456-A47E-F24E0ABB6D5B}"/>
                </a:ext>
              </a:extLst>
            </p:cNvPr>
            <p:cNvSpPr/>
            <p:nvPr/>
          </p:nvSpPr>
          <p:spPr>
            <a:xfrm>
              <a:off x="12232670" y="4563300"/>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4</a:t>
              </a:r>
            </a:p>
          </p:txBody>
        </p:sp>
        <p:sp>
          <p:nvSpPr>
            <p:cNvPr id="89" name="Rectangle 88">
              <a:extLst>
                <a:ext uri="{FF2B5EF4-FFF2-40B4-BE49-F238E27FC236}">
                  <a16:creationId xmlns:a16="http://schemas.microsoft.com/office/drawing/2014/main" id="{8090D3A4-DE26-4963-9B85-87AE4216FA34}"/>
                </a:ext>
              </a:extLst>
            </p:cNvPr>
            <p:cNvSpPr/>
            <p:nvPr/>
          </p:nvSpPr>
          <p:spPr>
            <a:xfrm>
              <a:off x="14111867" y="4563300"/>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6</a:t>
              </a:r>
            </a:p>
          </p:txBody>
        </p:sp>
        <p:sp>
          <p:nvSpPr>
            <p:cNvPr id="90" name="Rectangle 89">
              <a:extLst>
                <a:ext uri="{FF2B5EF4-FFF2-40B4-BE49-F238E27FC236}">
                  <a16:creationId xmlns:a16="http://schemas.microsoft.com/office/drawing/2014/main" id="{A9D124B7-B2EA-49D5-BC29-5F83FDC8AE2C}"/>
                </a:ext>
              </a:extLst>
            </p:cNvPr>
            <p:cNvSpPr/>
            <p:nvPr/>
          </p:nvSpPr>
          <p:spPr>
            <a:xfrm>
              <a:off x="17870263" y="4563300"/>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a:t>
              </a:r>
            </a:p>
          </p:txBody>
        </p:sp>
        <p:sp>
          <p:nvSpPr>
            <p:cNvPr id="92" name="Rectangle 91">
              <a:extLst>
                <a:ext uri="{FF2B5EF4-FFF2-40B4-BE49-F238E27FC236}">
                  <a16:creationId xmlns:a16="http://schemas.microsoft.com/office/drawing/2014/main" id="{64CDA0A7-4E12-4085-9DB0-1A1C51252895}"/>
                </a:ext>
              </a:extLst>
            </p:cNvPr>
            <p:cNvSpPr/>
            <p:nvPr/>
          </p:nvSpPr>
          <p:spPr>
            <a:xfrm>
              <a:off x="13172269" y="4563300"/>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a:t>
              </a:r>
            </a:p>
          </p:txBody>
        </p:sp>
        <p:sp>
          <p:nvSpPr>
            <p:cNvPr id="93" name="Rectangle 92">
              <a:extLst>
                <a:ext uri="{FF2B5EF4-FFF2-40B4-BE49-F238E27FC236}">
                  <a16:creationId xmlns:a16="http://schemas.microsoft.com/office/drawing/2014/main" id="{A476B35C-953A-4CE4-A97F-E7F2056B7134}"/>
                </a:ext>
              </a:extLst>
            </p:cNvPr>
            <p:cNvSpPr/>
            <p:nvPr/>
          </p:nvSpPr>
          <p:spPr>
            <a:xfrm>
              <a:off x="18809863" y="4563300"/>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a:t>
              </a:r>
            </a:p>
          </p:txBody>
        </p:sp>
        <p:sp>
          <p:nvSpPr>
            <p:cNvPr id="94" name="Rectangle 93">
              <a:extLst>
                <a:ext uri="{FF2B5EF4-FFF2-40B4-BE49-F238E27FC236}">
                  <a16:creationId xmlns:a16="http://schemas.microsoft.com/office/drawing/2014/main" id="{2FE2998D-CFF6-4C93-8CC0-8D077B395C09}"/>
                </a:ext>
              </a:extLst>
            </p:cNvPr>
            <p:cNvSpPr/>
            <p:nvPr/>
          </p:nvSpPr>
          <p:spPr>
            <a:xfrm>
              <a:off x="15991064" y="4563300"/>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a:t>
              </a:r>
            </a:p>
          </p:txBody>
        </p:sp>
        <p:sp>
          <p:nvSpPr>
            <p:cNvPr id="95" name="Rectangle 94">
              <a:extLst>
                <a:ext uri="{FF2B5EF4-FFF2-40B4-BE49-F238E27FC236}">
                  <a16:creationId xmlns:a16="http://schemas.microsoft.com/office/drawing/2014/main" id="{A2A96EEC-C3EF-4FC4-95E3-D03678E04E0F}"/>
                </a:ext>
              </a:extLst>
            </p:cNvPr>
            <p:cNvSpPr/>
            <p:nvPr/>
          </p:nvSpPr>
          <p:spPr>
            <a:xfrm>
              <a:off x="21628663" y="4563300"/>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14</a:t>
              </a:r>
            </a:p>
          </p:txBody>
        </p:sp>
        <p:sp>
          <p:nvSpPr>
            <p:cNvPr id="96" name="Rectangle 95">
              <a:extLst>
                <a:ext uri="{FF2B5EF4-FFF2-40B4-BE49-F238E27FC236}">
                  <a16:creationId xmlns:a16="http://schemas.microsoft.com/office/drawing/2014/main" id="{173DDF4D-959F-4793-8695-E8CC0EAF3DF6}"/>
                </a:ext>
              </a:extLst>
            </p:cNvPr>
            <p:cNvSpPr/>
            <p:nvPr/>
          </p:nvSpPr>
          <p:spPr>
            <a:xfrm>
              <a:off x="10353473" y="4563300"/>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a:t>
              </a:r>
            </a:p>
          </p:txBody>
        </p:sp>
        <p:sp>
          <p:nvSpPr>
            <p:cNvPr id="97" name="Rectangle 96">
              <a:extLst>
                <a:ext uri="{FF2B5EF4-FFF2-40B4-BE49-F238E27FC236}">
                  <a16:creationId xmlns:a16="http://schemas.microsoft.com/office/drawing/2014/main" id="{C9C4D549-AF08-4D7D-B6E7-64869DC20BCE}"/>
                </a:ext>
              </a:extLst>
            </p:cNvPr>
            <p:cNvSpPr/>
            <p:nvPr/>
          </p:nvSpPr>
          <p:spPr>
            <a:xfrm>
              <a:off x="20689065" y="4563300"/>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13</a:t>
              </a:r>
            </a:p>
          </p:txBody>
        </p:sp>
        <p:sp>
          <p:nvSpPr>
            <p:cNvPr id="98" name="Rectangle 97">
              <a:extLst>
                <a:ext uri="{FF2B5EF4-FFF2-40B4-BE49-F238E27FC236}">
                  <a16:creationId xmlns:a16="http://schemas.microsoft.com/office/drawing/2014/main" id="{2F2BDB81-11B5-4271-813D-41DD2514BCB0}"/>
                </a:ext>
              </a:extLst>
            </p:cNvPr>
            <p:cNvSpPr/>
            <p:nvPr/>
          </p:nvSpPr>
          <p:spPr>
            <a:xfrm>
              <a:off x="15051466" y="4563300"/>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7</a:t>
              </a:r>
            </a:p>
          </p:txBody>
        </p:sp>
        <p:sp>
          <p:nvSpPr>
            <p:cNvPr id="99" name="Rectangle 98">
              <a:extLst>
                <a:ext uri="{FF2B5EF4-FFF2-40B4-BE49-F238E27FC236}">
                  <a16:creationId xmlns:a16="http://schemas.microsoft.com/office/drawing/2014/main" id="{7CBD5116-429D-4C82-ABFE-732946C493D0}"/>
                </a:ext>
              </a:extLst>
            </p:cNvPr>
            <p:cNvSpPr/>
            <p:nvPr/>
          </p:nvSpPr>
          <p:spPr>
            <a:xfrm>
              <a:off x="19749462" y="4563300"/>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p:txBody>
        </p:sp>
        <p:sp>
          <p:nvSpPr>
            <p:cNvPr id="100" name="Rectangle 99">
              <a:extLst>
                <a:ext uri="{FF2B5EF4-FFF2-40B4-BE49-F238E27FC236}">
                  <a16:creationId xmlns:a16="http://schemas.microsoft.com/office/drawing/2014/main" id="{CE418BB4-E2A0-41BB-84BE-84EE06AE42FE}"/>
                </a:ext>
              </a:extLst>
            </p:cNvPr>
            <p:cNvSpPr/>
            <p:nvPr/>
          </p:nvSpPr>
          <p:spPr>
            <a:xfrm>
              <a:off x="16930663" y="4563300"/>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p:txBody>
        </p:sp>
      </p:grpSp>
    </p:spTree>
    <p:extLst>
      <p:ext uri="{BB962C8B-B14F-4D97-AF65-F5344CB8AC3E}">
        <p14:creationId xmlns:p14="http://schemas.microsoft.com/office/powerpoint/2010/main" val="16569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43498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7" name="Picture Placeholder 41">
            <a:extLst>
              <a:ext uri="{FF2B5EF4-FFF2-40B4-BE49-F238E27FC236}">
                <a16:creationId xmlns:a16="http://schemas.microsoft.com/office/drawing/2014/main" id="{531917F2-CDCA-1C05-4B3D-E3828963E841}"/>
              </a:ext>
            </a:extLst>
          </p:cNvPr>
          <p:cNvSpPr>
            <a:spLocks noGrp="1"/>
          </p:cNvSpPr>
          <p:nvPr>
            <p:ph type="pic" sz="quarter" idx="23"/>
          </p:nvPr>
        </p:nvSpPr>
        <p:spPr>
          <a:xfrm>
            <a:off x="566056" y="1537860"/>
            <a:ext cx="907200" cy="907200"/>
          </a:xfrm>
          <a:prstGeom prst="ellipse">
            <a:avLst/>
          </a:prstGeom>
          <a:solidFill>
            <a:schemeClr val="accent4">
              <a:lumMod val="20000"/>
              <a:lumOff val="80000"/>
            </a:schemeClr>
          </a:solidFill>
        </p:spPr>
        <p:txBody>
          <a:bodyPr/>
          <a:lstStyle/>
          <a:p>
            <a:endParaRPr lang="en-US"/>
          </a:p>
        </p:txBody>
      </p:sp>
      <p:sp>
        <p:nvSpPr>
          <p:cNvPr id="18" name="Picture Placeholder 41">
            <a:extLst>
              <a:ext uri="{FF2B5EF4-FFF2-40B4-BE49-F238E27FC236}">
                <a16:creationId xmlns:a16="http://schemas.microsoft.com/office/drawing/2014/main" id="{8579E603-F3AB-E032-D787-5A152BF5D5B8}"/>
              </a:ext>
            </a:extLst>
          </p:cNvPr>
          <p:cNvSpPr>
            <a:spLocks noGrp="1"/>
          </p:cNvSpPr>
          <p:nvPr>
            <p:ph type="pic" sz="quarter" idx="24"/>
          </p:nvPr>
        </p:nvSpPr>
        <p:spPr>
          <a:xfrm>
            <a:off x="566056" y="3127180"/>
            <a:ext cx="907200" cy="907200"/>
          </a:xfrm>
          <a:prstGeom prst="ellipse">
            <a:avLst/>
          </a:prstGeom>
          <a:solidFill>
            <a:schemeClr val="accent4">
              <a:lumMod val="20000"/>
              <a:lumOff val="80000"/>
            </a:schemeClr>
          </a:solidFill>
        </p:spPr>
        <p:txBody>
          <a:bodyPr/>
          <a:lstStyle/>
          <a:p>
            <a:endParaRPr lang="en-US"/>
          </a:p>
        </p:txBody>
      </p:sp>
      <p:sp>
        <p:nvSpPr>
          <p:cNvPr id="19" name="Picture Placeholder 41">
            <a:extLst>
              <a:ext uri="{FF2B5EF4-FFF2-40B4-BE49-F238E27FC236}">
                <a16:creationId xmlns:a16="http://schemas.microsoft.com/office/drawing/2014/main" id="{F3E6D220-7107-60D6-3ACA-69B56ECCB4BE}"/>
              </a:ext>
            </a:extLst>
          </p:cNvPr>
          <p:cNvSpPr>
            <a:spLocks noGrp="1"/>
          </p:cNvSpPr>
          <p:nvPr>
            <p:ph type="pic" sz="quarter" idx="25"/>
          </p:nvPr>
        </p:nvSpPr>
        <p:spPr>
          <a:xfrm>
            <a:off x="566056" y="4845069"/>
            <a:ext cx="907200" cy="907200"/>
          </a:xfrm>
          <a:prstGeom prst="ellipse">
            <a:avLst/>
          </a:prstGeom>
          <a:solidFill>
            <a:schemeClr val="accent4">
              <a:lumMod val="20000"/>
              <a:lumOff val="80000"/>
            </a:schemeClr>
          </a:solidFill>
        </p:spPr>
        <p:txBody>
          <a:bodyPr/>
          <a:lstStyle/>
          <a:p>
            <a:endParaRPr lang="en-US"/>
          </a:p>
        </p:txBody>
      </p:sp>
      <p:sp>
        <p:nvSpPr>
          <p:cNvPr id="20" name="Picture Placeholder 41">
            <a:extLst>
              <a:ext uri="{FF2B5EF4-FFF2-40B4-BE49-F238E27FC236}">
                <a16:creationId xmlns:a16="http://schemas.microsoft.com/office/drawing/2014/main" id="{397E048F-6A7D-C0A8-D5D2-4BBE316B7C8B}"/>
              </a:ext>
            </a:extLst>
          </p:cNvPr>
          <p:cNvSpPr>
            <a:spLocks noGrp="1"/>
          </p:cNvSpPr>
          <p:nvPr>
            <p:ph type="pic" sz="quarter" idx="26"/>
          </p:nvPr>
        </p:nvSpPr>
        <p:spPr>
          <a:xfrm>
            <a:off x="4385369" y="1537860"/>
            <a:ext cx="907200" cy="907200"/>
          </a:xfrm>
          <a:prstGeom prst="ellipse">
            <a:avLst/>
          </a:prstGeom>
          <a:solidFill>
            <a:schemeClr val="accent4">
              <a:lumMod val="20000"/>
              <a:lumOff val="80000"/>
            </a:schemeClr>
          </a:solidFill>
        </p:spPr>
        <p:txBody>
          <a:bodyPr/>
          <a:lstStyle/>
          <a:p>
            <a:endParaRPr lang="en-US"/>
          </a:p>
        </p:txBody>
      </p:sp>
      <p:sp>
        <p:nvSpPr>
          <p:cNvPr id="21" name="Picture Placeholder 41">
            <a:extLst>
              <a:ext uri="{FF2B5EF4-FFF2-40B4-BE49-F238E27FC236}">
                <a16:creationId xmlns:a16="http://schemas.microsoft.com/office/drawing/2014/main" id="{9FD99E94-7594-13D9-DD1B-50F65A4F8BCB}"/>
              </a:ext>
            </a:extLst>
          </p:cNvPr>
          <p:cNvSpPr>
            <a:spLocks noGrp="1"/>
          </p:cNvSpPr>
          <p:nvPr>
            <p:ph type="pic" sz="quarter" idx="27"/>
          </p:nvPr>
        </p:nvSpPr>
        <p:spPr>
          <a:xfrm>
            <a:off x="4385369" y="3127180"/>
            <a:ext cx="907200" cy="907200"/>
          </a:xfrm>
          <a:prstGeom prst="ellipse">
            <a:avLst/>
          </a:prstGeom>
          <a:solidFill>
            <a:schemeClr val="accent4">
              <a:lumMod val="20000"/>
              <a:lumOff val="80000"/>
            </a:schemeClr>
          </a:solidFill>
        </p:spPr>
        <p:txBody>
          <a:bodyPr/>
          <a:lstStyle/>
          <a:p>
            <a:endParaRPr lang="en-US"/>
          </a:p>
        </p:txBody>
      </p:sp>
      <p:sp>
        <p:nvSpPr>
          <p:cNvPr id="22" name="Picture Placeholder 41">
            <a:extLst>
              <a:ext uri="{FF2B5EF4-FFF2-40B4-BE49-F238E27FC236}">
                <a16:creationId xmlns:a16="http://schemas.microsoft.com/office/drawing/2014/main" id="{B1EB772D-6B3E-064D-5415-1407332BB494}"/>
              </a:ext>
            </a:extLst>
          </p:cNvPr>
          <p:cNvSpPr>
            <a:spLocks noGrp="1"/>
          </p:cNvSpPr>
          <p:nvPr>
            <p:ph type="pic" sz="quarter" idx="28"/>
          </p:nvPr>
        </p:nvSpPr>
        <p:spPr>
          <a:xfrm>
            <a:off x="4385369" y="4845069"/>
            <a:ext cx="907200" cy="907200"/>
          </a:xfrm>
          <a:prstGeom prst="ellipse">
            <a:avLst/>
          </a:prstGeom>
          <a:solidFill>
            <a:schemeClr val="accent4">
              <a:lumMod val="20000"/>
              <a:lumOff val="80000"/>
            </a:schemeClr>
          </a:solidFill>
        </p:spPr>
        <p:txBody>
          <a:bodyPr/>
          <a:lstStyle/>
          <a:p>
            <a:endParaRPr lang="en-US"/>
          </a:p>
        </p:txBody>
      </p:sp>
      <p:sp>
        <p:nvSpPr>
          <p:cNvPr id="23" name="Picture Placeholder 41">
            <a:extLst>
              <a:ext uri="{FF2B5EF4-FFF2-40B4-BE49-F238E27FC236}">
                <a16:creationId xmlns:a16="http://schemas.microsoft.com/office/drawing/2014/main" id="{816CE472-105E-E83B-18FE-0746CC0505EA}"/>
              </a:ext>
            </a:extLst>
          </p:cNvPr>
          <p:cNvSpPr>
            <a:spLocks noGrp="1"/>
          </p:cNvSpPr>
          <p:nvPr>
            <p:ph type="pic" sz="quarter" idx="29"/>
          </p:nvPr>
        </p:nvSpPr>
        <p:spPr>
          <a:xfrm>
            <a:off x="8219516" y="1537860"/>
            <a:ext cx="907200" cy="907200"/>
          </a:xfrm>
          <a:prstGeom prst="ellipse">
            <a:avLst/>
          </a:prstGeom>
          <a:solidFill>
            <a:schemeClr val="accent4">
              <a:lumMod val="20000"/>
              <a:lumOff val="80000"/>
            </a:schemeClr>
          </a:solidFill>
        </p:spPr>
        <p:txBody>
          <a:bodyPr/>
          <a:lstStyle/>
          <a:p>
            <a:endParaRPr lang="en-US"/>
          </a:p>
        </p:txBody>
      </p:sp>
      <p:sp>
        <p:nvSpPr>
          <p:cNvPr id="24" name="Picture Placeholder 41">
            <a:extLst>
              <a:ext uri="{FF2B5EF4-FFF2-40B4-BE49-F238E27FC236}">
                <a16:creationId xmlns:a16="http://schemas.microsoft.com/office/drawing/2014/main" id="{9E869176-F136-D57B-E7F5-04CD7B32F273}"/>
              </a:ext>
            </a:extLst>
          </p:cNvPr>
          <p:cNvSpPr>
            <a:spLocks noGrp="1"/>
          </p:cNvSpPr>
          <p:nvPr>
            <p:ph type="pic" sz="quarter" idx="30"/>
          </p:nvPr>
        </p:nvSpPr>
        <p:spPr>
          <a:xfrm>
            <a:off x="8219516" y="3127180"/>
            <a:ext cx="907200" cy="907200"/>
          </a:xfrm>
          <a:prstGeom prst="ellipse">
            <a:avLst/>
          </a:prstGeom>
          <a:solidFill>
            <a:schemeClr val="accent4">
              <a:lumMod val="20000"/>
              <a:lumOff val="80000"/>
            </a:schemeClr>
          </a:solidFill>
        </p:spPr>
        <p:txBody>
          <a:bodyPr/>
          <a:lstStyle/>
          <a:p>
            <a:endParaRPr lang="en-US"/>
          </a:p>
        </p:txBody>
      </p:sp>
      <p:sp>
        <p:nvSpPr>
          <p:cNvPr id="25" name="Picture Placeholder 41">
            <a:extLst>
              <a:ext uri="{FF2B5EF4-FFF2-40B4-BE49-F238E27FC236}">
                <a16:creationId xmlns:a16="http://schemas.microsoft.com/office/drawing/2014/main" id="{B51B0271-354E-1E7B-C2B9-4B9FAA38820E}"/>
              </a:ext>
            </a:extLst>
          </p:cNvPr>
          <p:cNvSpPr>
            <a:spLocks noGrp="1"/>
          </p:cNvSpPr>
          <p:nvPr>
            <p:ph type="pic" sz="quarter" idx="31"/>
          </p:nvPr>
        </p:nvSpPr>
        <p:spPr>
          <a:xfrm>
            <a:off x="8219516" y="4845069"/>
            <a:ext cx="907200" cy="907200"/>
          </a:xfrm>
          <a:prstGeom prst="ellipse">
            <a:avLst/>
          </a:prstGeom>
          <a:solidFill>
            <a:schemeClr val="accent4">
              <a:lumMod val="20000"/>
              <a:lumOff val="80000"/>
            </a:schemeClr>
          </a:solidFill>
        </p:spPr>
        <p:txBody>
          <a:bodyPr/>
          <a:lstStyle/>
          <a:p>
            <a:endParaRPr lang="en-US"/>
          </a:p>
        </p:txBody>
      </p:sp>
    </p:spTree>
    <p:extLst>
      <p:ext uri="{BB962C8B-B14F-4D97-AF65-F5344CB8AC3E}">
        <p14:creationId xmlns:p14="http://schemas.microsoft.com/office/powerpoint/2010/main" val="2048584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0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2" name="Picture Placeholder 18">
            <a:extLst>
              <a:ext uri="{FF2B5EF4-FFF2-40B4-BE49-F238E27FC236}">
                <a16:creationId xmlns:a16="http://schemas.microsoft.com/office/drawing/2014/main" id="{AF26D1B8-B56E-16F8-E929-F1075A496195}"/>
              </a:ext>
            </a:extLst>
          </p:cNvPr>
          <p:cNvSpPr>
            <a:spLocks noGrp="1"/>
          </p:cNvSpPr>
          <p:nvPr>
            <p:ph type="pic" sz="quarter" idx="21" hasCustomPrompt="1"/>
          </p:nvPr>
        </p:nvSpPr>
        <p:spPr>
          <a:xfrm>
            <a:off x="977764" y="4969781"/>
            <a:ext cx="1305978" cy="767696"/>
          </a:xfrm>
          <a:solidFill>
            <a:schemeClr val="bg1">
              <a:lumMod val="85000"/>
            </a:schemeClr>
          </a:solidFill>
        </p:spPr>
        <p:txBody>
          <a:bodyPr lIns="90000" tIns="46800" rIns="90000" bIns="46800" anchor="ctr" anchorCtr="0"/>
          <a:lstStyle>
            <a:lvl1pPr algn="ctr">
              <a:defRPr sz="1000" b="0"/>
            </a:lvl1pPr>
          </a:lstStyle>
          <a:p>
            <a:r>
              <a:rPr lang="en-US"/>
              <a:t>[Insert illustration e.g. framework or mini slide]</a:t>
            </a:r>
          </a:p>
        </p:txBody>
      </p:sp>
      <p:sp>
        <p:nvSpPr>
          <p:cNvPr id="13" name="Picture Placeholder 18">
            <a:extLst>
              <a:ext uri="{FF2B5EF4-FFF2-40B4-BE49-F238E27FC236}">
                <a16:creationId xmlns:a16="http://schemas.microsoft.com/office/drawing/2014/main" id="{71174432-B76E-A408-7EA6-09C8EDBE5248}"/>
              </a:ext>
            </a:extLst>
          </p:cNvPr>
          <p:cNvSpPr>
            <a:spLocks noGrp="1"/>
          </p:cNvSpPr>
          <p:nvPr>
            <p:ph type="pic" sz="quarter" idx="22" hasCustomPrompt="1"/>
          </p:nvPr>
        </p:nvSpPr>
        <p:spPr>
          <a:xfrm>
            <a:off x="3210295" y="4969781"/>
            <a:ext cx="1305978" cy="767696"/>
          </a:xfrm>
          <a:solidFill>
            <a:schemeClr val="bg1">
              <a:lumMod val="85000"/>
            </a:schemeClr>
          </a:solidFill>
        </p:spPr>
        <p:txBody>
          <a:bodyPr lIns="90000" tIns="46800" rIns="90000" bIns="46800" anchor="ctr" anchorCtr="0"/>
          <a:lstStyle>
            <a:lvl1pPr algn="ctr">
              <a:defRPr sz="1000" b="0"/>
            </a:lvl1pPr>
          </a:lstStyle>
          <a:p>
            <a:r>
              <a:rPr lang="en-US"/>
              <a:t>[Insert illustration e.g. framework or mini slide]</a:t>
            </a:r>
          </a:p>
        </p:txBody>
      </p:sp>
      <p:sp>
        <p:nvSpPr>
          <p:cNvPr id="16" name="Picture Placeholder 18">
            <a:extLst>
              <a:ext uri="{FF2B5EF4-FFF2-40B4-BE49-F238E27FC236}">
                <a16:creationId xmlns:a16="http://schemas.microsoft.com/office/drawing/2014/main" id="{CEFA71C9-1A65-AD72-AFA2-E9E09E11AA4A}"/>
              </a:ext>
            </a:extLst>
          </p:cNvPr>
          <p:cNvSpPr>
            <a:spLocks noGrp="1"/>
          </p:cNvSpPr>
          <p:nvPr>
            <p:ph type="pic" sz="quarter" idx="23" hasCustomPrompt="1"/>
          </p:nvPr>
        </p:nvSpPr>
        <p:spPr>
          <a:xfrm>
            <a:off x="5442919" y="4969781"/>
            <a:ext cx="1305978" cy="767696"/>
          </a:xfrm>
          <a:solidFill>
            <a:schemeClr val="bg1">
              <a:lumMod val="85000"/>
            </a:schemeClr>
          </a:solidFill>
        </p:spPr>
        <p:txBody>
          <a:bodyPr lIns="90000" tIns="46800" rIns="90000" bIns="46800" anchor="ctr" anchorCtr="0"/>
          <a:lstStyle>
            <a:lvl1pPr algn="ctr">
              <a:defRPr sz="1000" b="0"/>
            </a:lvl1pPr>
          </a:lstStyle>
          <a:p>
            <a:r>
              <a:rPr lang="en-US"/>
              <a:t>[Insert illustration e.g. framework or mini slide]</a:t>
            </a:r>
          </a:p>
        </p:txBody>
      </p:sp>
      <p:sp>
        <p:nvSpPr>
          <p:cNvPr id="17" name="Picture Placeholder 18">
            <a:extLst>
              <a:ext uri="{FF2B5EF4-FFF2-40B4-BE49-F238E27FC236}">
                <a16:creationId xmlns:a16="http://schemas.microsoft.com/office/drawing/2014/main" id="{73C67009-D2DC-E7C7-83FF-31948C1A34F9}"/>
              </a:ext>
            </a:extLst>
          </p:cNvPr>
          <p:cNvSpPr>
            <a:spLocks noGrp="1"/>
          </p:cNvSpPr>
          <p:nvPr>
            <p:ph type="pic" sz="quarter" idx="24" hasCustomPrompt="1"/>
          </p:nvPr>
        </p:nvSpPr>
        <p:spPr>
          <a:xfrm>
            <a:off x="7675543" y="4969781"/>
            <a:ext cx="1305978" cy="767696"/>
          </a:xfrm>
          <a:solidFill>
            <a:schemeClr val="bg1">
              <a:lumMod val="85000"/>
            </a:schemeClr>
          </a:solidFill>
        </p:spPr>
        <p:txBody>
          <a:bodyPr lIns="90000" tIns="46800" rIns="90000" bIns="46800" anchor="ctr" anchorCtr="0"/>
          <a:lstStyle>
            <a:lvl1pPr algn="ctr">
              <a:defRPr sz="1000" b="0"/>
            </a:lvl1pPr>
          </a:lstStyle>
          <a:p>
            <a:r>
              <a:rPr lang="en-US"/>
              <a:t>[Insert illustration e.g. framework or mini slide]</a:t>
            </a:r>
          </a:p>
        </p:txBody>
      </p:sp>
      <p:sp>
        <p:nvSpPr>
          <p:cNvPr id="18" name="Picture Placeholder 18">
            <a:extLst>
              <a:ext uri="{FF2B5EF4-FFF2-40B4-BE49-F238E27FC236}">
                <a16:creationId xmlns:a16="http://schemas.microsoft.com/office/drawing/2014/main" id="{C8BB54EC-8F47-2D53-4218-85165B96C0AF}"/>
              </a:ext>
            </a:extLst>
          </p:cNvPr>
          <p:cNvSpPr>
            <a:spLocks noGrp="1"/>
          </p:cNvSpPr>
          <p:nvPr>
            <p:ph type="pic" sz="quarter" idx="25" hasCustomPrompt="1"/>
          </p:nvPr>
        </p:nvSpPr>
        <p:spPr>
          <a:xfrm>
            <a:off x="9908165" y="4969781"/>
            <a:ext cx="1305978" cy="767696"/>
          </a:xfrm>
          <a:solidFill>
            <a:schemeClr val="bg1">
              <a:lumMod val="85000"/>
            </a:schemeClr>
          </a:solidFill>
        </p:spPr>
        <p:txBody>
          <a:bodyPr lIns="90000" tIns="46800" rIns="90000" bIns="46800" anchor="ctr" anchorCtr="0"/>
          <a:lstStyle>
            <a:lvl1pPr algn="ctr">
              <a:defRPr sz="1000" b="0"/>
            </a:lvl1pPr>
          </a:lstStyle>
          <a:p>
            <a:r>
              <a:rPr lang="en-US"/>
              <a:t>[Insert illustration e.g. framework or mini slide]</a:t>
            </a:r>
          </a:p>
        </p:txBody>
      </p:sp>
    </p:spTree>
    <p:extLst>
      <p:ext uri="{BB962C8B-B14F-4D97-AF65-F5344CB8AC3E}">
        <p14:creationId xmlns:p14="http://schemas.microsoft.com/office/powerpoint/2010/main" val="1326184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9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Picture Placeholder 18">
            <a:extLst>
              <a:ext uri="{FF2B5EF4-FFF2-40B4-BE49-F238E27FC236}">
                <a16:creationId xmlns:a16="http://schemas.microsoft.com/office/drawing/2014/main" id="{3C632071-DA5C-0A08-3675-00A369921328}"/>
              </a:ext>
            </a:extLst>
          </p:cNvPr>
          <p:cNvSpPr>
            <a:spLocks noGrp="1"/>
          </p:cNvSpPr>
          <p:nvPr>
            <p:ph type="pic" sz="quarter" idx="21" hasCustomPrompt="1"/>
          </p:nvPr>
        </p:nvSpPr>
        <p:spPr>
          <a:xfrm>
            <a:off x="3150353" y="4402485"/>
            <a:ext cx="1305978" cy="767696"/>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11" name="Picture Placeholder 18">
            <a:extLst>
              <a:ext uri="{FF2B5EF4-FFF2-40B4-BE49-F238E27FC236}">
                <a16:creationId xmlns:a16="http://schemas.microsoft.com/office/drawing/2014/main" id="{BBE27928-A2DC-A9CA-0890-67F91E3378AE}"/>
              </a:ext>
            </a:extLst>
          </p:cNvPr>
          <p:cNvSpPr>
            <a:spLocks noGrp="1"/>
          </p:cNvSpPr>
          <p:nvPr>
            <p:ph type="pic" sz="quarter" idx="22" hasCustomPrompt="1"/>
          </p:nvPr>
        </p:nvSpPr>
        <p:spPr>
          <a:xfrm>
            <a:off x="5258191" y="4402485"/>
            <a:ext cx="1305978" cy="767696"/>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12" name="Picture Placeholder 18">
            <a:extLst>
              <a:ext uri="{FF2B5EF4-FFF2-40B4-BE49-F238E27FC236}">
                <a16:creationId xmlns:a16="http://schemas.microsoft.com/office/drawing/2014/main" id="{9749CA58-6491-C904-05C4-895AF67D817F}"/>
              </a:ext>
            </a:extLst>
          </p:cNvPr>
          <p:cNvSpPr>
            <a:spLocks noGrp="1"/>
          </p:cNvSpPr>
          <p:nvPr>
            <p:ph type="pic" sz="quarter" idx="23" hasCustomPrompt="1"/>
          </p:nvPr>
        </p:nvSpPr>
        <p:spPr>
          <a:xfrm>
            <a:off x="7351591" y="4402485"/>
            <a:ext cx="1305978" cy="767696"/>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Tree>
    <p:extLst>
      <p:ext uri="{BB962C8B-B14F-4D97-AF65-F5344CB8AC3E}">
        <p14:creationId xmlns:p14="http://schemas.microsoft.com/office/powerpoint/2010/main" val="2289442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8_Default">
    <p:spTree>
      <p:nvGrpSpPr>
        <p:cNvPr id="1" name=""/>
        <p:cNvGrpSpPr/>
        <p:nvPr/>
      </p:nvGrpSpPr>
      <p:grpSpPr>
        <a:xfrm>
          <a:off x="0" y="0"/>
          <a:ext cx="0" cy="0"/>
          <a:chOff x="0" y="0"/>
          <a:chExt cx="0" cy="0"/>
        </a:xfrm>
      </p:grpSpPr>
      <p:sp>
        <p:nvSpPr>
          <p:cNvPr id="9" name="Picture Placeholder 18">
            <a:extLst>
              <a:ext uri="{FF2B5EF4-FFF2-40B4-BE49-F238E27FC236}">
                <a16:creationId xmlns:a16="http://schemas.microsoft.com/office/drawing/2014/main" id="{AABE98C5-2D22-2BB6-8748-1A6F3276D1B2}"/>
              </a:ext>
            </a:extLst>
          </p:cNvPr>
          <p:cNvSpPr>
            <a:spLocks noGrp="1"/>
          </p:cNvSpPr>
          <p:nvPr>
            <p:ph type="pic" sz="quarter" idx="21" hasCustomPrompt="1"/>
          </p:nvPr>
        </p:nvSpPr>
        <p:spPr>
          <a:xfrm>
            <a:off x="2678698" y="4932254"/>
            <a:ext cx="1847852" cy="981995"/>
          </a:xfrm>
          <a:solidFill>
            <a:schemeClr val="bg1">
              <a:lumMod val="85000"/>
            </a:schemeClr>
          </a:solidFill>
        </p:spPr>
        <p:txBody>
          <a:bodyPr lIns="90000" tIns="46800" rIns="90000" bIns="46800" anchor="ctr" anchorCtr="0"/>
          <a:lstStyle>
            <a:lvl1pPr algn="ctr">
              <a:defRPr sz="800" b="0"/>
            </a:lvl1pPr>
          </a:lstStyle>
          <a:p>
            <a:r>
              <a:rPr lang="en-US"/>
              <a:t>[Insert mini slide or illustration, </a:t>
            </a:r>
            <a:br>
              <a:rPr lang="en-US"/>
            </a:br>
            <a:r>
              <a:rPr lang="en-US"/>
              <a:t>if relevant]</a:t>
            </a:r>
          </a:p>
        </p:txBody>
      </p:sp>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1" name="Picture Placeholder 18">
            <a:extLst>
              <a:ext uri="{FF2B5EF4-FFF2-40B4-BE49-F238E27FC236}">
                <a16:creationId xmlns:a16="http://schemas.microsoft.com/office/drawing/2014/main" id="{FD0CE262-D4BE-8B21-7B01-2F4B11DC733D}"/>
              </a:ext>
            </a:extLst>
          </p:cNvPr>
          <p:cNvSpPr>
            <a:spLocks noGrp="1"/>
          </p:cNvSpPr>
          <p:nvPr>
            <p:ph type="pic" sz="quarter" idx="22" hasCustomPrompt="1"/>
          </p:nvPr>
        </p:nvSpPr>
        <p:spPr>
          <a:xfrm>
            <a:off x="5912436" y="4932254"/>
            <a:ext cx="1847852" cy="981995"/>
          </a:xfrm>
          <a:solidFill>
            <a:schemeClr val="bg1">
              <a:lumMod val="85000"/>
            </a:schemeClr>
          </a:solidFill>
        </p:spPr>
        <p:txBody>
          <a:bodyPr lIns="90000" tIns="46800" rIns="90000" bIns="46800" anchor="ctr" anchorCtr="0"/>
          <a:lstStyle>
            <a:lvl1pPr algn="ctr">
              <a:defRPr sz="800" b="0"/>
            </a:lvl1pPr>
          </a:lstStyle>
          <a:p>
            <a:r>
              <a:rPr lang="en-US"/>
              <a:t>[Insert mini slide or illustration, </a:t>
            </a:r>
            <a:br>
              <a:rPr lang="en-US"/>
            </a:br>
            <a:r>
              <a:rPr lang="en-US"/>
              <a:t>if relevant]</a:t>
            </a:r>
          </a:p>
        </p:txBody>
      </p:sp>
      <p:sp>
        <p:nvSpPr>
          <p:cNvPr id="12" name="Picture Placeholder 18">
            <a:extLst>
              <a:ext uri="{FF2B5EF4-FFF2-40B4-BE49-F238E27FC236}">
                <a16:creationId xmlns:a16="http://schemas.microsoft.com/office/drawing/2014/main" id="{B8BD1F49-BCC9-B597-BBF0-B850FAF33075}"/>
              </a:ext>
            </a:extLst>
          </p:cNvPr>
          <p:cNvSpPr>
            <a:spLocks noGrp="1"/>
          </p:cNvSpPr>
          <p:nvPr>
            <p:ph type="pic" sz="quarter" idx="23" hasCustomPrompt="1"/>
          </p:nvPr>
        </p:nvSpPr>
        <p:spPr>
          <a:xfrm>
            <a:off x="9146174" y="4932254"/>
            <a:ext cx="1847852" cy="981995"/>
          </a:xfrm>
          <a:solidFill>
            <a:schemeClr val="bg1">
              <a:lumMod val="85000"/>
            </a:schemeClr>
          </a:solidFill>
        </p:spPr>
        <p:txBody>
          <a:bodyPr lIns="90000" tIns="46800" rIns="90000" bIns="46800" anchor="ctr" anchorCtr="0"/>
          <a:lstStyle>
            <a:lvl1pPr algn="ctr">
              <a:defRPr sz="800" b="0"/>
            </a:lvl1pPr>
          </a:lstStyle>
          <a:p>
            <a:r>
              <a:rPr lang="en-US"/>
              <a:t>[Insert mini slide or illustration, </a:t>
            </a:r>
            <a:br>
              <a:rPr lang="en-US"/>
            </a:br>
            <a:r>
              <a:rPr lang="en-US"/>
              <a:t>if relevant]</a:t>
            </a:r>
          </a:p>
        </p:txBody>
      </p:sp>
    </p:spTree>
    <p:extLst>
      <p:ext uri="{BB962C8B-B14F-4D97-AF65-F5344CB8AC3E}">
        <p14:creationId xmlns:p14="http://schemas.microsoft.com/office/powerpoint/2010/main" val="3325541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7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9" name="Picture Placeholder 18">
            <a:extLst>
              <a:ext uri="{FF2B5EF4-FFF2-40B4-BE49-F238E27FC236}">
                <a16:creationId xmlns:a16="http://schemas.microsoft.com/office/drawing/2014/main" id="{6DB7F083-A5C6-E155-26AC-614695831D53}"/>
              </a:ext>
            </a:extLst>
          </p:cNvPr>
          <p:cNvSpPr>
            <a:spLocks noGrp="1"/>
          </p:cNvSpPr>
          <p:nvPr>
            <p:ph type="pic" sz="quarter" idx="21" hasCustomPrompt="1"/>
          </p:nvPr>
        </p:nvSpPr>
        <p:spPr>
          <a:xfrm>
            <a:off x="2885297" y="2830513"/>
            <a:ext cx="1158875" cy="668337"/>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20" name="Picture Placeholder 18">
            <a:extLst>
              <a:ext uri="{FF2B5EF4-FFF2-40B4-BE49-F238E27FC236}">
                <a16:creationId xmlns:a16="http://schemas.microsoft.com/office/drawing/2014/main" id="{F56BBA23-7255-2CAF-EF61-C4013DB7F5AB}"/>
              </a:ext>
            </a:extLst>
          </p:cNvPr>
          <p:cNvSpPr>
            <a:spLocks noGrp="1"/>
          </p:cNvSpPr>
          <p:nvPr>
            <p:ph type="pic" sz="quarter" idx="22" hasCustomPrompt="1"/>
          </p:nvPr>
        </p:nvSpPr>
        <p:spPr>
          <a:xfrm>
            <a:off x="2885297" y="3987400"/>
            <a:ext cx="1158875" cy="668337"/>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21" name="Picture Placeholder 18">
            <a:extLst>
              <a:ext uri="{FF2B5EF4-FFF2-40B4-BE49-F238E27FC236}">
                <a16:creationId xmlns:a16="http://schemas.microsoft.com/office/drawing/2014/main" id="{451200D8-746E-9625-D421-3AD453985657}"/>
              </a:ext>
            </a:extLst>
          </p:cNvPr>
          <p:cNvSpPr>
            <a:spLocks noGrp="1"/>
          </p:cNvSpPr>
          <p:nvPr>
            <p:ph type="pic" sz="quarter" idx="23" hasCustomPrompt="1"/>
          </p:nvPr>
        </p:nvSpPr>
        <p:spPr>
          <a:xfrm>
            <a:off x="2885297" y="5144805"/>
            <a:ext cx="1158875" cy="668337"/>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22" name="Picture Placeholder 18">
            <a:extLst>
              <a:ext uri="{FF2B5EF4-FFF2-40B4-BE49-F238E27FC236}">
                <a16:creationId xmlns:a16="http://schemas.microsoft.com/office/drawing/2014/main" id="{B0C5A74C-EB19-AF09-827B-3ACB397CCE6D}"/>
              </a:ext>
            </a:extLst>
          </p:cNvPr>
          <p:cNvSpPr>
            <a:spLocks noGrp="1"/>
          </p:cNvSpPr>
          <p:nvPr>
            <p:ph type="pic" sz="quarter" idx="24" hasCustomPrompt="1"/>
          </p:nvPr>
        </p:nvSpPr>
        <p:spPr>
          <a:xfrm>
            <a:off x="6625242" y="2830513"/>
            <a:ext cx="1158875" cy="668337"/>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23" name="Picture Placeholder 18">
            <a:extLst>
              <a:ext uri="{FF2B5EF4-FFF2-40B4-BE49-F238E27FC236}">
                <a16:creationId xmlns:a16="http://schemas.microsoft.com/office/drawing/2014/main" id="{3BD99D16-BF26-E795-9B19-833E5E5DFBC7}"/>
              </a:ext>
            </a:extLst>
          </p:cNvPr>
          <p:cNvSpPr>
            <a:spLocks noGrp="1"/>
          </p:cNvSpPr>
          <p:nvPr>
            <p:ph type="pic" sz="quarter" idx="25" hasCustomPrompt="1"/>
          </p:nvPr>
        </p:nvSpPr>
        <p:spPr>
          <a:xfrm>
            <a:off x="6625242" y="3987400"/>
            <a:ext cx="1158875" cy="668337"/>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24" name="Picture Placeholder 18">
            <a:extLst>
              <a:ext uri="{FF2B5EF4-FFF2-40B4-BE49-F238E27FC236}">
                <a16:creationId xmlns:a16="http://schemas.microsoft.com/office/drawing/2014/main" id="{829599BB-A60C-2996-2244-B908D1C3801F}"/>
              </a:ext>
            </a:extLst>
          </p:cNvPr>
          <p:cNvSpPr>
            <a:spLocks noGrp="1"/>
          </p:cNvSpPr>
          <p:nvPr>
            <p:ph type="pic" sz="quarter" idx="26" hasCustomPrompt="1"/>
          </p:nvPr>
        </p:nvSpPr>
        <p:spPr>
          <a:xfrm>
            <a:off x="6625242" y="5144805"/>
            <a:ext cx="1158875" cy="668337"/>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25" name="Picture Placeholder 18">
            <a:extLst>
              <a:ext uri="{FF2B5EF4-FFF2-40B4-BE49-F238E27FC236}">
                <a16:creationId xmlns:a16="http://schemas.microsoft.com/office/drawing/2014/main" id="{8D76140C-4BEE-F373-1EEA-5D6524978382}"/>
              </a:ext>
            </a:extLst>
          </p:cNvPr>
          <p:cNvSpPr>
            <a:spLocks noGrp="1"/>
          </p:cNvSpPr>
          <p:nvPr>
            <p:ph type="pic" sz="quarter" idx="27" hasCustomPrompt="1"/>
          </p:nvPr>
        </p:nvSpPr>
        <p:spPr>
          <a:xfrm>
            <a:off x="10365185" y="2830513"/>
            <a:ext cx="1158875" cy="668337"/>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26" name="Picture Placeholder 18">
            <a:extLst>
              <a:ext uri="{FF2B5EF4-FFF2-40B4-BE49-F238E27FC236}">
                <a16:creationId xmlns:a16="http://schemas.microsoft.com/office/drawing/2014/main" id="{1C6C2A35-8539-CB1D-3F6B-03ED6E0E71F1}"/>
              </a:ext>
            </a:extLst>
          </p:cNvPr>
          <p:cNvSpPr>
            <a:spLocks noGrp="1"/>
          </p:cNvSpPr>
          <p:nvPr>
            <p:ph type="pic" sz="quarter" idx="28" hasCustomPrompt="1"/>
          </p:nvPr>
        </p:nvSpPr>
        <p:spPr>
          <a:xfrm>
            <a:off x="10365185" y="3987400"/>
            <a:ext cx="1158875" cy="668337"/>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
        <p:nvSpPr>
          <p:cNvPr id="27" name="Picture Placeholder 18">
            <a:extLst>
              <a:ext uri="{FF2B5EF4-FFF2-40B4-BE49-F238E27FC236}">
                <a16:creationId xmlns:a16="http://schemas.microsoft.com/office/drawing/2014/main" id="{21274330-3D51-8886-0604-018122D7D2A9}"/>
              </a:ext>
            </a:extLst>
          </p:cNvPr>
          <p:cNvSpPr>
            <a:spLocks noGrp="1"/>
          </p:cNvSpPr>
          <p:nvPr>
            <p:ph type="pic" sz="quarter" idx="29" hasCustomPrompt="1"/>
          </p:nvPr>
        </p:nvSpPr>
        <p:spPr>
          <a:xfrm>
            <a:off x="10365185" y="5144805"/>
            <a:ext cx="1158875" cy="668337"/>
          </a:xfrm>
          <a:solidFill>
            <a:schemeClr val="bg1">
              <a:lumMod val="85000"/>
            </a:schemeClr>
          </a:solidFill>
        </p:spPr>
        <p:txBody>
          <a:bodyPr lIns="90000" tIns="46800" rIns="90000" bIns="46800" anchor="ctr" anchorCtr="0"/>
          <a:lstStyle>
            <a:lvl1pPr algn="ctr">
              <a:defRPr sz="800" b="0"/>
            </a:lvl1pPr>
          </a:lstStyle>
          <a:p>
            <a:r>
              <a:rPr lang="en-US"/>
              <a:t>[Insert illustration e.g. framework or mini slide]</a:t>
            </a:r>
          </a:p>
        </p:txBody>
      </p:sp>
    </p:spTree>
    <p:extLst>
      <p:ext uri="{BB962C8B-B14F-4D97-AF65-F5344CB8AC3E}">
        <p14:creationId xmlns:p14="http://schemas.microsoft.com/office/powerpoint/2010/main" val="752033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6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0" name="Text Placeholder 39">
            <a:extLst>
              <a:ext uri="{FF2B5EF4-FFF2-40B4-BE49-F238E27FC236}">
                <a16:creationId xmlns:a16="http://schemas.microsoft.com/office/drawing/2014/main" id="{2EAEBAD1-5FB8-235A-7919-D7B1B356E712}"/>
              </a:ext>
            </a:extLst>
          </p:cNvPr>
          <p:cNvSpPr>
            <a:spLocks noGrp="1"/>
          </p:cNvSpPr>
          <p:nvPr>
            <p:ph type="body" sz="quarter" idx="20" hasCustomPrompt="1"/>
          </p:nvPr>
        </p:nvSpPr>
        <p:spPr>
          <a:xfrm>
            <a:off x="9294125" y="6502908"/>
            <a:ext cx="1994192" cy="211498"/>
          </a:xfrm>
        </p:spPr>
        <p:txBody>
          <a:bodyPr/>
          <a:lstStyle>
            <a:lvl1pPr algn="r">
              <a:defRPr sz="800" b="0"/>
            </a:lvl1pPr>
            <a:lvl2pPr algn="r">
              <a:defRPr sz="800" b="0"/>
            </a:lvl2pPr>
            <a:lvl3pPr algn="r">
              <a:defRPr sz="800" b="0"/>
            </a:lvl3pPr>
            <a:lvl4pPr algn="r">
              <a:defRPr sz="800" b="0"/>
            </a:lvl4pPr>
            <a:lvl5pPr algn="r">
              <a:defRPr sz="800" b="0"/>
            </a:lvl5pPr>
          </a:lstStyle>
          <a:p>
            <a:pPr lvl="0"/>
            <a:r>
              <a:rPr lang="en-US"/>
              <a:t>Footnote: 1. xx</a:t>
            </a:r>
          </a:p>
        </p:txBody>
      </p:sp>
      <p:sp>
        <p:nvSpPr>
          <p:cNvPr id="3" name="Rectangle 2">
            <a:extLst>
              <a:ext uri="{FF2B5EF4-FFF2-40B4-BE49-F238E27FC236}">
                <a16:creationId xmlns:a16="http://schemas.microsoft.com/office/drawing/2014/main" id="{4CF52132-DBB5-296B-3807-86806B4726C5}"/>
              </a:ext>
            </a:extLst>
          </p:cNvPr>
          <p:cNvSpPr/>
          <p:nvPr userDrawn="1"/>
        </p:nvSpPr>
        <p:spPr>
          <a:xfrm>
            <a:off x="282498" y="6319024"/>
            <a:ext cx="11612136" cy="538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Shape 8">
            <a:extLst>
              <a:ext uri="{FF2B5EF4-FFF2-40B4-BE49-F238E27FC236}">
                <a16:creationId xmlns:a16="http://schemas.microsoft.com/office/drawing/2014/main" id="{9D15CA3F-908E-8E67-69CA-B18E84F28E57}"/>
              </a:ext>
            </a:extLst>
          </p:cNvPr>
          <p:cNvSpPr txBox="1">
            <a:spLocks/>
          </p:cNvSpPr>
          <p:nvPr userDrawn="1"/>
        </p:nvSpPr>
        <p:spPr>
          <a:xfrm>
            <a:off x="11442987" y="648253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6" name="Freeform 19">
            <a:extLst>
              <a:ext uri="{FF2B5EF4-FFF2-40B4-BE49-F238E27FC236}">
                <a16:creationId xmlns:a16="http://schemas.microsoft.com/office/drawing/2014/main" id="{75D01E3A-D189-376D-29C4-40AA2DE41642}"/>
              </a:ext>
              <a:ext uri="{C183D7F6-B498-43B3-948B-1728B52AA6E4}">
                <adec:decorative xmlns:adec="http://schemas.microsoft.com/office/drawing/2017/decorative" val="1"/>
              </a:ext>
            </a:extLst>
          </p:cNvPr>
          <p:cNvSpPr>
            <a:spLocks noEditPoints="1"/>
          </p:cNvSpPr>
          <p:nvPr userDrawn="1"/>
        </p:nvSpPr>
        <p:spPr bwMode="auto">
          <a:xfrm>
            <a:off x="559209" y="6482532"/>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9" name="Straight Connector 8">
            <a:extLst>
              <a:ext uri="{FF2B5EF4-FFF2-40B4-BE49-F238E27FC236}">
                <a16:creationId xmlns:a16="http://schemas.microsoft.com/office/drawing/2014/main" id="{86D1E605-72A7-3EC7-B54F-2D862B84B948}"/>
              </a:ext>
            </a:extLst>
          </p:cNvPr>
          <p:cNvCxnSpPr/>
          <p:nvPr userDrawn="1"/>
        </p:nvCxnSpPr>
        <p:spPr>
          <a:xfrm>
            <a:off x="11424928" y="6482532"/>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12FF50C-C1FF-1D2D-D37F-2243728792A8}"/>
              </a:ext>
              <a:ext uri="{C183D7F6-B498-43B3-948B-1728B52AA6E4}">
                <adec:decorative xmlns:adec="http://schemas.microsoft.com/office/drawing/2017/decorative" val="1"/>
              </a:ext>
            </a:extLst>
          </p:cNvPr>
          <p:cNvSpPr txBox="1"/>
          <p:nvPr userDrawn="1"/>
        </p:nvSpPr>
        <p:spPr>
          <a:xfrm>
            <a:off x="1473442" y="6524219"/>
            <a:ext cx="8889194" cy="8463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 </a:t>
            </a:r>
            <a:fld id="{7E7F07CD-938E-40FE-93EF-10C7FBF6A363}" type="datetimeyyyy">
              <a:rPr lang="en-US" sz="550" kern="1200" noProof="0" smtClean="0">
                <a:solidFill>
                  <a:schemeClr val="bg1">
                    <a:lumMod val="65000"/>
                  </a:schemeClr>
                </a:solidFill>
                <a:latin typeface="+mn-lt"/>
                <a:ea typeface="+mn-ea"/>
                <a:cs typeface="+mn-cs"/>
              </a:rPr>
              <a:t>2026</a:t>
            </a:fld>
            <a:r>
              <a:rPr lang="en-US" sz="550" kern="1200" noProof="0" dirty="0">
                <a:solidFill>
                  <a:schemeClr val="bg1">
                    <a:lumMod val="65000"/>
                  </a:schemeClr>
                </a:solidFill>
                <a:latin typeface="+mn-lt"/>
                <a:ea typeface="+mn-ea"/>
                <a:cs typeface="+mn-cs"/>
              </a:rPr>
              <a:t> KPMG LLP, an Ontario limited liability partnership and a member firm of the KPMG global organization of independent member firms affiliated with KPMG International Limited, a private English company limited by guarantee. All rights reserved. </a:t>
            </a:r>
          </a:p>
        </p:txBody>
      </p:sp>
    </p:spTree>
    <p:extLst>
      <p:ext uri="{BB962C8B-B14F-4D97-AF65-F5344CB8AC3E}">
        <p14:creationId xmlns:p14="http://schemas.microsoft.com/office/powerpoint/2010/main" val="1389705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1" name="Picture Placeholder 20">
            <a:extLst>
              <a:ext uri="{FF2B5EF4-FFF2-40B4-BE49-F238E27FC236}">
                <a16:creationId xmlns:a16="http://schemas.microsoft.com/office/drawing/2014/main" id="{7CB60C6D-2268-0A77-058B-4596741E5091}"/>
              </a:ext>
            </a:extLst>
          </p:cNvPr>
          <p:cNvSpPr>
            <a:spLocks noGrp="1"/>
          </p:cNvSpPr>
          <p:nvPr>
            <p:ph type="pic" sz="quarter" idx="22" hasCustomPrompt="1"/>
          </p:nvPr>
        </p:nvSpPr>
        <p:spPr>
          <a:xfrm>
            <a:off x="6427124" y="2357040"/>
            <a:ext cx="1203036" cy="545639"/>
          </a:xfrm>
          <a:solidFill>
            <a:schemeClr val="bg1">
              <a:lumMod val="95000"/>
            </a:schemeClr>
          </a:solidFill>
        </p:spPr>
        <p:txBody>
          <a:bodyPr lIns="90000" tIns="46800" rIns="90000" bIns="46800" anchor="ctr" anchorCtr="0"/>
          <a:lstStyle>
            <a:lvl1pPr algn="ctr">
              <a:defRPr sz="800" b="0"/>
            </a:lvl1pPr>
          </a:lstStyle>
          <a:p>
            <a:r>
              <a:rPr lang="en-US"/>
              <a:t>[Insert case headline or logo (preferred option)]</a:t>
            </a:r>
          </a:p>
        </p:txBody>
      </p:sp>
      <p:sp>
        <p:nvSpPr>
          <p:cNvPr id="22" name="Picture Placeholder 20">
            <a:extLst>
              <a:ext uri="{FF2B5EF4-FFF2-40B4-BE49-F238E27FC236}">
                <a16:creationId xmlns:a16="http://schemas.microsoft.com/office/drawing/2014/main" id="{034ADDD9-7F6F-9CAB-259E-350AC156242C}"/>
              </a:ext>
            </a:extLst>
          </p:cNvPr>
          <p:cNvSpPr>
            <a:spLocks noGrp="1"/>
          </p:cNvSpPr>
          <p:nvPr>
            <p:ph type="pic" sz="quarter" idx="23" hasCustomPrompt="1"/>
          </p:nvPr>
        </p:nvSpPr>
        <p:spPr>
          <a:xfrm>
            <a:off x="8357759" y="2357040"/>
            <a:ext cx="1203036" cy="545639"/>
          </a:xfrm>
          <a:solidFill>
            <a:schemeClr val="bg1">
              <a:lumMod val="95000"/>
            </a:schemeClr>
          </a:solidFill>
        </p:spPr>
        <p:txBody>
          <a:bodyPr lIns="90000" tIns="46800" rIns="90000" bIns="46800" anchor="ctr" anchorCtr="0"/>
          <a:lstStyle>
            <a:lvl1pPr algn="ctr">
              <a:defRPr sz="800" b="0"/>
            </a:lvl1pPr>
          </a:lstStyle>
          <a:p>
            <a:r>
              <a:rPr lang="en-US"/>
              <a:t>[Insert case headline or logo (preferred option)]</a:t>
            </a:r>
          </a:p>
        </p:txBody>
      </p:sp>
      <p:sp>
        <p:nvSpPr>
          <p:cNvPr id="23" name="Picture Placeholder 20">
            <a:extLst>
              <a:ext uri="{FF2B5EF4-FFF2-40B4-BE49-F238E27FC236}">
                <a16:creationId xmlns:a16="http://schemas.microsoft.com/office/drawing/2014/main" id="{A806B3D3-40DA-D551-67A8-F139F9ED8ED6}"/>
              </a:ext>
            </a:extLst>
          </p:cNvPr>
          <p:cNvSpPr>
            <a:spLocks noGrp="1"/>
          </p:cNvSpPr>
          <p:nvPr>
            <p:ph type="pic" sz="quarter" idx="24" hasCustomPrompt="1"/>
          </p:nvPr>
        </p:nvSpPr>
        <p:spPr>
          <a:xfrm>
            <a:off x="10288395" y="2357040"/>
            <a:ext cx="1203036" cy="545639"/>
          </a:xfrm>
          <a:solidFill>
            <a:schemeClr val="bg1">
              <a:lumMod val="95000"/>
            </a:schemeClr>
          </a:solidFill>
        </p:spPr>
        <p:txBody>
          <a:bodyPr lIns="90000" tIns="46800" rIns="90000" bIns="46800" anchor="ctr" anchorCtr="0"/>
          <a:lstStyle>
            <a:lvl1pPr algn="ctr">
              <a:defRPr sz="800" b="0"/>
            </a:lvl1pPr>
          </a:lstStyle>
          <a:p>
            <a:r>
              <a:rPr lang="en-US"/>
              <a:t>[Insert case headline or logo (preferred option)]</a:t>
            </a:r>
          </a:p>
        </p:txBody>
      </p:sp>
      <p:sp>
        <p:nvSpPr>
          <p:cNvPr id="24" name="Picture Placeholder 20">
            <a:extLst>
              <a:ext uri="{FF2B5EF4-FFF2-40B4-BE49-F238E27FC236}">
                <a16:creationId xmlns:a16="http://schemas.microsoft.com/office/drawing/2014/main" id="{58243EB6-9EF0-8BDE-A427-7F1DA373913A}"/>
              </a:ext>
            </a:extLst>
          </p:cNvPr>
          <p:cNvSpPr>
            <a:spLocks noGrp="1"/>
          </p:cNvSpPr>
          <p:nvPr>
            <p:ph type="pic" sz="quarter" idx="25" hasCustomPrompt="1"/>
          </p:nvPr>
        </p:nvSpPr>
        <p:spPr>
          <a:xfrm>
            <a:off x="6607456" y="4338869"/>
            <a:ext cx="1203036" cy="545639"/>
          </a:xfrm>
          <a:solidFill>
            <a:schemeClr val="bg1">
              <a:lumMod val="95000"/>
            </a:schemeClr>
          </a:solidFill>
        </p:spPr>
        <p:txBody>
          <a:bodyPr lIns="90000" tIns="46800" rIns="90000" bIns="46800" anchor="ctr" anchorCtr="0"/>
          <a:lstStyle>
            <a:lvl1pPr algn="ctr">
              <a:defRPr sz="800" b="0"/>
            </a:lvl1pPr>
          </a:lstStyle>
          <a:p>
            <a:r>
              <a:rPr lang="en-US"/>
              <a:t>[Insert case headline or logo (preferred option)]</a:t>
            </a:r>
          </a:p>
        </p:txBody>
      </p:sp>
      <p:sp>
        <p:nvSpPr>
          <p:cNvPr id="25" name="Picture Placeholder 20">
            <a:extLst>
              <a:ext uri="{FF2B5EF4-FFF2-40B4-BE49-F238E27FC236}">
                <a16:creationId xmlns:a16="http://schemas.microsoft.com/office/drawing/2014/main" id="{B2F72EB8-20F9-92AB-1094-403334F57D4D}"/>
              </a:ext>
            </a:extLst>
          </p:cNvPr>
          <p:cNvSpPr>
            <a:spLocks noGrp="1"/>
          </p:cNvSpPr>
          <p:nvPr>
            <p:ph type="pic" sz="quarter" idx="26" hasCustomPrompt="1"/>
          </p:nvPr>
        </p:nvSpPr>
        <p:spPr>
          <a:xfrm>
            <a:off x="8509440" y="4338869"/>
            <a:ext cx="1203036" cy="545639"/>
          </a:xfrm>
          <a:solidFill>
            <a:schemeClr val="bg1">
              <a:lumMod val="95000"/>
            </a:schemeClr>
          </a:solidFill>
        </p:spPr>
        <p:txBody>
          <a:bodyPr lIns="90000" tIns="46800" rIns="90000" bIns="46800" anchor="ctr" anchorCtr="0"/>
          <a:lstStyle>
            <a:lvl1pPr algn="ctr">
              <a:defRPr sz="800" b="0"/>
            </a:lvl1pPr>
          </a:lstStyle>
          <a:p>
            <a:r>
              <a:rPr lang="en-US"/>
              <a:t>[Insert case headline or logo (preferred option)]</a:t>
            </a:r>
          </a:p>
        </p:txBody>
      </p:sp>
      <p:sp>
        <p:nvSpPr>
          <p:cNvPr id="26" name="Picture Placeholder 20">
            <a:extLst>
              <a:ext uri="{FF2B5EF4-FFF2-40B4-BE49-F238E27FC236}">
                <a16:creationId xmlns:a16="http://schemas.microsoft.com/office/drawing/2014/main" id="{15C395A8-C5A8-01B7-5CD0-5C4A5194D019}"/>
              </a:ext>
            </a:extLst>
          </p:cNvPr>
          <p:cNvSpPr>
            <a:spLocks noGrp="1"/>
          </p:cNvSpPr>
          <p:nvPr>
            <p:ph type="pic" sz="quarter" idx="27" hasCustomPrompt="1"/>
          </p:nvPr>
        </p:nvSpPr>
        <p:spPr>
          <a:xfrm>
            <a:off x="7195700" y="3342547"/>
            <a:ext cx="1203036" cy="545639"/>
          </a:xfrm>
          <a:solidFill>
            <a:schemeClr val="bg1">
              <a:lumMod val="95000"/>
            </a:schemeClr>
          </a:solidFill>
        </p:spPr>
        <p:txBody>
          <a:bodyPr lIns="90000" tIns="46800" rIns="90000" bIns="46800" anchor="ctr" anchorCtr="0"/>
          <a:lstStyle>
            <a:lvl1pPr algn="ctr">
              <a:defRPr sz="800" b="0"/>
            </a:lvl1pPr>
          </a:lstStyle>
          <a:p>
            <a:r>
              <a:rPr lang="en-US"/>
              <a:t>[Insert case headline or logo (preferred option)]</a:t>
            </a:r>
          </a:p>
        </p:txBody>
      </p:sp>
      <p:sp>
        <p:nvSpPr>
          <p:cNvPr id="27" name="Picture Placeholder 20">
            <a:extLst>
              <a:ext uri="{FF2B5EF4-FFF2-40B4-BE49-F238E27FC236}">
                <a16:creationId xmlns:a16="http://schemas.microsoft.com/office/drawing/2014/main" id="{0BF99E1B-1724-71CA-B1C9-8715C1AB2C9B}"/>
              </a:ext>
            </a:extLst>
          </p:cNvPr>
          <p:cNvSpPr>
            <a:spLocks noGrp="1"/>
          </p:cNvSpPr>
          <p:nvPr>
            <p:ph type="pic" sz="quarter" idx="28" hasCustomPrompt="1"/>
          </p:nvPr>
        </p:nvSpPr>
        <p:spPr>
          <a:xfrm>
            <a:off x="9712476" y="3342547"/>
            <a:ext cx="1203036" cy="545639"/>
          </a:xfrm>
          <a:solidFill>
            <a:schemeClr val="bg1">
              <a:lumMod val="95000"/>
            </a:schemeClr>
          </a:solidFill>
        </p:spPr>
        <p:txBody>
          <a:bodyPr lIns="90000" tIns="46800" rIns="90000" bIns="46800" anchor="ctr" anchorCtr="0"/>
          <a:lstStyle>
            <a:lvl1pPr algn="ctr">
              <a:defRPr sz="800" b="0"/>
            </a:lvl1pPr>
          </a:lstStyle>
          <a:p>
            <a:r>
              <a:rPr lang="en-US"/>
              <a:t>[Insert case headline or logo (preferred option)]</a:t>
            </a:r>
          </a:p>
        </p:txBody>
      </p:sp>
      <p:sp>
        <p:nvSpPr>
          <p:cNvPr id="28" name="Picture Placeholder 20">
            <a:extLst>
              <a:ext uri="{FF2B5EF4-FFF2-40B4-BE49-F238E27FC236}">
                <a16:creationId xmlns:a16="http://schemas.microsoft.com/office/drawing/2014/main" id="{1856D6C8-B0B2-D563-B4B7-F28A9962B957}"/>
              </a:ext>
            </a:extLst>
          </p:cNvPr>
          <p:cNvSpPr>
            <a:spLocks noGrp="1"/>
          </p:cNvSpPr>
          <p:nvPr>
            <p:ph type="pic" sz="quarter" idx="29" hasCustomPrompt="1"/>
          </p:nvPr>
        </p:nvSpPr>
        <p:spPr>
          <a:xfrm>
            <a:off x="7399383" y="5324375"/>
            <a:ext cx="1203036" cy="545639"/>
          </a:xfrm>
          <a:solidFill>
            <a:schemeClr val="bg1">
              <a:lumMod val="95000"/>
            </a:schemeClr>
          </a:solidFill>
        </p:spPr>
        <p:txBody>
          <a:bodyPr lIns="90000" tIns="46800" rIns="90000" bIns="46800" anchor="ctr" anchorCtr="0"/>
          <a:lstStyle>
            <a:lvl1pPr algn="ctr">
              <a:defRPr sz="800" b="0"/>
            </a:lvl1pPr>
          </a:lstStyle>
          <a:p>
            <a:r>
              <a:rPr lang="en-US"/>
              <a:t>[Insert case headline or logo (preferred option)]</a:t>
            </a:r>
          </a:p>
        </p:txBody>
      </p:sp>
      <p:sp>
        <p:nvSpPr>
          <p:cNvPr id="29" name="Picture Placeholder 20">
            <a:extLst>
              <a:ext uri="{FF2B5EF4-FFF2-40B4-BE49-F238E27FC236}">
                <a16:creationId xmlns:a16="http://schemas.microsoft.com/office/drawing/2014/main" id="{9CFF994A-3049-38B5-D7D6-2619FBDBFA13}"/>
              </a:ext>
            </a:extLst>
          </p:cNvPr>
          <p:cNvSpPr>
            <a:spLocks noGrp="1"/>
          </p:cNvSpPr>
          <p:nvPr>
            <p:ph type="pic" sz="quarter" idx="30" hasCustomPrompt="1"/>
          </p:nvPr>
        </p:nvSpPr>
        <p:spPr>
          <a:xfrm>
            <a:off x="9905801" y="5324375"/>
            <a:ext cx="1203036" cy="545639"/>
          </a:xfrm>
          <a:solidFill>
            <a:schemeClr val="bg1">
              <a:lumMod val="95000"/>
            </a:schemeClr>
          </a:solidFill>
        </p:spPr>
        <p:txBody>
          <a:bodyPr lIns="90000" tIns="46800" rIns="90000" bIns="46800" anchor="ctr" anchorCtr="0"/>
          <a:lstStyle>
            <a:lvl1pPr algn="ctr">
              <a:defRPr sz="800" b="0"/>
            </a:lvl1pPr>
          </a:lstStyle>
          <a:p>
            <a:r>
              <a:rPr lang="en-US"/>
              <a:t>[Insert case headline or logo (preferred option)]</a:t>
            </a:r>
          </a:p>
        </p:txBody>
      </p:sp>
    </p:spTree>
    <p:extLst>
      <p:ext uri="{BB962C8B-B14F-4D97-AF65-F5344CB8AC3E}">
        <p14:creationId xmlns:p14="http://schemas.microsoft.com/office/powerpoint/2010/main" val="2747495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3" name="Picture Placeholder 12">
            <a:extLst>
              <a:ext uri="{FF2B5EF4-FFF2-40B4-BE49-F238E27FC236}">
                <a16:creationId xmlns:a16="http://schemas.microsoft.com/office/drawing/2014/main" id="{3F8271C8-997A-3196-DB95-1B478C15D83A}"/>
              </a:ext>
            </a:extLst>
          </p:cNvPr>
          <p:cNvSpPr>
            <a:spLocks noGrp="1"/>
          </p:cNvSpPr>
          <p:nvPr>
            <p:ph type="pic" sz="quarter" idx="21" hasCustomPrompt="1"/>
          </p:nvPr>
        </p:nvSpPr>
        <p:spPr>
          <a:xfrm>
            <a:off x="9627489" y="1435100"/>
            <a:ext cx="2009775" cy="731838"/>
          </a:xfrm>
          <a:solidFill>
            <a:schemeClr val="bg1">
              <a:lumMod val="85000"/>
            </a:schemeClr>
          </a:solidFill>
        </p:spPr>
        <p:txBody>
          <a:bodyPr lIns="90000" tIns="46800" rIns="90000" bIns="46800" anchor="ctr" anchorCtr="0"/>
          <a:lstStyle>
            <a:lvl1pPr marL="0" marR="0" indent="0" algn="ctr" defTabSz="914400" rtl="0" eaLnBrk="1" fontAlgn="auto" latinLnBrk="0" hangingPunct="1">
              <a:lnSpc>
                <a:spcPct val="100000"/>
              </a:lnSpc>
              <a:spcBef>
                <a:spcPts val="0"/>
              </a:spcBef>
              <a:spcAft>
                <a:spcPts val="600"/>
              </a:spcAft>
              <a:buClrTx/>
              <a:buSzTx/>
              <a:buFontTx/>
              <a:buNone/>
              <a:tabLst/>
              <a:defRPr sz="1400" b="0"/>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solidFill>
                  <a:schemeClr val="tx1"/>
                </a:solidFill>
              </a:rPr>
              <a:t>[Insert illustration, </a:t>
            </a:r>
            <a:br>
              <a:rPr lang="en-US" sz="1600">
                <a:solidFill>
                  <a:schemeClr val="tx1"/>
                </a:solidFill>
              </a:rPr>
            </a:br>
            <a:r>
              <a:rPr lang="en-US" sz="1600">
                <a:solidFill>
                  <a:schemeClr val="tx1"/>
                </a:solidFill>
              </a:rPr>
              <a:t>if relevant]</a:t>
            </a:r>
          </a:p>
        </p:txBody>
      </p:sp>
      <p:sp>
        <p:nvSpPr>
          <p:cNvPr id="18" name="Picture Placeholder 12">
            <a:extLst>
              <a:ext uri="{FF2B5EF4-FFF2-40B4-BE49-F238E27FC236}">
                <a16:creationId xmlns:a16="http://schemas.microsoft.com/office/drawing/2014/main" id="{C01D046D-15CE-7156-AC37-D488D94D9912}"/>
              </a:ext>
            </a:extLst>
          </p:cNvPr>
          <p:cNvSpPr>
            <a:spLocks noGrp="1"/>
          </p:cNvSpPr>
          <p:nvPr>
            <p:ph type="pic" sz="quarter" idx="22" hasCustomPrompt="1"/>
          </p:nvPr>
        </p:nvSpPr>
        <p:spPr>
          <a:xfrm>
            <a:off x="9627489" y="2449879"/>
            <a:ext cx="2009775" cy="731838"/>
          </a:xfrm>
          <a:solidFill>
            <a:schemeClr val="bg1">
              <a:lumMod val="85000"/>
            </a:schemeClr>
          </a:solidFill>
        </p:spPr>
        <p:txBody>
          <a:bodyPr lIns="90000" tIns="46800" rIns="90000" bIns="46800" anchor="ctr" anchorCtr="0"/>
          <a:lstStyle>
            <a:lvl1pPr marL="0" marR="0" indent="0" algn="ctr" defTabSz="914400" rtl="0" eaLnBrk="1" fontAlgn="auto" latinLnBrk="0" hangingPunct="1">
              <a:lnSpc>
                <a:spcPct val="100000"/>
              </a:lnSpc>
              <a:spcBef>
                <a:spcPts val="0"/>
              </a:spcBef>
              <a:spcAft>
                <a:spcPts val="600"/>
              </a:spcAft>
              <a:buClrTx/>
              <a:buSzTx/>
              <a:buFontTx/>
              <a:buNone/>
              <a:tabLst/>
              <a:defRPr sz="1400" b="0"/>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solidFill>
                  <a:schemeClr val="tx1"/>
                </a:solidFill>
              </a:rPr>
              <a:t>[Insert illustration, </a:t>
            </a:r>
            <a:br>
              <a:rPr lang="en-US" sz="1600">
                <a:solidFill>
                  <a:schemeClr val="tx1"/>
                </a:solidFill>
              </a:rPr>
            </a:br>
            <a:r>
              <a:rPr lang="en-US" sz="1600">
                <a:solidFill>
                  <a:schemeClr val="tx1"/>
                </a:solidFill>
              </a:rPr>
              <a:t>if relevant]</a:t>
            </a:r>
          </a:p>
        </p:txBody>
      </p:sp>
      <p:sp>
        <p:nvSpPr>
          <p:cNvPr id="19" name="Picture Placeholder 12">
            <a:extLst>
              <a:ext uri="{FF2B5EF4-FFF2-40B4-BE49-F238E27FC236}">
                <a16:creationId xmlns:a16="http://schemas.microsoft.com/office/drawing/2014/main" id="{712C0C18-B9A3-BFDD-4287-B581C5D201AB}"/>
              </a:ext>
            </a:extLst>
          </p:cNvPr>
          <p:cNvSpPr>
            <a:spLocks noGrp="1"/>
          </p:cNvSpPr>
          <p:nvPr>
            <p:ph type="pic" sz="quarter" idx="23" hasCustomPrompt="1"/>
          </p:nvPr>
        </p:nvSpPr>
        <p:spPr>
          <a:xfrm>
            <a:off x="9627489" y="3465202"/>
            <a:ext cx="2009775" cy="731838"/>
          </a:xfrm>
          <a:solidFill>
            <a:schemeClr val="bg1">
              <a:lumMod val="85000"/>
            </a:schemeClr>
          </a:solidFill>
        </p:spPr>
        <p:txBody>
          <a:bodyPr lIns="90000" tIns="46800" rIns="90000" bIns="46800" anchor="ctr" anchorCtr="0"/>
          <a:lstStyle>
            <a:lvl1pPr marL="0" marR="0" indent="0" algn="ctr" defTabSz="914400" rtl="0" eaLnBrk="1" fontAlgn="auto" latinLnBrk="0" hangingPunct="1">
              <a:lnSpc>
                <a:spcPct val="100000"/>
              </a:lnSpc>
              <a:spcBef>
                <a:spcPts val="0"/>
              </a:spcBef>
              <a:spcAft>
                <a:spcPts val="600"/>
              </a:spcAft>
              <a:buClrTx/>
              <a:buSzTx/>
              <a:buFontTx/>
              <a:buNone/>
              <a:tabLst/>
              <a:defRPr sz="1400" b="0"/>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solidFill>
                  <a:schemeClr val="tx1"/>
                </a:solidFill>
              </a:rPr>
              <a:t>[Insert illustration, </a:t>
            </a:r>
            <a:br>
              <a:rPr lang="en-US" sz="1600">
                <a:solidFill>
                  <a:schemeClr val="tx1"/>
                </a:solidFill>
              </a:rPr>
            </a:br>
            <a:r>
              <a:rPr lang="en-US" sz="1600">
                <a:solidFill>
                  <a:schemeClr val="tx1"/>
                </a:solidFill>
              </a:rPr>
              <a:t>if relevant]</a:t>
            </a:r>
          </a:p>
        </p:txBody>
      </p:sp>
      <p:sp>
        <p:nvSpPr>
          <p:cNvPr id="20" name="Picture Placeholder 12">
            <a:extLst>
              <a:ext uri="{FF2B5EF4-FFF2-40B4-BE49-F238E27FC236}">
                <a16:creationId xmlns:a16="http://schemas.microsoft.com/office/drawing/2014/main" id="{F822716D-C3AF-FFCB-5C61-836A3EB3097A}"/>
              </a:ext>
            </a:extLst>
          </p:cNvPr>
          <p:cNvSpPr>
            <a:spLocks noGrp="1"/>
          </p:cNvSpPr>
          <p:nvPr>
            <p:ph type="pic" sz="quarter" idx="24" hasCustomPrompt="1"/>
          </p:nvPr>
        </p:nvSpPr>
        <p:spPr>
          <a:xfrm>
            <a:off x="9627489" y="4480525"/>
            <a:ext cx="2009775" cy="731838"/>
          </a:xfrm>
          <a:solidFill>
            <a:schemeClr val="bg1">
              <a:lumMod val="85000"/>
            </a:schemeClr>
          </a:solidFill>
        </p:spPr>
        <p:txBody>
          <a:bodyPr lIns="90000" tIns="46800" rIns="90000" bIns="46800" anchor="ctr" anchorCtr="0"/>
          <a:lstStyle>
            <a:lvl1pPr marL="0" marR="0" indent="0" algn="ctr" defTabSz="914400" rtl="0" eaLnBrk="1" fontAlgn="auto" latinLnBrk="0" hangingPunct="1">
              <a:lnSpc>
                <a:spcPct val="100000"/>
              </a:lnSpc>
              <a:spcBef>
                <a:spcPts val="0"/>
              </a:spcBef>
              <a:spcAft>
                <a:spcPts val="600"/>
              </a:spcAft>
              <a:buClrTx/>
              <a:buSzTx/>
              <a:buFontTx/>
              <a:buNone/>
              <a:tabLst/>
              <a:defRPr sz="1400" b="0"/>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solidFill>
                  <a:schemeClr val="tx1"/>
                </a:solidFill>
              </a:rPr>
              <a:t>[Insert illustration, </a:t>
            </a:r>
            <a:br>
              <a:rPr lang="en-US" sz="1600">
                <a:solidFill>
                  <a:schemeClr val="tx1"/>
                </a:solidFill>
              </a:rPr>
            </a:br>
            <a:r>
              <a:rPr lang="en-US" sz="1600">
                <a:solidFill>
                  <a:schemeClr val="tx1"/>
                </a:solidFill>
              </a:rPr>
              <a:t>if relevant]</a:t>
            </a:r>
          </a:p>
        </p:txBody>
      </p:sp>
      <p:sp>
        <p:nvSpPr>
          <p:cNvPr id="21" name="Picture Placeholder 12">
            <a:extLst>
              <a:ext uri="{FF2B5EF4-FFF2-40B4-BE49-F238E27FC236}">
                <a16:creationId xmlns:a16="http://schemas.microsoft.com/office/drawing/2014/main" id="{060BFCD0-FBE3-B494-F485-A5E4D8AB5173}"/>
              </a:ext>
            </a:extLst>
          </p:cNvPr>
          <p:cNvSpPr>
            <a:spLocks noGrp="1"/>
          </p:cNvSpPr>
          <p:nvPr>
            <p:ph type="pic" sz="quarter" idx="25" hasCustomPrompt="1"/>
          </p:nvPr>
        </p:nvSpPr>
        <p:spPr>
          <a:xfrm>
            <a:off x="9627489" y="5495846"/>
            <a:ext cx="2009775" cy="731838"/>
          </a:xfrm>
          <a:solidFill>
            <a:schemeClr val="bg1">
              <a:lumMod val="85000"/>
            </a:schemeClr>
          </a:solidFill>
        </p:spPr>
        <p:txBody>
          <a:bodyPr lIns="90000" tIns="46800" rIns="90000" bIns="46800" anchor="ctr" anchorCtr="0"/>
          <a:lstStyle>
            <a:lvl1pPr marL="0" marR="0" indent="0" algn="ctr" defTabSz="914400" rtl="0" eaLnBrk="1" fontAlgn="auto" latinLnBrk="0" hangingPunct="1">
              <a:lnSpc>
                <a:spcPct val="100000"/>
              </a:lnSpc>
              <a:spcBef>
                <a:spcPts val="0"/>
              </a:spcBef>
              <a:spcAft>
                <a:spcPts val="600"/>
              </a:spcAft>
              <a:buClrTx/>
              <a:buSzTx/>
              <a:buFontTx/>
              <a:buNone/>
              <a:tabLst/>
              <a:defRPr sz="1400" b="0"/>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solidFill>
                  <a:schemeClr val="tx1"/>
                </a:solidFill>
              </a:rPr>
              <a:t>[Insert illustration, </a:t>
            </a:r>
            <a:br>
              <a:rPr lang="en-US" sz="1600">
                <a:solidFill>
                  <a:schemeClr val="tx1"/>
                </a:solidFill>
              </a:rPr>
            </a:br>
            <a:r>
              <a:rPr lang="en-US" sz="1600">
                <a:solidFill>
                  <a:schemeClr val="tx1"/>
                </a:solidFill>
              </a:rPr>
              <a:t>if relevant]</a:t>
            </a:r>
          </a:p>
        </p:txBody>
      </p:sp>
    </p:spTree>
    <p:extLst>
      <p:ext uri="{BB962C8B-B14F-4D97-AF65-F5344CB8AC3E}">
        <p14:creationId xmlns:p14="http://schemas.microsoft.com/office/powerpoint/2010/main" val="2728255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1" name="Picture Placeholder 10">
            <a:extLst>
              <a:ext uri="{FF2B5EF4-FFF2-40B4-BE49-F238E27FC236}">
                <a16:creationId xmlns:a16="http://schemas.microsoft.com/office/drawing/2014/main" id="{2E82FA9E-B7ED-CC44-BA54-9F6711BB5B87}"/>
              </a:ext>
            </a:extLst>
          </p:cNvPr>
          <p:cNvSpPr>
            <a:spLocks noGrp="1"/>
          </p:cNvSpPr>
          <p:nvPr>
            <p:ph type="pic" sz="quarter" idx="21" hasCustomPrompt="1"/>
          </p:nvPr>
        </p:nvSpPr>
        <p:spPr>
          <a:xfrm>
            <a:off x="10252042" y="2970213"/>
            <a:ext cx="1279525" cy="720725"/>
          </a:xfrm>
          <a:solidFill>
            <a:schemeClr val="accent4">
              <a:lumMod val="20000"/>
              <a:lumOff val="80000"/>
            </a:schemeClr>
          </a:solidFill>
          <a:ln w="9525" cap="sq">
            <a:solidFill>
              <a:schemeClr val="tx1"/>
            </a:solidFill>
            <a:prstDash val="dash"/>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000" b="0">
                <a:solidFill>
                  <a:schemeClr val="accent3"/>
                </a:solidFill>
              </a:defRPr>
            </a:lvl1pPr>
          </a:lstStyle>
          <a:p>
            <a:pPr algn="ctr">
              <a:spcBef>
                <a:spcPts val="300"/>
              </a:spcBef>
              <a:spcAft>
                <a:spcPts val="300"/>
              </a:spcAft>
            </a:pPr>
            <a:r>
              <a:rPr lang="en-US" sz="1000">
                <a:solidFill>
                  <a:schemeClr val="tx1"/>
                </a:solidFill>
              </a:rPr>
              <a:t>[Insert screenshot of deliverable type e.g., Excel]</a:t>
            </a:r>
          </a:p>
        </p:txBody>
      </p:sp>
      <p:sp>
        <p:nvSpPr>
          <p:cNvPr id="12" name="Picture Placeholder 10">
            <a:extLst>
              <a:ext uri="{FF2B5EF4-FFF2-40B4-BE49-F238E27FC236}">
                <a16:creationId xmlns:a16="http://schemas.microsoft.com/office/drawing/2014/main" id="{0723E80F-6436-BD77-67FC-D5B26789CB03}"/>
              </a:ext>
            </a:extLst>
          </p:cNvPr>
          <p:cNvSpPr>
            <a:spLocks noGrp="1"/>
          </p:cNvSpPr>
          <p:nvPr>
            <p:ph type="pic" sz="quarter" idx="22" hasCustomPrompt="1"/>
          </p:nvPr>
        </p:nvSpPr>
        <p:spPr>
          <a:xfrm>
            <a:off x="10252042" y="4023242"/>
            <a:ext cx="1279525" cy="720725"/>
          </a:xfrm>
          <a:solidFill>
            <a:schemeClr val="accent4">
              <a:lumMod val="20000"/>
              <a:lumOff val="80000"/>
            </a:schemeClr>
          </a:solidFill>
          <a:ln w="9525" cap="sq">
            <a:solidFill>
              <a:schemeClr val="tx1"/>
            </a:solidFill>
            <a:prstDash val="dash"/>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000" b="0">
                <a:solidFill>
                  <a:schemeClr val="accent3"/>
                </a:solidFill>
              </a:defRPr>
            </a:lvl1pPr>
          </a:lstStyle>
          <a:p>
            <a:pPr algn="ctr">
              <a:spcBef>
                <a:spcPts val="300"/>
              </a:spcBef>
              <a:spcAft>
                <a:spcPts val="300"/>
              </a:spcAft>
            </a:pPr>
            <a:r>
              <a:rPr lang="en-US" sz="1000">
                <a:solidFill>
                  <a:schemeClr val="tx1"/>
                </a:solidFill>
              </a:rPr>
              <a:t>[Insert screenshot of deliverable type e.g., Excel]</a:t>
            </a:r>
          </a:p>
        </p:txBody>
      </p:sp>
      <p:sp>
        <p:nvSpPr>
          <p:cNvPr id="13" name="Picture Placeholder 10">
            <a:extLst>
              <a:ext uri="{FF2B5EF4-FFF2-40B4-BE49-F238E27FC236}">
                <a16:creationId xmlns:a16="http://schemas.microsoft.com/office/drawing/2014/main" id="{501C549A-1FF1-CA23-8880-BCBD080232D5}"/>
              </a:ext>
            </a:extLst>
          </p:cNvPr>
          <p:cNvSpPr>
            <a:spLocks noGrp="1"/>
          </p:cNvSpPr>
          <p:nvPr>
            <p:ph type="pic" sz="quarter" idx="23" hasCustomPrompt="1"/>
          </p:nvPr>
        </p:nvSpPr>
        <p:spPr>
          <a:xfrm>
            <a:off x="10252042" y="5076724"/>
            <a:ext cx="1279525" cy="720725"/>
          </a:xfrm>
          <a:solidFill>
            <a:schemeClr val="accent4">
              <a:lumMod val="20000"/>
              <a:lumOff val="80000"/>
            </a:schemeClr>
          </a:solidFill>
          <a:ln w="9525" cap="sq">
            <a:solidFill>
              <a:schemeClr val="tx1"/>
            </a:solidFill>
            <a:prstDash val="dash"/>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000" b="0">
                <a:solidFill>
                  <a:schemeClr val="accent3"/>
                </a:solidFill>
              </a:defRPr>
            </a:lvl1pPr>
          </a:lstStyle>
          <a:p>
            <a:pPr algn="ctr">
              <a:spcBef>
                <a:spcPts val="300"/>
              </a:spcBef>
              <a:spcAft>
                <a:spcPts val="300"/>
              </a:spcAft>
            </a:pPr>
            <a:r>
              <a:rPr lang="en-US" sz="1000">
                <a:solidFill>
                  <a:schemeClr val="tx1"/>
                </a:solidFill>
              </a:rPr>
              <a:t>[Insert screenshot of deliverable type e.g., Excel]</a:t>
            </a:r>
          </a:p>
        </p:txBody>
      </p:sp>
    </p:spTree>
    <p:extLst>
      <p:ext uri="{BB962C8B-B14F-4D97-AF65-F5344CB8AC3E}">
        <p14:creationId xmlns:p14="http://schemas.microsoft.com/office/powerpoint/2010/main" val="449687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2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
        <p:nvSpPr>
          <p:cNvPr id="3" name="Rectangle 2">
            <a:extLst>
              <a:ext uri="{FF2B5EF4-FFF2-40B4-BE49-F238E27FC236}">
                <a16:creationId xmlns:a16="http://schemas.microsoft.com/office/drawing/2014/main" id="{C099B600-C4F4-475C-B2C9-734C9B7D78D6}"/>
              </a:ext>
            </a:extLst>
          </p:cNvPr>
          <p:cNvSpPr/>
          <p:nvPr userDrawn="1"/>
        </p:nvSpPr>
        <p:spPr>
          <a:xfrm>
            <a:off x="1313411" y="6434051"/>
            <a:ext cx="7880465" cy="2803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Tree>
    <p:extLst>
      <p:ext uri="{BB962C8B-B14F-4D97-AF65-F5344CB8AC3E}">
        <p14:creationId xmlns:p14="http://schemas.microsoft.com/office/powerpoint/2010/main" val="11849941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Default">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44E76597-9B17-47FB-F5BB-AF0F52123B42}"/>
              </a:ext>
            </a:extLst>
          </p:cNvPr>
          <p:cNvSpPr>
            <a:spLocks noGrp="1"/>
          </p:cNvSpPr>
          <p:nvPr>
            <p:ph type="pic" sz="quarter" idx="21"/>
          </p:nvPr>
        </p:nvSpPr>
        <p:spPr>
          <a:xfrm>
            <a:off x="8132763" y="4343400"/>
            <a:ext cx="557212" cy="723900"/>
          </a:xfrm>
          <a:solidFill>
            <a:schemeClr val="bg1">
              <a:lumMod val="85000"/>
            </a:schemeClr>
          </a:solidFill>
        </p:spPr>
        <p:txBody>
          <a:bodyPr/>
          <a:lstStyle/>
          <a:p>
            <a:endParaRPr lang="en-US"/>
          </a:p>
        </p:txBody>
      </p:sp>
      <p:sp>
        <p:nvSpPr>
          <p:cNvPr id="21" name="Picture Placeholder 19">
            <a:extLst>
              <a:ext uri="{FF2B5EF4-FFF2-40B4-BE49-F238E27FC236}">
                <a16:creationId xmlns:a16="http://schemas.microsoft.com/office/drawing/2014/main" id="{F62D2794-95B2-9559-F39E-C1229EE56FC1}"/>
              </a:ext>
            </a:extLst>
          </p:cNvPr>
          <p:cNvSpPr>
            <a:spLocks noGrp="1"/>
          </p:cNvSpPr>
          <p:nvPr>
            <p:ph type="pic" sz="quarter" idx="22"/>
          </p:nvPr>
        </p:nvSpPr>
        <p:spPr>
          <a:xfrm>
            <a:off x="10002838" y="4343400"/>
            <a:ext cx="557212" cy="723900"/>
          </a:xfrm>
          <a:solidFill>
            <a:schemeClr val="bg1">
              <a:lumMod val="85000"/>
            </a:schemeClr>
          </a:solidFill>
        </p:spPr>
        <p:txBody>
          <a:bodyPr/>
          <a:lstStyle/>
          <a:p>
            <a:endParaRPr lang="en-US"/>
          </a:p>
        </p:txBody>
      </p:sp>
      <p:sp>
        <p:nvSpPr>
          <p:cNvPr id="22" name="Picture Placeholder 19">
            <a:extLst>
              <a:ext uri="{FF2B5EF4-FFF2-40B4-BE49-F238E27FC236}">
                <a16:creationId xmlns:a16="http://schemas.microsoft.com/office/drawing/2014/main" id="{1BC4691B-5D0A-F0C8-4524-0A2F1BB878F4}"/>
              </a:ext>
            </a:extLst>
          </p:cNvPr>
          <p:cNvSpPr>
            <a:spLocks noGrp="1"/>
          </p:cNvSpPr>
          <p:nvPr>
            <p:ph type="pic" sz="quarter" idx="23"/>
          </p:nvPr>
        </p:nvSpPr>
        <p:spPr>
          <a:xfrm>
            <a:off x="8132763" y="5283200"/>
            <a:ext cx="557212" cy="723900"/>
          </a:xfrm>
          <a:solidFill>
            <a:schemeClr val="bg1">
              <a:lumMod val="85000"/>
            </a:schemeClr>
          </a:solidFill>
        </p:spPr>
        <p:txBody>
          <a:bodyPr/>
          <a:lstStyle/>
          <a:p>
            <a:endParaRPr lang="en-US"/>
          </a:p>
        </p:txBody>
      </p:sp>
      <p:sp>
        <p:nvSpPr>
          <p:cNvPr id="23" name="Picture Placeholder 19">
            <a:extLst>
              <a:ext uri="{FF2B5EF4-FFF2-40B4-BE49-F238E27FC236}">
                <a16:creationId xmlns:a16="http://schemas.microsoft.com/office/drawing/2014/main" id="{EB93660F-00B0-1119-3E30-347FD76528F6}"/>
              </a:ext>
            </a:extLst>
          </p:cNvPr>
          <p:cNvSpPr>
            <a:spLocks noGrp="1"/>
          </p:cNvSpPr>
          <p:nvPr>
            <p:ph type="pic" sz="quarter" idx="24"/>
          </p:nvPr>
        </p:nvSpPr>
        <p:spPr>
          <a:xfrm>
            <a:off x="10002838" y="5283200"/>
            <a:ext cx="557212" cy="723900"/>
          </a:xfrm>
          <a:solidFill>
            <a:schemeClr val="bg1">
              <a:lumMod val="85000"/>
            </a:schemeClr>
          </a:solidFill>
        </p:spPr>
        <p:txBody>
          <a:bodyPr/>
          <a:lstStyle/>
          <a:p>
            <a:endParaRPr lang="en-US"/>
          </a:p>
        </p:txBody>
      </p:sp>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Tree>
    <p:extLst>
      <p:ext uri="{BB962C8B-B14F-4D97-AF65-F5344CB8AC3E}">
        <p14:creationId xmlns:p14="http://schemas.microsoft.com/office/powerpoint/2010/main" val="1500437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Defaul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33A6A1A-6881-7C4B-B1CE-50696AB10D2C}"/>
              </a:ext>
            </a:extLst>
          </p:cNvPr>
          <p:cNvSpPr>
            <a:spLocks noGrp="1"/>
          </p:cNvSpPr>
          <p:nvPr>
            <p:ph type="pic" sz="quarter" idx="21"/>
          </p:nvPr>
        </p:nvSpPr>
        <p:spPr>
          <a:xfrm>
            <a:off x="7018096" y="2035175"/>
            <a:ext cx="4646139" cy="3620530"/>
          </a:xfrm>
          <a:solidFill>
            <a:schemeClr val="bg2"/>
          </a:solidFill>
        </p:spPr>
        <p:txBody>
          <a:bodyPr/>
          <a:lstStyle/>
          <a:p>
            <a:endParaRPr lang="en-US"/>
          </a:p>
        </p:txBody>
      </p:sp>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Tree>
    <p:extLst>
      <p:ext uri="{BB962C8B-B14F-4D97-AF65-F5344CB8AC3E}">
        <p14:creationId xmlns:p14="http://schemas.microsoft.com/office/powerpoint/2010/main" val="27527916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Default">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3EB0A1E-8157-1532-8B78-B275F1920BAA}"/>
              </a:ext>
            </a:extLst>
          </p:cNvPr>
          <p:cNvSpPr>
            <a:spLocks noGrp="1"/>
          </p:cNvSpPr>
          <p:nvPr>
            <p:ph type="pic" sz="quarter" idx="21"/>
          </p:nvPr>
        </p:nvSpPr>
        <p:spPr>
          <a:xfrm>
            <a:off x="687388" y="1601788"/>
            <a:ext cx="1149350" cy="1327150"/>
          </a:xfrm>
          <a:solidFill>
            <a:schemeClr val="bg2"/>
          </a:solidFill>
        </p:spPr>
        <p:txBody>
          <a:bodyPr/>
          <a:lstStyle/>
          <a:p>
            <a:endParaRPr lang="en-US"/>
          </a:p>
        </p:txBody>
      </p:sp>
      <p:sp>
        <p:nvSpPr>
          <p:cNvPr id="32" name="Picture Placeholder 30">
            <a:extLst>
              <a:ext uri="{FF2B5EF4-FFF2-40B4-BE49-F238E27FC236}">
                <a16:creationId xmlns:a16="http://schemas.microsoft.com/office/drawing/2014/main" id="{F6D53EB7-18E2-7D7E-D49D-C215C96DD6D3}"/>
              </a:ext>
            </a:extLst>
          </p:cNvPr>
          <p:cNvSpPr>
            <a:spLocks noGrp="1"/>
          </p:cNvSpPr>
          <p:nvPr>
            <p:ph type="pic" sz="quarter" idx="22"/>
          </p:nvPr>
        </p:nvSpPr>
        <p:spPr>
          <a:xfrm>
            <a:off x="2589146" y="1601788"/>
            <a:ext cx="1149350" cy="1327150"/>
          </a:xfrm>
          <a:solidFill>
            <a:schemeClr val="bg2"/>
          </a:solidFill>
        </p:spPr>
        <p:txBody>
          <a:bodyPr/>
          <a:lstStyle/>
          <a:p>
            <a:endParaRPr lang="en-US"/>
          </a:p>
        </p:txBody>
      </p:sp>
      <p:sp>
        <p:nvSpPr>
          <p:cNvPr id="33" name="Picture Placeholder 30">
            <a:extLst>
              <a:ext uri="{FF2B5EF4-FFF2-40B4-BE49-F238E27FC236}">
                <a16:creationId xmlns:a16="http://schemas.microsoft.com/office/drawing/2014/main" id="{971804AA-0C60-8B69-5BB3-4814B13234BB}"/>
              </a:ext>
            </a:extLst>
          </p:cNvPr>
          <p:cNvSpPr>
            <a:spLocks noGrp="1"/>
          </p:cNvSpPr>
          <p:nvPr>
            <p:ph type="pic" sz="quarter" idx="23"/>
          </p:nvPr>
        </p:nvSpPr>
        <p:spPr>
          <a:xfrm>
            <a:off x="4476312" y="1601788"/>
            <a:ext cx="1149350" cy="1327150"/>
          </a:xfrm>
          <a:solidFill>
            <a:schemeClr val="bg2"/>
          </a:solidFill>
        </p:spPr>
        <p:txBody>
          <a:bodyPr/>
          <a:lstStyle/>
          <a:p>
            <a:endParaRPr lang="en-US"/>
          </a:p>
        </p:txBody>
      </p:sp>
      <p:sp>
        <p:nvSpPr>
          <p:cNvPr id="34" name="Picture Placeholder 30">
            <a:extLst>
              <a:ext uri="{FF2B5EF4-FFF2-40B4-BE49-F238E27FC236}">
                <a16:creationId xmlns:a16="http://schemas.microsoft.com/office/drawing/2014/main" id="{A60FCEDE-3EF2-C77A-A125-5137E91939D9}"/>
              </a:ext>
            </a:extLst>
          </p:cNvPr>
          <p:cNvSpPr>
            <a:spLocks noGrp="1"/>
          </p:cNvSpPr>
          <p:nvPr>
            <p:ph type="pic" sz="quarter" idx="24"/>
          </p:nvPr>
        </p:nvSpPr>
        <p:spPr>
          <a:xfrm>
            <a:off x="6164061" y="1601788"/>
            <a:ext cx="1031523" cy="1149408"/>
          </a:xfrm>
          <a:solidFill>
            <a:schemeClr val="bg2"/>
          </a:solidFill>
        </p:spPr>
        <p:txBody>
          <a:bodyPr/>
          <a:lstStyle/>
          <a:p>
            <a:endParaRPr lang="en-US"/>
          </a:p>
        </p:txBody>
      </p:sp>
      <p:sp>
        <p:nvSpPr>
          <p:cNvPr id="35" name="Picture Placeholder 30">
            <a:extLst>
              <a:ext uri="{FF2B5EF4-FFF2-40B4-BE49-F238E27FC236}">
                <a16:creationId xmlns:a16="http://schemas.microsoft.com/office/drawing/2014/main" id="{15CB23A2-872B-6162-1E4C-3082F5207EA3}"/>
              </a:ext>
            </a:extLst>
          </p:cNvPr>
          <p:cNvSpPr>
            <a:spLocks noGrp="1"/>
          </p:cNvSpPr>
          <p:nvPr>
            <p:ph type="pic" sz="quarter" idx="25"/>
          </p:nvPr>
        </p:nvSpPr>
        <p:spPr>
          <a:xfrm>
            <a:off x="6164061" y="3094983"/>
            <a:ext cx="1031523" cy="1149408"/>
          </a:xfrm>
          <a:solidFill>
            <a:schemeClr val="bg2"/>
          </a:solidFill>
        </p:spPr>
        <p:txBody>
          <a:bodyPr/>
          <a:lstStyle/>
          <a:p>
            <a:endParaRPr lang="en-US"/>
          </a:p>
        </p:txBody>
      </p:sp>
      <p:sp>
        <p:nvSpPr>
          <p:cNvPr id="36" name="Picture Placeholder 30">
            <a:extLst>
              <a:ext uri="{FF2B5EF4-FFF2-40B4-BE49-F238E27FC236}">
                <a16:creationId xmlns:a16="http://schemas.microsoft.com/office/drawing/2014/main" id="{D99DE8B1-5095-FA25-EBA2-8B587A55DB7B}"/>
              </a:ext>
            </a:extLst>
          </p:cNvPr>
          <p:cNvSpPr>
            <a:spLocks noGrp="1"/>
          </p:cNvSpPr>
          <p:nvPr>
            <p:ph type="pic" sz="quarter" idx="26"/>
          </p:nvPr>
        </p:nvSpPr>
        <p:spPr>
          <a:xfrm>
            <a:off x="6164061" y="4597906"/>
            <a:ext cx="1031523" cy="1149408"/>
          </a:xfrm>
          <a:solidFill>
            <a:schemeClr val="bg2"/>
          </a:solidFill>
        </p:spPr>
        <p:txBody>
          <a:bodyPr/>
          <a:lstStyle/>
          <a:p>
            <a:endParaRPr lang="en-US"/>
          </a:p>
        </p:txBody>
      </p:sp>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Tree>
    <p:extLst>
      <p:ext uri="{BB962C8B-B14F-4D97-AF65-F5344CB8AC3E}">
        <p14:creationId xmlns:p14="http://schemas.microsoft.com/office/powerpoint/2010/main" val="16909353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
        <p:nvSpPr>
          <p:cNvPr id="42" name="Picture Placeholder 41">
            <a:extLst>
              <a:ext uri="{FF2B5EF4-FFF2-40B4-BE49-F238E27FC236}">
                <a16:creationId xmlns:a16="http://schemas.microsoft.com/office/drawing/2014/main" id="{C537FEB3-A9FE-6BA4-2B84-AEA1BCD61C2B}"/>
              </a:ext>
            </a:extLst>
          </p:cNvPr>
          <p:cNvSpPr>
            <a:spLocks noGrp="1"/>
          </p:cNvSpPr>
          <p:nvPr>
            <p:ph type="pic" sz="quarter" idx="21"/>
          </p:nvPr>
        </p:nvSpPr>
        <p:spPr>
          <a:xfrm>
            <a:off x="5442588" y="2286051"/>
            <a:ext cx="735109" cy="735109"/>
          </a:xfrm>
          <a:prstGeom prst="ellipse">
            <a:avLst/>
          </a:prstGeom>
          <a:solidFill>
            <a:schemeClr val="accent4">
              <a:lumMod val="20000"/>
              <a:lumOff val="80000"/>
            </a:schemeClr>
          </a:solidFill>
        </p:spPr>
        <p:txBody>
          <a:bodyPr/>
          <a:lstStyle/>
          <a:p>
            <a:endParaRPr lang="en-US"/>
          </a:p>
        </p:txBody>
      </p:sp>
      <p:sp>
        <p:nvSpPr>
          <p:cNvPr id="43" name="Picture Placeholder 41">
            <a:extLst>
              <a:ext uri="{FF2B5EF4-FFF2-40B4-BE49-F238E27FC236}">
                <a16:creationId xmlns:a16="http://schemas.microsoft.com/office/drawing/2014/main" id="{C6651E78-7463-5741-9611-E0B5EC0D764B}"/>
              </a:ext>
            </a:extLst>
          </p:cNvPr>
          <p:cNvSpPr>
            <a:spLocks noGrp="1"/>
          </p:cNvSpPr>
          <p:nvPr>
            <p:ph type="pic" sz="quarter" idx="22"/>
          </p:nvPr>
        </p:nvSpPr>
        <p:spPr>
          <a:xfrm>
            <a:off x="5442588" y="3725862"/>
            <a:ext cx="735109" cy="735109"/>
          </a:xfrm>
          <a:prstGeom prst="ellipse">
            <a:avLst/>
          </a:prstGeom>
          <a:solidFill>
            <a:schemeClr val="accent4">
              <a:lumMod val="20000"/>
              <a:lumOff val="80000"/>
            </a:schemeClr>
          </a:solidFill>
        </p:spPr>
        <p:txBody>
          <a:bodyPr/>
          <a:lstStyle/>
          <a:p>
            <a:endParaRPr lang="en-US"/>
          </a:p>
        </p:txBody>
      </p:sp>
      <p:sp>
        <p:nvSpPr>
          <p:cNvPr id="44" name="Picture Placeholder 41">
            <a:extLst>
              <a:ext uri="{FF2B5EF4-FFF2-40B4-BE49-F238E27FC236}">
                <a16:creationId xmlns:a16="http://schemas.microsoft.com/office/drawing/2014/main" id="{B2E13028-6D81-C582-8A7E-2A5535F4E2EA}"/>
              </a:ext>
            </a:extLst>
          </p:cNvPr>
          <p:cNvSpPr>
            <a:spLocks noGrp="1"/>
          </p:cNvSpPr>
          <p:nvPr>
            <p:ph type="pic" sz="quarter" idx="23"/>
          </p:nvPr>
        </p:nvSpPr>
        <p:spPr>
          <a:xfrm>
            <a:off x="3339932" y="2286051"/>
            <a:ext cx="735109" cy="735109"/>
          </a:xfrm>
          <a:prstGeom prst="ellipse">
            <a:avLst/>
          </a:prstGeom>
          <a:solidFill>
            <a:schemeClr val="accent4">
              <a:lumMod val="20000"/>
              <a:lumOff val="80000"/>
            </a:schemeClr>
          </a:solidFill>
        </p:spPr>
        <p:txBody>
          <a:bodyPr/>
          <a:lstStyle/>
          <a:p>
            <a:endParaRPr lang="en-US"/>
          </a:p>
        </p:txBody>
      </p:sp>
      <p:sp>
        <p:nvSpPr>
          <p:cNvPr id="45" name="Picture Placeholder 41">
            <a:extLst>
              <a:ext uri="{FF2B5EF4-FFF2-40B4-BE49-F238E27FC236}">
                <a16:creationId xmlns:a16="http://schemas.microsoft.com/office/drawing/2014/main" id="{DE3D4313-A000-7F6F-2C65-3AE7067C949B}"/>
              </a:ext>
            </a:extLst>
          </p:cNvPr>
          <p:cNvSpPr>
            <a:spLocks noGrp="1"/>
          </p:cNvSpPr>
          <p:nvPr>
            <p:ph type="pic" sz="quarter" idx="24"/>
          </p:nvPr>
        </p:nvSpPr>
        <p:spPr>
          <a:xfrm>
            <a:off x="3339932" y="3725862"/>
            <a:ext cx="735109" cy="735109"/>
          </a:xfrm>
          <a:prstGeom prst="ellipse">
            <a:avLst/>
          </a:prstGeom>
          <a:solidFill>
            <a:schemeClr val="accent4">
              <a:lumMod val="20000"/>
              <a:lumOff val="80000"/>
            </a:schemeClr>
          </a:solidFill>
        </p:spPr>
        <p:txBody>
          <a:bodyPr/>
          <a:lstStyle/>
          <a:p>
            <a:endParaRPr lang="en-US"/>
          </a:p>
        </p:txBody>
      </p:sp>
      <p:sp>
        <p:nvSpPr>
          <p:cNvPr id="46" name="Picture Placeholder 41">
            <a:extLst>
              <a:ext uri="{FF2B5EF4-FFF2-40B4-BE49-F238E27FC236}">
                <a16:creationId xmlns:a16="http://schemas.microsoft.com/office/drawing/2014/main" id="{1A563506-AE66-1C0D-6320-BF2B98ADBB4E}"/>
              </a:ext>
            </a:extLst>
          </p:cNvPr>
          <p:cNvSpPr>
            <a:spLocks noGrp="1"/>
          </p:cNvSpPr>
          <p:nvPr>
            <p:ph type="pic" sz="quarter" idx="25"/>
          </p:nvPr>
        </p:nvSpPr>
        <p:spPr>
          <a:xfrm>
            <a:off x="1233687" y="2286051"/>
            <a:ext cx="735109" cy="735109"/>
          </a:xfrm>
          <a:prstGeom prst="ellipse">
            <a:avLst/>
          </a:prstGeom>
          <a:solidFill>
            <a:schemeClr val="accent4">
              <a:lumMod val="20000"/>
              <a:lumOff val="80000"/>
            </a:schemeClr>
          </a:solidFill>
        </p:spPr>
        <p:txBody>
          <a:bodyPr/>
          <a:lstStyle/>
          <a:p>
            <a:endParaRPr lang="en-US"/>
          </a:p>
        </p:txBody>
      </p:sp>
      <p:sp>
        <p:nvSpPr>
          <p:cNvPr id="47" name="Picture Placeholder 41">
            <a:extLst>
              <a:ext uri="{FF2B5EF4-FFF2-40B4-BE49-F238E27FC236}">
                <a16:creationId xmlns:a16="http://schemas.microsoft.com/office/drawing/2014/main" id="{DE3ED745-1BB2-9DF0-801B-8DE6217E1F1A}"/>
              </a:ext>
            </a:extLst>
          </p:cNvPr>
          <p:cNvSpPr>
            <a:spLocks noGrp="1"/>
          </p:cNvSpPr>
          <p:nvPr>
            <p:ph type="pic" sz="quarter" idx="26"/>
          </p:nvPr>
        </p:nvSpPr>
        <p:spPr>
          <a:xfrm>
            <a:off x="1233687" y="3725862"/>
            <a:ext cx="735109" cy="735109"/>
          </a:xfrm>
          <a:prstGeom prst="ellipse">
            <a:avLst/>
          </a:prstGeom>
          <a:solidFill>
            <a:schemeClr val="accent4">
              <a:lumMod val="20000"/>
              <a:lumOff val="80000"/>
            </a:schemeClr>
          </a:solidFill>
        </p:spPr>
        <p:txBody>
          <a:bodyPr/>
          <a:lstStyle/>
          <a:p>
            <a:endParaRPr lang="en-US"/>
          </a:p>
        </p:txBody>
      </p:sp>
      <p:sp>
        <p:nvSpPr>
          <p:cNvPr id="48" name="Picture Placeholder 41">
            <a:extLst>
              <a:ext uri="{FF2B5EF4-FFF2-40B4-BE49-F238E27FC236}">
                <a16:creationId xmlns:a16="http://schemas.microsoft.com/office/drawing/2014/main" id="{8125FB86-7D10-968D-948D-6CD4BC2BD96F}"/>
              </a:ext>
            </a:extLst>
          </p:cNvPr>
          <p:cNvSpPr>
            <a:spLocks noGrp="1"/>
          </p:cNvSpPr>
          <p:nvPr>
            <p:ph type="pic" sz="quarter" idx="27"/>
          </p:nvPr>
        </p:nvSpPr>
        <p:spPr>
          <a:xfrm>
            <a:off x="9376048" y="2286051"/>
            <a:ext cx="735109" cy="735109"/>
          </a:xfrm>
          <a:prstGeom prst="ellipse">
            <a:avLst/>
          </a:prstGeom>
          <a:solidFill>
            <a:schemeClr val="accent4">
              <a:lumMod val="20000"/>
              <a:lumOff val="80000"/>
            </a:schemeClr>
          </a:solidFill>
        </p:spPr>
        <p:txBody>
          <a:bodyPr/>
          <a:lstStyle/>
          <a:p>
            <a:endParaRPr lang="en-US"/>
          </a:p>
        </p:txBody>
      </p:sp>
      <p:sp>
        <p:nvSpPr>
          <p:cNvPr id="49" name="Picture Placeholder 41">
            <a:extLst>
              <a:ext uri="{FF2B5EF4-FFF2-40B4-BE49-F238E27FC236}">
                <a16:creationId xmlns:a16="http://schemas.microsoft.com/office/drawing/2014/main" id="{B0884404-05D4-BC78-C66F-92382FC99E72}"/>
              </a:ext>
            </a:extLst>
          </p:cNvPr>
          <p:cNvSpPr>
            <a:spLocks noGrp="1"/>
          </p:cNvSpPr>
          <p:nvPr>
            <p:ph type="pic" sz="quarter" idx="28"/>
          </p:nvPr>
        </p:nvSpPr>
        <p:spPr>
          <a:xfrm>
            <a:off x="9376048" y="3311288"/>
            <a:ext cx="735109" cy="735109"/>
          </a:xfrm>
          <a:prstGeom prst="ellipse">
            <a:avLst/>
          </a:prstGeom>
          <a:solidFill>
            <a:schemeClr val="accent4">
              <a:lumMod val="20000"/>
              <a:lumOff val="80000"/>
            </a:schemeClr>
          </a:solidFill>
        </p:spPr>
        <p:txBody>
          <a:bodyPr/>
          <a:lstStyle/>
          <a:p>
            <a:endParaRPr lang="en-US"/>
          </a:p>
        </p:txBody>
      </p:sp>
      <p:sp>
        <p:nvSpPr>
          <p:cNvPr id="50" name="Picture Placeholder 41">
            <a:extLst>
              <a:ext uri="{FF2B5EF4-FFF2-40B4-BE49-F238E27FC236}">
                <a16:creationId xmlns:a16="http://schemas.microsoft.com/office/drawing/2014/main" id="{1089F29F-DB13-F4FD-8F95-8F9C8784D219}"/>
              </a:ext>
            </a:extLst>
          </p:cNvPr>
          <p:cNvSpPr>
            <a:spLocks noGrp="1"/>
          </p:cNvSpPr>
          <p:nvPr>
            <p:ph type="pic" sz="quarter" idx="29"/>
          </p:nvPr>
        </p:nvSpPr>
        <p:spPr>
          <a:xfrm>
            <a:off x="9376048" y="4319899"/>
            <a:ext cx="735109" cy="735109"/>
          </a:xfrm>
          <a:prstGeom prst="ellipse">
            <a:avLst/>
          </a:prstGeom>
          <a:solidFill>
            <a:schemeClr val="accent4">
              <a:lumMod val="20000"/>
              <a:lumOff val="80000"/>
            </a:schemeClr>
          </a:solidFill>
        </p:spPr>
        <p:txBody>
          <a:bodyPr/>
          <a:lstStyle/>
          <a:p>
            <a:endParaRPr lang="en-US"/>
          </a:p>
        </p:txBody>
      </p:sp>
    </p:spTree>
    <p:extLst>
      <p:ext uri="{BB962C8B-B14F-4D97-AF65-F5344CB8AC3E}">
        <p14:creationId xmlns:p14="http://schemas.microsoft.com/office/powerpoint/2010/main" val="16916722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
        <p:nvSpPr>
          <p:cNvPr id="13" name="Picture Placeholder 12">
            <a:extLst>
              <a:ext uri="{FF2B5EF4-FFF2-40B4-BE49-F238E27FC236}">
                <a16:creationId xmlns:a16="http://schemas.microsoft.com/office/drawing/2014/main" id="{3C28FD1B-3C3E-9A56-E721-29BDA663B9C8}"/>
              </a:ext>
            </a:extLst>
          </p:cNvPr>
          <p:cNvSpPr>
            <a:spLocks noGrp="1"/>
          </p:cNvSpPr>
          <p:nvPr>
            <p:ph type="pic" sz="quarter" idx="21"/>
          </p:nvPr>
        </p:nvSpPr>
        <p:spPr>
          <a:xfrm>
            <a:off x="1462088" y="1527864"/>
            <a:ext cx="1477962" cy="1616075"/>
          </a:xfrm>
          <a:solidFill>
            <a:schemeClr val="accent4">
              <a:lumMod val="20000"/>
              <a:lumOff val="80000"/>
            </a:schemeClr>
          </a:solidFill>
        </p:spPr>
        <p:txBody>
          <a:bodyPr/>
          <a:lstStyle/>
          <a:p>
            <a:endParaRPr lang="en-US"/>
          </a:p>
        </p:txBody>
      </p:sp>
      <p:sp>
        <p:nvSpPr>
          <p:cNvPr id="17" name="Picture Placeholder 12">
            <a:extLst>
              <a:ext uri="{FF2B5EF4-FFF2-40B4-BE49-F238E27FC236}">
                <a16:creationId xmlns:a16="http://schemas.microsoft.com/office/drawing/2014/main" id="{7E2E93AD-8C8D-5F8E-3871-3BC82CDD87D5}"/>
              </a:ext>
            </a:extLst>
          </p:cNvPr>
          <p:cNvSpPr>
            <a:spLocks noGrp="1"/>
          </p:cNvSpPr>
          <p:nvPr>
            <p:ph type="pic" sz="quarter" idx="22"/>
          </p:nvPr>
        </p:nvSpPr>
        <p:spPr>
          <a:xfrm>
            <a:off x="5351700" y="1527864"/>
            <a:ext cx="1477962" cy="1616075"/>
          </a:xfrm>
          <a:solidFill>
            <a:schemeClr val="accent4">
              <a:lumMod val="20000"/>
              <a:lumOff val="80000"/>
            </a:schemeClr>
          </a:solidFill>
        </p:spPr>
        <p:txBody>
          <a:bodyPr/>
          <a:lstStyle/>
          <a:p>
            <a:endParaRPr lang="en-US"/>
          </a:p>
        </p:txBody>
      </p:sp>
      <p:sp>
        <p:nvSpPr>
          <p:cNvPr id="18" name="Picture Placeholder 12">
            <a:extLst>
              <a:ext uri="{FF2B5EF4-FFF2-40B4-BE49-F238E27FC236}">
                <a16:creationId xmlns:a16="http://schemas.microsoft.com/office/drawing/2014/main" id="{B01EB798-2200-250A-8862-3A3DF4D12CA1}"/>
              </a:ext>
            </a:extLst>
          </p:cNvPr>
          <p:cNvSpPr>
            <a:spLocks noGrp="1"/>
          </p:cNvSpPr>
          <p:nvPr>
            <p:ph type="pic" sz="quarter" idx="23"/>
          </p:nvPr>
        </p:nvSpPr>
        <p:spPr>
          <a:xfrm>
            <a:off x="9254960" y="1527864"/>
            <a:ext cx="1477962" cy="1616075"/>
          </a:xfrm>
          <a:solidFill>
            <a:schemeClr val="accent4">
              <a:lumMod val="20000"/>
              <a:lumOff val="80000"/>
            </a:schemeClr>
          </a:solidFill>
        </p:spPr>
        <p:txBody>
          <a:bodyPr/>
          <a:lstStyle/>
          <a:p>
            <a:endParaRPr lang="en-US"/>
          </a:p>
        </p:txBody>
      </p:sp>
    </p:spTree>
    <p:extLst>
      <p:ext uri="{BB962C8B-B14F-4D97-AF65-F5344CB8AC3E}">
        <p14:creationId xmlns:p14="http://schemas.microsoft.com/office/powerpoint/2010/main" val="21462023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
        <p:nvSpPr>
          <p:cNvPr id="20" name="Picture Placeholder 19">
            <a:extLst>
              <a:ext uri="{FF2B5EF4-FFF2-40B4-BE49-F238E27FC236}">
                <a16:creationId xmlns:a16="http://schemas.microsoft.com/office/drawing/2014/main" id="{FCA7A7A4-4726-DD96-B0EC-73847978BAEB}"/>
              </a:ext>
            </a:extLst>
          </p:cNvPr>
          <p:cNvSpPr>
            <a:spLocks noGrp="1"/>
          </p:cNvSpPr>
          <p:nvPr>
            <p:ph type="pic" sz="quarter" idx="22"/>
          </p:nvPr>
        </p:nvSpPr>
        <p:spPr>
          <a:xfrm>
            <a:off x="693739" y="2439873"/>
            <a:ext cx="974341" cy="1273175"/>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2" name="Picture Placeholder 19">
            <a:extLst>
              <a:ext uri="{FF2B5EF4-FFF2-40B4-BE49-F238E27FC236}">
                <a16:creationId xmlns:a16="http://schemas.microsoft.com/office/drawing/2014/main" id="{F71F7B3C-6777-CB01-B913-42B1F26F7F00}"/>
              </a:ext>
            </a:extLst>
          </p:cNvPr>
          <p:cNvSpPr>
            <a:spLocks noGrp="1"/>
          </p:cNvSpPr>
          <p:nvPr>
            <p:ph type="pic" sz="quarter" idx="23"/>
          </p:nvPr>
        </p:nvSpPr>
        <p:spPr>
          <a:xfrm>
            <a:off x="4139198" y="2439873"/>
            <a:ext cx="974341" cy="1273175"/>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3" name="Picture Placeholder 19">
            <a:extLst>
              <a:ext uri="{FF2B5EF4-FFF2-40B4-BE49-F238E27FC236}">
                <a16:creationId xmlns:a16="http://schemas.microsoft.com/office/drawing/2014/main" id="{619BCA12-CBBF-E921-A513-7B53FEF80F75}"/>
              </a:ext>
            </a:extLst>
          </p:cNvPr>
          <p:cNvSpPr>
            <a:spLocks noGrp="1"/>
          </p:cNvSpPr>
          <p:nvPr>
            <p:ph type="pic" sz="quarter" idx="24"/>
          </p:nvPr>
        </p:nvSpPr>
        <p:spPr>
          <a:xfrm>
            <a:off x="8052830" y="2439873"/>
            <a:ext cx="974341" cy="1273175"/>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4" name="Picture Placeholder 19">
            <a:extLst>
              <a:ext uri="{FF2B5EF4-FFF2-40B4-BE49-F238E27FC236}">
                <a16:creationId xmlns:a16="http://schemas.microsoft.com/office/drawing/2014/main" id="{6C56FB8B-1006-6DE4-7D26-817CEE88E763}"/>
              </a:ext>
            </a:extLst>
          </p:cNvPr>
          <p:cNvSpPr>
            <a:spLocks noGrp="1"/>
          </p:cNvSpPr>
          <p:nvPr>
            <p:ph type="pic" sz="quarter" idx="25"/>
          </p:nvPr>
        </p:nvSpPr>
        <p:spPr>
          <a:xfrm>
            <a:off x="693739" y="4305822"/>
            <a:ext cx="974341" cy="1273175"/>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5" name="Picture Placeholder 19">
            <a:extLst>
              <a:ext uri="{FF2B5EF4-FFF2-40B4-BE49-F238E27FC236}">
                <a16:creationId xmlns:a16="http://schemas.microsoft.com/office/drawing/2014/main" id="{3D4F4C69-3681-4D81-1ED4-6EE989BAB10A}"/>
              </a:ext>
            </a:extLst>
          </p:cNvPr>
          <p:cNvSpPr>
            <a:spLocks noGrp="1"/>
          </p:cNvSpPr>
          <p:nvPr>
            <p:ph type="pic" sz="quarter" idx="26"/>
          </p:nvPr>
        </p:nvSpPr>
        <p:spPr>
          <a:xfrm>
            <a:off x="4139198" y="4305822"/>
            <a:ext cx="974341" cy="1273175"/>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6" name="Picture Placeholder 19">
            <a:extLst>
              <a:ext uri="{FF2B5EF4-FFF2-40B4-BE49-F238E27FC236}">
                <a16:creationId xmlns:a16="http://schemas.microsoft.com/office/drawing/2014/main" id="{DE57FBD0-2A57-64DD-0516-1791B40C0A71}"/>
              </a:ext>
            </a:extLst>
          </p:cNvPr>
          <p:cNvSpPr>
            <a:spLocks noGrp="1"/>
          </p:cNvSpPr>
          <p:nvPr>
            <p:ph type="pic" sz="quarter" idx="27"/>
          </p:nvPr>
        </p:nvSpPr>
        <p:spPr>
          <a:xfrm>
            <a:off x="8052830" y="4305822"/>
            <a:ext cx="974341" cy="1273175"/>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Tree>
    <p:extLst>
      <p:ext uri="{BB962C8B-B14F-4D97-AF65-F5344CB8AC3E}">
        <p14:creationId xmlns:p14="http://schemas.microsoft.com/office/powerpoint/2010/main" val="39119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
        <p:nvSpPr>
          <p:cNvPr id="20" name="Picture Placeholder 19">
            <a:extLst>
              <a:ext uri="{FF2B5EF4-FFF2-40B4-BE49-F238E27FC236}">
                <a16:creationId xmlns:a16="http://schemas.microsoft.com/office/drawing/2014/main" id="{FCA7A7A4-4726-DD96-B0EC-73847978BAEB}"/>
              </a:ext>
            </a:extLst>
          </p:cNvPr>
          <p:cNvSpPr>
            <a:spLocks noGrp="1"/>
          </p:cNvSpPr>
          <p:nvPr>
            <p:ph type="pic" sz="quarter" idx="22"/>
          </p:nvPr>
        </p:nvSpPr>
        <p:spPr>
          <a:xfrm>
            <a:off x="693738" y="1245001"/>
            <a:ext cx="1180800" cy="1486800"/>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2" name="Picture Placeholder 19">
            <a:extLst>
              <a:ext uri="{FF2B5EF4-FFF2-40B4-BE49-F238E27FC236}">
                <a16:creationId xmlns:a16="http://schemas.microsoft.com/office/drawing/2014/main" id="{F71F7B3C-6777-CB01-B913-42B1F26F7F00}"/>
              </a:ext>
            </a:extLst>
          </p:cNvPr>
          <p:cNvSpPr>
            <a:spLocks noGrp="1"/>
          </p:cNvSpPr>
          <p:nvPr>
            <p:ph type="pic" sz="quarter" idx="23"/>
          </p:nvPr>
        </p:nvSpPr>
        <p:spPr>
          <a:xfrm>
            <a:off x="6296292" y="1245001"/>
            <a:ext cx="1180800" cy="1486800"/>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4" name="Picture Placeholder 19">
            <a:extLst>
              <a:ext uri="{FF2B5EF4-FFF2-40B4-BE49-F238E27FC236}">
                <a16:creationId xmlns:a16="http://schemas.microsoft.com/office/drawing/2014/main" id="{6C56FB8B-1006-6DE4-7D26-817CEE88E763}"/>
              </a:ext>
            </a:extLst>
          </p:cNvPr>
          <p:cNvSpPr>
            <a:spLocks noGrp="1"/>
          </p:cNvSpPr>
          <p:nvPr>
            <p:ph type="pic" sz="quarter" idx="25"/>
          </p:nvPr>
        </p:nvSpPr>
        <p:spPr>
          <a:xfrm>
            <a:off x="693738" y="3843465"/>
            <a:ext cx="1180800" cy="1486800"/>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5" name="Picture Placeholder 19">
            <a:extLst>
              <a:ext uri="{FF2B5EF4-FFF2-40B4-BE49-F238E27FC236}">
                <a16:creationId xmlns:a16="http://schemas.microsoft.com/office/drawing/2014/main" id="{3D4F4C69-3681-4D81-1ED4-6EE989BAB10A}"/>
              </a:ext>
            </a:extLst>
          </p:cNvPr>
          <p:cNvSpPr>
            <a:spLocks noGrp="1"/>
          </p:cNvSpPr>
          <p:nvPr>
            <p:ph type="pic" sz="quarter" idx="26"/>
          </p:nvPr>
        </p:nvSpPr>
        <p:spPr>
          <a:xfrm>
            <a:off x="6296292" y="3843465"/>
            <a:ext cx="1180800" cy="1486800"/>
          </a:xfrm>
          <a:solidFill>
            <a:schemeClr val="bg2">
              <a:lumMod val="90000"/>
            </a:schemeClr>
          </a:solidFill>
        </p:spPr>
        <p:txBody>
          <a:bodyPr vert="horz" lIns="0" tIns="0" rIns="0" bIns="0" rtlCol="0" anchor="t" anchorCtr="0">
            <a:noAutofit/>
          </a:bodyPr>
          <a:lstStyle>
            <a:lvl1pPr>
              <a:defRPr lang="en-US"/>
            </a:lvl1pPr>
          </a:lstStyle>
          <a:p>
            <a:pPr lvl="0"/>
            <a:endParaRPr lang="en-US"/>
          </a:p>
        </p:txBody>
      </p:sp>
    </p:spTree>
    <p:extLst>
      <p:ext uri="{BB962C8B-B14F-4D97-AF65-F5344CB8AC3E}">
        <p14:creationId xmlns:p14="http://schemas.microsoft.com/office/powerpoint/2010/main" val="684536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
        <p:nvSpPr>
          <p:cNvPr id="21" name="Picture Placeholder 20">
            <a:extLst>
              <a:ext uri="{FF2B5EF4-FFF2-40B4-BE49-F238E27FC236}">
                <a16:creationId xmlns:a16="http://schemas.microsoft.com/office/drawing/2014/main" id="{16E014F2-6860-328B-C283-C4977B20DC28}"/>
              </a:ext>
            </a:extLst>
          </p:cNvPr>
          <p:cNvSpPr>
            <a:spLocks noGrp="1"/>
          </p:cNvSpPr>
          <p:nvPr>
            <p:ph type="pic" sz="quarter" idx="19"/>
          </p:nvPr>
        </p:nvSpPr>
        <p:spPr>
          <a:xfrm>
            <a:off x="563549" y="1539737"/>
            <a:ext cx="905109" cy="905110"/>
          </a:xfrm>
          <a:prstGeom prst="ellipse">
            <a:avLst/>
          </a:prstGeo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2" name="Picture Placeholder 20">
            <a:extLst>
              <a:ext uri="{FF2B5EF4-FFF2-40B4-BE49-F238E27FC236}">
                <a16:creationId xmlns:a16="http://schemas.microsoft.com/office/drawing/2014/main" id="{980A6A6D-3BCA-4FFB-00B5-A8C143BA79D0}"/>
              </a:ext>
            </a:extLst>
          </p:cNvPr>
          <p:cNvSpPr>
            <a:spLocks noGrp="1"/>
          </p:cNvSpPr>
          <p:nvPr>
            <p:ph type="pic" sz="quarter" idx="20"/>
          </p:nvPr>
        </p:nvSpPr>
        <p:spPr>
          <a:xfrm>
            <a:off x="563549" y="3152030"/>
            <a:ext cx="905109" cy="905110"/>
          </a:xfrm>
          <a:prstGeom prst="ellipse">
            <a:avLst/>
          </a:prstGeo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3" name="Picture Placeholder 20">
            <a:extLst>
              <a:ext uri="{FF2B5EF4-FFF2-40B4-BE49-F238E27FC236}">
                <a16:creationId xmlns:a16="http://schemas.microsoft.com/office/drawing/2014/main" id="{F22F9975-A307-8B23-5F6C-984D0CD469A6}"/>
              </a:ext>
            </a:extLst>
          </p:cNvPr>
          <p:cNvSpPr>
            <a:spLocks noGrp="1"/>
          </p:cNvSpPr>
          <p:nvPr>
            <p:ph type="pic" sz="quarter" idx="21"/>
          </p:nvPr>
        </p:nvSpPr>
        <p:spPr>
          <a:xfrm>
            <a:off x="563549" y="4840812"/>
            <a:ext cx="905109" cy="905110"/>
          </a:xfrm>
          <a:prstGeom prst="ellipse">
            <a:avLst/>
          </a:prstGeo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4" name="Picture Placeholder 20">
            <a:extLst>
              <a:ext uri="{FF2B5EF4-FFF2-40B4-BE49-F238E27FC236}">
                <a16:creationId xmlns:a16="http://schemas.microsoft.com/office/drawing/2014/main" id="{881A5085-379D-BE8E-202C-C93729EEDFD1}"/>
              </a:ext>
            </a:extLst>
          </p:cNvPr>
          <p:cNvSpPr>
            <a:spLocks noGrp="1"/>
          </p:cNvSpPr>
          <p:nvPr>
            <p:ph type="pic" sz="quarter" idx="22"/>
          </p:nvPr>
        </p:nvSpPr>
        <p:spPr>
          <a:xfrm>
            <a:off x="4381283" y="1539737"/>
            <a:ext cx="905109" cy="905110"/>
          </a:xfrm>
          <a:prstGeom prst="ellipse">
            <a:avLst/>
          </a:prstGeo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5" name="Picture Placeholder 20">
            <a:extLst>
              <a:ext uri="{FF2B5EF4-FFF2-40B4-BE49-F238E27FC236}">
                <a16:creationId xmlns:a16="http://schemas.microsoft.com/office/drawing/2014/main" id="{27342CE6-7BFF-2367-3B0E-A934AB01C18C}"/>
              </a:ext>
            </a:extLst>
          </p:cNvPr>
          <p:cNvSpPr>
            <a:spLocks noGrp="1"/>
          </p:cNvSpPr>
          <p:nvPr>
            <p:ph type="pic" sz="quarter" idx="23"/>
          </p:nvPr>
        </p:nvSpPr>
        <p:spPr>
          <a:xfrm>
            <a:off x="4381283" y="3152030"/>
            <a:ext cx="905109" cy="905110"/>
          </a:xfrm>
          <a:prstGeom prst="ellipse">
            <a:avLst/>
          </a:prstGeo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6" name="Picture Placeholder 20">
            <a:extLst>
              <a:ext uri="{FF2B5EF4-FFF2-40B4-BE49-F238E27FC236}">
                <a16:creationId xmlns:a16="http://schemas.microsoft.com/office/drawing/2014/main" id="{8833C629-161E-BFAE-10C0-32CA4FF01A0C}"/>
              </a:ext>
            </a:extLst>
          </p:cNvPr>
          <p:cNvSpPr>
            <a:spLocks noGrp="1"/>
          </p:cNvSpPr>
          <p:nvPr>
            <p:ph type="pic" sz="quarter" idx="24"/>
          </p:nvPr>
        </p:nvSpPr>
        <p:spPr>
          <a:xfrm>
            <a:off x="4381283" y="4840812"/>
            <a:ext cx="905109" cy="905110"/>
          </a:xfrm>
          <a:prstGeom prst="ellipse">
            <a:avLst/>
          </a:prstGeo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7" name="Picture Placeholder 20">
            <a:extLst>
              <a:ext uri="{FF2B5EF4-FFF2-40B4-BE49-F238E27FC236}">
                <a16:creationId xmlns:a16="http://schemas.microsoft.com/office/drawing/2014/main" id="{99E27892-959B-3311-64C9-732481ED607A}"/>
              </a:ext>
            </a:extLst>
          </p:cNvPr>
          <p:cNvSpPr>
            <a:spLocks noGrp="1"/>
          </p:cNvSpPr>
          <p:nvPr>
            <p:ph type="pic" sz="quarter" idx="25"/>
          </p:nvPr>
        </p:nvSpPr>
        <p:spPr>
          <a:xfrm>
            <a:off x="8229041" y="1539737"/>
            <a:ext cx="905109" cy="905110"/>
          </a:xfrm>
          <a:prstGeom prst="ellipse">
            <a:avLst/>
          </a:prstGeo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8" name="Picture Placeholder 20">
            <a:extLst>
              <a:ext uri="{FF2B5EF4-FFF2-40B4-BE49-F238E27FC236}">
                <a16:creationId xmlns:a16="http://schemas.microsoft.com/office/drawing/2014/main" id="{783B528D-8D79-66D4-7B35-CD1F2ABBCD94}"/>
              </a:ext>
            </a:extLst>
          </p:cNvPr>
          <p:cNvSpPr>
            <a:spLocks noGrp="1"/>
          </p:cNvSpPr>
          <p:nvPr>
            <p:ph type="pic" sz="quarter" idx="26"/>
          </p:nvPr>
        </p:nvSpPr>
        <p:spPr>
          <a:xfrm>
            <a:off x="8229041" y="3152030"/>
            <a:ext cx="905109" cy="905110"/>
          </a:xfrm>
          <a:prstGeom prst="ellipse">
            <a:avLst/>
          </a:prstGeom>
          <a:solidFill>
            <a:schemeClr val="bg2">
              <a:lumMod val="90000"/>
            </a:schemeClr>
          </a:solidFill>
        </p:spPr>
        <p:txBody>
          <a:bodyPr vert="horz" lIns="0" tIns="0" rIns="0" bIns="0" rtlCol="0" anchor="t" anchorCtr="0">
            <a:noAutofit/>
          </a:bodyPr>
          <a:lstStyle>
            <a:lvl1pPr>
              <a:defRPr lang="en-US"/>
            </a:lvl1pPr>
          </a:lstStyle>
          <a:p>
            <a:pPr lvl="0"/>
            <a:endParaRPr lang="en-US"/>
          </a:p>
        </p:txBody>
      </p:sp>
      <p:sp>
        <p:nvSpPr>
          <p:cNvPr id="29" name="Picture Placeholder 20">
            <a:extLst>
              <a:ext uri="{FF2B5EF4-FFF2-40B4-BE49-F238E27FC236}">
                <a16:creationId xmlns:a16="http://schemas.microsoft.com/office/drawing/2014/main" id="{FF8C42C0-8F76-B1BA-19C8-337949E117F9}"/>
              </a:ext>
            </a:extLst>
          </p:cNvPr>
          <p:cNvSpPr>
            <a:spLocks noGrp="1"/>
          </p:cNvSpPr>
          <p:nvPr>
            <p:ph type="pic" sz="quarter" idx="27"/>
          </p:nvPr>
        </p:nvSpPr>
        <p:spPr>
          <a:xfrm>
            <a:off x="8229041" y="4840812"/>
            <a:ext cx="905109" cy="905110"/>
          </a:xfrm>
          <a:prstGeom prst="ellipse">
            <a:avLst/>
          </a:prstGeom>
          <a:solidFill>
            <a:schemeClr val="bg2">
              <a:lumMod val="90000"/>
            </a:schemeClr>
          </a:solidFill>
        </p:spPr>
        <p:txBody>
          <a:bodyPr vert="horz" lIns="0" tIns="0" rIns="0" bIns="0" rtlCol="0" anchor="t" anchorCtr="0">
            <a:noAutofit/>
          </a:bodyPr>
          <a:lstStyle>
            <a:lvl1pPr>
              <a:defRPr lang="en-US"/>
            </a:lvl1pPr>
          </a:lstStyle>
          <a:p>
            <a:pPr lvl="0"/>
            <a:endParaRPr lang="en-US"/>
          </a:p>
        </p:txBody>
      </p:sp>
    </p:spTree>
    <p:extLst>
      <p:ext uri="{BB962C8B-B14F-4D97-AF65-F5344CB8AC3E}">
        <p14:creationId xmlns:p14="http://schemas.microsoft.com/office/powerpoint/2010/main" val="16174259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
        <p:nvSpPr>
          <p:cNvPr id="21" name="Picture Placeholder 20">
            <a:extLst>
              <a:ext uri="{FF2B5EF4-FFF2-40B4-BE49-F238E27FC236}">
                <a16:creationId xmlns:a16="http://schemas.microsoft.com/office/drawing/2014/main" id="{80B5182C-B5C4-4442-1ED4-F3B95161BC19}"/>
              </a:ext>
            </a:extLst>
          </p:cNvPr>
          <p:cNvSpPr>
            <a:spLocks noGrp="1"/>
          </p:cNvSpPr>
          <p:nvPr>
            <p:ph type="pic" sz="quarter" idx="19"/>
          </p:nvPr>
        </p:nvSpPr>
        <p:spPr>
          <a:xfrm>
            <a:off x="977433" y="1453121"/>
            <a:ext cx="1182688" cy="1182688"/>
          </a:xfrm>
          <a:prstGeom prst="ellipse">
            <a:avLst/>
          </a:prstGeom>
          <a:solidFill>
            <a:schemeClr val="accent4"/>
          </a:solidFill>
        </p:spPr>
        <p:txBody>
          <a:bodyPr/>
          <a:lstStyle/>
          <a:p>
            <a:endParaRPr lang="en-US"/>
          </a:p>
        </p:txBody>
      </p:sp>
      <p:sp>
        <p:nvSpPr>
          <p:cNvPr id="22" name="Picture Placeholder 20">
            <a:extLst>
              <a:ext uri="{FF2B5EF4-FFF2-40B4-BE49-F238E27FC236}">
                <a16:creationId xmlns:a16="http://schemas.microsoft.com/office/drawing/2014/main" id="{7E41C43B-24AC-97B9-EAF9-19BF97AB98F2}"/>
              </a:ext>
            </a:extLst>
          </p:cNvPr>
          <p:cNvSpPr>
            <a:spLocks noGrp="1"/>
          </p:cNvSpPr>
          <p:nvPr>
            <p:ph type="pic" sz="quarter" idx="20"/>
          </p:nvPr>
        </p:nvSpPr>
        <p:spPr>
          <a:xfrm>
            <a:off x="977433" y="3064138"/>
            <a:ext cx="1182688" cy="1182688"/>
          </a:xfrm>
          <a:prstGeom prst="ellipse">
            <a:avLst/>
          </a:prstGeom>
          <a:solidFill>
            <a:schemeClr val="accent4"/>
          </a:solidFill>
        </p:spPr>
        <p:txBody>
          <a:bodyPr/>
          <a:lstStyle/>
          <a:p>
            <a:endParaRPr lang="en-US"/>
          </a:p>
        </p:txBody>
      </p:sp>
      <p:sp>
        <p:nvSpPr>
          <p:cNvPr id="23" name="Picture Placeholder 20">
            <a:extLst>
              <a:ext uri="{FF2B5EF4-FFF2-40B4-BE49-F238E27FC236}">
                <a16:creationId xmlns:a16="http://schemas.microsoft.com/office/drawing/2014/main" id="{19BC3306-7E67-F0EC-4A1A-E7B2B75B0DA9}"/>
              </a:ext>
            </a:extLst>
          </p:cNvPr>
          <p:cNvSpPr>
            <a:spLocks noGrp="1"/>
          </p:cNvSpPr>
          <p:nvPr>
            <p:ph type="pic" sz="quarter" idx="21"/>
          </p:nvPr>
        </p:nvSpPr>
        <p:spPr>
          <a:xfrm>
            <a:off x="977433" y="4675154"/>
            <a:ext cx="1182688" cy="1182688"/>
          </a:xfrm>
          <a:prstGeom prst="ellipse">
            <a:avLst/>
          </a:prstGeom>
          <a:solidFill>
            <a:schemeClr val="accent4"/>
          </a:solidFill>
        </p:spPr>
        <p:txBody>
          <a:bodyPr/>
          <a:lstStyle/>
          <a:p>
            <a:endParaRPr lang="en-US"/>
          </a:p>
        </p:txBody>
      </p:sp>
      <p:sp>
        <p:nvSpPr>
          <p:cNvPr id="24" name="Picture Placeholder 20">
            <a:extLst>
              <a:ext uri="{FF2B5EF4-FFF2-40B4-BE49-F238E27FC236}">
                <a16:creationId xmlns:a16="http://schemas.microsoft.com/office/drawing/2014/main" id="{7AF07E0A-10CB-E374-E2A5-1299AE0B458E}"/>
              </a:ext>
            </a:extLst>
          </p:cNvPr>
          <p:cNvSpPr>
            <a:spLocks noGrp="1"/>
          </p:cNvSpPr>
          <p:nvPr>
            <p:ph type="pic" sz="quarter" idx="22"/>
          </p:nvPr>
        </p:nvSpPr>
        <p:spPr>
          <a:xfrm>
            <a:off x="4536357" y="1453121"/>
            <a:ext cx="1182688" cy="1182688"/>
          </a:xfrm>
          <a:prstGeom prst="ellipse">
            <a:avLst/>
          </a:prstGeom>
          <a:solidFill>
            <a:schemeClr val="accent4"/>
          </a:solidFill>
        </p:spPr>
        <p:txBody>
          <a:bodyPr/>
          <a:lstStyle/>
          <a:p>
            <a:endParaRPr lang="en-US"/>
          </a:p>
        </p:txBody>
      </p:sp>
      <p:sp>
        <p:nvSpPr>
          <p:cNvPr id="25" name="Picture Placeholder 20">
            <a:extLst>
              <a:ext uri="{FF2B5EF4-FFF2-40B4-BE49-F238E27FC236}">
                <a16:creationId xmlns:a16="http://schemas.microsoft.com/office/drawing/2014/main" id="{905D76DB-3B74-C642-9067-CCF1722B8CB7}"/>
              </a:ext>
            </a:extLst>
          </p:cNvPr>
          <p:cNvSpPr>
            <a:spLocks noGrp="1"/>
          </p:cNvSpPr>
          <p:nvPr>
            <p:ph type="pic" sz="quarter" idx="23"/>
          </p:nvPr>
        </p:nvSpPr>
        <p:spPr>
          <a:xfrm>
            <a:off x="4536357" y="3064138"/>
            <a:ext cx="1182688" cy="1182688"/>
          </a:xfrm>
          <a:prstGeom prst="ellipse">
            <a:avLst/>
          </a:prstGeom>
          <a:solidFill>
            <a:schemeClr val="accent4"/>
          </a:solidFill>
        </p:spPr>
        <p:txBody>
          <a:bodyPr/>
          <a:lstStyle/>
          <a:p>
            <a:endParaRPr lang="en-US"/>
          </a:p>
        </p:txBody>
      </p:sp>
      <p:sp>
        <p:nvSpPr>
          <p:cNvPr id="26" name="Picture Placeholder 20">
            <a:extLst>
              <a:ext uri="{FF2B5EF4-FFF2-40B4-BE49-F238E27FC236}">
                <a16:creationId xmlns:a16="http://schemas.microsoft.com/office/drawing/2014/main" id="{05DFAA7F-FB38-C74E-66F5-B808B8164DA4}"/>
              </a:ext>
            </a:extLst>
          </p:cNvPr>
          <p:cNvSpPr>
            <a:spLocks noGrp="1"/>
          </p:cNvSpPr>
          <p:nvPr>
            <p:ph type="pic" sz="quarter" idx="24"/>
          </p:nvPr>
        </p:nvSpPr>
        <p:spPr>
          <a:xfrm>
            <a:off x="4536357" y="4675154"/>
            <a:ext cx="1182688" cy="1182688"/>
          </a:xfrm>
          <a:prstGeom prst="ellipse">
            <a:avLst/>
          </a:prstGeom>
          <a:solidFill>
            <a:schemeClr val="accent4"/>
          </a:solidFill>
        </p:spPr>
        <p:txBody>
          <a:bodyPr/>
          <a:lstStyle/>
          <a:p>
            <a:endParaRPr lang="en-US"/>
          </a:p>
        </p:txBody>
      </p:sp>
      <p:sp>
        <p:nvSpPr>
          <p:cNvPr id="27" name="Picture Placeholder 20">
            <a:extLst>
              <a:ext uri="{FF2B5EF4-FFF2-40B4-BE49-F238E27FC236}">
                <a16:creationId xmlns:a16="http://schemas.microsoft.com/office/drawing/2014/main" id="{C0508D94-2C22-A983-349E-C2A31B91341F}"/>
              </a:ext>
            </a:extLst>
          </p:cNvPr>
          <p:cNvSpPr>
            <a:spLocks noGrp="1"/>
          </p:cNvSpPr>
          <p:nvPr>
            <p:ph type="pic" sz="quarter" idx="25"/>
          </p:nvPr>
        </p:nvSpPr>
        <p:spPr>
          <a:xfrm>
            <a:off x="8088703" y="1453121"/>
            <a:ext cx="1182688" cy="1182688"/>
          </a:xfrm>
          <a:prstGeom prst="ellipse">
            <a:avLst/>
          </a:prstGeom>
          <a:solidFill>
            <a:schemeClr val="accent4"/>
          </a:solidFill>
        </p:spPr>
        <p:txBody>
          <a:bodyPr/>
          <a:lstStyle/>
          <a:p>
            <a:endParaRPr lang="en-US"/>
          </a:p>
        </p:txBody>
      </p:sp>
      <p:sp>
        <p:nvSpPr>
          <p:cNvPr id="28" name="Picture Placeholder 20">
            <a:extLst>
              <a:ext uri="{FF2B5EF4-FFF2-40B4-BE49-F238E27FC236}">
                <a16:creationId xmlns:a16="http://schemas.microsoft.com/office/drawing/2014/main" id="{2FFAD15C-D8FB-8252-675D-63A8F79D3C38}"/>
              </a:ext>
            </a:extLst>
          </p:cNvPr>
          <p:cNvSpPr>
            <a:spLocks noGrp="1"/>
          </p:cNvSpPr>
          <p:nvPr>
            <p:ph type="pic" sz="quarter" idx="26"/>
          </p:nvPr>
        </p:nvSpPr>
        <p:spPr>
          <a:xfrm>
            <a:off x="8088703" y="3064138"/>
            <a:ext cx="1182688" cy="1182688"/>
          </a:xfrm>
          <a:prstGeom prst="ellipse">
            <a:avLst/>
          </a:prstGeom>
          <a:solidFill>
            <a:schemeClr val="accent4"/>
          </a:solidFill>
        </p:spPr>
        <p:txBody>
          <a:bodyPr/>
          <a:lstStyle/>
          <a:p>
            <a:endParaRPr lang="en-US"/>
          </a:p>
        </p:txBody>
      </p:sp>
      <p:sp>
        <p:nvSpPr>
          <p:cNvPr id="29" name="Picture Placeholder 20">
            <a:extLst>
              <a:ext uri="{FF2B5EF4-FFF2-40B4-BE49-F238E27FC236}">
                <a16:creationId xmlns:a16="http://schemas.microsoft.com/office/drawing/2014/main" id="{C7F7380E-E579-1819-E5A6-DEF48F887D18}"/>
              </a:ext>
            </a:extLst>
          </p:cNvPr>
          <p:cNvSpPr>
            <a:spLocks noGrp="1"/>
          </p:cNvSpPr>
          <p:nvPr>
            <p:ph type="pic" sz="quarter" idx="27"/>
          </p:nvPr>
        </p:nvSpPr>
        <p:spPr>
          <a:xfrm>
            <a:off x="8088703" y="4675154"/>
            <a:ext cx="1182688" cy="1182688"/>
          </a:xfrm>
          <a:prstGeom prst="ellipse">
            <a:avLst/>
          </a:prstGeom>
          <a:solidFill>
            <a:schemeClr val="accent4"/>
          </a:solidFill>
        </p:spPr>
        <p:txBody>
          <a:bodyPr/>
          <a:lstStyle/>
          <a:p>
            <a:endParaRPr lang="en-US"/>
          </a:p>
        </p:txBody>
      </p:sp>
    </p:spTree>
    <p:extLst>
      <p:ext uri="{BB962C8B-B14F-4D97-AF65-F5344CB8AC3E}">
        <p14:creationId xmlns:p14="http://schemas.microsoft.com/office/powerpoint/2010/main" val="27324699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432000"/>
            <a:ext cx="11082528" cy="731520"/>
          </a:xfrm>
          <a:noFill/>
        </p:spPr>
        <p:txBody>
          <a:bodyPr vert="horz"/>
          <a:lstStyle>
            <a:lvl1pPr>
              <a:defRPr sz="4000">
                <a:solidFill>
                  <a:schemeClr val="tx2"/>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120775"/>
            <a:ext cx="11082528" cy="276999"/>
          </a:xfrm>
        </p:spPr>
        <p:txBody>
          <a:bodyPr wrap="square">
            <a:noAutofit/>
          </a:bodyPr>
          <a:lstStyle>
            <a:lvl1pPr marL="0" indent="0" algn="l">
              <a:buNone/>
              <a:defRPr sz="18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6" name="TextBox 15">
            <a:extLst>
              <a:ext uri="{FF2B5EF4-FFF2-40B4-BE49-F238E27FC236}">
                <a16:creationId xmlns:a16="http://schemas.microsoft.com/office/drawing/2014/main" id="{774EAB4B-D14C-1A44-346D-BDCF2F3997EC}"/>
              </a:ext>
            </a:extLst>
          </p:cNvPr>
          <p:cNvSpPr txBox="1"/>
          <p:nvPr userDrawn="1"/>
        </p:nvSpPr>
        <p:spPr>
          <a:xfrm>
            <a:off x="734438" y="5447489"/>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
        <p:nvSpPr>
          <p:cNvPr id="3" name="Rectangle 3">
            <a:extLst>
              <a:ext uri="{FF2B5EF4-FFF2-40B4-BE49-F238E27FC236}">
                <a16:creationId xmlns:a16="http://schemas.microsoft.com/office/drawing/2014/main" id="{EC17841A-9653-5011-75AB-44DC24898916}"/>
              </a:ext>
            </a:extLst>
          </p:cNvPr>
          <p:cNvSpPr/>
          <p:nvPr userDrawn="1"/>
        </p:nvSpPr>
        <p:spPr>
          <a:xfrm>
            <a:off x="554736" y="1312119"/>
            <a:ext cx="2696188" cy="4503736"/>
          </a:xfrm>
          <a:prstGeom prst="rect">
            <a:avLst/>
          </a:prstGeom>
          <a:solidFill>
            <a:schemeClr val="bg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effectLst/>
              <a:uLnTx/>
              <a:uFillTx/>
              <a:latin typeface="Arial" panose="020B0604020202020204" pitchFamily="34" charset="0"/>
            </a:endParaRPr>
          </a:p>
        </p:txBody>
      </p:sp>
      <p:sp>
        <p:nvSpPr>
          <p:cNvPr id="4" name="Rectangle 4">
            <a:extLst>
              <a:ext uri="{FF2B5EF4-FFF2-40B4-BE49-F238E27FC236}">
                <a16:creationId xmlns:a16="http://schemas.microsoft.com/office/drawing/2014/main" id="{BEA862FB-5CA9-571D-8FCA-97F85F5C8314}"/>
              </a:ext>
            </a:extLst>
          </p:cNvPr>
          <p:cNvSpPr/>
          <p:nvPr userDrawn="1"/>
        </p:nvSpPr>
        <p:spPr>
          <a:xfrm>
            <a:off x="3350183" y="1312119"/>
            <a:ext cx="2696188" cy="4503736"/>
          </a:xfrm>
          <a:prstGeom prst="rect">
            <a:avLst/>
          </a:prstGeom>
          <a:solidFill>
            <a:schemeClr val="bg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effectLst/>
              <a:uLnTx/>
              <a:uFillTx/>
              <a:latin typeface="Arial" panose="020B0604020202020204" pitchFamily="34" charset="0"/>
            </a:endParaRPr>
          </a:p>
        </p:txBody>
      </p:sp>
      <p:sp>
        <p:nvSpPr>
          <p:cNvPr id="6" name="Rectangle 5">
            <a:extLst>
              <a:ext uri="{FF2B5EF4-FFF2-40B4-BE49-F238E27FC236}">
                <a16:creationId xmlns:a16="http://schemas.microsoft.com/office/drawing/2014/main" id="{FFBA2CB2-6815-8033-9F4F-187A1130389E}"/>
              </a:ext>
            </a:extLst>
          </p:cNvPr>
          <p:cNvSpPr/>
          <p:nvPr userDrawn="1"/>
        </p:nvSpPr>
        <p:spPr>
          <a:xfrm>
            <a:off x="6145630" y="1312119"/>
            <a:ext cx="2696188" cy="4503736"/>
          </a:xfrm>
          <a:prstGeom prst="rect">
            <a:avLst/>
          </a:prstGeom>
          <a:solidFill>
            <a:schemeClr val="bg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effectLst/>
              <a:uLnTx/>
              <a:uFillTx/>
              <a:latin typeface="Arial" panose="020B0604020202020204" pitchFamily="34" charset="0"/>
            </a:endParaRPr>
          </a:p>
        </p:txBody>
      </p:sp>
      <p:sp>
        <p:nvSpPr>
          <p:cNvPr id="9" name="Rectangle 6">
            <a:extLst>
              <a:ext uri="{FF2B5EF4-FFF2-40B4-BE49-F238E27FC236}">
                <a16:creationId xmlns:a16="http://schemas.microsoft.com/office/drawing/2014/main" id="{F13E8D34-0EE5-9D3B-9C19-75583EB7AA68}"/>
              </a:ext>
            </a:extLst>
          </p:cNvPr>
          <p:cNvSpPr/>
          <p:nvPr userDrawn="1"/>
        </p:nvSpPr>
        <p:spPr>
          <a:xfrm>
            <a:off x="8941076" y="1312119"/>
            <a:ext cx="2696188" cy="4503736"/>
          </a:xfrm>
          <a:prstGeom prst="rect">
            <a:avLst/>
          </a:prstGeom>
          <a:solidFill>
            <a:schemeClr val="bg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effectLst/>
              <a:uLnTx/>
              <a:uFillTx/>
              <a:latin typeface="Arial" panose="020B0604020202020204" pitchFamily="34" charset="0"/>
            </a:endParaRPr>
          </a:p>
        </p:txBody>
      </p:sp>
      <p:sp>
        <p:nvSpPr>
          <p:cNvPr id="37" name="Picture Placeholder 36">
            <a:extLst>
              <a:ext uri="{FF2B5EF4-FFF2-40B4-BE49-F238E27FC236}">
                <a16:creationId xmlns:a16="http://schemas.microsoft.com/office/drawing/2014/main" id="{BD5F4F43-EC70-C2E8-FA1F-052B071F9D51}"/>
              </a:ext>
            </a:extLst>
          </p:cNvPr>
          <p:cNvSpPr>
            <a:spLocks noGrp="1"/>
          </p:cNvSpPr>
          <p:nvPr>
            <p:ph type="pic" sz="quarter" idx="19"/>
          </p:nvPr>
        </p:nvSpPr>
        <p:spPr>
          <a:xfrm>
            <a:off x="1432137" y="2582382"/>
            <a:ext cx="941387" cy="939800"/>
          </a:xfrm>
          <a:prstGeom prst="ellipse">
            <a:avLst/>
          </a:prstGeom>
          <a:solidFill>
            <a:schemeClr val="bg2">
              <a:lumMod val="90000"/>
            </a:schemeClr>
          </a:solidFill>
        </p:spPr>
        <p:txBody>
          <a:bodyPr/>
          <a:lstStyle/>
          <a:p>
            <a:endParaRPr lang="en-US"/>
          </a:p>
        </p:txBody>
      </p:sp>
      <p:sp>
        <p:nvSpPr>
          <p:cNvPr id="38" name="Picture Placeholder 36">
            <a:extLst>
              <a:ext uri="{FF2B5EF4-FFF2-40B4-BE49-F238E27FC236}">
                <a16:creationId xmlns:a16="http://schemas.microsoft.com/office/drawing/2014/main" id="{C479043C-FB0C-05ED-44CF-8609D44E1004}"/>
              </a:ext>
            </a:extLst>
          </p:cNvPr>
          <p:cNvSpPr>
            <a:spLocks noGrp="1"/>
          </p:cNvSpPr>
          <p:nvPr>
            <p:ph type="pic" sz="quarter" idx="20"/>
          </p:nvPr>
        </p:nvSpPr>
        <p:spPr>
          <a:xfrm>
            <a:off x="1432137" y="3650446"/>
            <a:ext cx="941387" cy="939800"/>
          </a:xfrm>
          <a:prstGeom prst="ellipse">
            <a:avLst/>
          </a:prstGeom>
          <a:solidFill>
            <a:schemeClr val="bg2">
              <a:lumMod val="90000"/>
            </a:schemeClr>
          </a:solidFill>
        </p:spPr>
        <p:txBody>
          <a:bodyPr/>
          <a:lstStyle/>
          <a:p>
            <a:endParaRPr lang="en-US"/>
          </a:p>
        </p:txBody>
      </p:sp>
      <p:sp>
        <p:nvSpPr>
          <p:cNvPr id="39" name="Picture Placeholder 36">
            <a:extLst>
              <a:ext uri="{FF2B5EF4-FFF2-40B4-BE49-F238E27FC236}">
                <a16:creationId xmlns:a16="http://schemas.microsoft.com/office/drawing/2014/main" id="{3FC07F39-863E-9939-3818-B48E39A66752}"/>
              </a:ext>
            </a:extLst>
          </p:cNvPr>
          <p:cNvSpPr>
            <a:spLocks noGrp="1"/>
          </p:cNvSpPr>
          <p:nvPr>
            <p:ph type="pic" sz="quarter" idx="21"/>
          </p:nvPr>
        </p:nvSpPr>
        <p:spPr>
          <a:xfrm>
            <a:off x="1432137" y="4718510"/>
            <a:ext cx="941387" cy="939800"/>
          </a:xfrm>
          <a:prstGeom prst="ellipse">
            <a:avLst/>
          </a:prstGeom>
          <a:solidFill>
            <a:schemeClr val="bg2">
              <a:lumMod val="90000"/>
            </a:schemeClr>
          </a:solidFill>
        </p:spPr>
        <p:txBody>
          <a:bodyPr/>
          <a:lstStyle/>
          <a:p>
            <a:endParaRPr lang="en-US"/>
          </a:p>
        </p:txBody>
      </p:sp>
      <p:sp>
        <p:nvSpPr>
          <p:cNvPr id="40" name="Picture Placeholder 36">
            <a:extLst>
              <a:ext uri="{FF2B5EF4-FFF2-40B4-BE49-F238E27FC236}">
                <a16:creationId xmlns:a16="http://schemas.microsoft.com/office/drawing/2014/main" id="{A5F3810F-E4D9-892E-0F99-02EFAFC48E3D}"/>
              </a:ext>
            </a:extLst>
          </p:cNvPr>
          <p:cNvSpPr>
            <a:spLocks noGrp="1"/>
          </p:cNvSpPr>
          <p:nvPr>
            <p:ph type="pic" sz="quarter" idx="22"/>
          </p:nvPr>
        </p:nvSpPr>
        <p:spPr>
          <a:xfrm>
            <a:off x="4227584" y="2582382"/>
            <a:ext cx="941387" cy="939800"/>
          </a:xfrm>
          <a:prstGeom prst="ellipse">
            <a:avLst/>
          </a:prstGeom>
          <a:solidFill>
            <a:schemeClr val="bg2">
              <a:lumMod val="90000"/>
            </a:schemeClr>
          </a:solidFill>
        </p:spPr>
        <p:txBody>
          <a:bodyPr/>
          <a:lstStyle/>
          <a:p>
            <a:endParaRPr lang="en-US"/>
          </a:p>
        </p:txBody>
      </p:sp>
      <p:sp>
        <p:nvSpPr>
          <p:cNvPr id="41" name="Picture Placeholder 36">
            <a:extLst>
              <a:ext uri="{FF2B5EF4-FFF2-40B4-BE49-F238E27FC236}">
                <a16:creationId xmlns:a16="http://schemas.microsoft.com/office/drawing/2014/main" id="{0A0E7331-6F04-E1C8-C396-5E705A2E751A}"/>
              </a:ext>
            </a:extLst>
          </p:cNvPr>
          <p:cNvSpPr>
            <a:spLocks noGrp="1"/>
          </p:cNvSpPr>
          <p:nvPr>
            <p:ph type="pic" sz="quarter" idx="23"/>
          </p:nvPr>
        </p:nvSpPr>
        <p:spPr>
          <a:xfrm>
            <a:off x="4227584" y="3650446"/>
            <a:ext cx="941387" cy="939800"/>
          </a:xfrm>
          <a:prstGeom prst="ellipse">
            <a:avLst/>
          </a:prstGeom>
          <a:solidFill>
            <a:schemeClr val="bg2">
              <a:lumMod val="90000"/>
            </a:schemeClr>
          </a:solidFill>
        </p:spPr>
        <p:txBody>
          <a:bodyPr/>
          <a:lstStyle/>
          <a:p>
            <a:endParaRPr lang="en-US"/>
          </a:p>
        </p:txBody>
      </p:sp>
      <p:sp>
        <p:nvSpPr>
          <p:cNvPr id="42" name="Picture Placeholder 36">
            <a:extLst>
              <a:ext uri="{FF2B5EF4-FFF2-40B4-BE49-F238E27FC236}">
                <a16:creationId xmlns:a16="http://schemas.microsoft.com/office/drawing/2014/main" id="{CF741BFF-0AB7-8B26-BE4A-933D40899A41}"/>
              </a:ext>
            </a:extLst>
          </p:cNvPr>
          <p:cNvSpPr>
            <a:spLocks noGrp="1"/>
          </p:cNvSpPr>
          <p:nvPr>
            <p:ph type="pic" sz="quarter" idx="24"/>
          </p:nvPr>
        </p:nvSpPr>
        <p:spPr>
          <a:xfrm>
            <a:off x="7023031" y="2582382"/>
            <a:ext cx="941387" cy="939800"/>
          </a:xfrm>
          <a:prstGeom prst="ellipse">
            <a:avLst/>
          </a:prstGeom>
          <a:solidFill>
            <a:schemeClr val="bg2">
              <a:lumMod val="90000"/>
            </a:schemeClr>
          </a:solidFill>
        </p:spPr>
        <p:txBody>
          <a:bodyPr/>
          <a:lstStyle/>
          <a:p>
            <a:endParaRPr lang="en-US"/>
          </a:p>
        </p:txBody>
      </p:sp>
      <p:sp>
        <p:nvSpPr>
          <p:cNvPr id="43" name="Picture Placeholder 36">
            <a:extLst>
              <a:ext uri="{FF2B5EF4-FFF2-40B4-BE49-F238E27FC236}">
                <a16:creationId xmlns:a16="http://schemas.microsoft.com/office/drawing/2014/main" id="{C9295173-8F78-A3A3-C1D5-4B5EBF4CC9E8}"/>
              </a:ext>
            </a:extLst>
          </p:cNvPr>
          <p:cNvSpPr>
            <a:spLocks noGrp="1"/>
          </p:cNvSpPr>
          <p:nvPr>
            <p:ph type="pic" sz="quarter" idx="25"/>
          </p:nvPr>
        </p:nvSpPr>
        <p:spPr>
          <a:xfrm>
            <a:off x="9818477" y="2582382"/>
            <a:ext cx="941387" cy="939800"/>
          </a:xfrm>
          <a:prstGeom prst="ellipse">
            <a:avLst/>
          </a:prstGeom>
          <a:solidFill>
            <a:schemeClr val="bg2">
              <a:lumMod val="90000"/>
            </a:schemeClr>
          </a:solidFill>
        </p:spPr>
        <p:txBody>
          <a:bodyPr/>
          <a:lstStyle/>
          <a:p>
            <a:endParaRPr lang="en-US"/>
          </a:p>
        </p:txBody>
      </p:sp>
      <p:sp>
        <p:nvSpPr>
          <p:cNvPr id="44" name="Picture Placeholder 36">
            <a:extLst>
              <a:ext uri="{FF2B5EF4-FFF2-40B4-BE49-F238E27FC236}">
                <a16:creationId xmlns:a16="http://schemas.microsoft.com/office/drawing/2014/main" id="{3C2C2550-6AF4-F52D-C845-C5D0B10C603A}"/>
              </a:ext>
            </a:extLst>
          </p:cNvPr>
          <p:cNvSpPr>
            <a:spLocks noGrp="1"/>
          </p:cNvSpPr>
          <p:nvPr>
            <p:ph type="pic" sz="quarter" idx="26"/>
          </p:nvPr>
        </p:nvSpPr>
        <p:spPr>
          <a:xfrm>
            <a:off x="9818477" y="3650446"/>
            <a:ext cx="941387" cy="939800"/>
          </a:xfrm>
          <a:prstGeom prst="ellipse">
            <a:avLst/>
          </a:prstGeom>
          <a:solidFill>
            <a:schemeClr val="bg2">
              <a:lumMod val="90000"/>
            </a:schemeClr>
          </a:solidFill>
        </p:spPr>
        <p:txBody>
          <a:bodyPr/>
          <a:lstStyle/>
          <a:p>
            <a:endParaRPr lang="en-US"/>
          </a:p>
        </p:txBody>
      </p:sp>
      <p:sp>
        <p:nvSpPr>
          <p:cNvPr id="45" name="Picture Placeholder 36">
            <a:extLst>
              <a:ext uri="{FF2B5EF4-FFF2-40B4-BE49-F238E27FC236}">
                <a16:creationId xmlns:a16="http://schemas.microsoft.com/office/drawing/2014/main" id="{44F5A329-4041-E790-D8E3-40FEEB5937AC}"/>
              </a:ext>
            </a:extLst>
          </p:cNvPr>
          <p:cNvSpPr>
            <a:spLocks noGrp="1"/>
          </p:cNvSpPr>
          <p:nvPr>
            <p:ph type="pic" sz="quarter" idx="27"/>
          </p:nvPr>
        </p:nvSpPr>
        <p:spPr>
          <a:xfrm>
            <a:off x="9818477" y="4718510"/>
            <a:ext cx="941387" cy="939800"/>
          </a:xfrm>
          <a:prstGeom prst="ellipse">
            <a:avLst/>
          </a:prstGeom>
          <a:solidFill>
            <a:schemeClr val="bg2">
              <a:lumMod val="90000"/>
            </a:schemeClr>
          </a:solidFill>
        </p:spPr>
        <p:txBody>
          <a:bodyPr/>
          <a:lstStyle/>
          <a:p>
            <a:endParaRPr lang="en-US"/>
          </a:p>
        </p:txBody>
      </p:sp>
    </p:spTree>
    <p:extLst>
      <p:ext uri="{BB962C8B-B14F-4D97-AF65-F5344CB8AC3E}">
        <p14:creationId xmlns:p14="http://schemas.microsoft.com/office/powerpoint/2010/main" val="18747822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355092"/>
            <a:ext cx="11082528" cy="731520"/>
          </a:xfrm>
          <a:solidFill>
            <a:schemeClr val="bg1"/>
          </a:solidFill>
        </p:spPr>
        <p:txBody>
          <a:bodyPr vert="horz"/>
          <a:lstStyle>
            <a:lvl1pPr>
              <a:defRPr>
                <a:solidFill>
                  <a:schemeClr val="tx1"/>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0966801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1_Blank white">
    <p:bg>
      <p:bgPr>
        <a:solidFill>
          <a:schemeClr val="accent1"/>
        </a:solidFill>
        <a:effectLst/>
      </p:bgPr>
    </p:bg>
    <p:spTree>
      <p:nvGrpSpPr>
        <p:cNvPr id="1" name=""/>
        <p:cNvGrpSpPr/>
        <p:nvPr/>
      </p:nvGrpSpPr>
      <p:grpSpPr>
        <a:xfrm>
          <a:off x="0" y="0"/>
          <a:ext cx="0" cy="0"/>
          <a:chOff x="0" y="0"/>
          <a:chExt cx="0" cy="0"/>
        </a:xfrm>
      </p:grpSpPr>
      <p:sp>
        <p:nvSpPr>
          <p:cNvPr id="7" name="5. Source" hidden="1">
            <a:extLst>
              <a:ext uri="{FF2B5EF4-FFF2-40B4-BE49-F238E27FC236}">
                <a16:creationId xmlns:a16="http://schemas.microsoft.com/office/drawing/2014/main" id="{09F9A864-CDB7-4063-BBF8-591908AA18D0}"/>
              </a:ext>
            </a:extLst>
          </p:cNvPr>
          <p:cNvSpPr txBox="1"/>
          <p:nvPr userDrawn="1">
            <p:custDataLst>
              <p:tags r:id="rId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20950043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rgbClr val="ACEAFF"/>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585970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 name="Slide Number">
            <a:extLst>
              <a:ext uri="{FF2B5EF4-FFF2-40B4-BE49-F238E27FC236}">
                <a16:creationId xmlns:a16="http://schemas.microsoft.com/office/drawing/2014/main" id="{D26A8D4C-8114-AAF3-B69E-60AB80EB26DE}"/>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5951691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Mid left title">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solidFill>
                  <a:schemeClr val="tx1"/>
                </a:solidFill>
              </a:defRPr>
            </a:lvl1pPr>
          </a:lstStyle>
          <a:p>
            <a:r>
              <a:rPr lang="en-US"/>
              <a:t>Click to edit Master title style</a:t>
            </a:r>
          </a:p>
        </p:txBody>
      </p:sp>
      <p:sp>
        <p:nvSpPr>
          <p:cNvPr id="8" name="5. Source" hidden="1">
            <a:extLst>
              <a:ext uri="{FF2B5EF4-FFF2-40B4-BE49-F238E27FC236}">
                <a16:creationId xmlns:a16="http://schemas.microsoft.com/office/drawing/2014/main" id="{C0D33C43-5B9F-44B4-82FA-BAAD11A7FB8E}"/>
              </a:ext>
            </a:extLst>
          </p:cNvPr>
          <p:cNvSpPr txBox="1"/>
          <p:nvPr>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5" name="5. Source" hidden="1">
            <a:extLst>
              <a:ext uri="{FF2B5EF4-FFF2-40B4-BE49-F238E27FC236}">
                <a16:creationId xmlns:a16="http://schemas.microsoft.com/office/drawing/2014/main" id="{8F195528-42AB-7E73-523C-67A760CC4521}"/>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9552888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355092"/>
            <a:ext cx="11082528" cy="731520"/>
          </a:xfrm>
          <a:solidFill>
            <a:schemeClr val="bg1"/>
          </a:solidFill>
        </p:spPr>
        <p:txBody>
          <a:bodyPr vert="horz"/>
          <a:lstStyle>
            <a:lvl1pPr>
              <a:defRPr>
                <a:solidFill>
                  <a:schemeClr val="tx1"/>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a:t>Section marker</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3" name="Text Placeholder 39">
            <a:extLst>
              <a:ext uri="{FF2B5EF4-FFF2-40B4-BE49-F238E27FC236}">
                <a16:creationId xmlns:a16="http://schemas.microsoft.com/office/drawing/2014/main" id="{BA0DF78D-F771-25EF-40AB-3A1D4097AB80}"/>
              </a:ext>
            </a:extLst>
          </p:cNvPr>
          <p:cNvSpPr>
            <a:spLocks noGrp="1"/>
          </p:cNvSpPr>
          <p:nvPr>
            <p:ph type="body" sz="quarter" idx="20" hasCustomPrompt="1"/>
          </p:nvPr>
        </p:nvSpPr>
        <p:spPr>
          <a:xfrm>
            <a:off x="9294125" y="6502908"/>
            <a:ext cx="1994192" cy="211498"/>
          </a:xfrm>
        </p:spPr>
        <p:txBody>
          <a:bodyPr/>
          <a:lstStyle>
            <a:lvl1pPr algn="r">
              <a:defRPr sz="800" b="0">
                <a:solidFill>
                  <a:schemeClr val="tx1"/>
                </a:solidFill>
              </a:defRPr>
            </a:lvl1pPr>
            <a:lvl2pPr algn="r">
              <a:defRPr sz="800" b="0"/>
            </a:lvl2pPr>
            <a:lvl3pPr algn="r">
              <a:defRPr sz="800" b="0"/>
            </a:lvl3pPr>
            <a:lvl4pPr algn="r">
              <a:defRPr sz="800" b="0"/>
            </a:lvl4pPr>
            <a:lvl5pPr algn="r">
              <a:defRPr sz="800" b="0"/>
            </a:lvl5pPr>
          </a:lstStyle>
          <a:p>
            <a:pPr lvl="0"/>
            <a:r>
              <a:rPr lang="en-US" dirty="0"/>
              <a:t>Footnote: 1. xx</a:t>
            </a:r>
          </a:p>
        </p:txBody>
      </p:sp>
    </p:spTree>
    <p:extLst>
      <p:ext uri="{BB962C8B-B14F-4D97-AF65-F5344CB8AC3E}">
        <p14:creationId xmlns:p14="http://schemas.microsoft.com/office/powerpoint/2010/main" val="5734716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fault dark">
    <p:spTree>
      <p:nvGrpSpPr>
        <p:cNvPr id="1" name=""/>
        <p:cNvGrpSpPr/>
        <p:nvPr/>
      </p:nvGrpSpPr>
      <p:grpSpPr>
        <a:xfrm>
          <a:off x="0" y="0"/>
          <a:ext cx="0" cy="0"/>
          <a:chOff x="0" y="0"/>
          <a:chExt cx="0" cy="0"/>
        </a:xfrm>
      </p:grpSpPr>
      <p:sp>
        <p:nvSpPr>
          <p:cNvPr id="9" name="5. Source" hidden="1">
            <a:extLst>
              <a:ext uri="{FF2B5EF4-FFF2-40B4-BE49-F238E27FC236}">
                <a16:creationId xmlns:a16="http://schemas.microsoft.com/office/drawing/2014/main" id="{0CC39C66-1ED1-4BBF-87FB-6C74C9A461BE}"/>
              </a:ext>
            </a:extLst>
          </p:cNvPr>
          <p:cNvSpPr txBox="1"/>
          <p:nvPr>
            <p:custDataLst>
              <p:tags r:id="rId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2. Slide Title">
            <a:extLst>
              <a:ext uri="{FF2B5EF4-FFF2-40B4-BE49-F238E27FC236}">
                <a16:creationId xmlns:a16="http://schemas.microsoft.com/office/drawing/2014/main" id="{A3FB3845-C7A1-C146-0D47-CA99D05EE4C4}"/>
              </a:ext>
            </a:extLst>
          </p:cNvPr>
          <p:cNvSpPr>
            <a:spLocks noGrp="1"/>
          </p:cNvSpPr>
          <p:nvPr>
            <p:ph type="title"/>
            <p:custDataLst>
              <p:tags r:id="rId2"/>
            </p:custDataLst>
          </p:nvPr>
        </p:nvSpPr>
        <p:spPr>
          <a:xfrm>
            <a:off x="554736" y="355092"/>
            <a:ext cx="11082528" cy="731520"/>
          </a:xfrm>
        </p:spPr>
        <p:txBody>
          <a:bodyPr vert="horz"/>
          <a:lstStyle>
            <a:lvl1pPr>
              <a:defRPr>
                <a:solidFill>
                  <a:schemeClr val="bg1"/>
                </a:solidFill>
              </a:defRPr>
            </a:lvl1pPr>
          </a:lstStyle>
          <a:p>
            <a:r>
              <a:rPr lang="en-US"/>
              <a:t>Click to edit Master title style</a:t>
            </a:r>
          </a:p>
        </p:txBody>
      </p:sp>
      <p:sp>
        <p:nvSpPr>
          <p:cNvPr id="5" name="3. Subtitle">
            <a:extLst>
              <a:ext uri="{FF2B5EF4-FFF2-40B4-BE49-F238E27FC236}">
                <a16:creationId xmlns:a16="http://schemas.microsoft.com/office/drawing/2014/main" id="{2D82DC27-D40F-1FDD-08CA-E1D98D482D55}"/>
              </a:ext>
            </a:extLst>
          </p:cNvPr>
          <p:cNvSpPr>
            <a:spLocks noGrp="1"/>
          </p:cNvSpPr>
          <p:nvPr>
            <p:ph type="subTitle" idx="1"/>
            <p:custDataLst>
              <p:tags r:id="rId3"/>
            </p:custDataLst>
          </p:nvPr>
        </p:nvSpPr>
        <p:spPr>
          <a:xfrm>
            <a:off x="554736" y="1318966"/>
            <a:ext cx="110825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1. On-page tracker">
            <a:extLst>
              <a:ext uri="{FF2B5EF4-FFF2-40B4-BE49-F238E27FC236}">
                <a16:creationId xmlns:a16="http://schemas.microsoft.com/office/drawing/2014/main" id="{2256F47C-8755-AD8E-F266-944EE5D1E6E7}"/>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a:t>Section marker</a:t>
            </a:r>
          </a:p>
        </p:txBody>
      </p:sp>
      <p:cxnSp>
        <p:nvCxnSpPr>
          <p:cNvPr id="7" name="TopLine">
            <a:extLst>
              <a:ext uri="{FF2B5EF4-FFF2-40B4-BE49-F238E27FC236}">
                <a16:creationId xmlns:a16="http://schemas.microsoft.com/office/drawing/2014/main" id="{42A698AF-55F9-B974-2353-E7C18303832A}"/>
              </a:ext>
            </a:extLst>
          </p:cNvPr>
          <p:cNvCxnSpPr/>
          <p:nvPr userDrawn="1">
            <p:custDataLst>
              <p:tags r:id="rId5"/>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Text Placeholder 39">
            <a:extLst>
              <a:ext uri="{FF2B5EF4-FFF2-40B4-BE49-F238E27FC236}">
                <a16:creationId xmlns:a16="http://schemas.microsoft.com/office/drawing/2014/main" id="{61516407-B8D5-7520-6CE2-F479EEAC7E85}"/>
              </a:ext>
            </a:extLst>
          </p:cNvPr>
          <p:cNvSpPr>
            <a:spLocks noGrp="1"/>
          </p:cNvSpPr>
          <p:nvPr>
            <p:ph type="body" sz="quarter" idx="20" hasCustomPrompt="1"/>
          </p:nvPr>
        </p:nvSpPr>
        <p:spPr>
          <a:xfrm>
            <a:off x="9294125" y="6502908"/>
            <a:ext cx="1994192" cy="211498"/>
          </a:xfrm>
        </p:spPr>
        <p:txBody>
          <a:bodyPr/>
          <a:lstStyle>
            <a:lvl1pPr algn="r">
              <a:defRPr sz="800" b="0">
                <a:solidFill>
                  <a:schemeClr val="tx1"/>
                </a:solidFill>
              </a:defRPr>
            </a:lvl1pPr>
            <a:lvl2pPr algn="r">
              <a:defRPr sz="800" b="0"/>
            </a:lvl2pPr>
            <a:lvl3pPr algn="r">
              <a:defRPr sz="800" b="0"/>
            </a:lvl3pPr>
            <a:lvl4pPr algn="r">
              <a:defRPr sz="800" b="0"/>
            </a:lvl4pPr>
            <a:lvl5pPr algn="r">
              <a:defRPr sz="800" b="0"/>
            </a:lvl5pPr>
          </a:lstStyle>
          <a:p>
            <a:pPr lvl="0"/>
            <a:r>
              <a:rPr lang="en-US"/>
              <a:t>Footnote: 1. xx</a:t>
            </a:r>
          </a:p>
        </p:txBody>
      </p:sp>
    </p:spTree>
    <p:extLst>
      <p:ext uri="{BB962C8B-B14F-4D97-AF65-F5344CB8AC3E}">
        <p14:creationId xmlns:p14="http://schemas.microsoft.com/office/powerpoint/2010/main" val="24112522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1"/>
            </p:custDataLst>
          </p:nvPr>
        </p:nvSpPr>
        <p:spPr>
          <a:xfrm>
            <a:off x="554736" y="355092"/>
            <a:ext cx="11082528" cy="731520"/>
          </a:xfrm>
          <a:noFill/>
        </p:spPr>
        <p:txBody>
          <a:bodyPr vert="horz"/>
          <a:lstStyle>
            <a:lvl1pPr>
              <a:defRPr>
                <a:solidFill>
                  <a:schemeClr val="tx1"/>
                </a:solidFill>
              </a:defRPr>
            </a:lvl1pPr>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2"/>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a:t>Section marker</a:t>
            </a: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0845948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07068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1"/>
            </p:custDataLst>
          </p:nvPr>
        </p:nvSpPr>
        <p:spPr>
          <a:xfrm>
            <a:off x="554736" y="355092"/>
            <a:ext cx="11082528" cy="731520"/>
          </a:xfrm>
          <a:noFill/>
        </p:spPr>
        <p:txBody>
          <a:bodyPr vert="horz"/>
          <a:lstStyle>
            <a:lvl1pPr>
              <a:defRPr>
                <a:solidFill>
                  <a:schemeClr val="tx1"/>
                </a:solidFill>
              </a:defRPr>
            </a:lvl1pPr>
          </a:lstStyle>
          <a:p>
            <a:r>
              <a:rPr lang="en-US" dirty="0"/>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2"/>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36333585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theme" Target="../theme/theme2.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1442987" y="648253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6" name="Freeform 19">
            <a:extLst>
              <a:ext uri="{C183D7F6-B498-43B3-948B-1728B52AA6E4}">
                <adec:decorative xmlns:adec="http://schemas.microsoft.com/office/drawing/2017/decorative" val="1"/>
              </a:ext>
            </a:extLst>
          </p:cNvPr>
          <p:cNvSpPr>
            <a:spLocks noEditPoints="1"/>
          </p:cNvSpPr>
          <p:nvPr userDrawn="1"/>
        </p:nvSpPr>
        <p:spPr bwMode="auto">
          <a:xfrm>
            <a:off x="559209" y="6482532"/>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1424928" y="6482532"/>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FAAB9E6-61FA-93B0-DCAC-DD5AAC86E152}"/>
              </a:ext>
              <a:ext uri="{C183D7F6-B498-43B3-948B-1728B52AA6E4}">
                <adec:decorative xmlns:adec="http://schemas.microsoft.com/office/drawing/2017/decorative" val="1"/>
              </a:ext>
            </a:extLst>
          </p:cNvPr>
          <p:cNvSpPr txBox="1"/>
          <p:nvPr userDrawn="1"/>
        </p:nvSpPr>
        <p:spPr>
          <a:xfrm>
            <a:off x="1473442" y="6524219"/>
            <a:ext cx="8889194" cy="8463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 </a:t>
            </a:r>
            <a:fld id="{7E7F07CD-938E-40FE-93EF-10C7FBF6A363}" type="datetimeyyyy">
              <a:rPr lang="en-US" sz="550" kern="1200" noProof="0" smtClean="0">
                <a:solidFill>
                  <a:schemeClr val="bg1">
                    <a:lumMod val="65000"/>
                  </a:schemeClr>
                </a:solidFill>
                <a:latin typeface="+mn-lt"/>
                <a:ea typeface="+mn-ea"/>
                <a:cs typeface="+mn-cs"/>
              </a:rPr>
              <a:t>2026</a:t>
            </a:fld>
            <a:r>
              <a:rPr lang="en-US" sz="550" kern="1200" noProof="0" dirty="0">
                <a:solidFill>
                  <a:schemeClr val="bg1">
                    <a:lumMod val="65000"/>
                  </a:schemeClr>
                </a:solidFill>
                <a:latin typeface="+mn-lt"/>
                <a:ea typeface="+mn-ea"/>
                <a:cs typeface="+mn-cs"/>
              </a:rPr>
              <a:t> KPMG LLP, an Ontario limited liability partnership and a member firm of the KPMG global organization of independent member firms affiliated with KPMG International Limited, a private English company limited by guarantee. All rights reserved. </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894" r:id="rId1"/>
    <p:sldLayoutId id="2147483902" r:id="rId2"/>
    <p:sldLayoutId id="2147483898" r:id="rId3"/>
    <p:sldLayoutId id="2147483900" r:id="rId4"/>
    <p:sldLayoutId id="2147483746" r:id="rId5"/>
    <p:sldLayoutId id="2147483667" r:id="rId6"/>
    <p:sldLayoutId id="2147483773" r:id="rId7"/>
    <p:sldLayoutId id="2147483810" r:id="rId8"/>
    <p:sldLayoutId id="2147483895" r:id="rId9"/>
    <p:sldLayoutId id="2147483893" r:id="rId10"/>
    <p:sldLayoutId id="2147483892" r:id="rId11"/>
    <p:sldLayoutId id="2147483891" r:id="rId12"/>
    <p:sldLayoutId id="2147483890" r:id="rId13"/>
    <p:sldLayoutId id="2147483889" r:id="rId14"/>
    <p:sldLayoutId id="2147483829" r:id="rId15"/>
    <p:sldLayoutId id="2147483828" r:id="rId16"/>
    <p:sldLayoutId id="2147483827" r:id="rId17"/>
    <p:sldLayoutId id="2147483825" r:id="rId18"/>
    <p:sldLayoutId id="2147483824" r:id="rId19"/>
    <p:sldLayoutId id="2147483822" r:id="rId20"/>
    <p:sldLayoutId id="2147483819" r:id="rId21"/>
    <p:sldLayoutId id="2147483818" r:id="rId22"/>
    <p:sldLayoutId id="2147483815" r:id="rId23"/>
    <p:sldLayoutId id="2147483817" r:id="rId24"/>
    <p:sldLayoutId id="2147483820" r:id="rId25"/>
    <p:sldLayoutId id="2147483814" r:id="rId26"/>
    <p:sldLayoutId id="2147483811" r:id="rId27"/>
    <p:sldLayoutId id="2147483813" r:id="rId28"/>
    <p:sldLayoutId id="2147483826" r:id="rId29"/>
    <p:sldLayoutId id="2147483886" r:id="rId30"/>
    <p:sldLayoutId id="2147483896" r:id="rId31"/>
    <p:sldLayoutId id="2147483887" r:id="rId32"/>
    <p:sldLayoutId id="2147483888" r:id="rId33"/>
  </p:sldLayoutIdLst>
  <p:txStyles>
    <p:titleStyle>
      <a:lvl1pPr algn="l" defTabSz="914400" rtl="0" eaLnBrk="1" latinLnBrk="0" hangingPunct="1">
        <a:lnSpc>
          <a:spcPct val="70000"/>
        </a:lnSpc>
        <a:spcBef>
          <a:spcPct val="0"/>
        </a:spcBef>
        <a:buNone/>
        <a:defRPr sz="40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22" userDrawn="1">
          <p15:clr>
            <a:srgbClr val="F26B43"/>
          </p15:clr>
        </p15:guide>
        <p15:guide id="5" orient="horz" pos="618" userDrawn="1">
          <p15:clr>
            <a:srgbClr val="F26B43"/>
          </p15:clr>
        </p15:guide>
        <p15:guide id="6" orient="horz" pos="272" userDrawn="1">
          <p15:clr>
            <a:srgbClr val="F26B43"/>
          </p15:clr>
        </p15:guide>
        <p15:guide id="7" orient="horz" pos="116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1442987" y="648253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1"/>
                </a:solidFill>
                <a:latin typeface="+mn-lt"/>
                <a:ea typeface="Arial"/>
                <a:cs typeface="Arial" panose="020B0604020202020204" pitchFamily="34" charset="0"/>
              </a:rPr>
              <a:pPr algn="r"/>
              <a:t>‹#›</a:t>
            </a:fld>
            <a:endParaRPr lang="en-GB" sz="1000">
              <a:solidFill>
                <a:schemeClr val="tx1"/>
              </a:solidFill>
              <a:latin typeface="+mn-lt"/>
              <a:ea typeface="Arial"/>
              <a:cs typeface="Arial" panose="020B0604020202020204" pitchFamily="34" charset="0"/>
            </a:endParaRPr>
          </a:p>
        </p:txBody>
      </p:sp>
      <p:sp>
        <p:nvSpPr>
          <p:cNvPr id="26" name="Freeform 19">
            <a:extLst>
              <a:ext uri="{C183D7F6-B498-43B3-948B-1728B52AA6E4}">
                <adec:decorative xmlns:adec="http://schemas.microsoft.com/office/drawing/2017/decorative" val="1"/>
              </a:ext>
            </a:extLst>
          </p:cNvPr>
          <p:cNvSpPr>
            <a:spLocks noEditPoints="1"/>
          </p:cNvSpPr>
          <p:nvPr userDrawn="1"/>
        </p:nvSpPr>
        <p:spPr bwMode="auto">
          <a:xfrm>
            <a:off x="559209" y="6482532"/>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1424928" y="6482532"/>
            <a:ext cx="0" cy="14941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FAAB9E6-61FA-93B0-DCAC-DD5AAC86E152}"/>
              </a:ext>
              <a:ext uri="{C183D7F6-B498-43B3-948B-1728B52AA6E4}">
                <adec:decorative xmlns:adec="http://schemas.microsoft.com/office/drawing/2017/decorative" val="1"/>
              </a:ext>
            </a:extLst>
          </p:cNvPr>
          <p:cNvSpPr txBox="1"/>
          <p:nvPr userDrawn="1"/>
        </p:nvSpPr>
        <p:spPr>
          <a:xfrm>
            <a:off x="1473442" y="6524219"/>
            <a:ext cx="8889194" cy="8463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tx1">
                    <a:alpha val="70000"/>
                  </a:schemeClr>
                </a:solidFill>
                <a:latin typeface="+mn-lt"/>
                <a:ea typeface="+mn-ea"/>
                <a:cs typeface="+mn-cs"/>
              </a:rPr>
              <a:t>© </a:t>
            </a:r>
            <a:fld id="{7E7F07CD-938E-40FE-93EF-10C7FBF6A363}" type="datetimeyyyy">
              <a:rPr lang="en-US" sz="550" kern="1200" noProof="0" smtClean="0">
                <a:solidFill>
                  <a:schemeClr val="tx1">
                    <a:alpha val="70000"/>
                  </a:schemeClr>
                </a:solidFill>
                <a:latin typeface="+mn-lt"/>
                <a:ea typeface="+mn-ea"/>
                <a:cs typeface="+mn-cs"/>
              </a:rPr>
              <a:t>2026</a:t>
            </a:fld>
            <a:r>
              <a:rPr lang="en-US" sz="550" kern="1200" noProof="0" dirty="0">
                <a:solidFill>
                  <a:schemeClr val="tx1">
                    <a:alpha val="70000"/>
                  </a:schemeClr>
                </a:solidFill>
                <a:latin typeface="+mn-lt"/>
                <a:ea typeface="+mn-ea"/>
                <a:cs typeface="+mn-cs"/>
              </a:rPr>
              <a:t> KPMG LLP, an Ontario limited liability partnership and a member firm of the KPMG global organization of independent member firms affiliated with KPMG International Limited, a private English company limited by guarantee. All rights reserved. </a:t>
            </a:r>
          </a:p>
        </p:txBody>
      </p:sp>
    </p:spTree>
    <p:extLst>
      <p:ext uri="{BB962C8B-B14F-4D97-AF65-F5344CB8AC3E}">
        <p14:creationId xmlns:p14="http://schemas.microsoft.com/office/powerpoint/2010/main" val="3250715237"/>
      </p:ext>
    </p:extLst>
  </p:cSld>
  <p:clrMap bg1="dk1" tx1="lt1" bg2="dk2" tx2="lt2" accent1="accent1" accent2="accent2" accent3="accent3" accent4="accent4" accent5="accent5" accent6="accent6" hlink="hlink" folHlink="folHlink"/>
  <p:sldLayoutIdLst>
    <p:sldLayoutId id="2147483883" r:id="rId1"/>
    <p:sldLayoutId id="2147483884" r:id="rId2"/>
    <p:sldLayoutId id="2147483885" r:id="rId3"/>
    <p:sldLayoutId id="2147483899" r:id="rId4"/>
    <p:sldLayoutId id="2147483901" r:id="rId5"/>
  </p:sldLayoutIdLst>
  <p:txStyles>
    <p:titleStyle>
      <a:lvl1pPr algn="l" defTabSz="914400" rtl="0" eaLnBrk="1" latinLnBrk="0" hangingPunct="1">
        <a:lnSpc>
          <a:spcPct val="70000"/>
        </a:lnSpc>
        <a:spcBef>
          <a:spcPct val="0"/>
        </a:spcBef>
        <a:buNone/>
        <a:defRPr sz="40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22" userDrawn="1">
          <p15:clr>
            <a:srgbClr val="F26B43"/>
          </p15:clr>
        </p15:guide>
        <p15:guide id="5" orient="horz" pos="618" userDrawn="1">
          <p15:clr>
            <a:srgbClr val="F26B43"/>
          </p15:clr>
        </p15:guide>
        <p15:guide id="6" orient="horz" pos="272" userDrawn="1">
          <p15:clr>
            <a:srgbClr val="F26B43"/>
          </p15:clr>
        </p15:guide>
        <p15:guide id="7" orient="horz" pos="116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slide" Target="slide3.xml"/><Relationship Id="rId7" Type="http://schemas.openxmlformats.org/officeDocument/2006/relationships/slide" Target="slide47.xml"/><Relationship Id="rId2" Type="http://schemas.openxmlformats.org/officeDocument/2006/relationships/notesSlide" Target="../notesSlides/notesSlide1.xml"/><Relationship Id="rId1" Type="http://schemas.openxmlformats.org/officeDocument/2006/relationships/slideLayout" Target="../slideLayouts/slideLayout38.xml"/><Relationship Id="rId6" Type="http://schemas.openxmlformats.org/officeDocument/2006/relationships/slide" Target="slide36.xml"/><Relationship Id="rId11" Type="http://schemas.openxmlformats.org/officeDocument/2006/relationships/slide" Target="slide65.xml"/><Relationship Id="rId5" Type="http://schemas.openxmlformats.org/officeDocument/2006/relationships/slide" Target="slide27.xml"/><Relationship Id="rId10" Type="http://schemas.openxmlformats.org/officeDocument/2006/relationships/slide" Target="slide61.xml"/><Relationship Id="rId4" Type="http://schemas.openxmlformats.org/officeDocument/2006/relationships/slide" Target="slide5.xml"/><Relationship Id="rId9" Type="http://schemas.openxmlformats.org/officeDocument/2006/relationships/slide" Target="slide5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0.xml"/><Relationship Id="rId1" Type="http://schemas.openxmlformats.org/officeDocument/2006/relationships/tags" Target="../tags/tag161.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tags" Target="../tags/tag162.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oleObject" Target="../embeddings/oleObject2.bin"/><Relationship Id="rId7" Type="http://schemas.openxmlformats.org/officeDocument/2006/relationships/image" Target="../media/image4.png"/><Relationship Id="rId2" Type="http://schemas.openxmlformats.org/officeDocument/2006/relationships/slideLayout" Target="../slideLayouts/slideLayout8.xml"/><Relationship Id="rId1" Type="http://schemas.openxmlformats.org/officeDocument/2006/relationships/tags" Target="../tags/tag163.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tags" Target="../tags/tag164.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tags" Target="../tags/tag165.xml"/><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oleObject" Target="../embeddings/oleObject2.bin"/><Relationship Id="rId7" Type="http://schemas.openxmlformats.org/officeDocument/2006/relationships/image" Target="../media/image4.png"/><Relationship Id="rId2" Type="http://schemas.openxmlformats.org/officeDocument/2006/relationships/slideLayout" Target="../slideLayouts/slideLayout8.xml"/><Relationship Id="rId1" Type="http://schemas.openxmlformats.org/officeDocument/2006/relationships/tags" Target="../tags/tag166.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emf"/><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tags" Target="../tags/tag167.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tags" Target="../tags/tag168.xml"/><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oleObject" Target="../embeddings/oleObject2.bin"/><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slideLayout" Target="../slideLayouts/slideLayout8.xml"/><Relationship Id="rId1" Type="http://schemas.openxmlformats.org/officeDocument/2006/relationships/tags" Target="../tags/tag169.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emf"/><Relationship Id="rId9" Type="http://schemas.openxmlformats.org/officeDocument/2006/relationships/image" Target="../media/image6.png"/></Relationships>
</file>

<file path=ppt/slides/_rels/slide1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oleObject" Target="../embeddings/oleObject2.bin"/><Relationship Id="rId7" Type="http://schemas.openxmlformats.org/officeDocument/2006/relationships/image" Target="../media/image11.png"/><Relationship Id="rId12" Type="http://schemas.microsoft.com/office/2007/relationships/hdphoto" Target="../media/hdphoto4.wdp"/><Relationship Id="rId2" Type="http://schemas.openxmlformats.org/officeDocument/2006/relationships/slideLayout" Target="../slideLayouts/slideLayout8.xml"/><Relationship Id="rId1" Type="http://schemas.openxmlformats.org/officeDocument/2006/relationships/tags" Target="../tags/tag170.xml"/><Relationship Id="rId6" Type="http://schemas.microsoft.com/office/2007/relationships/hdphoto" Target="../media/hdphoto1.wdp"/><Relationship Id="rId11" Type="http://schemas.openxmlformats.org/officeDocument/2006/relationships/image" Target="../media/image13.png"/><Relationship Id="rId5" Type="http://schemas.openxmlformats.org/officeDocument/2006/relationships/image" Target="../media/image10.png"/><Relationship Id="rId10" Type="http://schemas.microsoft.com/office/2007/relationships/hdphoto" Target="../media/hdphoto3.wdp"/><Relationship Id="rId4" Type="http://schemas.openxmlformats.org/officeDocument/2006/relationships/image" Target="../media/image1.emf"/><Relationship Id="rId9"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tags" Target="../tags/tag171.xml"/><Relationship Id="rId4" Type="http://schemas.openxmlformats.org/officeDocument/2006/relationships/image" Target="../media/image1.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tags" Target="../tags/tag172.xml"/><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8.xml"/><Relationship Id="rId1" Type="http://schemas.openxmlformats.org/officeDocument/2006/relationships/tags" Target="../tags/tag173.xml"/><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16.png"/><Relationship Id="rId2" Type="http://schemas.openxmlformats.org/officeDocument/2006/relationships/slideLayout" Target="../slideLayouts/slideLayout8.xml"/><Relationship Id="rId1" Type="http://schemas.openxmlformats.org/officeDocument/2006/relationships/tags" Target="../tags/tag17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e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175.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8.xml"/><Relationship Id="rId1" Type="http://schemas.openxmlformats.org/officeDocument/2006/relationships/tags" Target="../tags/tag176.xml"/><Relationship Id="rId4" Type="http://schemas.openxmlformats.org/officeDocument/2006/relationships/image" Target="../media/image1.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8.xml"/><Relationship Id="rId1" Type="http://schemas.openxmlformats.org/officeDocument/2006/relationships/tags" Target="../tags/tag177.xml"/><Relationship Id="rId4" Type="http://schemas.openxmlformats.org/officeDocument/2006/relationships/image" Target="../media/image1.emf"/></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4.xml"/><Relationship Id="rId7" Type="http://schemas.openxmlformats.org/officeDocument/2006/relationships/image" Target="../media/image31.svg"/><Relationship Id="rId2" Type="http://schemas.openxmlformats.org/officeDocument/2006/relationships/slideLayout" Target="../slideLayouts/slideLayout8.xml"/><Relationship Id="rId1" Type="http://schemas.openxmlformats.org/officeDocument/2006/relationships/tags" Target="../tags/tag178.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emf"/><Relationship Id="rId10" Type="http://schemas.openxmlformats.org/officeDocument/2006/relationships/image" Target="../media/image34.png"/><Relationship Id="rId4" Type="http://schemas.openxmlformats.org/officeDocument/2006/relationships/oleObject" Target="../embeddings/oleObject6.bin"/><Relationship Id="rId9" Type="http://schemas.openxmlformats.org/officeDocument/2006/relationships/image" Target="../media/image33.sv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179.xml"/><Relationship Id="rId5" Type="http://schemas.openxmlformats.org/officeDocument/2006/relationships/image" Target="../media/image36.emf"/><Relationship Id="rId4" Type="http://schemas.openxmlformats.org/officeDocument/2006/relationships/oleObject" Target="../embeddings/oleObject7.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oleObject" Target="../embeddings/oleObject8.bin"/><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slideLayout" Target="../slideLayouts/slideLayout8.xml"/><Relationship Id="rId1" Type="http://schemas.openxmlformats.org/officeDocument/2006/relationships/tags" Target="../tags/tag180.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emf"/><Relationship Id="rId9" Type="http://schemas.openxmlformats.org/officeDocument/2006/relationships/image" Target="../media/image42.png"/></Relationships>
</file>

<file path=ppt/slides/_rels/slide3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oleObject" Target="../embeddings/oleObject9.bin"/><Relationship Id="rId7" Type="http://schemas.openxmlformats.org/officeDocument/2006/relationships/image" Target="../media/image48.png"/><Relationship Id="rId2" Type="http://schemas.openxmlformats.org/officeDocument/2006/relationships/slideLayout" Target="../slideLayouts/slideLayout8.xml"/><Relationship Id="rId1" Type="http://schemas.openxmlformats.org/officeDocument/2006/relationships/tags" Target="../tags/tag18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1.emf"/><Relationship Id="rId9" Type="http://schemas.openxmlformats.org/officeDocument/2006/relationships/image" Target="../media/image50.png"/></Relationships>
</file>

<file path=ppt/slides/_rels/slide40.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svg"/><Relationship Id="rId3" Type="http://schemas.openxmlformats.org/officeDocument/2006/relationships/notesSlide" Target="../notesSlides/notesSlide7.xml"/><Relationship Id="rId7" Type="http://schemas.openxmlformats.org/officeDocument/2006/relationships/image" Target="../media/image53.svg"/><Relationship Id="rId12" Type="http://schemas.openxmlformats.org/officeDocument/2006/relationships/image" Target="../media/image58.png"/><Relationship Id="rId17" Type="http://schemas.openxmlformats.org/officeDocument/2006/relationships/image" Target="../media/image63.svg"/><Relationship Id="rId2" Type="http://schemas.openxmlformats.org/officeDocument/2006/relationships/slideLayout" Target="../slideLayouts/slideLayout8.xml"/><Relationship Id="rId16" Type="http://schemas.openxmlformats.org/officeDocument/2006/relationships/image" Target="../media/image62.png"/><Relationship Id="rId1" Type="http://schemas.openxmlformats.org/officeDocument/2006/relationships/tags" Target="../tags/tag182.xml"/><Relationship Id="rId6" Type="http://schemas.openxmlformats.org/officeDocument/2006/relationships/image" Target="../media/image52.png"/><Relationship Id="rId11" Type="http://schemas.openxmlformats.org/officeDocument/2006/relationships/image" Target="../media/image57.svg"/><Relationship Id="rId5" Type="http://schemas.openxmlformats.org/officeDocument/2006/relationships/image" Target="../media/image51.emf"/><Relationship Id="rId15" Type="http://schemas.openxmlformats.org/officeDocument/2006/relationships/image" Target="../media/image61.svg"/><Relationship Id="rId10" Type="http://schemas.openxmlformats.org/officeDocument/2006/relationships/image" Target="../media/image56.png"/><Relationship Id="rId4" Type="http://schemas.openxmlformats.org/officeDocument/2006/relationships/oleObject" Target="../embeddings/oleObject10.bin"/><Relationship Id="rId9" Type="http://schemas.openxmlformats.org/officeDocument/2006/relationships/image" Target="../media/image55.svg"/><Relationship Id="rId14" Type="http://schemas.openxmlformats.org/officeDocument/2006/relationships/image" Target="../media/image60.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tags" Target="../tags/tag183.xml"/><Relationship Id="rId4" Type="http://schemas.openxmlformats.org/officeDocument/2006/relationships/image" Target="../media/image1.e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184.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185.xml"/><Relationship Id="rId5" Type="http://schemas.openxmlformats.org/officeDocument/2006/relationships/image" Target="../media/image1.emf"/><Relationship Id="rId4" Type="http://schemas.openxmlformats.org/officeDocument/2006/relationships/oleObject" Target="../embeddings/oleObject13.bin"/></Relationships>
</file>

<file path=ppt/slides/_rels/slide4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64.svg"/><Relationship Id="rId7" Type="http://schemas.openxmlformats.org/officeDocument/2006/relationships/image" Target="../media/image66.svg"/><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65.svg"/><Relationship Id="rId4" Type="http://schemas.openxmlformats.org/officeDocument/2006/relationships/image" Target="../media/image19.png"/><Relationship Id="rId9" Type="http://schemas.openxmlformats.org/officeDocument/2006/relationships/image" Target="../media/image67.svg"/></Relationships>
</file>

<file path=ppt/slides/_rels/slide45.xml.rels><?xml version="1.0" encoding="UTF-8" standalone="yes"?>
<Relationships xmlns="http://schemas.openxmlformats.org/package/2006/relationships"><Relationship Id="rId8" Type="http://schemas.openxmlformats.org/officeDocument/2006/relationships/image" Target="../media/image68.emf"/><Relationship Id="rId13" Type="http://schemas.openxmlformats.org/officeDocument/2006/relationships/image" Target="../media/image73.png"/><Relationship Id="rId3" Type="http://schemas.openxmlformats.org/officeDocument/2006/relationships/tags" Target="../tags/tag188.xml"/><Relationship Id="rId7" Type="http://schemas.openxmlformats.org/officeDocument/2006/relationships/oleObject" Target="../embeddings/oleObject14.bin"/><Relationship Id="rId12" Type="http://schemas.openxmlformats.org/officeDocument/2006/relationships/image" Target="../media/image72.svg"/><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notesSlide" Target="../notesSlides/notesSlide10.xml"/><Relationship Id="rId11" Type="http://schemas.openxmlformats.org/officeDocument/2006/relationships/image" Target="../media/image71.png"/><Relationship Id="rId5" Type="http://schemas.openxmlformats.org/officeDocument/2006/relationships/slideLayout" Target="../slideLayouts/slideLayout8.xml"/><Relationship Id="rId10" Type="http://schemas.openxmlformats.org/officeDocument/2006/relationships/image" Target="../media/image70.svg"/><Relationship Id="rId4" Type="http://schemas.openxmlformats.org/officeDocument/2006/relationships/tags" Target="../tags/tag189.xml"/><Relationship Id="rId9" Type="http://schemas.openxmlformats.org/officeDocument/2006/relationships/image" Target="../media/image69.png"/><Relationship Id="rId14" Type="http://schemas.openxmlformats.org/officeDocument/2006/relationships/image" Target="../media/image74.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8.xml"/><Relationship Id="rId1" Type="http://schemas.openxmlformats.org/officeDocument/2006/relationships/tags" Target="../tags/tag190.xml"/><Relationship Id="rId4" Type="http://schemas.openxmlformats.org/officeDocument/2006/relationships/image" Target="../media/image68.em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191.xml"/><Relationship Id="rId5" Type="http://schemas.openxmlformats.org/officeDocument/2006/relationships/image" Target="../media/image36.emf"/><Relationship Id="rId4" Type="http://schemas.openxmlformats.org/officeDocument/2006/relationships/oleObject" Target="../embeddings/oleObject16.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192.xml"/><Relationship Id="rId4" Type="http://schemas.openxmlformats.org/officeDocument/2006/relationships/image" Target="../media/image75.em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193.xml"/><Relationship Id="rId5" Type="http://schemas.openxmlformats.org/officeDocument/2006/relationships/image" Target="../media/image36.emf"/><Relationship Id="rId4" Type="http://schemas.openxmlformats.org/officeDocument/2006/relationships/oleObject" Target="../embeddings/oleObject18.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notesSlide" Target="../notesSlides/notesSlide14.xml"/><Relationship Id="rId7" Type="http://schemas.openxmlformats.org/officeDocument/2006/relationships/image" Target="../media/image77.png"/><Relationship Id="rId2" Type="http://schemas.openxmlformats.org/officeDocument/2006/relationships/slideLayout" Target="../slideLayouts/slideLayout8.xml"/><Relationship Id="rId1" Type="http://schemas.openxmlformats.org/officeDocument/2006/relationships/tags" Target="../tags/tag194.xml"/><Relationship Id="rId6" Type="http://schemas.openxmlformats.org/officeDocument/2006/relationships/image" Target="../media/image76.png"/><Relationship Id="rId5" Type="http://schemas.openxmlformats.org/officeDocument/2006/relationships/image" Target="../media/image36.emf"/><Relationship Id="rId4" Type="http://schemas.openxmlformats.org/officeDocument/2006/relationships/oleObject" Target="../embeddings/oleObject19.bin"/><Relationship Id="rId9" Type="http://schemas.openxmlformats.org/officeDocument/2006/relationships/image" Target="../media/image79.png"/></Relationships>
</file>

<file path=ppt/slides/_rels/slide56.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oleObject" Target="../embeddings/oleObject20.bin"/><Relationship Id="rId7" Type="http://schemas.openxmlformats.org/officeDocument/2006/relationships/image" Target="../media/image83.png"/><Relationship Id="rId12" Type="http://schemas.openxmlformats.org/officeDocument/2006/relationships/image" Target="../media/image88.svg"/><Relationship Id="rId2" Type="http://schemas.openxmlformats.org/officeDocument/2006/relationships/slideLayout" Target="../slideLayouts/slideLayout8.xml"/><Relationship Id="rId1" Type="http://schemas.openxmlformats.org/officeDocument/2006/relationships/tags" Target="../tags/tag195.xml"/><Relationship Id="rId6" Type="http://schemas.openxmlformats.org/officeDocument/2006/relationships/image" Target="../media/image82.svg"/><Relationship Id="rId11" Type="http://schemas.openxmlformats.org/officeDocument/2006/relationships/image" Target="../media/image87.png"/><Relationship Id="rId5" Type="http://schemas.openxmlformats.org/officeDocument/2006/relationships/image" Target="../media/image81.png"/><Relationship Id="rId10" Type="http://schemas.openxmlformats.org/officeDocument/2006/relationships/image" Target="../media/image86.svg"/><Relationship Id="rId4" Type="http://schemas.openxmlformats.org/officeDocument/2006/relationships/image" Target="../media/image80.emf"/><Relationship Id="rId9" Type="http://schemas.openxmlformats.org/officeDocument/2006/relationships/image" Target="../media/image85.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chart" Target="../charts/chart2.xml"/><Relationship Id="rId5" Type="http://schemas.openxmlformats.org/officeDocument/2006/relationships/notesSlide" Target="../notesSlides/notesSlide16.xml"/><Relationship Id="rId4"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8.xml"/><Relationship Id="rId4" Type="http://schemas.openxmlformats.org/officeDocument/2006/relationships/chart" Target="../charts/char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8.xml"/><Relationship Id="rId1" Type="http://schemas.openxmlformats.org/officeDocument/2006/relationships/tags" Target="../tags/tag199.xml"/><Relationship Id="rId4" Type="http://schemas.openxmlformats.org/officeDocument/2006/relationships/image" Target="../media/image1.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8.xml"/><Relationship Id="rId1" Type="http://schemas.openxmlformats.org/officeDocument/2006/relationships/tags" Target="../tags/tag200.xml"/><Relationship Id="rId5" Type="http://schemas.openxmlformats.org/officeDocument/2006/relationships/chart" Target="../charts/chart6.xml"/><Relationship Id="rId4" Type="http://schemas.openxmlformats.org/officeDocument/2006/relationships/image" Target="../media/image1.emf"/></Relationships>
</file>

<file path=ppt/slides/_rels/slide6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8.xml"/><Relationship Id="rId1" Type="http://schemas.openxmlformats.org/officeDocument/2006/relationships/tags" Target="../tags/tag201.xml"/><Relationship Id="rId5" Type="http://schemas.openxmlformats.org/officeDocument/2006/relationships/chart" Target="../charts/chart9.xml"/><Relationship Id="rId4" Type="http://schemas.openxmlformats.org/officeDocument/2006/relationships/image" Target="../media/image1.emf"/></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7.xml"/><Relationship Id="rId1" Type="http://schemas.openxmlformats.org/officeDocument/2006/relationships/tags" Target="../tags/tag202.xml"/><Relationship Id="rId5" Type="http://schemas.openxmlformats.org/officeDocument/2006/relationships/image" Target="../media/image89.emf"/><Relationship Id="rId4" Type="http://schemas.openxmlformats.org/officeDocument/2006/relationships/oleObject" Target="../embeddings/oleObject24.bin"/></Relationships>
</file>

<file path=ppt/slides/_rels/slide68.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oleObject" Target="../embeddings/oleObject25.bin"/><Relationship Id="rId7" Type="http://schemas.openxmlformats.org/officeDocument/2006/relationships/image" Target="../media/image92.png"/><Relationship Id="rId2" Type="http://schemas.openxmlformats.org/officeDocument/2006/relationships/slideLayout" Target="../slideLayouts/slideLayout8.xml"/><Relationship Id="rId1" Type="http://schemas.openxmlformats.org/officeDocument/2006/relationships/tags" Target="../tags/tag203.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1.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hyperlink" Target="https://www.instagram.com/kpmgcanada/" TargetMode="External"/><Relationship Id="rId3" Type="http://schemas.openxmlformats.org/officeDocument/2006/relationships/hyperlink" Target="http://www.kpmg.com/ca" TargetMode="External"/><Relationship Id="rId7" Type="http://schemas.openxmlformats.org/officeDocument/2006/relationships/hyperlink" Target="https://www.linkedin.com/company/kpmg-canada/" TargetMode="External"/><Relationship Id="rId12" Type="http://schemas.openxmlformats.org/officeDocument/2006/relationships/image" Target="../media/image99.svg"/><Relationship Id="rId2" Type="http://schemas.openxmlformats.org/officeDocument/2006/relationships/slideLayout" Target="../slideLayouts/slideLayout6.xml"/><Relationship Id="rId1" Type="http://schemas.openxmlformats.org/officeDocument/2006/relationships/tags" Target="../tags/tag204.xml"/><Relationship Id="rId6" Type="http://schemas.openxmlformats.org/officeDocument/2006/relationships/image" Target="../media/image95.svg"/><Relationship Id="rId11" Type="http://schemas.openxmlformats.org/officeDocument/2006/relationships/image" Target="../media/image98.png"/><Relationship Id="rId5" Type="http://schemas.openxmlformats.org/officeDocument/2006/relationships/image" Target="../media/image94.png"/><Relationship Id="rId15" Type="http://schemas.openxmlformats.org/officeDocument/2006/relationships/image" Target="../media/image101.svg"/><Relationship Id="rId10" Type="http://schemas.openxmlformats.org/officeDocument/2006/relationships/hyperlink" Target="https://www.youtube.com/KPMGCanada" TargetMode="External"/><Relationship Id="rId4" Type="http://schemas.openxmlformats.org/officeDocument/2006/relationships/hyperlink" Target="https://x.com/KPMG_Canada" TargetMode="External"/><Relationship Id="rId9" Type="http://schemas.openxmlformats.org/officeDocument/2006/relationships/image" Target="../media/image97.svg"/><Relationship Id="rId14" Type="http://schemas.openxmlformats.org/officeDocument/2006/relationships/image" Target="../media/image1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CA178-CA04-30E1-DFF9-52B267CB1B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40112EF-067A-9BD7-AE69-D9A39200FCF7}"/>
              </a:ext>
            </a:extLst>
          </p:cNvPr>
          <p:cNvSpPr>
            <a:spLocks noGrp="1"/>
          </p:cNvSpPr>
          <p:nvPr>
            <p:ph type="ctrTitle" idx="4294967295"/>
          </p:nvPr>
        </p:nvSpPr>
        <p:spPr>
          <a:xfrm>
            <a:off x="1379616" y="1794007"/>
            <a:ext cx="5765982" cy="2675221"/>
          </a:xfrm>
          <a:prstGeom prst="rect">
            <a:avLst/>
          </a:prstGeom>
        </p:spPr>
        <p:txBody>
          <a:bodyPr/>
          <a:lstStyle/>
          <a:p>
            <a:pPr>
              <a:lnSpc>
                <a:spcPts val="6600"/>
              </a:lnSpc>
            </a:pPr>
            <a:r>
              <a:rPr lang="en-US" sz="8000" dirty="0">
                <a:solidFill>
                  <a:schemeClr val="tx2"/>
                </a:solidFill>
              </a:rPr>
              <a:t>Title</a:t>
            </a:r>
            <a:endParaRPr lang="en-US" sz="6400" dirty="0">
              <a:solidFill>
                <a:schemeClr val="tx2"/>
              </a:solidFill>
            </a:endParaRPr>
          </a:p>
        </p:txBody>
      </p:sp>
      <p:sp>
        <p:nvSpPr>
          <p:cNvPr id="2" name="Text Placeholder 1">
            <a:extLst>
              <a:ext uri="{FF2B5EF4-FFF2-40B4-BE49-F238E27FC236}">
                <a16:creationId xmlns:a16="http://schemas.microsoft.com/office/drawing/2014/main" id="{35A4940A-8282-9846-C681-E582435F37BC}"/>
              </a:ext>
            </a:extLst>
          </p:cNvPr>
          <p:cNvSpPr>
            <a:spLocks noGrp="1"/>
          </p:cNvSpPr>
          <p:nvPr>
            <p:ph type="body" sz="quarter" idx="4294967295"/>
          </p:nvPr>
        </p:nvSpPr>
        <p:spPr>
          <a:xfrm>
            <a:off x="1379616" y="5371278"/>
            <a:ext cx="5765982" cy="562797"/>
          </a:xfrm>
          <a:prstGeom prst="rect">
            <a:avLst/>
          </a:prstGeom>
        </p:spPr>
        <p:txBody>
          <a:bodyPr/>
          <a:lstStyle/>
          <a:p>
            <a:r>
              <a:rPr lang="en-US" sz="1500" spc="50" dirty="0">
                <a:solidFill>
                  <a:schemeClr val="tx2"/>
                </a:solidFill>
              </a:rPr>
              <a:t>Date</a:t>
            </a:r>
          </a:p>
        </p:txBody>
      </p:sp>
    </p:spTree>
    <p:extLst>
      <p:ext uri="{BB962C8B-B14F-4D97-AF65-F5344CB8AC3E}">
        <p14:creationId xmlns:p14="http://schemas.microsoft.com/office/powerpoint/2010/main" val="3591823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5EB60E-81C8-7C45-EE47-9FCFF745D7DA}"/>
              </a:ext>
            </a:extLst>
          </p:cNvPr>
          <p:cNvSpPr>
            <a:spLocks/>
          </p:cNvSpPr>
          <p:nvPr/>
        </p:nvSpPr>
        <p:spPr>
          <a:xfrm flipH="1">
            <a:off x="578662" y="485775"/>
            <a:ext cx="8309304" cy="5665978"/>
          </a:xfrm>
          <a:prstGeom prst="rect">
            <a:avLst/>
          </a:prstGeom>
          <a:solidFill>
            <a:schemeClr val="tx1"/>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8" name="TextBox 7">
            <a:extLst>
              <a:ext uri="{FF2B5EF4-FFF2-40B4-BE49-F238E27FC236}">
                <a16:creationId xmlns:a16="http://schemas.microsoft.com/office/drawing/2014/main" id="{FF81384D-FCC2-10D2-8D53-3EB1B6F80E0B}"/>
              </a:ext>
            </a:extLst>
          </p:cNvPr>
          <p:cNvSpPr txBox="1"/>
          <p:nvPr/>
        </p:nvSpPr>
        <p:spPr>
          <a:xfrm>
            <a:off x="964559" y="842355"/>
            <a:ext cx="2098552" cy="1163395"/>
          </a:xfrm>
          <a:prstGeom prst="rect">
            <a:avLst/>
          </a:prstGeom>
          <a:noFill/>
        </p:spPr>
        <p:txBody>
          <a:bodyPr wrap="square" lIns="0" tIns="0" rIns="0" bIns="0" rtlCol="0">
            <a:spAutoFit/>
          </a:bodyPr>
          <a:lstStyle/>
          <a:p>
            <a:pPr algn="l">
              <a:lnSpc>
                <a:spcPct val="70000"/>
              </a:lnSpc>
              <a:spcAft>
                <a:spcPts val="600"/>
              </a:spcAft>
            </a:pPr>
            <a:r>
              <a:rPr lang="en-GB" sz="5400" dirty="0">
                <a:solidFill>
                  <a:schemeClr val="accent2"/>
                </a:solidFill>
                <a:latin typeface="+mj-lt"/>
              </a:rPr>
              <a:t>Table of contents</a:t>
            </a:r>
          </a:p>
        </p:txBody>
      </p:sp>
      <p:graphicFrame>
        <p:nvGraphicFramePr>
          <p:cNvPr id="9" name="Table 24">
            <a:extLst>
              <a:ext uri="{FF2B5EF4-FFF2-40B4-BE49-F238E27FC236}">
                <a16:creationId xmlns:a16="http://schemas.microsoft.com/office/drawing/2014/main" id="{FB4F3060-6318-D8F6-7EC4-0922EF56A455}"/>
              </a:ext>
            </a:extLst>
          </p:cNvPr>
          <p:cNvGraphicFramePr>
            <a:graphicFrameLocks/>
          </p:cNvGraphicFramePr>
          <p:nvPr/>
        </p:nvGraphicFramePr>
        <p:xfrm>
          <a:off x="4352950" y="1424052"/>
          <a:ext cx="3663583" cy="4540900"/>
        </p:xfrm>
        <a:graphic>
          <a:graphicData uri="http://schemas.openxmlformats.org/drawingml/2006/table">
            <a:tbl>
              <a:tblPr firstRow="1" bandRow="1">
                <a:tableStyleId>{5C22544A-7EE6-4342-B048-85BDC9FD1C3A}</a:tableStyleId>
              </a:tblPr>
              <a:tblGrid>
                <a:gridCol w="321415">
                  <a:extLst>
                    <a:ext uri="{9D8B030D-6E8A-4147-A177-3AD203B41FA5}">
                      <a16:colId xmlns:a16="http://schemas.microsoft.com/office/drawing/2014/main" val="1857791330"/>
                    </a:ext>
                  </a:extLst>
                </a:gridCol>
                <a:gridCol w="2740685">
                  <a:extLst>
                    <a:ext uri="{9D8B030D-6E8A-4147-A177-3AD203B41FA5}">
                      <a16:colId xmlns:a16="http://schemas.microsoft.com/office/drawing/2014/main" val="620299569"/>
                    </a:ext>
                  </a:extLst>
                </a:gridCol>
                <a:gridCol w="601483">
                  <a:extLst>
                    <a:ext uri="{9D8B030D-6E8A-4147-A177-3AD203B41FA5}">
                      <a16:colId xmlns:a16="http://schemas.microsoft.com/office/drawing/2014/main" val="1172101712"/>
                    </a:ext>
                  </a:extLst>
                </a:gridCol>
              </a:tblGrid>
              <a:tr h="0">
                <a:tc>
                  <a:txBody>
                    <a:bodyPr/>
                    <a:lstStyle/>
                    <a:p>
                      <a:pPr>
                        <a:lnSpc>
                          <a:spcPts val="1900"/>
                        </a:lnSpc>
                      </a:pPr>
                      <a:r>
                        <a:rPr lang="en-GB" sz="2000" b="1" dirty="0">
                          <a:solidFill>
                            <a:schemeClr val="accent3"/>
                          </a:solidFill>
                          <a:latin typeface="+mj-lt"/>
                        </a:rPr>
                        <a:t>01</a:t>
                      </a:r>
                    </a:p>
                  </a:txBody>
                  <a:tcPr marL="0" marR="0" marT="54000" marB="54000" anchor="ctr">
                    <a:lnL w="12700" cmpd="sng">
                      <a:noFill/>
                    </a:lnL>
                    <a:lnR w="12700" cmpd="sng">
                      <a:noFill/>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GB" sz="2000" b="0" i="0" u="none" strike="noStrike" kern="1200" cap="none" spc="0" normalizeH="0" baseline="0" noProof="0" dirty="0">
                          <a:ln>
                            <a:noFill/>
                          </a:ln>
                          <a:solidFill>
                            <a:schemeClr val="accent3"/>
                          </a:solidFill>
                          <a:effectLst/>
                          <a:uLnTx/>
                          <a:uFillTx/>
                          <a:latin typeface="+mj-lt"/>
                          <a:ea typeface="+mn-ea"/>
                          <a:cs typeface="+mn-cs"/>
                          <a:hlinkClick r:id="rId3" action="ppaction://hlinksldjump">
                            <a:extLst>
                              <a:ext uri="{A12FA001-AC4F-418D-AE19-62706E023703}">
                                <ahyp:hlinkClr xmlns:ahyp="http://schemas.microsoft.com/office/drawing/2018/hyperlinkcolor" val="tx"/>
                              </a:ext>
                            </a:extLst>
                          </a:hlinkClick>
                        </a:rPr>
                        <a:t>Agenda</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3</a:t>
                      </a:r>
                    </a:p>
                  </a:txBody>
                  <a:tcPr marL="80189" marR="0" marT="54000" marB="54000" anchor="ctr">
                    <a:lnL w="12700" cmpd="sng">
                      <a:noFill/>
                    </a:lnL>
                    <a:lnR w="12700" cmpd="sng">
                      <a:noFill/>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7100306"/>
                  </a:ext>
                </a:extLst>
              </a:tr>
              <a:tr h="0">
                <a:tc>
                  <a:txBody>
                    <a:bodyPr/>
                    <a:lstStyle/>
                    <a:p>
                      <a:pPr>
                        <a:lnSpc>
                          <a:spcPts val="1900"/>
                        </a:lnSpc>
                      </a:pPr>
                      <a:r>
                        <a:rPr lang="en-GB" sz="2000" b="1" dirty="0">
                          <a:solidFill>
                            <a:schemeClr val="accent3"/>
                          </a:solidFill>
                          <a:latin typeface="+mj-lt"/>
                        </a:rPr>
                        <a:t>02</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GB" sz="2000" b="0" i="0" u="none" strike="noStrike" kern="1200" cap="none" spc="0" normalizeH="0" baseline="0" noProof="0" dirty="0">
                          <a:ln>
                            <a:noFill/>
                          </a:ln>
                          <a:solidFill>
                            <a:schemeClr val="accent3"/>
                          </a:solidFill>
                          <a:effectLst/>
                          <a:uLnTx/>
                          <a:uFillTx/>
                          <a:latin typeface="+mj-lt"/>
                          <a:ea typeface="+mn-ea"/>
                          <a:cs typeface="+mn-cs"/>
                          <a:hlinkClick r:id="rId4" action="ppaction://hlinksldjump">
                            <a:extLst>
                              <a:ext uri="{A12FA001-AC4F-418D-AE19-62706E023703}">
                                <ahyp:hlinkClr xmlns:ahyp="http://schemas.microsoft.com/office/drawing/2018/hyperlinkcolor" val="tx"/>
                              </a:ext>
                            </a:extLst>
                          </a:hlinkClick>
                        </a:rPr>
                        <a:t>Executive summary</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9</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038224"/>
                  </a:ext>
                </a:extLst>
              </a:tr>
              <a:tr h="0">
                <a:tc>
                  <a:txBody>
                    <a:bodyPr/>
                    <a:lstStyle/>
                    <a:p>
                      <a:pPr>
                        <a:lnSpc>
                          <a:spcPts val="1900"/>
                        </a:lnSpc>
                      </a:pPr>
                      <a:r>
                        <a:rPr lang="en-GB" sz="2000" b="1" dirty="0">
                          <a:solidFill>
                            <a:schemeClr val="accent3"/>
                          </a:solidFill>
                          <a:latin typeface="+mj-lt"/>
                        </a:rPr>
                        <a:t>03</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GB" sz="2000" b="0" i="0" u="none" strike="noStrike" kern="1200" cap="none" spc="0" normalizeH="0" baseline="0" noProof="0" dirty="0">
                          <a:ln>
                            <a:noFill/>
                          </a:ln>
                          <a:solidFill>
                            <a:schemeClr val="accent3"/>
                          </a:solidFill>
                          <a:effectLst/>
                          <a:uLnTx/>
                          <a:uFillTx/>
                          <a:latin typeface="+mj-lt"/>
                          <a:ea typeface="+mn-ea"/>
                          <a:cs typeface="+mn-cs"/>
                          <a:hlinkClick r:id="rId5" action="ppaction://hlinksldjump">
                            <a:extLst>
                              <a:ext uri="{A12FA001-AC4F-418D-AE19-62706E023703}">
                                <ahyp:hlinkClr xmlns:ahyp="http://schemas.microsoft.com/office/drawing/2018/hyperlinkcolor" val="tx"/>
                              </a:ext>
                            </a:extLst>
                          </a:hlinkClick>
                        </a:rPr>
                        <a:t>Vision &amp; objectives</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16</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946621"/>
                  </a:ext>
                </a:extLst>
              </a:tr>
              <a:tr h="0">
                <a:tc>
                  <a:txBody>
                    <a:bodyPr/>
                    <a:lstStyle/>
                    <a:p>
                      <a:pPr>
                        <a:lnSpc>
                          <a:spcPts val="1900"/>
                        </a:lnSpc>
                      </a:pPr>
                      <a:r>
                        <a:rPr lang="en-GB" sz="2000" b="1" dirty="0">
                          <a:solidFill>
                            <a:schemeClr val="accent3"/>
                          </a:solidFill>
                          <a:latin typeface="+mj-lt"/>
                        </a:rPr>
                        <a:t>04</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GB" sz="2000" b="0" i="0" u="none" strike="noStrike" kern="1200" cap="none" spc="0" normalizeH="0" baseline="0" noProof="0" dirty="0">
                          <a:ln>
                            <a:noFill/>
                          </a:ln>
                          <a:solidFill>
                            <a:schemeClr val="accent3"/>
                          </a:solidFill>
                          <a:effectLst/>
                          <a:uLnTx/>
                          <a:uFillTx/>
                          <a:latin typeface="+mj-lt"/>
                          <a:ea typeface="+mn-ea"/>
                          <a:cs typeface="+mn-cs"/>
                          <a:hlinkClick r:id="rId6" action="ppaction://hlinksldjump">
                            <a:extLst>
                              <a:ext uri="{A12FA001-AC4F-418D-AE19-62706E023703}">
                                <ahyp:hlinkClr xmlns:ahyp="http://schemas.microsoft.com/office/drawing/2018/hyperlinkcolor" val="tx"/>
                              </a:ext>
                            </a:extLst>
                          </a:hlinkClick>
                        </a:rPr>
                        <a:t>Bullet points</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36</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837470"/>
                  </a:ext>
                </a:extLst>
              </a:tr>
              <a:tr h="0">
                <a:tc>
                  <a:txBody>
                    <a:bodyPr/>
                    <a:lstStyle/>
                    <a:p>
                      <a:pPr>
                        <a:lnSpc>
                          <a:spcPts val="1900"/>
                        </a:lnSpc>
                      </a:pPr>
                      <a:r>
                        <a:rPr lang="en-GB" sz="2000" b="1" dirty="0">
                          <a:solidFill>
                            <a:schemeClr val="accent3"/>
                          </a:solidFill>
                          <a:latin typeface="+mj-lt"/>
                        </a:rPr>
                        <a:t>05</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000" dirty="0">
                          <a:solidFill>
                            <a:schemeClr val="accent3"/>
                          </a:solidFill>
                          <a:latin typeface="+mj-lt"/>
                          <a:hlinkClick r:id="rId7" action="ppaction://hlinksldjump">
                            <a:extLst>
                              <a:ext uri="{A12FA001-AC4F-418D-AE19-62706E023703}">
                                <ahyp:hlinkClr xmlns:ahyp="http://schemas.microsoft.com/office/drawing/2018/hyperlinkcolor" val="tx"/>
                              </a:ext>
                            </a:extLst>
                          </a:hlinkClick>
                        </a:rPr>
                        <a:t>Timelines &amp; project plan</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82</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0249863"/>
                  </a:ext>
                </a:extLst>
              </a:tr>
              <a:tr h="0">
                <a:tc>
                  <a:txBody>
                    <a:bodyPr/>
                    <a:lstStyle/>
                    <a:p>
                      <a:pPr>
                        <a:lnSpc>
                          <a:spcPts val="1900"/>
                        </a:lnSpc>
                      </a:pPr>
                      <a:r>
                        <a:rPr lang="en-GB" sz="2000" b="1">
                          <a:solidFill>
                            <a:schemeClr val="accent3"/>
                          </a:solidFill>
                          <a:latin typeface="+mj-lt"/>
                        </a:rPr>
                        <a:t>06</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000" dirty="0">
                          <a:solidFill>
                            <a:schemeClr val="accent3"/>
                          </a:solidFill>
                          <a:latin typeface="+mj-lt"/>
                          <a:hlinkClick r:id="rId8" action="ppaction://hlinksldjump">
                            <a:extLst>
                              <a:ext uri="{A12FA001-AC4F-418D-AE19-62706E023703}">
                                <ahyp:hlinkClr xmlns:ahyp="http://schemas.microsoft.com/office/drawing/2018/hyperlinkcolor" val="tx"/>
                              </a:ext>
                            </a:extLst>
                          </a:hlinkClick>
                        </a:rPr>
                        <a:t>Dashboards &amp; tables</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134</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8543172"/>
                  </a:ext>
                </a:extLst>
              </a:tr>
              <a:tr h="0">
                <a:tc>
                  <a:txBody>
                    <a:bodyPr/>
                    <a:lstStyle/>
                    <a:p>
                      <a:pPr>
                        <a:lnSpc>
                          <a:spcPts val="1900"/>
                        </a:lnSpc>
                      </a:pPr>
                      <a:r>
                        <a:rPr lang="en-GB" sz="2000" b="1" dirty="0">
                          <a:solidFill>
                            <a:schemeClr val="accent3"/>
                          </a:solidFill>
                          <a:latin typeface="+mj-lt"/>
                        </a:rPr>
                        <a:t>07</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000" dirty="0">
                          <a:solidFill>
                            <a:schemeClr val="accent3"/>
                          </a:solidFill>
                          <a:latin typeface="+mj-lt"/>
                          <a:hlinkClick r:id="rId9" action="ppaction://hlinksldjump">
                            <a:extLst>
                              <a:ext uri="{A12FA001-AC4F-418D-AE19-62706E023703}">
                                <ahyp:hlinkClr xmlns:ahyp="http://schemas.microsoft.com/office/drawing/2018/hyperlinkcolor" val="tx"/>
                              </a:ext>
                            </a:extLst>
                          </a:hlinkClick>
                        </a:rPr>
                        <a:t>Line graphs</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184</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5363338"/>
                  </a:ext>
                </a:extLst>
              </a:tr>
              <a:tr h="0">
                <a:tc>
                  <a:txBody>
                    <a:bodyPr/>
                    <a:lstStyle/>
                    <a:p>
                      <a:pPr>
                        <a:lnSpc>
                          <a:spcPts val="1900"/>
                        </a:lnSpc>
                      </a:pPr>
                      <a:r>
                        <a:rPr lang="en-GB" sz="2000" b="1" dirty="0">
                          <a:solidFill>
                            <a:schemeClr val="accent3"/>
                          </a:solidFill>
                          <a:latin typeface="+mj-lt"/>
                        </a:rPr>
                        <a:t>08</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000" dirty="0">
                          <a:solidFill>
                            <a:schemeClr val="accent3"/>
                          </a:solidFill>
                          <a:latin typeface="+mj-lt"/>
                          <a:hlinkClick r:id="rId10" action="ppaction://hlinksldjump">
                            <a:extLst>
                              <a:ext uri="{A12FA001-AC4F-418D-AE19-62706E023703}">
                                <ahyp:hlinkClr xmlns:ahyp="http://schemas.microsoft.com/office/drawing/2018/hyperlinkcolor" val="tx"/>
                              </a:ext>
                            </a:extLst>
                          </a:hlinkClick>
                        </a:rPr>
                        <a:t>Pie charts</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193</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777983"/>
                  </a:ext>
                </a:extLst>
              </a:tr>
              <a:tr h="0">
                <a:tc>
                  <a:txBody>
                    <a:bodyPr/>
                    <a:lstStyle/>
                    <a:p>
                      <a:pPr>
                        <a:lnSpc>
                          <a:spcPts val="1900"/>
                        </a:lnSpc>
                      </a:pPr>
                      <a:r>
                        <a:rPr lang="en-GB" sz="2000" b="1" dirty="0">
                          <a:solidFill>
                            <a:schemeClr val="accent3"/>
                          </a:solidFill>
                          <a:latin typeface="+mj-lt"/>
                        </a:rPr>
                        <a:t>09</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000" dirty="0">
                          <a:solidFill>
                            <a:schemeClr val="accent3"/>
                          </a:solidFill>
                          <a:latin typeface="+mj-lt"/>
                          <a:hlinkClick r:id="rId11" action="ppaction://hlinksldjump">
                            <a:extLst>
                              <a:ext uri="{A12FA001-AC4F-418D-AE19-62706E023703}">
                                <ahyp:hlinkClr xmlns:ahyp="http://schemas.microsoft.com/office/drawing/2018/hyperlinkcolor" val="tx"/>
                              </a:ext>
                            </a:extLst>
                          </a:hlinkClick>
                        </a:rPr>
                        <a:t>Bar charts</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202</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6901886"/>
                  </a:ext>
                </a:extLst>
              </a:tr>
              <a:tr h="0">
                <a:tc>
                  <a:txBody>
                    <a:bodyPr/>
                    <a:lstStyle/>
                    <a:p>
                      <a:pPr>
                        <a:lnSpc>
                          <a:spcPts val="1900"/>
                        </a:lnSpc>
                      </a:pPr>
                      <a:r>
                        <a:rPr lang="en-GB" sz="2000" b="1" dirty="0">
                          <a:solidFill>
                            <a:schemeClr val="accent3"/>
                          </a:solidFill>
                          <a:latin typeface="+mj-lt"/>
                        </a:rPr>
                        <a:t>10</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000" dirty="0">
                          <a:solidFill>
                            <a:schemeClr val="accent3"/>
                          </a:solidFill>
                          <a:latin typeface="+mj-lt"/>
                          <a:hlinkClick r:id="" action="ppaction://noaction">
                            <a:extLst>
                              <a:ext uri="{A12FA001-AC4F-418D-AE19-62706E023703}">
                                <ahyp:hlinkClr xmlns:ahyp="http://schemas.microsoft.com/office/drawing/2018/hyperlinkcolor" val="tx"/>
                              </a:ext>
                            </a:extLst>
                          </a:hlinkClick>
                        </a:rPr>
                        <a:t>Scatter &amp; other charts</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262</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9249667"/>
                  </a:ext>
                </a:extLst>
              </a:tr>
              <a:tr h="0">
                <a:tc>
                  <a:txBody>
                    <a:bodyPr/>
                    <a:lstStyle/>
                    <a:p>
                      <a:pPr>
                        <a:lnSpc>
                          <a:spcPts val="1900"/>
                        </a:lnSpc>
                      </a:pPr>
                      <a:r>
                        <a:rPr lang="en-GB" sz="2000" b="1" dirty="0">
                          <a:solidFill>
                            <a:schemeClr val="accent3"/>
                          </a:solidFill>
                          <a:latin typeface="+mj-lt"/>
                        </a:rPr>
                        <a:t>11</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000" dirty="0">
                          <a:solidFill>
                            <a:schemeClr val="accent3"/>
                          </a:solidFill>
                          <a:latin typeface="+mj-lt"/>
                          <a:hlinkClick r:id="" action="ppaction://noaction">
                            <a:extLst>
                              <a:ext uri="{A12FA001-AC4F-418D-AE19-62706E023703}">
                                <ahyp:hlinkClr xmlns:ahyp="http://schemas.microsoft.com/office/drawing/2018/hyperlinkcolor" val="tx"/>
                              </a:ext>
                            </a:extLst>
                          </a:hlinkClick>
                        </a:rPr>
                        <a:t>Fees &amp; KPIs</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275</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72400"/>
                  </a:ext>
                </a:extLst>
              </a:tr>
              <a:tr h="0">
                <a:tc>
                  <a:txBody>
                    <a:bodyPr/>
                    <a:lstStyle/>
                    <a:p>
                      <a:pPr>
                        <a:lnSpc>
                          <a:spcPts val="1900"/>
                        </a:lnSpc>
                      </a:pPr>
                      <a:r>
                        <a:rPr lang="en-GB" sz="2000" b="1" dirty="0">
                          <a:solidFill>
                            <a:schemeClr val="accent3"/>
                          </a:solidFill>
                          <a:latin typeface="+mj-lt"/>
                        </a:rPr>
                        <a:t>12</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000" dirty="0">
                          <a:solidFill>
                            <a:schemeClr val="accent3"/>
                          </a:solidFill>
                          <a:latin typeface="+mj-lt"/>
                          <a:hlinkClick r:id="" action="ppaction://noaction">
                            <a:extLst>
                              <a:ext uri="{A12FA001-AC4F-418D-AE19-62706E023703}">
                                <ahyp:hlinkClr xmlns:ahyp="http://schemas.microsoft.com/office/drawing/2018/hyperlinkcolor" val="tx"/>
                              </a:ext>
                            </a:extLst>
                          </a:hlinkClick>
                        </a:rPr>
                        <a:t>Map</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286</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50201"/>
                  </a:ext>
                </a:extLst>
              </a:tr>
              <a:tr h="0">
                <a:tc>
                  <a:txBody>
                    <a:bodyPr/>
                    <a:lstStyle/>
                    <a:p>
                      <a:pPr>
                        <a:lnSpc>
                          <a:spcPts val="1900"/>
                        </a:lnSpc>
                      </a:pPr>
                      <a:r>
                        <a:rPr lang="en-GB" sz="2000" b="1" dirty="0">
                          <a:solidFill>
                            <a:schemeClr val="accent3"/>
                          </a:solidFill>
                          <a:latin typeface="+mj-lt"/>
                        </a:rPr>
                        <a:t>13</a:t>
                      </a: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000" dirty="0">
                          <a:solidFill>
                            <a:schemeClr val="accent3"/>
                          </a:solidFill>
                          <a:latin typeface="+mj-lt"/>
                          <a:hlinkClick r:id="" action="ppaction://noaction">
                            <a:extLst>
                              <a:ext uri="{A12FA001-AC4F-418D-AE19-62706E023703}">
                                <ahyp:hlinkClr xmlns:ahyp="http://schemas.microsoft.com/office/drawing/2018/hyperlinkcolor" val="tx"/>
                              </a:ext>
                            </a:extLst>
                          </a:hlinkClick>
                        </a:rPr>
                        <a:t>Other infographics</a:t>
                      </a:r>
                      <a:endParaRPr kumimoji="0" lang="en-GB" sz="2000" b="0" i="0" u="none" strike="noStrike" kern="1200" cap="none" spc="0" normalizeH="0" baseline="0" noProof="0" dirty="0">
                        <a:ln>
                          <a:noFill/>
                        </a:ln>
                        <a:solidFill>
                          <a:schemeClr val="accent3"/>
                        </a:solidFill>
                        <a:effectLst/>
                        <a:uLnTx/>
                        <a:uFillTx/>
                        <a:latin typeface="+mj-lt"/>
                        <a:ea typeface="+mn-ea"/>
                        <a:cs typeface="+mn-cs"/>
                      </a:endParaRPr>
                    </a:p>
                  </a:txBody>
                  <a:tcPr marL="0"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ts val="1900"/>
                        </a:lnSpc>
                      </a:pPr>
                      <a:r>
                        <a:rPr lang="en-GB" sz="1100" b="0" dirty="0">
                          <a:solidFill>
                            <a:schemeClr val="accent3"/>
                          </a:solidFill>
                          <a:latin typeface="+mn-lt"/>
                        </a:rPr>
                        <a:t>297</a:t>
                      </a:r>
                    </a:p>
                  </a:txBody>
                  <a:tcPr marL="80189" marR="0" marT="54000" marB="54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5279487"/>
                  </a:ext>
                </a:extLst>
              </a:tr>
            </a:tbl>
          </a:graphicData>
        </a:graphic>
      </p:graphicFrame>
    </p:spTree>
    <p:extLst>
      <p:ext uri="{BB962C8B-B14F-4D97-AF65-F5344CB8AC3E}">
        <p14:creationId xmlns:p14="http://schemas.microsoft.com/office/powerpoint/2010/main" val="1981501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05C61-21D3-CC3D-62B5-A07914470DB6}"/>
              </a:ext>
            </a:extLst>
          </p:cNvPr>
          <p:cNvSpPr>
            <a:spLocks noGrp="1"/>
          </p:cNvSpPr>
          <p:nvPr>
            <p:ph type="ctrTitle"/>
          </p:nvPr>
        </p:nvSpPr>
        <p:spPr/>
        <p:txBody>
          <a:bodyPr/>
          <a:lstStyle/>
          <a:p>
            <a:r>
              <a:rPr lang="en-US" dirty="0"/>
              <a:t>Agenda</a:t>
            </a:r>
          </a:p>
        </p:txBody>
      </p:sp>
      <p:sp>
        <p:nvSpPr>
          <p:cNvPr id="3" name="Text Placeholder 2">
            <a:extLst>
              <a:ext uri="{FF2B5EF4-FFF2-40B4-BE49-F238E27FC236}">
                <a16:creationId xmlns:a16="http://schemas.microsoft.com/office/drawing/2014/main" id="{E6359419-8597-4A63-065D-5A5043EA1E41}"/>
              </a:ext>
            </a:extLst>
          </p:cNvPr>
          <p:cNvSpPr>
            <a:spLocks noGrp="1"/>
          </p:cNvSpPr>
          <p:nvPr>
            <p:ph type="body" sz="quarter" idx="14"/>
          </p:nvPr>
        </p:nvSpPr>
        <p:spPr/>
        <p:txBody>
          <a:bodyPr/>
          <a:lstStyle/>
          <a:p>
            <a:r>
              <a:rPr lang="en-US" dirty="0"/>
              <a:t>01</a:t>
            </a:r>
          </a:p>
        </p:txBody>
      </p:sp>
    </p:spTree>
    <p:extLst>
      <p:ext uri="{BB962C8B-B14F-4D97-AF65-F5344CB8AC3E}">
        <p14:creationId xmlns:p14="http://schemas.microsoft.com/office/powerpoint/2010/main" val="771717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7" name="Picture Placeholder 16">
            <a:extLst>
              <a:ext uri="{FF2B5EF4-FFF2-40B4-BE49-F238E27FC236}">
                <a16:creationId xmlns:a16="http://schemas.microsoft.com/office/drawing/2014/main" id="{BDA76C2D-4B16-7E94-AFCE-34B11017724C}"/>
              </a:ext>
            </a:extLst>
          </p:cNvPr>
          <p:cNvSpPr>
            <a:spLocks noGrp="1"/>
          </p:cNvSpPr>
          <p:nvPr>
            <p:ph type="pic" sz="quarter" idx="21"/>
          </p:nvPr>
        </p:nvSpPr>
        <p:spPr>
          <a:xfrm>
            <a:off x="7018096" y="1857151"/>
            <a:ext cx="4646139" cy="3620530"/>
          </a:xfrm>
        </p:spPr>
        <p:txBody>
          <a:bodyPr/>
          <a:lstStyle/>
          <a:p>
            <a:endParaRPr lang="en-US"/>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Content </a:t>
            </a:r>
            <a:endParaRPr lang="en-DK"/>
          </a:p>
        </p:txBody>
      </p:sp>
      <p:sp>
        <p:nvSpPr>
          <p:cNvPr id="14" name="Subtitle 13">
            <a:extLst>
              <a:ext uri="{FF2B5EF4-FFF2-40B4-BE49-F238E27FC236}">
                <a16:creationId xmlns:a16="http://schemas.microsoft.com/office/drawing/2014/main" id="{B84EADB5-646F-1E15-6F3D-B89FDB90CFDB}"/>
              </a:ext>
            </a:extLst>
          </p:cNvPr>
          <p:cNvSpPr>
            <a:spLocks noGrp="1"/>
          </p:cNvSpPr>
          <p:nvPr>
            <p:ph type="subTitle" idx="1"/>
          </p:nvPr>
        </p:nvSpPr>
        <p:spPr/>
        <p:txBody>
          <a:bodyPr/>
          <a:lstStyle/>
          <a:p>
            <a:endParaRPr lang="en-US" dirty="0"/>
          </a:p>
        </p:txBody>
      </p:sp>
      <p:graphicFrame>
        <p:nvGraphicFramePr>
          <p:cNvPr id="4" name="Table 3">
            <a:extLst>
              <a:ext uri="{FF2B5EF4-FFF2-40B4-BE49-F238E27FC236}">
                <a16:creationId xmlns:a16="http://schemas.microsoft.com/office/drawing/2014/main" id="{DFEDD47F-1E66-E793-7801-3C2A2FB6063B}"/>
              </a:ext>
            </a:extLst>
          </p:cNvPr>
          <p:cNvGraphicFramePr>
            <a:graphicFrameLocks noGrp="1"/>
          </p:cNvGraphicFramePr>
          <p:nvPr>
            <p:extLst>
              <p:ext uri="{D42A27DB-BD31-4B8C-83A1-F6EECF244321}">
                <p14:modId xmlns:p14="http://schemas.microsoft.com/office/powerpoint/2010/main" val="1699923409"/>
              </p:ext>
            </p:extLst>
          </p:nvPr>
        </p:nvGraphicFramePr>
        <p:xfrm>
          <a:off x="554736" y="1423265"/>
          <a:ext cx="5579364" cy="4494715"/>
        </p:xfrm>
        <a:graphic>
          <a:graphicData uri="http://schemas.openxmlformats.org/drawingml/2006/table">
            <a:tbl>
              <a:tblPr firstRow="1" bandRow="1">
                <a:tableStyleId>{3B4B98B0-60AC-42C2-AFA5-B58CD77FA1E5}</a:tableStyleId>
              </a:tblPr>
              <a:tblGrid>
                <a:gridCol w="643869">
                  <a:extLst>
                    <a:ext uri="{9D8B030D-6E8A-4147-A177-3AD203B41FA5}">
                      <a16:colId xmlns:a16="http://schemas.microsoft.com/office/drawing/2014/main" val="215648237"/>
                    </a:ext>
                  </a:extLst>
                </a:gridCol>
                <a:gridCol w="4935495">
                  <a:extLst>
                    <a:ext uri="{9D8B030D-6E8A-4147-A177-3AD203B41FA5}">
                      <a16:colId xmlns:a16="http://schemas.microsoft.com/office/drawing/2014/main" val="3382001940"/>
                    </a:ext>
                  </a:extLst>
                </a:gridCol>
              </a:tblGrid>
              <a:tr h="749635">
                <a:tc>
                  <a:txBody>
                    <a:bodyPr/>
                    <a:lstStyle/>
                    <a:p>
                      <a:pPr algn="r">
                        <a:lnSpc>
                          <a:spcPct val="93000"/>
                        </a:lnSpc>
                      </a:pPr>
                      <a:r>
                        <a:rPr lang="en-GB" sz="2400" b="1">
                          <a:solidFill>
                            <a:schemeClr val="tx2"/>
                          </a:solidFill>
                          <a:latin typeface="+mn-lt"/>
                        </a:rPr>
                        <a:t>2</a:t>
                      </a:r>
                    </a:p>
                  </a:txBody>
                  <a:tcPr marT="0"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chemeClr val="tx2"/>
                          </a:solidFill>
                          <a:latin typeface="+mn-lt"/>
                        </a:rPr>
                        <a:t>Introduction</a:t>
                      </a:r>
                    </a:p>
                  </a:txBody>
                  <a:tcPr marL="216000" marR="0" marT="0"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7530645"/>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tx2"/>
                          </a:solidFill>
                          <a:latin typeface="+mn-lt"/>
                        </a:rPr>
                        <a:t>5</a:t>
                      </a:r>
                    </a:p>
                  </a:txBody>
                  <a:tcPr marT="0" marB="0" anchor="ctr">
                    <a:lnL>
                      <a:noFill/>
                    </a:lnL>
                    <a:lnR w="12700" cap="flat" cmpd="sng" algn="ctr">
                      <a:noFill/>
                      <a:prstDash val="sysDot"/>
                      <a:round/>
                      <a:headEnd type="none" w="med" len="med"/>
                      <a:tailEnd type="none" w="med" len="med"/>
                    </a:lnR>
                    <a:lnT w="9525" cap="flat" cmpd="sng" algn="ctr">
                      <a:solidFill>
                        <a:schemeClr val="tx2"/>
                      </a:solidFill>
                      <a:prstDash val="sysDash"/>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a:solidFill>
                            <a:schemeClr val="tx2"/>
                          </a:solidFill>
                          <a:latin typeface="+mn-lt"/>
                        </a:rPr>
                        <a:t>How we understand the situation</a:t>
                      </a:r>
                    </a:p>
                  </a:txBody>
                  <a:tcPr marL="216000" marR="0" marT="0" marB="0" anchor="ctr">
                    <a:lnL w="12700" cap="flat" cmpd="sng" algn="ctr">
                      <a:noFill/>
                      <a:prstDash val="sysDot"/>
                      <a:round/>
                      <a:headEnd type="none" w="med" len="med"/>
                      <a:tailEnd type="none" w="med" len="med"/>
                    </a:lnL>
                    <a:lnR>
                      <a:noFill/>
                    </a:lnR>
                    <a:lnT w="9525" cap="flat" cmpd="sng" algn="ctr">
                      <a:solidFill>
                        <a:schemeClr val="tx2"/>
                      </a:solidFill>
                      <a:prstDash val="sysDash"/>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707803"/>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tx2"/>
                          </a:solidFill>
                          <a:latin typeface="+mn-lt"/>
                        </a:rPr>
                        <a:t>12</a:t>
                      </a:r>
                    </a:p>
                  </a:txBody>
                  <a:tcPr marT="0" marB="0" anchor="ctr">
                    <a:lnL>
                      <a:noFill/>
                    </a:lnL>
                    <a:lnR w="12700" cap="flat" cmpd="sng" algn="ctr">
                      <a:noFill/>
                      <a:prstDash val="sysDot"/>
                      <a:round/>
                      <a:headEnd type="none" w="med" len="med"/>
                      <a:tailEnd type="none" w="med" len="med"/>
                    </a:lnR>
                    <a:lnT w="9525" cap="flat" cmpd="sng" algn="ctr">
                      <a:solidFill>
                        <a:schemeClr val="tx2"/>
                      </a:solidFill>
                      <a:prstDash val="sysDash"/>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dirty="0">
                          <a:solidFill>
                            <a:schemeClr val="tx2"/>
                          </a:solidFill>
                          <a:latin typeface="+mn-lt"/>
                        </a:rPr>
                        <a:t>Proposed solution</a:t>
                      </a:r>
                    </a:p>
                  </a:txBody>
                  <a:tcPr marL="216000" marR="0" marT="0" marB="0" anchor="ctr">
                    <a:lnL w="12700" cap="flat" cmpd="sng" algn="ctr">
                      <a:noFill/>
                      <a:prstDash val="sysDot"/>
                      <a:round/>
                      <a:headEnd type="none" w="med" len="med"/>
                      <a:tailEnd type="none" w="med" len="med"/>
                    </a:lnL>
                    <a:lnR>
                      <a:noFill/>
                    </a:lnR>
                    <a:lnT w="9525" cap="flat" cmpd="sng" algn="ctr">
                      <a:solidFill>
                        <a:schemeClr val="tx2"/>
                      </a:solidFill>
                      <a:prstDash val="sysDash"/>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574090"/>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tx2"/>
                          </a:solidFill>
                          <a:latin typeface="+mn-lt"/>
                        </a:rPr>
                        <a:t>20</a:t>
                      </a:r>
                    </a:p>
                  </a:txBody>
                  <a:tcPr marT="0" marB="0" anchor="ctr">
                    <a:lnL>
                      <a:noFill/>
                    </a:lnL>
                    <a:lnR w="12700" cap="flat" cmpd="sng" algn="ctr">
                      <a:noFill/>
                      <a:prstDash val="sysDot"/>
                      <a:round/>
                      <a:headEnd type="none" w="med" len="med"/>
                      <a:tailEnd type="none" w="med" len="med"/>
                    </a:lnR>
                    <a:lnT w="9525" cap="flat" cmpd="sng" algn="ctr">
                      <a:solidFill>
                        <a:schemeClr val="tx2"/>
                      </a:solidFill>
                      <a:prstDash val="sysDash"/>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a:solidFill>
                            <a:schemeClr val="tx2"/>
                          </a:solidFill>
                          <a:latin typeface="+mn-lt"/>
                        </a:rPr>
                        <a:t>Project approach and plan</a:t>
                      </a:r>
                    </a:p>
                  </a:txBody>
                  <a:tcPr marL="216000" marR="0" marT="0" marB="0" anchor="ctr">
                    <a:lnL w="12700" cap="flat" cmpd="sng" algn="ctr">
                      <a:noFill/>
                      <a:prstDash val="sysDot"/>
                      <a:round/>
                      <a:headEnd type="none" w="med" len="med"/>
                      <a:tailEnd type="none" w="med" len="med"/>
                    </a:lnL>
                    <a:lnR>
                      <a:noFill/>
                    </a:lnR>
                    <a:lnT w="9525" cap="flat" cmpd="sng" algn="ctr">
                      <a:solidFill>
                        <a:schemeClr val="tx2"/>
                      </a:solidFill>
                      <a:prstDash val="sysDash"/>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201902"/>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tx2"/>
                          </a:solidFill>
                          <a:latin typeface="+mn-lt"/>
                        </a:rPr>
                        <a:t>25</a:t>
                      </a:r>
                    </a:p>
                  </a:txBody>
                  <a:tcPr marT="0" marB="0" anchor="ctr">
                    <a:lnL>
                      <a:noFill/>
                    </a:lnL>
                    <a:lnR w="12700" cap="flat" cmpd="sng" algn="ctr">
                      <a:noFill/>
                      <a:prstDash val="sysDot"/>
                      <a:round/>
                      <a:headEnd type="none" w="med" len="med"/>
                      <a:tailEnd type="none" w="med" len="med"/>
                    </a:lnR>
                    <a:lnT w="9525" cap="flat" cmpd="sng" algn="ctr">
                      <a:solidFill>
                        <a:schemeClr val="tx2"/>
                      </a:solidFill>
                      <a:prstDash val="sysDash"/>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a:solidFill>
                            <a:schemeClr val="tx2"/>
                          </a:solidFill>
                          <a:latin typeface="+mn-lt"/>
                        </a:rPr>
                        <a:t>Team and investment</a:t>
                      </a:r>
                    </a:p>
                  </a:txBody>
                  <a:tcPr marL="216000" marR="0" marT="0" marB="0" anchor="ctr">
                    <a:lnL w="12700" cap="flat" cmpd="sng" algn="ctr">
                      <a:noFill/>
                      <a:prstDash val="sysDot"/>
                      <a:round/>
                      <a:headEnd type="none" w="med" len="med"/>
                      <a:tailEnd type="none" w="med" len="med"/>
                    </a:lnL>
                    <a:lnR>
                      <a:noFill/>
                    </a:lnR>
                    <a:lnT w="9525" cap="flat" cmpd="sng" algn="ctr">
                      <a:solidFill>
                        <a:schemeClr val="tx2"/>
                      </a:solidFill>
                      <a:prstDash val="sysDash"/>
                      <a:round/>
                      <a:headEnd type="none" w="med" len="med"/>
                      <a:tailEnd type="none" w="med" len="med"/>
                    </a:lnT>
                    <a:lnB w="9525" cap="flat" cmpd="sng" algn="ctr">
                      <a:solidFill>
                        <a:schemeClr val="tx2"/>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6707626"/>
                  </a:ext>
                </a:extLst>
              </a:tr>
              <a:tr h="749016">
                <a:tc>
                  <a:txBody>
                    <a:bodyPr/>
                    <a:lstStyle/>
                    <a:p>
                      <a:pPr marL="0" marR="0" lvl="0" indent="0" algn="r" defTabSz="914400" rtl="0" eaLnBrk="1" fontAlgn="auto" latinLnBrk="0" hangingPunct="1">
                        <a:lnSpc>
                          <a:spcPct val="93000"/>
                        </a:lnSpc>
                        <a:spcBef>
                          <a:spcPts val="0"/>
                        </a:spcBef>
                        <a:spcAft>
                          <a:spcPts val="0"/>
                        </a:spcAft>
                        <a:buClrTx/>
                        <a:buSzTx/>
                        <a:buFontTx/>
                        <a:buNone/>
                        <a:tabLst/>
                        <a:defRPr/>
                      </a:pPr>
                      <a:r>
                        <a:rPr lang="en-GB" sz="2400" b="1">
                          <a:solidFill>
                            <a:schemeClr val="tx2"/>
                          </a:solidFill>
                          <a:latin typeface="+mn-lt"/>
                        </a:rPr>
                        <a:t>27</a:t>
                      </a:r>
                    </a:p>
                  </a:txBody>
                  <a:tcPr marT="0" marB="0" anchor="ctr">
                    <a:lnL>
                      <a:noFill/>
                    </a:lnL>
                    <a:lnR w="12700" cap="flat" cmpd="sng" algn="ctr">
                      <a:noFill/>
                      <a:prstDash val="sysDot"/>
                      <a:round/>
                      <a:headEnd type="none" w="med" len="med"/>
                      <a:tailEnd type="none" w="med" len="med"/>
                    </a:lnR>
                    <a:lnT w="9525" cap="flat" cmpd="sng" algn="ctr">
                      <a:solidFill>
                        <a:schemeClr val="tx2"/>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tabLst>
                          <a:tab pos="4305300" algn="l"/>
                        </a:tabLst>
                      </a:pPr>
                      <a:r>
                        <a:rPr lang="en-GB" sz="1600" dirty="0">
                          <a:solidFill>
                            <a:schemeClr val="tx2"/>
                          </a:solidFill>
                          <a:latin typeface="+mn-lt"/>
                        </a:rPr>
                        <a:t>Appendices: [Your firm] in brief, references, CVs, detailed project plan and approach</a:t>
                      </a:r>
                    </a:p>
                  </a:txBody>
                  <a:tcPr marL="216000" marR="0" marT="0" marB="0" anchor="ctr">
                    <a:lnL w="12700" cap="flat" cmpd="sng" algn="ctr">
                      <a:noFill/>
                      <a:prstDash val="sysDot"/>
                      <a:round/>
                      <a:headEnd type="none" w="med" len="med"/>
                      <a:tailEnd type="none" w="med" len="med"/>
                    </a:lnL>
                    <a:lnR>
                      <a:noFill/>
                    </a:lnR>
                    <a:lnT w="9525" cap="flat" cmpd="sng" algn="ctr">
                      <a:solidFill>
                        <a:schemeClr val="tx2"/>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5217013"/>
                  </a:ext>
                </a:extLst>
              </a:tr>
            </a:tbl>
          </a:graphicData>
        </a:graphic>
      </p:graphicFrame>
      <p:sp>
        <p:nvSpPr>
          <p:cNvPr id="9" name="TextBox 8">
            <a:extLst>
              <a:ext uri="{FF2B5EF4-FFF2-40B4-BE49-F238E27FC236}">
                <a16:creationId xmlns:a16="http://schemas.microsoft.com/office/drawing/2014/main" id="{9295DE1D-46A1-B15A-34A8-FC0BD8019F41}"/>
              </a:ext>
            </a:extLst>
          </p:cNvPr>
          <p:cNvSpPr txBox="1"/>
          <p:nvPr/>
        </p:nvSpPr>
        <p:spPr>
          <a:xfrm>
            <a:off x="175260" y="1376456"/>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Tree>
    <p:extLst>
      <p:ext uri="{BB962C8B-B14F-4D97-AF65-F5344CB8AC3E}">
        <p14:creationId xmlns:p14="http://schemas.microsoft.com/office/powerpoint/2010/main" val="167778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0A7B27-3231-364A-6AB8-F11DC5F9D677}"/>
              </a:ext>
            </a:extLst>
          </p:cNvPr>
          <p:cNvSpPr>
            <a:spLocks noGrp="1"/>
          </p:cNvSpPr>
          <p:nvPr>
            <p:ph type="ctrTitle"/>
          </p:nvPr>
        </p:nvSpPr>
        <p:spPr/>
        <p:txBody>
          <a:bodyPr/>
          <a:lstStyle/>
          <a:p>
            <a:r>
              <a:rPr lang="en-US" dirty="0"/>
              <a:t>2 – bullet slides</a:t>
            </a:r>
          </a:p>
        </p:txBody>
      </p:sp>
      <p:sp>
        <p:nvSpPr>
          <p:cNvPr id="6" name="Text Placeholder 5">
            <a:extLst>
              <a:ext uri="{FF2B5EF4-FFF2-40B4-BE49-F238E27FC236}">
                <a16:creationId xmlns:a16="http://schemas.microsoft.com/office/drawing/2014/main" id="{EAA2781B-B646-E41F-E28E-76C337169C42}"/>
              </a:ext>
            </a:extLst>
          </p:cNvPr>
          <p:cNvSpPr>
            <a:spLocks noGrp="1"/>
          </p:cNvSpPr>
          <p:nvPr>
            <p:ph type="body" sz="quarter" idx="14"/>
          </p:nvPr>
        </p:nvSpPr>
        <p:spPr/>
        <p:txBody>
          <a:bodyPr/>
          <a:lstStyle/>
          <a:p>
            <a:r>
              <a:rPr lang="en-US" dirty="0"/>
              <a:t>xx</a:t>
            </a:r>
          </a:p>
        </p:txBody>
      </p:sp>
    </p:spTree>
    <p:extLst>
      <p:ext uri="{BB962C8B-B14F-4D97-AF65-F5344CB8AC3E}">
        <p14:creationId xmlns:p14="http://schemas.microsoft.com/office/powerpoint/2010/main" val="267472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C9C85-395D-51E9-CB4C-E09546C66765}"/>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E11AF3B-6B4D-5BB2-AF8E-A9CCAB6A2445}"/>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DE11AF3B-6B4D-5BB2-AF8E-A9CCAB6A244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C728FB6-C518-F2E8-F2BF-9E722FF23840}"/>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F164C3FE-60C4-F8EB-6705-FC32AEA0A11B}"/>
              </a:ext>
            </a:extLst>
          </p:cNvPr>
          <p:cNvSpPr>
            <a:spLocks noGrp="1"/>
          </p:cNvSpPr>
          <p:nvPr>
            <p:ph type="subTitle" idx="1"/>
          </p:nvPr>
        </p:nvSpPr>
        <p:spPr/>
        <p:txBody>
          <a:bodyPr/>
          <a:lstStyle/>
          <a:p>
            <a:r>
              <a:rPr lang="en-US" dirty="0"/>
              <a:t>Subtitle</a:t>
            </a:r>
          </a:p>
        </p:txBody>
      </p:sp>
      <p:sp>
        <p:nvSpPr>
          <p:cNvPr id="4" name="Rectangle 3">
            <a:extLst>
              <a:ext uri="{FF2B5EF4-FFF2-40B4-BE49-F238E27FC236}">
                <a16:creationId xmlns:a16="http://schemas.microsoft.com/office/drawing/2014/main" id="{D525992E-32C0-78A8-96F1-D9790863EC00}"/>
              </a:ext>
            </a:extLst>
          </p:cNvPr>
          <p:cNvSpPr/>
          <p:nvPr/>
        </p:nvSpPr>
        <p:spPr>
          <a:xfrm>
            <a:off x="554736" y="1536641"/>
            <a:ext cx="11082526" cy="2254695"/>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8" name="Rectangle 7">
            <a:extLst>
              <a:ext uri="{FF2B5EF4-FFF2-40B4-BE49-F238E27FC236}">
                <a16:creationId xmlns:a16="http://schemas.microsoft.com/office/drawing/2014/main" id="{13FC06C7-525C-443A-EA2E-5DD39665DBBA}"/>
              </a:ext>
            </a:extLst>
          </p:cNvPr>
          <p:cNvSpPr/>
          <p:nvPr/>
        </p:nvSpPr>
        <p:spPr>
          <a:xfrm>
            <a:off x="554737" y="1536641"/>
            <a:ext cx="3377588" cy="2254695"/>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 name="Title 18">
            <a:extLst>
              <a:ext uri="{FF2B5EF4-FFF2-40B4-BE49-F238E27FC236}">
                <a16:creationId xmlns:a16="http://schemas.microsoft.com/office/drawing/2014/main" id="{1454A3B2-0DA9-638B-2EF5-E674EF922A4B}"/>
              </a:ext>
            </a:extLst>
          </p:cNvPr>
          <p:cNvSpPr txBox="1">
            <a:spLocks/>
          </p:cNvSpPr>
          <p:nvPr/>
        </p:nvSpPr>
        <p:spPr>
          <a:xfrm>
            <a:off x="1805488" y="2074948"/>
            <a:ext cx="1981501" cy="983516"/>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#1</a:t>
            </a:r>
          </a:p>
        </p:txBody>
      </p:sp>
      <p:sp>
        <p:nvSpPr>
          <p:cNvPr id="13" name="Rectangle 12">
            <a:extLst>
              <a:ext uri="{FF2B5EF4-FFF2-40B4-BE49-F238E27FC236}">
                <a16:creationId xmlns:a16="http://schemas.microsoft.com/office/drawing/2014/main" id="{62EEF80D-A468-0743-6CAD-18D70C8B457F}"/>
              </a:ext>
            </a:extLst>
          </p:cNvPr>
          <p:cNvSpPr/>
          <p:nvPr/>
        </p:nvSpPr>
        <p:spPr>
          <a:xfrm>
            <a:off x="554736" y="4004580"/>
            <a:ext cx="11082526" cy="2254695"/>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 name="Rectangle 16">
            <a:extLst>
              <a:ext uri="{FF2B5EF4-FFF2-40B4-BE49-F238E27FC236}">
                <a16:creationId xmlns:a16="http://schemas.microsoft.com/office/drawing/2014/main" id="{A7DEBAF8-4ED0-AD39-1465-C09AA0EB8048}"/>
              </a:ext>
            </a:extLst>
          </p:cNvPr>
          <p:cNvSpPr/>
          <p:nvPr/>
        </p:nvSpPr>
        <p:spPr>
          <a:xfrm>
            <a:off x="554737" y="4012940"/>
            <a:ext cx="3377588" cy="2254695"/>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 name="Title 18">
            <a:extLst>
              <a:ext uri="{FF2B5EF4-FFF2-40B4-BE49-F238E27FC236}">
                <a16:creationId xmlns:a16="http://schemas.microsoft.com/office/drawing/2014/main" id="{A7BDBF57-D80B-A3AA-FC7C-E5451A1B5A59}"/>
              </a:ext>
            </a:extLst>
          </p:cNvPr>
          <p:cNvSpPr txBox="1">
            <a:spLocks/>
          </p:cNvSpPr>
          <p:nvPr/>
        </p:nvSpPr>
        <p:spPr>
          <a:xfrm>
            <a:off x="1805488" y="4551247"/>
            <a:ext cx="1981501" cy="983516"/>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#2</a:t>
            </a:r>
          </a:p>
        </p:txBody>
      </p:sp>
      <p:sp>
        <p:nvSpPr>
          <p:cNvPr id="28" name="Title 18">
            <a:extLst>
              <a:ext uri="{FF2B5EF4-FFF2-40B4-BE49-F238E27FC236}">
                <a16:creationId xmlns:a16="http://schemas.microsoft.com/office/drawing/2014/main" id="{7BAC2F9E-1A6C-E0EC-55A5-6E9313A549D2}"/>
              </a:ext>
            </a:extLst>
          </p:cNvPr>
          <p:cNvSpPr txBox="1">
            <a:spLocks/>
          </p:cNvSpPr>
          <p:nvPr/>
        </p:nvSpPr>
        <p:spPr>
          <a:xfrm>
            <a:off x="4144075" y="2172229"/>
            <a:ext cx="6925082" cy="983516"/>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1 Description</a:t>
            </a:r>
          </a:p>
        </p:txBody>
      </p:sp>
      <p:sp>
        <p:nvSpPr>
          <p:cNvPr id="29" name="Title 18">
            <a:extLst>
              <a:ext uri="{FF2B5EF4-FFF2-40B4-BE49-F238E27FC236}">
                <a16:creationId xmlns:a16="http://schemas.microsoft.com/office/drawing/2014/main" id="{432724C6-8D67-1D49-0D53-F10BD4F0670B}"/>
              </a:ext>
            </a:extLst>
          </p:cNvPr>
          <p:cNvSpPr txBox="1">
            <a:spLocks/>
          </p:cNvSpPr>
          <p:nvPr/>
        </p:nvSpPr>
        <p:spPr>
          <a:xfrm>
            <a:off x="4144075" y="4648528"/>
            <a:ext cx="7189222" cy="983516"/>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2 Description</a:t>
            </a:r>
          </a:p>
        </p:txBody>
      </p:sp>
      <p:grpSp>
        <p:nvGrpSpPr>
          <p:cNvPr id="22" name="Group 21">
            <a:extLst>
              <a:ext uri="{FF2B5EF4-FFF2-40B4-BE49-F238E27FC236}">
                <a16:creationId xmlns:a16="http://schemas.microsoft.com/office/drawing/2014/main" id="{1DABE743-3F41-F510-F5AF-5CF2D10D2E4F}"/>
              </a:ext>
            </a:extLst>
          </p:cNvPr>
          <p:cNvGrpSpPr/>
          <p:nvPr/>
        </p:nvGrpSpPr>
        <p:grpSpPr>
          <a:xfrm>
            <a:off x="858703" y="4785891"/>
            <a:ext cx="628524" cy="541270"/>
            <a:chOff x="691798" y="2937832"/>
            <a:chExt cx="371628" cy="320037"/>
          </a:xfrm>
        </p:grpSpPr>
        <p:sp>
          <p:nvSpPr>
            <p:cNvPr id="23" name="Freeform 225">
              <a:extLst>
                <a:ext uri="{FF2B5EF4-FFF2-40B4-BE49-F238E27FC236}">
                  <a16:creationId xmlns:a16="http://schemas.microsoft.com/office/drawing/2014/main" id="{0DAA72A9-2D81-38F1-81F1-870B4F2B2732}"/>
                </a:ext>
              </a:extLst>
            </p:cNvPr>
            <p:cNvSpPr>
              <a:spLocks/>
            </p:cNvSpPr>
            <p:nvPr/>
          </p:nvSpPr>
          <p:spPr bwMode="auto">
            <a:xfrm>
              <a:off x="691798" y="3241628"/>
              <a:ext cx="371628" cy="16241"/>
            </a:xfrm>
            <a:custGeom>
              <a:avLst/>
              <a:gdLst>
                <a:gd name="T0" fmla="*/ 5 w 164"/>
                <a:gd name="T1" fmla="*/ 7 h 7"/>
                <a:gd name="T2" fmla="*/ 157 w 164"/>
                <a:gd name="T3" fmla="*/ 7 h 7"/>
                <a:gd name="T4" fmla="*/ 157 w 164"/>
                <a:gd name="T5" fmla="*/ 7 h 7"/>
                <a:gd name="T6" fmla="*/ 161 w 164"/>
                <a:gd name="T7" fmla="*/ 0 h 7"/>
                <a:gd name="T8" fmla="*/ 157 w 164"/>
                <a:gd name="T9" fmla="*/ 1 h 7"/>
                <a:gd name="T10" fmla="*/ 5 w 164"/>
                <a:gd name="T11" fmla="*/ 1 h 7"/>
                <a:gd name="T12" fmla="*/ 1 w 164"/>
                <a:gd name="T13" fmla="*/ 0 h 7"/>
                <a:gd name="T14" fmla="*/ 5 w 164"/>
                <a:gd name="T15" fmla="*/ 7 h 7"/>
                <a:gd name="T16" fmla="*/ 5 w 164"/>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7">
                  <a:moveTo>
                    <a:pt x="5" y="7"/>
                  </a:moveTo>
                  <a:cubicBezTo>
                    <a:pt x="157" y="7"/>
                    <a:pt x="157" y="7"/>
                    <a:pt x="157" y="7"/>
                  </a:cubicBezTo>
                  <a:cubicBezTo>
                    <a:pt x="157" y="7"/>
                    <a:pt x="157" y="7"/>
                    <a:pt x="157" y="7"/>
                  </a:cubicBezTo>
                  <a:cubicBezTo>
                    <a:pt x="161" y="7"/>
                    <a:pt x="164" y="3"/>
                    <a:pt x="161" y="0"/>
                  </a:cubicBezTo>
                  <a:cubicBezTo>
                    <a:pt x="160" y="0"/>
                    <a:pt x="158" y="1"/>
                    <a:pt x="157" y="1"/>
                  </a:cubicBezTo>
                  <a:cubicBezTo>
                    <a:pt x="5" y="1"/>
                    <a:pt x="5" y="1"/>
                    <a:pt x="5" y="1"/>
                  </a:cubicBezTo>
                  <a:cubicBezTo>
                    <a:pt x="4" y="1"/>
                    <a:pt x="2" y="0"/>
                    <a:pt x="1" y="0"/>
                  </a:cubicBezTo>
                  <a:cubicBezTo>
                    <a:pt x="0" y="3"/>
                    <a:pt x="1" y="7"/>
                    <a:pt x="5" y="7"/>
                  </a:cubicBezTo>
                  <a:cubicBezTo>
                    <a:pt x="5" y="7"/>
                    <a:pt x="5" y="7"/>
                    <a:pt x="5"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6">
              <a:extLst>
                <a:ext uri="{FF2B5EF4-FFF2-40B4-BE49-F238E27FC236}">
                  <a16:creationId xmlns:a16="http://schemas.microsoft.com/office/drawing/2014/main" id="{6A740F7D-D9FD-5645-D605-20870D3EA97F}"/>
                </a:ext>
              </a:extLst>
            </p:cNvPr>
            <p:cNvSpPr>
              <a:spLocks noEditPoints="1"/>
            </p:cNvSpPr>
            <p:nvPr/>
          </p:nvSpPr>
          <p:spPr bwMode="auto">
            <a:xfrm>
              <a:off x="691798" y="3155648"/>
              <a:ext cx="367807" cy="74516"/>
            </a:xfrm>
            <a:custGeom>
              <a:avLst/>
              <a:gdLst>
                <a:gd name="T0" fmla="*/ 72 w 162"/>
                <a:gd name="T1" fmla="*/ 30 h 33"/>
                <a:gd name="T2" fmla="*/ 74 w 162"/>
                <a:gd name="T3" fmla="*/ 26 h 33"/>
                <a:gd name="T4" fmla="*/ 89 w 162"/>
                <a:gd name="T5" fmla="*/ 26 h 33"/>
                <a:gd name="T6" fmla="*/ 91 w 162"/>
                <a:gd name="T7" fmla="*/ 30 h 33"/>
                <a:gd name="T8" fmla="*/ 72 w 162"/>
                <a:gd name="T9" fmla="*/ 30 h 33"/>
                <a:gd name="T10" fmla="*/ 72 w 162"/>
                <a:gd name="T11" fmla="*/ 30 h 33"/>
                <a:gd name="T12" fmla="*/ 16 w 162"/>
                <a:gd name="T13" fmla="*/ 13 h 33"/>
                <a:gd name="T14" fmla="*/ 146 w 162"/>
                <a:gd name="T15" fmla="*/ 13 h 33"/>
                <a:gd name="T16" fmla="*/ 146 w 162"/>
                <a:gd name="T17" fmla="*/ 17 h 33"/>
                <a:gd name="T18" fmla="*/ 16 w 162"/>
                <a:gd name="T19" fmla="*/ 17 h 33"/>
                <a:gd name="T20" fmla="*/ 16 w 162"/>
                <a:gd name="T21" fmla="*/ 13 h 33"/>
                <a:gd name="T22" fmla="*/ 16 w 162"/>
                <a:gd name="T23" fmla="*/ 13 h 33"/>
                <a:gd name="T24" fmla="*/ 12 w 162"/>
                <a:gd name="T25" fmla="*/ 19 h 33"/>
                <a:gd name="T26" fmla="*/ 150 w 162"/>
                <a:gd name="T27" fmla="*/ 19 h 33"/>
                <a:gd name="T28" fmla="*/ 150 w 162"/>
                <a:gd name="T29" fmla="*/ 23 h 33"/>
                <a:gd name="T30" fmla="*/ 12 w 162"/>
                <a:gd name="T31" fmla="*/ 23 h 33"/>
                <a:gd name="T32" fmla="*/ 12 w 162"/>
                <a:gd name="T33" fmla="*/ 19 h 33"/>
                <a:gd name="T34" fmla="*/ 12 w 162"/>
                <a:gd name="T35" fmla="*/ 19 h 33"/>
                <a:gd name="T36" fmla="*/ 155 w 162"/>
                <a:gd name="T37" fmla="*/ 33 h 33"/>
                <a:gd name="T38" fmla="*/ 7 w 162"/>
                <a:gd name="T39" fmla="*/ 32 h 33"/>
                <a:gd name="T40" fmla="*/ 3 w 162"/>
                <a:gd name="T41" fmla="*/ 24 h 33"/>
                <a:gd name="T42" fmla="*/ 14 w 162"/>
                <a:gd name="T43" fmla="*/ 6 h 33"/>
                <a:gd name="T44" fmla="*/ 25 w 162"/>
                <a:gd name="T45" fmla="*/ 0 h 33"/>
                <a:gd name="T46" fmla="*/ 138 w 162"/>
                <a:gd name="T47" fmla="*/ 0 h 33"/>
                <a:gd name="T48" fmla="*/ 149 w 162"/>
                <a:gd name="T49" fmla="*/ 6 h 33"/>
                <a:gd name="T50" fmla="*/ 160 w 162"/>
                <a:gd name="T51" fmla="*/ 25 h 33"/>
                <a:gd name="T52" fmla="*/ 155 w 162"/>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2" h="33">
                  <a:moveTo>
                    <a:pt x="72" y="30"/>
                  </a:moveTo>
                  <a:cubicBezTo>
                    <a:pt x="74" y="26"/>
                    <a:pt x="74" y="26"/>
                    <a:pt x="74" y="26"/>
                  </a:cubicBezTo>
                  <a:cubicBezTo>
                    <a:pt x="89" y="26"/>
                    <a:pt x="89" y="26"/>
                    <a:pt x="89" y="26"/>
                  </a:cubicBezTo>
                  <a:cubicBezTo>
                    <a:pt x="91" y="30"/>
                    <a:pt x="91" y="30"/>
                    <a:pt x="91" y="30"/>
                  </a:cubicBezTo>
                  <a:cubicBezTo>
                    <a:pt x="72" y="30"/>
                    <a:pt x="72" y="30"/>
                    <a:pt x="72" y="30"/>
                  </a:cubicBezTo>
                  <a:cubicBezTo>
                    <a:pt x="72" y="30"/>
                    <a:pt x="72" y="30"/>
                    <a:pt x="72" y="30"/>
                  </a:cubicBezTo>
                  <a:close/>
                  <a:moveTo>
                    <a:pt x="16" y="13"/>
                  </a:moveTo>
                  <a:cubicBezTo>
                    <a:pt x="146" y="13"/>
                    <a:pt x="146" y="13"/>
                    <a:pt x="146" y="13"/>
                  </a:cubicBezTo>
                  <a:cubicBezTo>
                    <a:pt x="146" y="17"/>
                    <a:pt x="146" y="17"/>
                    <a:pt x="146" y="17"/>
                  </a:cubicBezTo>
                  <a:cubicBezTo>
                    <a:pt x="16" y="17"/>
                    <a:pt x="16" y="17"/>
                    <a:pt x="16" y="17"/>
                  </a:cubicBezTo>
                  <a:cubicBezTo>
                    <a:pt x="16" y="13"/>
                    <a:pt x="16" y="13"/>
                    <a:pt x="16" y="13"/>
                  </a:cubicBezTo>
                  <a:cubicBezTo>
                    <a:pt x="16" y="13"/>
                    <a:pt x="16" y="13"/>
                    <a:pt x="16" y="13"/>
                  </a:cubicBezTo>
                  <a:close/>
                  <a:moveTo>
                    <a:pt x="12" y="19"/>
                  </a:moveTo>
                  <a:cubicBezTo>
                    <a:pt x="150" y="19"/>
                    <a:pt x="150" y="19"/>
                    <a:pt x="150" y="19"/>
                  </a:cubicBezTo>
                  <a:cubicBezTo>
                    <a:pt x="150" y="23"/>
                    <a:pt x="150" y="23"/>
                    <a:pt x="150" y="23"/>
                  </a:cubicBezTo>
                  <a:cubicBezTo>
                    <a:pt x="12" y="23"/>
                    <a:pt x="12" y="23"/>
                    <a:pt x="12" y="23"/>
                  </a:cubicBezTo>
                  <a:cubicBezTo>
                    <a:pt x="12" y="19"/>
                    <a:pt x="12" y="19"/>
                    <a:pt x="12" y="19"/>
                  </a:cubicBezTo>
                  <a:cubicBezTo>
                    <a:pt x="12" y="19"/>
                    <a:pt x="12" y="19"/>
                    <a:pt x="12" y="19"/>
                  </a:cubicBezTo>
                  <a:close/>
                  <a:moveTo>
                    <a:pt x="155" y="33"/>
                  </a:moveTo>
                  <a:cubicBezTo>
                    <a:pt x="7" y="32"/>
                    <a:pt x="7" y="32"/>
                    <a:pt x="7" y="32"/>
                  </a:cubicBezTo>
                  <a:cubicBezTo>
                    <a:pt x="3" y="32"/>
                    <a:pt x="0" y="28"/>
                    <a:pt x="3" y="24"/>
                  </a:cubicBezTo>
                  <a:cubicBezTo>
                    <a:pt x="14" y="6"/>
                    <a:pt x="14" y="6"/>
                    <a:pt x="14" y="6"/>
                  </a:cubicBezTo>
                  <a:cubicBezTo>
                    <a:pt x="16" y="2"/>
                    <a:pt x="21" y="0"/>
                    <a:pt x="25" y="0"/>
                  </a:cubicBezTo>
                  <a:cubicBezTo>
                    <a:pt x="138" y="0"/>
                    <a:pt x="138" y="0"/>
                    <a:pt x="138" y="0"/>
                  </a:cubicBezTo>
                  <a:cubicBezTo>
                    <a:pt x="143" y="0"/>
                    <a:pt x="147" y="2"/>
                    <a:pt x="149" y="6"/>
                  </a:cubicBezTo>
                  <a:cubicBezTo>
                    <a:pt x="160" y="25"/>
                    <a:pt x="160" y="25"/>
                    <a:pt x="160" y="25"/>
                  </a:cubicBezTo>
                  <a:cubicBezTo>
                    <a:pt x="162" y="28"/>
                    <a:pt x="159" y="33"/>
                    <a:pt x="155"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7">
              <a:extLst>
                <a:ext uri="{FF2B5EF4-FFF2-40B4-BE49-F238E27FC236}">
                  <a16:creationId xmlns:a16="http://schemas.microsoft.com/office/drawing/2014/main" id="{DE8903EA-7B7D-ED03-F871-E3A3C1D2AE41}"/>
                </a:ext>
              </a:extLst>
            </p:cNvPr>
            <p:cNvSpPr>
              <a:spLocks noEditPoints="1"/>
            </p:cNvSpPr>
            <p:nvPr/>
          </p:nvSpPr>
          <p:spPr bwMode="auto">
            <a:xfrm>
              <a:off x="728101" y="2937832"/>
              <a:ext cx="303798" cy="206352"/>
            </a:xfrm>
            <a:custGeom>
              <a:avLst/>
              <a:gdLst>
                <a:gd name="T0" fmla="*/ 126 w 134"/>
                <a:gd name="T1" fmla="*/ 0 h 91"/>
                <a:gd name="T2" fmla="*/ 8 w 134"/>
                <a:gd name="T3" fmla="*/ 0 h 91"/>
                <a:gd name="T4" fmla="*/ 0 w 134"/>
                <a:gd name="T5" fmla="*/ 8 h 91"/>
                <a:gd name="T6" fmla="*/ 0 w 134"/>
                <a:gd name="T7" fmla="*/ 83 h 91"/>
                <a:gd name="T8" fmla="*/ 8 w 134"/>
                <a:gd name="T9" fmla="*/ 91 h 91"/>
                <a:gd name="T10" fmla="*/ 126 w 134"/>
                <a:gd name="T11" fmla="*/ 91 h 91"/>
                <a:gd name="T12" fmla="*/ 134 w 134"/>
                <a:gd name="T13" fmla="*/ 83 h 91"/>
                <a:gd name="T14" fmla="*/ 134 w 134"/>
                <a:gd name="T15" fmla="*/ 8 h 91"/>
                <a:gd name="T16" fmla="*/ 126 w 134"/>
                <a:gd name="T17" fmla="*/ 0 h 91"/>
                <a:gd name="T18" fmla="*/ 126 w 134"/>
                <a:gd name="T19" fmla="*/ 83 h 91"/>
                <a:gd name="T20" fmla="*/ 8 w 134"/>
                <a:gd name="T21" fmla="*/ 83 h 91"/>
                <a:gd name="T22" fmla="*/ 8 w 134"/>
                <a:gd name="T23" fmla="*/ 8 h 91"/>
                <a:gd name="T24" fmla="*/ 126 w 134"/>
                <a:gd name="T25" fmla="*/ 8 h 91"/>
                <a:gd name="T26" fmla="*/ 126 w 134"/>
                <a:gd name="T27" fmla="*/ 8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4" h="91">
                  <a:moveTo>
                    <a:pt x="126" y="0"/>
                  </a:moveTo>
                  <a:cubicBezTo>
                    <a:pt x="8" y="0"/>
                    <a:pt x="8" y="0"/>
                    <a:pt x="8" y="0"/>
                  </a:cubicBezTo>
                  <a:cubicBezTo>
                    <a:pt x="4" y="0"/>
                    <a:pt x="0" y="4"/>
                    <a:pt x="0" y="8"/>
                  </a:cubicBezTo>
                  <a:cubicBezTo>
                    <a:pt x="0" y="83"/>
                    <a:pt x="0" y="83"/>
                    <a:pt x="0" y="83"/>
                  </a:cubicBezTo>
                  <a:cubicBezTo>
                    <a:pt x="0" y="87"/>
                    <a:pt x="4" y="91"/>
                    <a:pt x="8" y="91"/>
                  </a:cubicBezTo>
                  <a:cubicBezTo>
                    <a:pt x="126" y="91"/>
                    <a:pt x="126" y="91"/>
                    <a:pt x="126" y="91"/>
                  </a:cubicBezTo>
                  <a:cubicBezTo>
                    <a:pt x="130" y="91"/>
                    <a:pt x="134" y="87"/>
                    <a:pt x="134" y="83"/>
                  </a:cubicBezTo>
                  <a:cubicBezTo>
                    <a:pt x="134" y="8"/>
                    <a:pt x="134" y="8"/>
                    <a:pt x="134" y="8"/>
                  </a:cubicBezTo>
                  <a:cubicBezTo>
                    <a:pt x="134" y="4"/>
                    <a:pt x="130" y="0"/>
                    <a:pt x="126" y="0"/>
                  </a:cubicBezTo>
                  <a:close/>
                  <a:moveTo>
                    <a:pt x="126" y="83"/>
                  </a:moveTo>
                  <a:cubicBezTo>
                    <a:pt x="8" y="83"/>
                    <a:pt x="8" y="83"/>
                    <a:pt x="8" y="83"/>
                  </a:cubicBezTo>
                  <a:cubicBezTo>
                    <a:pt x="8" y="8"/>
                    <a:pt x="8" y="8"/>
                    <a:pt x="8" y="8"/>
                  </a:cubicBezTo>
                  <a:cubicBezTo>
                    <a:pt x="126" y="8"/>
                    <a:pt x="126" y="8"/>
                    <a:pt x="126" y="8"/>
                  </a:cubicBezTo>
                  <a:lnTo>
                    <a:pt x="126"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28">
              <a:extLst>
                <a:ext uri="{FF2B5EF4-FFF2-40B4-BE49-F238E27FC236}">
                  <a16:creationId xmlns:a16="http://schemas.microsoft.com/office/drawing/2014/main" id="{76CAD4E9-7746-48B6-3BB0-1C9200042636}"/>
                </a:ext>
              </a:extLst>
            </p:cNvPr>
            <p:cNvSpPr>
              <a:spLocks/>
            </p:cNvSpPr>
            <p:nvPr/>
          </p:nvSpPr>
          <p:spPr bwMode="auto">
            <a:xfrm>
              <a:off x="898152" y="2998973"/>
              <a:ext cx="34392" cy="36303"/>
            </a:xfrm>
            <a:custGeom>
              <a:avLst/>
              <a:gdLst>
                <a:gd name="T0" fmla="*/ 9 w 15"/>
                <a:gd name="T1" fmla="*/ 16 h 16"/>
                <a:gd name="T2" fmla="*/ 15 w 15"/>
                <a:gd name="T3" fmla="*/ 16 h 16"/>
                <a:gd name="T4" fmla="*/ 2 w 15"/>
                <a:gd name="T5" fmla="*/ 0 h 16"/>
                <a:gd name="T6" fmla="*/ 0 w 15"/>
                <a:gd name="T7" fmla="*/ 5 h 16"/>
                <a:gd name="T8" fmla="*/ 0 w 15"/>
                <a:gd name="T9" fmla="*/ 6 h 16"/>
                <a:gd name="T10" fmla="*/ 9 w 15"/>
                <a:gd name="T11" fmla="*/ 16 h 16"/>
              </a:gdLst>
              <a:ahLst/>
              <a:cxnLst>
                <a:cxn ang="0">
                  <a:pos x="T0" y="T1"/>
                </a:cxn>
                <a:cxn ang="0">
                  <a:pos x="T2" y="T3"/>
                </a:cxn>
                <a:cxn ang="0">
                  <a:pos x="T4" y="T5"/>
                </a:cxn>
                <a:cxn ang="0">
                  <a:pos x="T6" y="T7"/>
                </a:cxn>
                <a:cxn ang="0">
                  <a:pos x="T8" y="T9"/>
                </a:cxn>
                <a:cxn ang="0">
                  <a:pos x="T10" y="T11"/>
                </a:cxn>
              </a:cxnLst>
              <a:rect l="0" t="0" r="r" b="b"/>
              <a:pathLst>
                <a:path w="15" h="16">
                  <a:moveTo>
                    <a:pt x="9" y="16"/>
                  </a:moveTo>
                  <a:cubicBezTo>
                    <a:pt x="11" y="16"/>
                    <a:pt x="13" y="16"/>
                    <a:pt x="15" y="16"/>
                  </a:cubicBezTo>
                  <a:cubicBezTo>
                    <a:pt x="13" y="9"/>
                    <a:pt x="9" y="3"/>
                    <a:pt x="2" y="0"/>
                  </a:cubicBezTo>
                  <a:cubicBezTo>
                    <a:pt x="2" y="1"/>
                    <a:pt x="1" y="3"/>
                    <a:pt x="0" y="5"/>
                  </a:cubicBezTo>
                  <a:cubicBezTo>
                    <a:pt x="0" y="5"/>
                    <a:pt x="0" y="5"/>
                    <a:pt x="0" y="6"/>
                  </a:cubicBezTo>
                  <a:cubicBezTo>
                    <a:pt x="4" y="8"/>
                    <a:pt x="7" y="12"/>
                    <a:pt x="9"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29">
              <a:extLst>
                <a:ext uri="{FF2B5EF4-FFF2-40B4-BE49-F238E27FC236}">
                  <a16:creationId xmlns:a16="http://schemas.microsoft.com/office/drawing/2014/main" id="{4196CE30-2632-025E-86A7-A85137361B89}"/>
                </a:ext>
              </a:extLst>
            </p:cNvPr>
            <p:cNvSpPr>
              <a:spLocks/>
            </p:cNvSpPr>
            <p:nvPr/>
          </p:nvSpPr>
          <p:spPr bwMode="auto">
            <a:xfrm>
              <a:off x="825546" y="2994196"/>
              <a:ext cx="65919" cy="64008"/>
            </a:xfrm>
            <a:custGeom>
              <a:avLst/>
              <a:gdLst>
                <a:gd name="T0" fmla="*/ 4 w 29"/>
                <a:gd name="T1" fmla="*/ 27 h 28"/>
                <a:gd name="T2" fmla="*/ 7 w 29"/>
                <a:gd name="T3" fmla="*/ 26 h 28"/>
                <a:gd name="T4" fmla="*/ 7 w 29"/>
                <a:gd name="T5" fmla="*/ 23 h 28"/>
                <a:gd name="T6" fmla="*/ 24 w 29"/>
                <a:gd name="T7" fmla="*/ 6 h 28"/>
                <a:gd name="T8" fmla="*/ 27 w 29"/>
                <a:gd name="T9" fmla="*/ 6 h 28"/>
                <a:gd name="T10" fmla="*/ 28 w 29"/>
                <a:gd name="T11" fmla="*/ 4 h 28"/>
                <a:gd name="T12" fmla="*/ 29 w 29"/>
                <a:gd name="T13" fmla="*/ 0 h 28"/>
                <a:gd name="T14" fmla="*/ 24 w 29"/>
                <a:gd name="T15" fmla="*/ 0 h 28"/>
                <a:gd name="T16" fmla="*/ 0 w 29"/>
                <a:gd name="T17" fmla="*/ 23 h 28"/>
                <a:gd name="T18" fmla="*/ 1 w 29"/>
                <a:gd name="T19" fmla="*/ 28 h 28"/>
                <a:gd name="T20" fmla="*/ 4 w 29"/>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28">
                  <a:moveTo>
                    <a:pt x="4" y="27"/>
                  </a:moveTo>
                  <a:cubicBezTo>
                    <a:pt x="5" y="26"/>
                    <a:pt x="6" y="26"/>
                    <a:pt x="7" y="26"/>
                  </a:cubicBezTo>
                  <a:cubicBezTo>
                    <a:pt x="7" y="25"/>
                    <a:pt x="7" y="24"/>
                    <a:pt x="7" y="23"/>
                  </a:cubicBezTo>
                  <a:cubicBezTo>
                    <a:pt x="7" y="14"/>
                    <a:pt x="15" y="6"/>
                    <a:pt x="24" y="6"/>
                  </a:cubicBezTo>
                  <a:cubicBezTo>
                    <a:pt x="25" y="6"/>
                    <a:pt x="26" y="6"/>
                    <a:pt x="27" y="6"/>
                  </a:cubicBezTo>
                  <a:cubicBezTo>
                    <a:pt x="27" y="5"/>
                    <a:pt x="27" y="5"/>
                    <a:pt x="28" y="4"/>
                  </a:cubicBezTo>
                  <a:cubicBezTo>
                    <a:pt x="28" y="3"/>
                    <a:pt x="29" y="1"/>
                    <a:pt x="29" y="0"/>
                  </a:cubicBezTo>
                  <a:cubicBezTo>
                    <a:pt x="28" y="0"/>
                    <a:pt x="26" y="0"/>
                    <a:pt x="24" y="0"/>
                  </a:cubicBezTo>
                  <a:cubicBezTo>
                    <a:pt x="11" y="0"/>
                    <a:pt x="0" y="10"/>
                    <a:pt x="0" y="23"/>
                  </a:cubicBezTo>
                  <a:cubicBezTo>
                    <a:pt x="0" y="25"/>
                    <a:pt x="1" y="26"/>
                    <a:pt x="1" y="28"/>
                  </a:cubicBezTo>
                  <a:cubicBezTo>
                    <a:pt x="2" y="27"/>
                    <a:pt x="3" y="27"/>
                    <a:pt x="4" y="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0">
              <a:extLst>
                <a:ext uri="{FF2B5EF4-FFF2-40B4-BE49-F238E27FC236}">
                  <a16:creationId xmlns:a16="http://schemas.microsoft.com/office/drawing/2014/main" id="{AFBA8117-1731-1CD2-DEC3-EBD3257C6C1E}"/>
                </a:ext>
              </a:extLst>
            </p:cNvPr>
            <p:cNvSpPr>
              <a:spLocks/>
            </p:cNvSpPr>
            <p:nvPr/>
          </p:nvSpPr>
          <p:spPr bwMode="auto">
            <a:xfrm>
              <a:off x="832233" y="3064891"/>
              <a:ext cx="61142" cy="36303"/>
            </a:xfrm>
            <a:custGeom>
              <a:avLst/>
              <a:gdLst>
                <a:gd name="T0" fmla="*/ 26 w 27"/>
                <a:gd name="T1" fmla="*/ 13 h 16"/>
                <a:gd name="T2" fmla="*/ 24 w 27"/>
                <a:gd name="T3" fmla="*/ 9 h 16"/>
                <a:gd name="T4" fmla="*/ 21 w 27"/>
                <a:gd name="T5" fmla="*/ 9 h 16"/>
                <a:gd name="T6" fmla="*/ 6 w 27"/>
                <a:gd name="T7" fmla="*/ 0 h 16"/>
                <a:gd name="T8" fmla="*/ 3 w 27"/>
                <a:gd name="T9" fmla="*/ 0 h 16"/>
                <a:gd name="T10" fmla="*/ 0 w 27"/>
                <a:gd name="T11" fmla="*/ 2 h 16"/>
                <a:gd name="T12" fmla="*/ 21 w 27"/>
                <a:gd name="T13" fmla="*/ 16 h 16"/>
                <a:gd name="T14" fmla="*/ 27 w 27"/>
                <a:gd name="T15" fmla="*/ 15 h 16"/>
                <a:gd name="T16" fmla="*/ 26 w 27"/>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6">
                  <a:moveTo>
                    <a:pt x="26" y="13"/>
                  </a:moveTo>
                  <a:cubicBezTo>
                    <a:pt x="25" y="12"/>
                    <a:pt x="24" y="10"/>
                    <a:pt x="24" y="9"/>
                  </a:cubicBezTo>
                  <a:cubicBezTo>
                    <a:pt x="23" y="9"/>
                    <a:pt x="22" y="9"/>
                    <a:pt x="21" y="9"/>
                  </a:cubicBezTo>
                  <a:cubicBezTo>
                    <a:pt x="14" y="9"/>
                    <a:pt x="8" y="5"/>
                    <a:pt x="6" y="0"/>
                  </a:cubicBezTo>
                  <a:cubicBezTo>
                    <a:pt x="5" y="0"/>
                    <a:pt x="4" y="0"/>
                    <a:pt x="3" y="0"/>
                  </a:cubicBezTo>
                  <a:cubicBezTo>
                    <a:pt x="2" y="1"/>
                    <a:pt x="1" y="1"/>
                    <a:pt x="0" y="2"/>
                  </a:cubicBezTo>
                  <a:cubicBezTo>
                    <a:pt x="3" y="10"/>
                    <a:pt x="11" y="16"/>
                    <a:pt x="21" y="16"/>
                  </a:cubicBezTo>
                  <a:cubicBezTo>
                    <a:pt x="23" y="16"/>
                    <a:pt x="25" y="15"/>
                    <a:pt x="27" y="15"/>
                  </a:cubicBezTo>
                  <a:cubicBezTo>
                    <a:pt x="27" y="14"/>
                    <a:pt x="26" y="14"/>
                    <a:pt x="26"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1">
              <a:extLst>
                <a:ext uri="{FF2B5EF4-FFF2-40B4-BE49-F238E27FC236}">
                  <a16:creationId xmlns:a16="http://schemas.microsoft.com/office/drawing/2014/main" id="{2E8448AD-6B9F-F071-DC31-21DE05979FB4}"/>
                </a:ext>
              </a:extLst>
            </p:cNvPr>
            <p:cNvSpPr>
              <a:spLocks/>
            </p:cNvSpPr>
            <p:nvPr/>
          </p:nvSpPr>
          <p:spPr bwMode="auto">
            <a:xfrm>
              <a:off x="898152" y="3046740"/>
              <a:ext cx="36303" cy="47767"/>
            </a:xfrm>
            <a:custGeom>
              <a:avLst/>
              <a:gdLst>
                <a:gd name="T0" fmla="*/ 9 w 16"/>
                <a:gd name="T1" fmla="*/ 0 h 21"/>
                <a:gd name="T2" fmla="*/ 0 w 16"/>
                <a:gd name="T3" fmla="*/ 15 h 21"/>
                <a:gd name="T4" fmla="*/ 1 w 16"/>
                <a:gd name="T5" fmla="*/ 19 h 21"/>
                <a:gd name="T6" fmla="*/ 3 w 16"/>
                <a:gd name="T7" fmla="*/ 21 h 21"/>
                <a:gd name="T8" fmla="*/ 16 w 16"/>
                <a:gd name="T9" fmla="*/ 0 h 21"/>
                <a:gd name="T10" fmla="*/ 9 w 16"/>
                <a:gd name="T11" fmla="*/ 0 h 21"/>
              </a:gdLst>
              <a:ahLst/>
              <a:cxnLst>
                <a:cxn ang="0">
                  <a:pos x="T0" y="T1"/>
                </a:cxn>
                <a:cxn ang="0">
                  <a:pos x="T2" y="T3"/>
                </a:cxn>
                <a:cxn ang="0">
                  <a:pos x="T4" y="T5"/>
                </a:cxn>
                <a:cxn ang="0">
                  <a:pos x="T6" y="T7"/>
                </a:cxn>
                <a:cxn ang="0">
                  <a:pos x="T8" y="T9"/>
                </a:cxn>
                <a:cxn ang="0">
                  <a:pos x="T10" y="T11"/>
                </a:cxn>
              </a:cxnLst>
              <a:rect l="0" t="0" r="r" b="b"/>
              <a:pathLst>
                <a:path w="16" h="21">
                  <a:moveTo>
                    <a:pt x="9" y="0"/>
                  </a:moveTo>
                  <a:cubicBezTo>
                    <a:pt x="9" y="7"/>
                    <a:pt x="5" y="13"/>
                    <a:pt x="0" y="15"/>
                  </a:cubicBezTo>
                  <a:cubicBezTo>
                    <a:pt x="0" y="16"/>
                    <a:pt x="1" y="18"/>
                    <a:pt x="1" y="19"/>
                  </a:cubicBezTo>
                  <a:cubicBezTo>
                    <a:pt x="2" y="19"/>
                    <a:pt x="2" y="20"/>
                    <a:pt x="3" y="21"/>
                  </a:cubicBezTo>
                  <a:cubicBezTo>
                    <a:pt x="10" y="17"/>
                    <a:pt x="16" y="9"/>
                    <a:pt x="16" y="0"/>
                  </a:cubicBezTo>
                  <a:cubicBezTo>
                    <a:pt x="14" y="0"/>
                    <a:pt x="11" y="0"/>
                    <a:pt x="9"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6" name="Group 35">
            <a:extLst>
              <a:ext uri="{FF2B5EF4-FFF2-40B4-BE49-F238E27FC236}">
                <a16:creationId xmlns:a16="http://schemas.microsoft.com/office/drawing/2014/main" id="{A909A500-6ED7-1741-6107-958711F5BB5F}"/>
              </a:ext>
            </a:extLst>
          </p:cNvPr>
          <p:cNvGrpSpPr/>
          <p:nvPr/>
        </p:nvGrpSpPr>
        <p:grpSpPr>
          <a:xfrm>
            <a:off x="852950" y="2263871"/>
            <a:ext cx="647986" cy="695923"/>
            <a:chOff x="683301" y="3509097"/>
            <a:chExt cx="383135" cy="411479"/>
          </a:xfrm>
        </p:grpSpPr>
        <p:sp>
          <p:nvSpPr>
            <p:cNvPr id="37" name="Freeform 269">
              <a:extLst>
                <a:ext uri="{FF2B5EF4-FFF2-40B4-BE49-F238E27FC236}">
                  <a16:creationId xmlns:a16="http://schemas.microsoft.com/office/drawing/2014/main" id="{CD41A2AD-1D15-A624-2C9B-E4A33783CD34}"/>
                </a:ext>
              </a:extLst>
            </p:cNvPr>
            <p:cNvSpPr>
              <a:spLocks/>
            </p:cNvSpPr>
            <p:nvPr/>
          </p:nvSpPr>
          <p:spPr bwMode="auto">
            <a:xfrm>
              <a:off x="984140" y="3732210"/>
              <a:ext cx="65837" cy="96926"/>
            </a:xfrm>
            <a:custGeom>
              <a:avLst/>
              <a:gdLst>
                <a:gd name="T0" fmla="*/ 6 w 36"/>
                <a:gd name="T1" fmla="*/ 53 h 53"/>
                <a:gd name="T2" fmla="*/ 2 w 36"/>
                <a:gd name="T3" fmla="*/ 52 h 53"/>
                <a:gd name="T4" fmla="*/ 2 w 36"/>
                <a:gd name="T5" fmla="*/ 45 h 53"/>
                <a:gd name="T6" fmla="*/ 25 w 36"/>
                <a:gd name="T7" fmla="*/ 5 h 53"/>
                <a:gd name="T8" fmla="*/ 31 w 36"/>
                <a:gd name="T9" fmla="*/ 1 h 53"/>
                <a:gd name="T10" fmla="*/ 35 w 36"/>
                <a:gd name="T11" fmla="*/ 7 h 53"/>
                <a:gd name="T12" fmla="*/ 9 w 36"/>
                <a:gd name="T13" fmla="*/ 52 h 53"/>
                <a:gd name="T14" fmla="*/ 6 w 36"/>
                <a:gd name="T15" fmla="*/ 53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53">
                  <a:moveTo>
                    <a:pt x="6" y="53"/>
                  </a:moveTo>
                  <a:cubicBezTo>
                    <a:pt x="4" y="53"/>
                    <a:pt x="3" y="53"/>
                    <a:pt x="2" y="52"/>
                  </a:cubicBezTo>
                  <a:cubicBezTo>
                    <a:pt x="0" y="50"/>
                    <a:pt x="0" y="47"/>
                    <a:pt x="2" y="45"/>
                  </a:cubicBezTo>
                  <a:cubicBezTo>
                    <a:pt x="13" y="33"/>
                    <a:pt x="21" y="20"/>
                    <a:pt x="25" y="5"/>
                  </a:cubicBezTo>
                  <a:cubicBezTo>
                    <a:pt x="26" y="2"/>
                    <a:pt x="29" y="0"/>
                    <a:pt x="31" y="1"/>
                  </a:cubicBezTo>
                  <a:cubicBezTo>
                    <a:pt x="34" y="2"/>
                    <a:pt x="36" y="5"/>
                    <a:pt x="35" y="7"/>
                  </a:cubicBezTo>
                  <a:cubicBezTo>
                    <a:pt x="30" y="24"/>
                    <a:pt x="21" y="39"/>
                    <a:pt x="9" y="52"/>
                  </a:cubicBezTo>
                  <a:cubicBezTo>
                    <a:pt x="8" y="53"/>
                    <a:pt x="7" y="53"/>
                    <a:pt x="6" y="5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70">
              <a:extLst>
                <a:ext uri="{FF2B5EF4-FFF2-40B4-BE49-F238E27FC236}">
                  <a16:creationId xmlns:a16="http://schemas.microsoft.com/office/drawing/2014/main" id="{D033F7CA-C67B-E111-A45D-6980912872D6}"/>
                </a:ext>
              </a:extLst>
            </p:cNvPr>
            <p:cNvSpPr>
              <a:spLocks/>
            </p:cNvSpPr>
            <p:nvPr/>
          </p:nvSpPr>
          <p:spPr bwMode="auto">
            <a:xfrm>
              <a:off x="755539" y="3509097"/>
              <a:ext cx="292609" cy="144475"/>
            </a:xfrm>
            <a:custGeom>
              <a:avLst/>
              <a:gdLst>
                <a:gd name="T0" fmla="*/ 154 w 160"/>
                <a:gd name="T1" fmla="*/ 79 h 79"/>
                <a:gd name="T2" fmla="*/ 150 w 160"/>
                <a:gd name="T3" fmla="*/ 76 h 79"/>
                <a:gd name="T4" fmla="*/ 62 w 160"/>
                <a:gd name="T5" fmla="*/ 10 h 79"/>
                <a:gd name="T6" fmla="*/ 9 w 160"/>
                <a:gd name="T7" fmla="*/ 27 h 79"/>
                <a:gd name="T8" fmla="*/ 2 w 160"/>
                <a:gd name="T9" fmla="*/ 26 h 79"/>
                <a:gd name="T10" fmla="*/ 3 w 160"/>
                <a:gd name="T11" fmla="*/ 19 h 79"/>
                <a:gd name="T12" fmla="*/ 62 w 160"/>
                <a:gd name="T13" fmla="*/ 0 h 79"/>
                <a:gd name="T14" fmla="*/ 159 w 160"/>
                <a:gd name="T15" fmla="*/ 73 h 79"/>
                <a:gd name="T16" fmla="*/ 156 w 160"/>
                <a:gd name="T17" fmla="*/ 79 h 79"/>
                <a:gd name="T18" fmla="*/ 154 w 160"/>
                <a:gd name="T1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0" h="79">
                  <a:moveTo>
                    <a:pt x="154" y="79"/>
                  </a:moveTo>
                  <a:cubicBezTo>
                    <a:pt x="152" y="79"/>
                    <a:pt x="150" y="78"/>
                    <a:pt x="150" y="76"/>
                  </a:cubicBezTo>
                  <a:cubicBezTo>
                    <a:pt x="138" y="37"/>
                    <a:pt x="102" y="10"/>
                    <a:pt x="62" y="10"/>
                  </a:cubicBezTo>
                  <a:cubicBezTo>
                    <a:pt x="42" y="10"/>
                    <a:pt x="24" y="16"/>
                    <a:pt x="9" y="27"/>
                  </a:cubicBezTo>
                  <a:cubicBezTo>
                    <a:pt x="6" y="29"/>
                    <a:pt x="3" y="28"/>
                    <a:pt x="2" y="26"/>
                  </a:cubicBezTo>
                  <a:cubicBezTo>
                    <a:pt x="0" y="24"/>
                    <a:pt x="0" y="20"/>
                    <a:pt x="3" y="19"/>
                  </a:cubicBezTo>
                  <a:cubicBezTo>
                    <a:pt x="20" y="7"/>
                    <a:pt x="40" y="0"/>
                    <a:pt x="62" y="0"/>
                  </a:cubicBezTo>
                  <a:cubicBezTo>
                    <a:pt x="106" y="0"/>
                    <a:pt x="146" y="30"/>
                    <a:pt x="159" y="73"/>
                  </a:cubicBezTo>
                  <a:cubicBezTo>
                    <a:pt x="160" y="75"/>
                    <a:pt x="159" y="78"/>
                    <a:pt x="156" y="79"/>
                  </a:cubicBezTo>
                  <a:cubicBezTo>
                    <a:pt x="155" y="79"/>
                    <a:pt x="155" y="79"/>
                    <a:pt x="154"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71">
              <a:extLst>
                <a:ext uri="{FF2B5EF4-FFF2-40B4-BE49-F238E27FC236}">
                  <a16:creationId xmlns:a16="http://schemas.microsoft.com/office/drawing/2014/main" id="{058B1299-368F-A5DE-F038-486963ACF0BD}"/>
                </a:ext>
              </a:extLst>
            </p:cNvPr>
            <p:cNvSpPr>
              <a:spLocks/>
            </p:cNvSpPr>
            <p:nvPr/>
          </p:nvSpPr>
          <p:spPr bwMode="auto">
            <a:xfrm>
              <a:off x="683301" y="3613338"/>
              <a:ext cx="64923" cy="212140"/>
            </a:xfrm>
            <a:custGeom>
              <a:avLst/>
              <a:gdLst>
                <a:gd name="T0" fmla="*/ 30 w 36"/>
                <a:gd name="T1" fmla="*/ 116 h 116"/>
                <a:gd name="T2" fmla="*/ 27 w 36"/>
                <a:gd name="T3" fmla="*/ 114 h 116"/>
                <a:gd name="T4" fmla="*/ 0 w 36"/>
                <a:gd name="T5" fmla="*/ 45 h 116"/>
                <a:gd name="T6" fmla="*/ 8 w 36"/>
                <a:gd name="T7" fmla="*/ 4 h 116"/>
                <a:gd name="T8" fmla="*/ 15 w 36"/>
                <a:gd name="T9" fmla="*/ 1 h 116"/>
                <a:gd name="T10" fmla="*/ 18 w 36"/>
                <a:gd name="T11" fmla="*/ 8 h 116"/>
                <a:gd name="T12" fmla="*/ 10 w 36"/>
                <a:gd name="T13" fmla="*/ 45 h 116"/>
                <a:gd name="T14" fmla="*/ 34 w 36"/>
                <a:gd name="T15" fmla="*/ 107 h 116"/>
                <a:gd name="T16" fmla="*/ 34 w 36"/>
                <a:gd name="T17" fmla="*/ 115 h 116"/>
                <a:gd name="T18" fmla="*/ 30 w 36"/>
                <a:gd name="T19"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16">
                  <a:moveTo>
                    <a:pt x="30" y="116"/>
                  </a:moveTo>
                  <a:cubicBezTo>
                    <a:pt x="29" y="116"/>
                    <a:pt x="28" y="115"/>
                    <a:pt x="27" y="114"/>
                  </a:cubicBezTo>
                  <a:cubicBezTo>
                    <a:pt x="9" y="95"/>
                    <a:pt x="0" y="71"/>
                    <a:pt x="0" y="45"/>
                  </a:cubicBezTo>
                  <a:cubicBezTo>
                    <a:pt x="0" y="31"/>
                    <a:pt x="3" y="17"/>
                    <a:pt x="8" y="4"/>
                  </a:cubicBezTo>
                  <a:cubicBezTo>
                    <a:pt x="9" y="1"/>
                    <a:pt x="12" y="0"/>
                    <a:pt x="15" y="1"/>
                  </a:cubicBezTo>
                  <a:cubicBezTo>
                    <a:pt x="17" y="2"/>
                    <a:pt x="19" y="5"/>
                    <a:pt x="18" y="8"/>
                  </a:cubicBezTo>
                  <a:cubicBezTo>
                    <a:pt x="12" y="20"/>
                    <a:pt x="10" y="32"/>
                    <a:pt x="10" y="45"/>
                  </a:cubicBezTo>
                  <a:cubicBezTo>
                    <a:pt x="10" y="68"/>
                    <a:pt x="18" y="90"/>
                    <a:pt x="34" y="107"/>
                  </a:cubicBezTo>
                  <a:cubicBezTo>
                    <a:pt x="36" y="109"/>
                    <a:pt x="36" y="113"/>
                    <a:pt x="34" y="115"/>
                  </a:cubicBezTo>
                  <a:cubicBezTo>
                    <a:pt x="33" y="115"/>
                    <a:pt x="32" y="116"/>
                    <a:pt x="30" y="1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72">
              <a:extLst>
                <a:ext uri="{FF2B5EF4-FFF2-40B4-BE49-F238E27FC236}">
                  <a16:creationId xmlns:a16="http://schemas.microsoft.com/office/drawing/2014/main" id="{2FA04256-FDEE-06D5-EA42-2C0D49272486}"/>
                </a:ext>
              </a:extLst>
            </p:cNvPr>
            <p:cNvSpPr>
              <a:spLocks/>
            </p:cNvSpPr>
            <p:nvPr/>
          </p:nvSpPr>
          <p:spPr bwMode="auto">
            <a:xfrm>
              <a:off x="768341" y="3598708"/>
              <a:ext cx="144476" cy="27432"/>
            </a:xfrm>
            <a:custGeom>
              <a:avLst/>
              <a:gdLst>
                <a:gd name="T0" fmla="*/ 55 w 79"/>
                <a:gd name="T1" fmla="*/ 15 h 15"/>
                <a:gd name="T2" fmla="*/ 2 w 79"/>
                <a:gd name="T3" fmla="*/ 6 h 15"/>
                <a:gd name="T4" fmla="*/ 0 w 79"/>
                <a:gd name="T5" fmla="*/ 2 h 15"/>
                <a:gd name="T6" fmla="*/ 4 w 79"/>
                <a:gd name="T7" fmla="*/ 0 h 15"/>
                <a:gd name="T8" fmla="*/ 55 w 79"/>
                <a:gd name="T9" fmla="*/ 9 h 15"/>
                <a:gd name="T10" fmla="*/ 75 w 79"/>
                <a:gd name="T11" fmla="*/ 8 h 15"/>
                <a:gd name="T12" fmla="*/ 78 w 79"/>
                <a:gd name="T13" fmla="*/ 10 h 15"/>
                <a:gd name="T14" fmla="*/ 76 w 79"/>
                <a:gd name="T15" fmla="*/ 13 h 15"/>
                <a:gd name="T16" fmla="*/ 55 w 79"/>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5">
                  <a:moveTo>
                    <a:pt x="55" y="15"/>
                  </a:moveTo>
                  <a:cubicBezTo>
                    <a:pt x="36" y="15"/>
                    <a:pt x="18" y="12"/>
                    <a:pt x="2" y="6"/>
                  </a:cubicBezTo>
                  <a:cubicBezTo>
                    <a:pt x="1" y="5"/>
                    <a:pt x="0" y="3"/>
                    <a:pt x="0" y="2"/>
                  </a:cubicBezTo>
                  <a:cubicBezTo>
                    <a:pt x="1" y="0"/>
                    <a:pt x="3" y="0"/>
                    <a:pt x="4" y="0"/>
                  </a:cubicBezTo>
                  <a:cubicBezTo>
                    <a:pt x="19" y="6"/>
                    <a:pt x="37" y="9"/>
                    <a:pt x="55" y="9"/>
                  </a:cubicBezTo>
                  <a:cubicBezTo>
                    <a:pt x="61" y="9"/>
                    <a:pt x="68" y="8"/>
                    <a:pt x="75" y="8"/>
                  </a:cubicBezTo>
                  <a:cubicBezTo>
                    <a:pt x="77" y="7"/>
                    <a:pt x="78" y="8"/>
                    <a:pt x="78" y="10"/>
                  </a:cubicBezTo>
                  <a:cubicBezTo>
                    <a:pt x="79" y="12"/>
                    <a:pt x="77" y="13"/>
                    <a:pt x="76" y="13"/>
                  </a:cubicBezTo>
                  <a:cubicBezTo>
                    <a:pt x="69" y="14"/>
                    <a:pt x="62" y="15"/>
                    <a:pt x="55" y="1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73">
              <a:extLst>
                <a:ext uri="{FF2B5EF4-FFF2-40B4-BE49-F238E27FC236}">
                  <a16:creationId xmlns:a16="http://schemas.microsoft.com/office/drawing/2014/main" id="{835EFE04-24DA-5681-019E-869F6AB71ACC}"/>
                </a:ext>
              </a:extLst>
            </p:cNvPr>
            <p:cNvSpPr>
              <a:spLocks/>
            </p:cNvSpPr>
            <p:nvPr/>
          </p:nvSpPr>
          <p:spPr bwMode="auto">
            <a:xfrm>
              <a:off x="985969" y="3574934"/>
              <a:ext cx="23774" cy="20117"/>
            </a:xfrm>
            <a:custGeom>
              <a:avLst/>
              <a:gdLst>
                <a:gd name="T0" fmla="*/ 3 w 13"/>
                <a:gd name="T1" fmla="*/ 11 h 11"/>
                <a:gd name="T2" fmla="*/ 1 w 13"/>
                <a:gd name="T3" fmla="*/ 10 h 11"/>
                <a:gd name="T4" fmla="*/ 2 w 13"/>
                <a:gd name="T5" fmla="*/ 6 h 11"/>
                <a:gd name="T6" fmla="*/ 8 w 13"/>
                <a:gd name="T7" fmla="*/ 1 h 11"/>
                <a:gd name="T8" fmla="*/ 12 w 13"/>
                <a:gd name="T9" fmla="*/ 2 h 11"/>
                <a:gd name="T10" fmla="*/ 12 w 13"/>
                <a:gd name="T11" fmla="*/ 6 h 11"/>
                <a:gd name="T12" fmla="*/ 5 w 13"/>
                <a:gd name="T13" fmla="*/ 11 h 11"/>
                <a:gd name="T14" fmla="*/ 3 w 13"/>
                <a:gd name="T15" fmla="*/ 1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1">
                  <a:moveTo>
                    <a:pt x="3" y="11"/>
                  </a:moveTo>
                  <a:cubicBezTo>
                    <a:pt x="2" y="11"/>
                    <a:pt x="1" y="11"/>
                    <a:pt x="1" y="10"/>
                  </a:cubicBezTo>
                  <a:cubicBezTo>
                    <a:pt x="0" y="8"/>
                    <a:pt x="0" y="6"/>
                    <a:pt x="2" y="6"/>
                  </a:cubicBezTo>
                  <a:cubicBezTo>
                    <a:pt x="4" y="4"/>
                    <a:pt x="6" y="3"/>
                    <a:pt x="8" y="1"/>
                  </a:cubicBezTo>
                  <a:cubicBezTo>
                    <a:pt x="9" y="0"/>
                    <a:pt x="11" y="1"/>
                    <a:pt x="12" y="2"/>
                  </a:cubicBezTo>
                  <a:cubicBezTo>
                    <a:pt x="13" y="3"/>
                    <a:pt x="13" y="5"/>
                    <a:pt x="12" y="6"/>
                  </a:cubicBezTo>
                  <a:cubicBezTo>
                    <a:pt x="9" y="8"/>
                    <a:pt x="7" y="9"/>
                    <a:pt x="5" y="11"/>
                  </a:cubicBezTo>
                  <a:cubicBezTo>
                    <a:pt x="4" y="11"/>
                    <a:pt x="4" y="11"/>
                    <a:pt x="3"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74">
              <a:extLst>
                <a:ext uri="{FF2B5EF4-FFF2-40B4-BE49-F238E27FC236}">
                  <a16:creationId xmlns:a16="http://schemas.microsoft.com/office/drawing/2014/main" id="{9310FB9E-2E04-AF08-9297-739BF752F668}"/>
                </a:ext>
              </a:extLst>
            </p:cNvPr>
            <p:cNvSpPr>
              <a:spLocks/>
            </p:cNvSpPr>
            <p:nvPr/>
          </p:nvSpPr>
          <p:spPr bwMode="auto">
            <a:xfrm>
              <a:off x="925618" y="3772444"/>
              <a:ext cx="84125" cy="43891"/>
            </a:xfrm>
            <a:custGeom>
              <a:avLst/>
              <a:gdLst>
                <a:gd name="T0" fmla="*/ 43 w 46"/>
                <a:gd name="T1" fmla="*/ 24 h 24"/>
                <a:gd name="T2" fmla="*/ 41 w 46"/>
                <a:gd name="T3" fmla="*/ 23 h 24"/>
                <a:gd name="T4" fmla="*/ 3 w 46"/>
                <a:gd name="T5" fmla="*/ 6 h 24"/>
                <a:gd name="T6" fmla="*/ 1 w 46"/>
                <a:gd name="T7" fmla="*/ 3 h 24"/>
                <a:gd name="T8" fmla="*/ 4 w 46"/>
                <a:gd name="T9" fmla="*/ 0 h 24"/>
                <a:gd name="T10" fmla="*/ 45 w 46"/>
                <a:gd name="T11" fmla="*/ 18 h 24"/>
                <a:gd name="T12" fmla="*/ 45 w 46"/>
                <a:gd name="T13" fmla="*/ 22 h 24"/>
                <a:gd name="T14" fmla="*/ 43 w 46"/>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24">
                  <a:moveTo>
                    <a:pt x="43" y="24"/>
                  </a:moveTo>
                  <a:cubicBezTo>
                    <a:pt x="42" y="24"/>
                    <a:pt x="42" y="23"/>
                    <a:pt x="41" y="23"/>
                  </a:cubicBezTo>
                  <a:cubicBezTo>
                    <a:pt x="31" y="16"/>
                    <a:pt x="18" y="10"/>
                    <a:pt x="3" y="6"/>
                  </a:cubicBezTo>
                  <a:cubicBezTo>
                    <a:pt x="1" y="6"/>
                    <a:pt x="0" y="4"/>
                    <a:pt x="1" y="3"/>
                  </a:cubicBezTo>
                  <a:cubicBezTo>
                    <a:pt x="1" y="1"/>
                    <a:pt x="3" y="0"/>
                    <a:pt x="4" y="0"/>
                  </a:cubicBezTo>
                  <a:cubicBezTo>
                    <a:pt x="20" y="4"/>
                    <a:pt x="34" y="10"/>
                    <a:pt x="45" y="18"/>
                  </a:cubicBezTo>
                  <a:cubicBezTo>
                    <a:pt x="46" y="19"/>
                    <a:pt x="46" y="21"/>
                    <a:pt x="45" y="22"/>
                  </a:cubicBezTo>
                  <a:cubicBezTo>
                    <a:pt x="45" y="23"/>
                    <a:pt x="44" y="24"/>
                    <a:pt x="43"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75">
              <a:extLst>
                <a:ext uri="{FF2B5EF4-FFF2-40B4-BE49-F238E27FC236}">
                  <a16:creationId xmlns:a16="http://schemas.microsoft.com/office/drawing/2014/main" id="{36C3521B-07B4-EBFE-264B-017C50004EC0}"/>
                </a:ext>
              </a:extLst>
            </p:cNvPr>
            <p:cNvSpPr>
              <a:spLocks/>
            </p:cNvSpPr>
            <p:nvPr/>
          </p:nvSpPr>
          <p:spPr bwMode="auto">
            <a:xfrm>
              <a:off x="727192" y="3772444"/>
              <a:ext cx="86869" cy="43891"/>
            </a:xfrm>
            <a:custGeom>
              <a:avLst/>
              <a:gdLst>
                <a:gd name="T0" fmla="*/ 3 w 48"/>
                <a:gd name="T1" fmla="*/ 24 h 24"/>
                <a:gd name="T2" fmla="*/ 1 w 48"/>
                <a:gd name="T3" fmla="*/ 22 h 24"/>
                <a:gd name="T4" fmla="*/ 2 w 48"/>
                <a:gd name="T5" fmla="*/ 18 h 24"/>
                <a:gd name="T6" fmla="*/ 44 w 48"/>
                <a:gd name="T7" fmla="*/ 0 h 24"/>
                <a:gd name="T8" fmla="*/ 47 w 48"/>
                <a:gd name="T9" fmla="*/ 2 h 24"/>
                <a:gd name="T10" fmla="*/ 45 w 48"/>
                <a:gd name="T11" fmla="*/ 6 h 24"/>
                <a:gd name="T12" fmla="*/ 5 w 48"/>
                <a:gd name="T13" fmla="*/ 23 h 24"/>
                <a:gd name="T14" fmla="*/ 3 w 48"/>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24">
                  <a:moveTo>
                    <a:pt x="3" y="24"/>
                  </a:moveTo>
                  <a:cubicBezTo>
                    <a:pt x="2" y="24"/>
                    <a:pt x="2" y="23"/>
                    <a:pt x="1" y="22"/>
                  </a:cubicBezTo>
                  <a:cubicBezTo>
                    <a:pt x="0" y="21"/>
                    <a:pt x="0" y="19"/>
                    <a:pt x="2" y="18"/>
                  </a:cubicBezTo>
                  <a:cubicBezTo>
                    <a:pt x="13" y="10"/>
                    <a:pt x="27" y="4"/>
                    <a:pt x="44" y="0"/>
                  </a:cubicBezTo>
                  <a:cubicBezTo>
                    <a:pt x="45" y="0"/>
                    <a:pt x="47" y="1"/>
                    <a:pt x="47" y="2"/>
                  </a:cubicBezTo>
                  <a:cubicBezTo>
                    <a:pt x="48" y="4"/>
                    <a:pt x="47" y="5"/>
                    <a:pt x="45" y="6"/>
                  </a:cubicBezTo>
                  <a:cubicBezTo>
                    <a:pt x="30" y="9"/>
                    <a:pt x="16" y="15"/>
                    <a:pt x="5" y="23"/>
                  </a:cubicBezTo>
                  <a:cubicBezTo>
                    <a:pt x="5" y="23"/>
                    <a:pt x="4" y="24"/>
                    <a:pt x="3"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6">
              <a:extLst>
                <a:ext uri="{FF2B5EF4-FFF2-40B4-BE49-F238E27FC236}">
                  <a16:creationId xmlns:a16="http://schemas.microsoft.com/office/drawing/2014/main" id="{647FB992-ED6B-10FA-185D-F9E8391CE1DD}"/>
                </a:ext>
              </a:extLst>
            </p:cNvPr>
            <p:cNvSpPr>
              <a:spLocks/>
            </p:cNvSpPr>
            <p:nvPr/>
          </p:nvSpPr>
          <p:spPr bwMode="auto">
            <a:xfrm>
              <a:off x="766512" y="3512755"/>
              <a:ext cx="175565" cy="148132"/>
            </a:xfrm>
            <a:custGeom>
              <a:avLst/>
              <a:gdLst>
                <a:gd name="T0" fmla="*/ 3 w 96"/>
                <a:gd name="T1" fmla="*/ 81 h 81"/>
                <a:gd name="T2" fmla="*/ 3 w 96"/>
                <a:gd name="T3" fmla="*/ 81 h 81"/>
                <a:gd name="T4" fmla="*/ 0 w 96"/>
                <a:gd name="T5" fmla="*/ 77 h 81"/>
                <a:gd name="T6" fmla="*/ 56 w 96"/>
                <a:gd name="T7" fmla="*/ 0 h 81"/>
                <a:gd name="T8" fmla="*/ 95 w 96"/>
                <a:gd name="T9" fmla="*/ 28 h 81"/>
                <a:gd name="T10" fmla="*/ 94 w 96"/>
                <a:gd name="T11" fmla="*/ 32 h 81"/>
                <a:gd name="T12" fmla="*/ 90 w 96"/>
                <a:gd name="T13" fmla="*/ 31 h 81"/>
                <a:gd name="T14" fmla="*/ 56 w 96"/>
                <a:gd name="T15" fmla="*/ 6 h 81"/>
                <a:gd name="T16" fmla="*/ 6 w 96"/>
                <a:gd name="T17" fmla="*/ 78 h 81"/>
                <a:gd name="T18" fmla="*/ 3 w 96"/>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81">
                  <a:moveTo>
                    <a:pt x="3" y="81"/>
                  </a:moveTo>
                  <a:cubicBezTo>
                    <a:pt x="3" y="81"/>
                    <a:pt x="3" y="81"/>
                    <a:pt x="3" y="81"/>
                  </a:cubicBezTo>
                  <a:cubicBezTo>
                    <a:pt x="1" y="80"/>
                    <a:pt x="0" y="79"/>
                    <a:pt x="0" y="77"/>
                  </a:cubicBezTo>
                  <a:cubicBezTo>
                    <a:pt x="6" y="32"/>
                    <a:pt x="29" y="0"/>
                    <a:pt x="56" y="0"/>
                  </a:cubicBezTo>
                  <a:cubicBezTo>
                    <a:pt x="70" y="0"/>
                    <a:pt x="84" y="10"/>
                    <a:pt x="95" y="28"/>
                  </a:cubicBezTo>
                  <a:cubicBezTo>
                    <a:pt x="96" y="29"/>
                    <a:pt x="95" y="31"/>
                    <a:pt x="94" y="32"/>
                  </a:cubicBezTo>
                  <a:cubicBezTo>
                    <a:pt x="92" y="33"/>
                    <a:pt x="91" y="32"/>
                    <a:pt x="90" y="31"/>
                  </a:cubicBezTo>
                  <a:cubicBezTo>
                    <a:pt x="80" y="15"/>
                    <a:pt x="68" y="6"/>
                    <a:pt x="56" y="6"/>
                  </a:cubicBezTo>
                  <a:cubicBezTo>
                    <a:pt x="32" y="6"/>
                    <a:pt x="12" y="36"/>
                    <a:pt x="6" y="78"/>
                  </a:cubicBezTo>
                  <a:cubicBezTo>
                    <a:pt x="6" y="79"/>
                    <a:pt x="5" y="81"/>
                    <a:pt x="3" y="8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77">
              <a:extLst>
                <a:ext uri="{FF2B5EF4-FFF2-40B4-BE49-F238E27FC236}">
                  <a16:creationId xmlns:a16="http://schemas.microsoft.com/office/drawing/2014/main" id="{C7638824-342F-D21B-76E8-CD1A1E3BA31E}"/>
                </a:ext>
              </a:extLst>
            </p:cNvPr>
            <p:cNvSpPr>
              <a:spLocks/>
            </p:cNvSpPr>
            <p:nvPr/>
          </p:nvSpPr>
          <p:spPr bwMode="auto">
            <a:xfrm>
              <a:off x="766512" y="3734039"/>
              <a:ext cx="21946" cy="56693"/>
            </a:xfrm>
            <a:custGeom>
              <a:avLst/>
              <a:gdLst>
                <a:gd name="T0" fmla="*/ 9 w 12"/>
                <a:gd name="T1" fmla="*/ 31 h 31"/>
                <a:gd name="T2" fmla="*/ 6 w 12"/>
                <a:gd name="T3" fmla="*/ 29 h 31"/>
                <a:gd name="T4" fmla="*/ 1 w 12"/>
                <a:gd name="T5" fmla="*/ 4 h 31"/>
                <a:gd name="T6" fmla="*/ 3 w 12"/>
                <a:gd name="T7" fmla="*/ 1 h 31"/>
                <a:gd name="T8" fmla="*/ 7 w 12"/>
                <a:gd name="T9" fmla="*/ 3 h 31"/>
                <a:gd name="T10" fmla="*/ 12 w 12"/>
                <a:gd name="T11" fmla="*/ 27 h 31"/>
                <a:gd name="T12" fmla="*/ 10 w 12"/>
                <a:gd name="T13" fmla="*/ 31 h 31"/>
                <a:gd name="T14" fmla="*/ 9 w 12"/>
                <a:gd name="T15" fmla="*/ 3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1">
                  <a:moveTo>
                    <a:pt x="9" y="31"/>
                  </a:moveTo>
                  <a:cubicBezTo>
                    <a:pt x="8" y="31"/>
                    <a:pt x="7" y="30"/>
                    <a:pt x="6" y="29"/>
                  </a:cubicBezTo>
                  <a:cubicBezTo>
                    <a:pt x="4" y="21"/>
                    <a:pt x="2" y="13"/>
                    <a:pt x="1" y="4"/>
                  </a:cubicBezTo>
                  <a:cubicBezTo>
                    <a:pt x="0" y="2"/>
                    <a:pt x="1" y="1"/>
                    <a:pt x="3" y="1"/>
                  </a:cubicBezTo>
                  <a:cubicBezTo>
                    <a:pt x="5" y="0"/>
                    <a:pt x="6" y="2"/>
                    <a:pt x="7" y="3"/>
                  </a:cubicBezTo>
                  <a:cubicBezTo>
                    <a:pt x="8" y="11"/>
                    <a:pt x="9" y="19"/>
                    <a:pt x="12" y="27"/>
                  </a:cubicBezTo>
                  <a:cubicBezTo>
                    <a:pt x="12" y="28"/>
                    <a:pt x="11" y="30"/>
                    <a:pt x="10" y="31"/>
                  </a:cubicBezTo>
                  <a:cubicBezTo>
                    <a:pt x="10" y="31"/>
                    <a:pt x="9" y="31"/>
                    <a:pt x="9"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78">
              <a:extLst>
                <a:ext uri="{FF2B5EF4-FFF2-40B4-BE49-F238E27FC236}">
                  <a16:creationId xmlns:a16="http://schemas.microsoft.com/office/drawing/2014/main" id="{D505AF94-A29E-505C-8438-C4FAF77EC278}"/>
                </a:ext>
              </a:extLst>
            </p:cNvPr>
            <p:cNvSpPr>
              <a:spLocks/>
            </p:cNvSpPr>
            <p:nvPr/>
          </p:nvSpPr>
          <p:spPr bwMode="auto">
            <a:xfrm>
              <a:off x="947564" y="3644428"/>
              <a:ext cx="23774" cy="144475"/>
            </a:xfrm>
            <a:custGeom>
              <a:avLst/>
              <a:gdLst>
                <a:gd name="T0" fmla="*/ 3 w 13"/>
                <a:gd name="T1" fmla="*/ 79 h 79"/>
                <a:gd name="T2" fmla="*/ 2 w 13"/>
                <a:gd name="T3" fmla="*/ 79 h 79"/>
                <a:gd name="T4" fmla="*/ 0 w 13"/>
                <a:gd name="T5" fmla="*/ 75 h 79"/>
                <a:gd name="T6" fmla="*/ 7 w 13"/>
                <a:gd name="T7" fmla="*/ 28 h 79"/>
                <a:gd name="T8" fmla="*/ 6 w 13"/>
                <a:gd name="T9" fmla="*/ 4 h 79"/>
                <a:gd name="T10" fmla="*/ 8 w 13"/>
                <a:gd name="T11" fmla="*/ 1 h 79"/>
                <a:gd name="T12" fmla="*/ 12 w 13"/>
                <a:gd name="T13" fmla="*/ 3 h 79"/>
                <a:gd name="T14" fmla="*/ 13 w 13"/>
                <a:gd name="T15" fmla="*/ 28 h 79"/>
                <a:gd name="T16" fmla="*/ 6 w 13"/>
                <a:gd name="T17" fmla="*/ 77 h 79"/>
                <a:gd name="T18" fmla="*/ 3 w 13"/>
                <a:gd name="T1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79">
                  <a:moveTo>
                    <a:pt x="3" y="79"/>
                  </a:moveTo>
                  <a:cubicBezTo>
                    <a:pt x="3" y="79"/>
                    <a:pt x="3" y="79"/>
                    <a:pt x="2" y="79"/>
                  </a:cubicBezTo>
                  <a:cubicBezTo>
                    <a:pt x="1" y="79"/>
                    <a:pt x="0" y="77"/>
                    <a:pt x="0" y="75"/>
                  </a:cubicBezTo>
                  <a:cubicBezTo>
                    <a:pt x="5" y="61"/>
                    <a:pt x="7" y="45"/>
                    <a:pt x="7" y="28"/>
                  </a:cubicBezTo>
                  <a:cubicBezTo>
                    <a:pt x="7" y="20"/>
                    <a:pt x="7" y="12"/>
                    <a:pt x="6" y="4"/>
                  </a:cubicBezTo>
                  <a:cubicBezTo>
                    <a:pt x="5" y="3"/>
                    <a:pt x="7" y="1"/>
                    <a:pt x="8" y="1"/>
                  </a:cubicBezTo>
                  <a:cubicBezTo>
                    <a:pt x="10" y="0"/>
                    <a:pt x="11" y="2"/>
                    <a:pt x="12" y="3"/>
                  </a:cubicBezTo>
                  <a:cubicBezTo>
                    <a:pt x="13" y="11"/>
                    <a:pt x="13" y="20"/>
                    <a:pt x="13" y="28"/>
                  </a:cubicBezTo>
                  <a:cubicBezTo>
                    <a:pt x="13" y="45"/>
                    <a:pt x="11" y="62"/>
                    <a:pt x="6" y="77"/>
                  </a:cubicBezTo>
                  <a:cubicBezTo>
                    <a:pt x="6" y="79"/>
                    <a:pt x="4" y="79"/>
                    <a:pt x="3"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79">
              <a:extLst>
                <a:ext uri="{FF2B5EF4-FFF2-40B4-BE49-F238E27FC236}">
                  <a16:creationId xmlns:a16="http://schemas.microsoft.com/office/drawing/2014/main" id="{0FED35FD-DCEF-B5B0-C0E7-3BDE9F9676D8}"/>
                </a:ext>
              </a:extLst>
            </p:cNvPr>
            <p:cNvSpPr>
              <a:spLocks/>
            </p:cNvSpPr>
            <p:nvPr/>
          </p:nvSpPr>
          <p:spPr bwMode="auto">
            <a:xfrm>
              <a:off x="938420" y="3690148"/>
              <a:ext cx="62179" cy="10973"/>
            </a:xfrm>
            <a:custGeom>
              <a:avLst/>
              <a:gdLst>
                <a:gd name="T0" fmla="*/ 31 w 34"/>
                <a:gd name="T1" fmla="*/ 6 h 6"/>
                <a:gd name="T2" fmla="*/ 3 w 34"/>
                <a:gd name="T3" fmla="*/ 6 h 6"/>
                <a:gd name="T4" fmla="*/ 0 w 34"/>
                <a:gd name="T5" fmla="*/ 3 h 6"/>
                <a:gd name="T6" fmla="*/ 3 w 34"/>
                <a:gd name="T7" fmla="*/ 0 h 6"/>
                <a:gd name="T8" fmla="*/ 31 w 34"/>
                <a:gd name="T9" fmla="*/ 0 h 6"/>
                <a:gd name="T10" fmla="*/ 34 w 34"/>
                <a:gd name="T11" fmla="*/ 3 h 6"/>
                <a:gd name="T12" fmla="*/ 31 w 34"/>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4" h="6">
                  <a:moveTo>
                    <a:pt x="31" y="6"/>
                  </a:moveTo>
                  <a:cubicBezTo>
                    <a:pt x="3" y="6"/>
                    <a:pt x="3" y="6"/>
                    <a:pt x="3" y="6"/>
                  </a:cubicBezTo>
                  <a:cubicBezTo>
                    <a:pt x="2" y="6"/>
                    <a:pt x="0" y="5"/>
                    <a:pt x="0" y="3"/>
                  </a:cubicBezTo>
                  <a:cubicBezTo>
                    <a:pt x="0" y="1"/>
                    <a:pt x="2" y="0"/>
                    <a:pt x="3" y="0"/>
                  </a:cubicBezTo>
                  <a:cubicBezTo>
                    <a:pt x="31" y="0"/>
                    <a:pt x="31" y="0"/>
                    <a:pt x="31" y="0"/>
                  </a:cubicBezTo>
                  <a:cubicBezTo>
                    <a:pt x="32" y="0"/>
                    <a:pt x="34" y="1"/>
                    <a:pt x="34" y="3"/>
                  </a:cubicBezTo>
                  <a:cubicBezTo>
                    <a:pt x="34" y="5"/>
                    <a:pt x="32" y="6"/>
                    <a:pt x="3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80">
              <a:extLst>
                <a:ext uri="{FF2B5EF4-FFF2-40B4-BE49-F238E27FC236}">
                  <a16:creationId xmlns:a16="http://schemas.microsoft.com/office/drawing/2014/main" id="{5B6818F6-FD9F-279C-14B9-0F3CEA7E79A6}"/>
                </a:ext>
              </a:extLst>
            </p:cNvPr>
            <p:cNvSpPr>
              <a:spLocks/>
            </p:cNvSpPr>
            <p:nvPr/>
          </p:nvSpPr>
          <p:spPr bwMode="auto">
            <a:xfrm>
              <a:off x="686959" y="3690148"/>
              <a:ext cx="43891" cy="10973"/>
            </a:xfrm>
            <a:custGeom>
              <a:avLst/>
              <a:gdLst>
                <a:gd name="T0" fmla="*/ 21 w 24"/>
                <a:gd name="T1" fmla="*/ 6 h 6"/>
                <a:gd name="T2" fmla="*/ 3 w 24"/>
                <a:gd name="T3" fmla="*/ 6 h 6"/>
                <a:gd name="T4" fmla="*/ 0 w 24"/>
                <a:gd name="T5" fmla="*/ 3 h 6"/>
                <a:gd name="T6" fmla="*/ 3 w 24"/>
                <a:gd name="T7" fmla="*/ 0 h 6"/>
                <a:gd name="T8" fmla="*/ 21 w 24"/>
                <a:gd name="T9" fmla="*/ 0 h 6"/>
                <a:gd name="T10" fmla="*/ 24 w 24"/>
                <a:gd name="T11" fmla="*/ 3 h 6"/>
                <a:gd name="T12" fmla="*/ 21 w 24"/>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4" h="6">
                  <a:moveTo>
                    <a:pt x="21" y="6"/>
                  </a:moveTo>
                  <a:cubicBezTo>
                    <a:pt x="3" y="6"/>
                    <a:pt x="3" y="6"/>
                    <a:pt x="3" y="6"/>
                  </a:cubicBezTo>
                  <a:cubicBezTo>
                    <a:pt x="1" y="6"/>
                    <a:pt x="0" y="5"/>
                    <a:pt x="0" y="3"/>
                  </a:cubicBezTo>
                  <a:cubicBezTo>
                    <a:pt x="0" y="1"/>
                    <a:pt x="1" y="0"/>
                    <a:pt x="3" y="0"/>
                  </a:cubicBezTo>
                  <a:cubicBezTo>
                    <a:pt x="21" y="0"/>
                    <a:pt x="21" y="0"/>
                    <a:pt x="21" y="0"/>
                  </a:cubicBezTo>
                  <a:cubicBezTo>
                    <a:pt x="23" y="0"/>
                    <a:pt x="24" y="1"/>
                    <a:pt x="24" y="3"/>
                  </a:cubicBezTo>
                  <a:cubicBezTo>
                    <a:pt x="24" y="5"/>
                    <a:pt x="23" y="6"/>
                    <a:pt x="2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81">
              <a:extLst>
                <a:ext uri="{FF2B5EF4-FFF2-40B4-BE49-F238E27FC236}">
                  <a16:creationId xmlns:a16="http://schemas.microsoft.com/office/drawing/2014/main" id="{A48E1343-23D9-C77F-F1F7-CF683C9D8630}"/>
                </a:ext>
              </a:extLst>
            </p:cNvPr>
            <p:cNvSpPr>
              <a:spLocks/>
            </p:cNvSpPr>
            <p:nvPr/>
          </p:nvSpPr>
          <p:spPr bwMode="auto">
            <a:xfrm>
              <a:off x="863439" y="3512755"/>
              <a:ext cx="10973" cy="120701"/>
            </a:xfrm>
            <a:custGeom>
              <a:avLst/>
              <a:gdLst>
                <a:gd name="T0" fmla="*/ 3 w 6"/>
                <a:gd name="T1" fmla="*/ 66 h 66"/>
                <a:gd name="T2" fmla="*/ 0 w 6"/>
                <a:gd name="T3" fmla="*/ 63 h 66"/>
                <a:gd name="T4" fmla="*/ 0 w 6"/>
                <a:gd name="T5" fmla="*/ 3 h 66"/>
                <a:gd name="T6" fmla="*/ 3 w 6"/>
                <a:gd name="T7" fmla="*/ 0 h 66"/>
                <a:gd name="T8" fmla="*/ 6 w 6"/>
                <a:gd name="T9" fmla="*/ 3 h 66"/>
                <a:gd name="T10" fmla="*/ 6 w 6"/>
                <a:gd name="T11" fmla="*/ 63 h 66"/>
                <a:gd name="T12" fmla="*/ 3 w 6"/>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6" h="66">
                  <a:moveTo>
                    <a:pt x="3" y="66"/>
                  </a:moveTo>
                  <a:cubicBezTo>
                    <a:pt x="1" y="66"/>
                    <a:pt x="0" y="65"/>
                    <a:pt x="0" y="63"/>
                  </a:cubicBezTo>
                  <a:cubicBezTo>
                    <a:pt x="0" y="3"/>
                    <a:pt x="0" y="3"/>
                    <a:pt x="0" y="3"/>
                  </a:cubicBezTo>
                  <a:cubicBezTo>
                    <a:pt x="0" y="2"/>
                    <a:pt x="1" y="0"/>
                    <a:pt x="3" y="0"/>
                  </a:cubicBezTo>
                  <a:cubicBezTo>
                    <a:pt x="4" y="0"/>
                    <a:pt x="6" y="2"/>
                    <a:pt x="6" y="3"/>
                  </a:cubicBezTo>
                  <a:cubicBezTo>
                    <a:pt x="6" y="63"/>
                    <a:pt x="6" y="63"/>
                    <a:pt x="6" y="63"/>
                  </a:cubicBezTo>
                  <a:cubicBezTo>
                    <a:pt x="6" y="65"/>
                    <a:pt x="4" y="66"/>
                    <a:pt x="3" y="6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Oval 282">
              <a:extLst>
                <a:ext uri="{FF2B5EF4-FFF2-40B4-BE49-F238E27FC236}">
                  <a16:creationId xmlns:a16="http://schemas.microsoft.com/office/drawing/2014/main" id="{9A94097D-6243-622F-FEE5-FAD0C7ED0A57}"/>
                </a:ext>
              </a:extLst>
            </p:cNvPr>
            <p:cNvSpPr>
              <a:spLocks noChangeArrowheads="1"/>
            </p:cNvSpPr>
            <p:nvPr/>
          </p:nvSpPr>
          <p:spPr bwMode="auto">
            <a:xfrm>
              <a:off x="712562" y="3562132"/>
              <a:ext cx="41148"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Oval 283">
              <a:extLst>
                <a:ext uri="{FF2B5EF4-FFF2-40B4-BE49-F238E27FC236}">
                  <a16:creationId xmlns:a16="http://schemas.microsoft.com/office/drawing/2014/main" id="{CF365E5B-45E6-61AA-1E21-49CF94829455}"/>
                </a:ext>
              </a:extLst>
            </p:cNvPr>
            <p:cNvSpPr>
              <a:spLocks noChangeArrowheads="1"/>
            </p:cNvSpPr>
            <p:nvPr/>
          </p:nvSpPr>
          <p:spPr bwMode="auto">
            <a:xfrm>
              <a:off x="932933" y="3585906"/>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Oval 284">
              <a:extLst>
                <a:ext uri="{FF2B5EF4-FFF2-40B4-BE49-F238E27FC236}">
                  <a16:creationId xmlns:a16="http://schemas.microsoft.com/office/drawing/2014/main" id="{1683BC27-2A18-2F22-3A56-5BF62F974E2F}"/>
                </a:ext>
              </a:extLst>
            </p:cNvPr>
            <p:cNvSpPr>
              <a:spLocks noChangeArrowheads="1"/>
            </p:cNvSpPr>
            <p:nvPr/>
          </p:nvSpPr>
          <p:spPr bwMode="auto">
            <a:xfrm>
              <a:off x="1024373" y="3675517"/>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Oval 285">
              <a:extLst>
                <a:ext uri="{FF2B5EF4-FFF2-40B4-BE49-F238E27FC236}">
                  <a16:creationId xmlns:a16="http://schemas.microsoft.com/office/drawing/2014/main" id="{108A99AB-2053-93F8-B103-71D42E23521F}"/>
                </a:ext>
              </a:extLst>
            </p:cNvPr>
            <p:cNvSpPr>
              <a:spLocks noChangeArrowheads="1"/>
            </p:cNvSpPr>
            <p:nvPr/>
          </p:nvSpPr>
          <p:spPr bwMode="auto">
            <a:xfrm>
              <a:off x="748224" y="3675517"/>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86">
              <a:extLst>
                <a:ext uri="{FF2B5EF4-FFF2-40B4-BE49-F238E27FC236}">
                  <a16:creationId xmlns:a16="http://schemas.microsoft.com/office/drawing/2014/main" id="{8445B530-E96E-F077-1E64-ED10C78A02E7}"/>
                </a:ext>
              </a:extLst>
            </p:cNvPr>
            <p:cNvSpPr>
              <a:spLocks noEditPoints="1"/>
            </p:cNvSpPr>
            <p:nvPr/>
          </p:nvSpPr>
          <p:spPr bwMode="auto">
            <a:xfrm>
              <a:off x="740909" y="3642599"/>
              <a:ext cx="254204" cy="277977"/>
            </a:xfrm>
            <a:custGeom>
              <a:avLst/>
              <a:gdLst>
                <a:gd name="T0" fmla="*/ 70 w 139"/>
                <a:gd name="T1" fmla="*/ 152 h 152"/>
                <a:gd name="T2" fmla="*/ 25 w 139"/>
                <a:gd name="T3" fmla="*/ 152 h 152"/>
                <a:gd name="T4" fmla="*/ 23 w 139"/>
                <a:gd name="T5" fmla="*/ 150 h 152"/>
                <a:gd name="T6" fmla="*/ 23 w 139"/>
                <a:gd name="T7" fmla="*/ 148 h 152"/>
                <a:gd name="T8" fmla="*/ 5 w 139"/>
                <a:gd name="T9" fmla="*/ 148 h 152"/>
                <a:gd name="T10" fmla="*/ 0 w 139"/>
                <a:gd name="T11" fmla="*/ 145 h 152"/>
                <a:gd name="T12" fmla="*/ 7 w 139"/>
                <a:gd name="T13" fmla="*/ 111 h 152"/>
                <a:gd name="T14" fmla="*/ 45 w 139"/>
                <a:gd name="T15" fmla="*/ 81 h 152"/>
                <a:gd name="T16" fmla="*/ 51 w 139"/>
                <a:gd name="T17" fmla="*/ 74 h 152"/>
                <a:gd name="T18" fmla="*/ 45 w 139"/>
                <a:gd name="T19" fmla="*/ 62 h 152"/>
                <a:gd name="T20" fmla="*/ 39 w 139"/>
                <a:gd name="T21" fmla="*/ 52 h 152"/>
                <a:gd name="T22" fmla="*/ 39 w 139"/>
                <a:gd name="T23" fmla="*/ 43 h 152"/>
                <a:gd name="T24" fmla="*/ 70 w 139"/>
                <a:gd name="T25" fmla="*/ 3 h 152"/>
                <a:gd name="T26" fmla="*/ 70 w 139"/>
                <a:gd name="T27" fmla="*/ 3 h 152"/>
                <a:gd name="T28" fmla="*/ 100 w 139"/>
                <a:gd name="T29" fmla="*/ 43 h 152"/>
                <a:gd name="T30" fmla="*/ 100 w 139"/>
                <a:gd name="T31" fmla="*/ 52 h 152"/>
                <a:gd name="T32" fmla="*/ 94 w 139"/>
                <a:gd name="T33" fmla="*/ 62 h 152"/>
                <a:gd name="T34" fmla="*/ 88 w 139"/>
                <a:gd name="T35" fmla="*/ 74 h 152"/>
                <a:gd name="T36" fmla="*/ 94 w 139"/>
                <a:gd name="T37" fmla="*/ 81 h 152"/>
                <a:gd name="T38" fmla="*/ 133 w 139"/>
                <a:gd name="T39" fmla="*/ 111 h 152"/>
                <a:gd name="T40" fmla="*/ 139 w 139"/>
                <a:gd name="T41" fmla="*/ 145 h 152"/>
                <a:gd name="T42" fmla="*/ 134 w 139"/>
                <a:gd name="T43" fmla="*/ 148 h 152"/>
                <a:gd name="T44" fmla="*/ 116 w 139"/>
                <a:gd name="T45" fmla="*/ 148 h 152"/>
                <a:gd name="T46" fmla="*/ 116 w 139"/>
                <a:gd name="T47" fmla="*/ 150 h 152"/>
                <a:gd name="T48" fmla="*/ 114 w 139"/>
                <a:gd name="T49" fmla="*/ 152 h 152"/>
                <a:gd name="T50" fmla="*/ 69 w 139"/>
                <a:gd name="T51" fmla="*/ 152 h 152"/>
                <a:gd name="T52" fmla="*/ 70 w 139"/>
                <a:gd name="T53" fmla="*/ 152 h 152"/>
                <a:gd name="T54" fmla="*/ 79 w 139"/>
                <a:gd name="T55" fmla="*/ 29 h 152"/>
                <a:gd name="T56" fmla="*/ 48 w 139"/>
                <a:gd name="T57" fmla="*/ 43 h 152"/>
                <a:gd name="T58" fmla="*/ 69 w 139"/>
                <a:gd name="T59" fmla="*/ 78 h 152"/>
                <a:gd name="T60" fmla="*/ 92 w 139"/>
                <a:gd name="T61" fmla="*/ 39 h 152"/>
                <a:gd name="T62" fmla="*/ 79 w 139"/>
                <a:gd name="T63" fmla="*/ 29 h 152"/>
                <a:gd name="T64" fmla="*/ 55 w 139"/>
                <a:gd name="T65" fmla="*/ 79 h 152"/>
                <a:gd name="T66" fmla="*/ 51 w 139"/>
                <a:gd name="T67" fmla="*/ 85 h 152"/>
                <a:gd name="T68" fmla="*/ 46 w 139"/>
                <a:gd name="T69" fmla="*/ 88 h 152"/>
                <a:gd name="T70" fmla="*/ 42 w 139"/>
                <a:gd name="T71" fmla="*/ 89 h 152"/>
                <a:gd name="T72" fmla="*/ 63 w 139"/>
                <a:gd name="T73" fmla="*/ 144 h 152"/>
                <a:gd name="T74" fmla="*/ 66 w 139"/>
                <a:gd name="T75" fmla="*/ 104 h 152"/>
                <a:gd name="T76" fmla="*/ 74 w 139"/>
                <a:gd name="T77" fmla="*/ 104 h 152"/>
                <a:gd name="T78" fmla="*/ 76 w 139"/>
                <a:gd name="T79" fmla="*/ 145 h 152"/>
                <a:gd name="T80" fmla="*/ 97 w 139"/>
                <a:gd name="T81" fmla="*/ 89 h 152"/>
                <a:gd name="T82" fmla="*/ 93 w 139"/>
                <a:gd name="T83" fmla="*/ 88 h 152"/>
                <a:gd name="T84" fmla="*/ 88 w 139"/>
                <a:gd name="T85" fmla="*/ 85 h 152"/>
                <a:gd name="T86" fmla="*/ 84 w 139"/>
                <a:gd name="T87" fmla="*/ 79 h 152"/>
                <a:gd name="T88" fmla="*/ 55 w 139"/>
                <a:gd name="T89" fmla="*/ 79 h 152"/>
                <a:gd name="T90" fmla="*/ 75 w 139"/>
                <a:gd name="T91" fmla="*/ 90 h 152"/>
                <a:gd name="T92" fmla="*/ 77 w 139"/>
                <a:gd name="T93" fmla="*/ 96 h 152"/>
                <a:gd name="T94" fmla="*/ 74 w 139"/>
                <a:gd name="T95" fmla="*/ 101 h 152"/>
                <a:gd name="T96" fmla="*/ 66 w 139"/>
                <a:gd name="T97" fmla="*/ 101 h 152"/>
                <a:gd name="T98" fmla="*/ 62 w 139"/>
                <a:gd name="T99" fmla="*/ 96 h 152"/>
                <a:gd name="T100" fmla="*/ 64 w 139"/>
                <a:gd name="T101" fmla="*/ 90 h 152"/>
                <a:gd name="T102" fmla="*/ 64 w 139"/>
                <a:gd name="T103" fmla="*/ 90 h 152"/>
                <a:gd name="T104" fmla="*/ 75 w 139"/>
                <a:gd name="T105" fmla="*/ 9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9" h="152">
                  <a:moveTo>
                    <a:pt x="70" y="152"/>
                  </a:moveTo>
                  <a:cubicBezTo>
                    <a:pt x="25" y="152"/>
                    <a:pt x="25" y="152"/>
                    <a:pt x="25" y="152"/>
                  </a:cubicBezTo>
                  <a:cubicBezTo>
                    <a:pt x="24" y="152"/>
                    <a:pt x="23" y="151"/>
                    <a:pt x="23" y="150"/>
                  </a:cubicBezTo>
                  <a:cubicBezTo>
                    <a:pt x="23" y="148"/>
                    <a:pt x="23" y="148"/>
                    <a:pt x="23" y="148"/>
                  </a:cubicBezTo>
                  <a:cubicBezTo>
                    <a:pt x="23" y="148"/>
                    <a:pt x="7" y="148"/>
                    <a:pt x="5" y="148"/>
                  </a:cubicBezTo>
                  <a:cubicBezTo>
                    <a:pt x="2" y="148"/>
                    <a:pt x="0" y="148"/>
                    <a:pt x="0" y="145"/>
                  </a:cubicBezTo>
                  <a:cubicBezTo>
                    <a:pt x="0" y="140"/>
                    <a:pt x="1" y="128"/>
                    <a:pt x="7" y="111"/>
                  </a:cubicBezTo>
                  <a:cubicBezTo>
                    <a:pt x="15" y="87"/>
                    <a:pt x="45" y="81"/>
                    <a:pt x="45" y="81"/>
                  </a:cubicBezTo>
                  <a:cubicBezTo>
                    <a:pt x="51" y="74"/>
                    <a:pt x="51" y="74"/>
                    <a:pt x="51" y="74"/>
                  </a:cubicBezTo>
                  <a:cubicBezTo>
                    <a:pt x="48" y="70"/>
                    <a:pt x="46" y="64"/>
                    <a:pt x="45" y="62"/>
                  </a:cubicBezTo>
                  <a:cubicBezTo>
                    <a:pt x="44" y="60"/>
                    <a:pt x="40" y="57"/>
                    <a:pt x="39" y="52"/>
                  </a:cubicBezTo>
                  <a:cubicBezTo>
                    <a:pt x="37" y="47"/>
                    <a:pt x="38" y="46"/>
                    <a:pt x="39" y="43"/>
                  </a:cubicBezTo>
                  <a:cubicBezTo>
                    <a:pt x="35" y="0"/>
                    <a:pt x="70" y="3"/>
                    <a:pt x="70" y="3"/>
                  </a:cubicBezTo>
                  <a:cubicBezTo>
                    <a:pt x="70" y="3"/>
                    <a:pt x="70" y="3"/>
                    <a:pt x="70" y="3"/>
                  </a:cubicBezTo>
                  <a:cubicBezTo>
                    <a:pt x="70" y="3"/>
                    <a:pt x="104" y="0"/>
                    <a:pt x="100" y="43"/>
                  </a:cubicBezTo>
                  <a:cubicBezTo>
                    <a:pt x="101" y="46"/>
                    <a:pt x="102" y="47"/>
                    <a:pt x="100" y="52"/>
                  </a:cubicBezTo>
                  <a:cubicBezTo>
                    <a:pt x="99" y="57"/>
                    <a:pt x="95" y="60"/>
                    <a:pt x="94" y="62"/>
                  </a:cubicBezTo>
                  <a:cubicBezTo>
                    <a:pt x="93" y="64"/>
                    <a:pt x="91" y="70"/>
                    <a:pt x="88" y="74"/>
                  </a:cubicBezTo>
                  <a:cubicBezTo>
                    <a:pt x="94" y="81"/>
                    <a:pt x="94" y="81"/>
                    <a:pt x="94" y="81"/>
                  </a:cubicBezTo>
                  <a:cubicBezTo>
                    <a:pt x="94" y="81"/>
                    <a:pt x="124" y="87"/>
                    <a:pt x="133" y="111"/>
                  </a:cubicBezTo>
                  <a:cubicBezTo>
                    <a:pt x="139" y="128"/>
                    <a:pt x="139" y="140"/>
                    <a:pt x="139" y="145"/>
                  </a:cubicBezTo>
                  <a:cubicBezTo>
                    <a:pt x="139" y="148"/>
                    <a:pt x="137" y="148"/>
                    <a:pt x="134" y="148"/>
                  </a:cubicBezTo>
                  <a:cubicBezTo>
                    <a:pt x="132" y="148"/>
                    <a:pt x="116" y="148"/>
                    <a:pt x="116" y="148"/>
                  </a:cubicBezTo>
                  <a:cubicBezTo>
                    <a:pt x="116" y="150"/>
                    <a:pt x="116" y="150"/>
                    <a:pt x="116" y="150"/>
                  </a:cubicBezTo>
                  <a:cubicBezTo>
                    <a:pt x="116" y="151"/>
                    <a:pt x="115" y="152"/>
                    <a:pt x="114" y="152"/>
                  </a:cubicBezTo>
                  <a:cubicBezTo>
                    <a:pt x="69" y="152"/>
                    <a:pt x="69" y="152"/>
                    <a:pt x="69" y="152"/>
                  </a:cubicBezTo>
                  <a:lnTo>
                    <a:pt x="70" y="152"/>
                  </a:lnTo>
                  <a:close/>
                  <a:moveTo>
                    <a:pt x="79" y="29"/>
                  </a:moveTo>
                  <a:cubicBezTo>
                    <a:pt x="79" y="29"/>
                    <a:pt x="67" y="43"/>
                    <a:pt x="48" y="43"/>
                  </a:cubicBezTo>
                  <a:cubicBezTo>
                    <a:pt x="48" y="49"/>
                    <a:pt x="54" y="78"/>
                    <a:pt x="69" y="78"/>
                  </a:cubicBezTo>
                  <a:cubicBezTo>
                    <a:pt x="82" y="78"/>
                    <a:pt x="89" y="66"/>
                    <a:pt x="92" y="39"/>
                  </a:cubicBezTo>
                  <a:cubicBezTo>
                    <a:pt x="85" y="35"/>
                    <a:pt x="83" y="34"/>
                    <a:pt x="79" y="29"/>
                  </a:cubicBezTo>
                  <a:close/>
                  <a:moveTo>
                    <a:pt x="55" y="79"/>
                  </a:moveTo>
                  <a:cubicBezTo>
                    <a:pt x="51" y="85"/>
                    <a:pt x="51" y="85"/>
                    <a:pt x="51" y="85"/>
                  </a:cubicBezTo>
                  <a:cubicBezTo>
                    <a:pt x="49" y="86"/>
                    <a:pt x="48" y="88"/>
                    <a:pt x="46" y="88"/>
                  </a:cubicBezTo>
                  <a:cubicBezTo>
                    <a:pt x="42" y="89"/>
                    <a:pt x="42" y="89"/>
                    <a:pt x="42" y="89"/>
                  </a:cubicBezTo>
                  <a:cubicBezTo>
                    <a:pt x="63" y="144"/>
                    <a:pt x="63" y="144"/>
                    <a:pt x="63" y="144"/>
                  </a:cubicBezTo>
                  <a:cubicBezTo>
                    <a:pt x="66" y="104"/>
                    <a:pt x="66" y="104"/>
                    <a:pt x="66" y="104"/>
                  </a:cubicBezTo>
                  <a:cubicBezTo>
                    <a:pt x="74" y="104"/>
                    <a:pt x="74" y="104"/>
                    <a:pt x="74" y="104"/>
                  </a:cubicBezTo>
                  <a:cubicBezTo>
                    <a:pt x="76" y="145"/>
                    <a:pt x="76" y="145"/>
                    <a:pt x="76" y="145"/>
                  </a:cubicBezTo>
                  <a:cubicBezTo>
                    <a:pt x="97" y="89"/>
                    <a:pt x="97" y="89"/>
                    <a:pt x="97" y="89"/>
                  </a:cubicBezTo>
                  <a:cubicBezTo>
                    <a:pt x="93" y="88"/>
                    <a:pt x="93" y="88"/>
                    <a:pt x="93" y="88"/>
                  </a:cubicBezTo>
                  <a:cubicBezTo>
                    <a:pt x="91" y="88"/>
                    <a:pt x="89" y="86"/>
                    <a:pt x="88" y="85"/>
                  </a:cubicBezTo>
                  <a:cubicBezTo>
                    <a:pt x="84" y="79"/>
                    <a:pt x="84" y="79"/>
                    <a:pt x="84" y="79"/>
                  </a:cubicBezTo>
                  <a:cubicBezTo>
                    <a:pt x="75" y="87"/>
                    <a:pt x="65" y="88"/>
                    <a:pt x="55" y="79"/>
                  </a:cubicBezTo>
                  <a:close/>
                  <a:moveTo>
                    <a:pt x="75" y="90"/>
                  </a:moveTo>
                  <a:cubicBezTo>
                    <a:pt x="77" y="96"/>
                    <a:pt x="77" y="96"/>
                    <a:pt x="77" y="96"/>
                  </a:cubicBezTo>
                  <a:cubicBezTo>
                    <a:pt x="74" y="101"/>
                    <a:pt x="74" y="101"/>
                    <a:pt x="74" y="101"/>
                  </a:cubicBezTo>
                  <a:cubicBezTo>
                    <a:pt x="66" y="101"/>
                    <a:pt x="66" y="101"/>
                    <a:pt x="66" y="101"/>
                  </a:cubicBezTo>
                  <a:cubicBezTo>
                    <a:pt x="62" y="96"/>
                    <a:pt x="62" y="96"/>
                    <a:pt x="62" y="96"/>
                  </a:cubicBezTo>
                  <a:cubicBezTo>
                    <a:pt x="64" y="90"/>
                    <a:pt x="64" y="90"/>
                    <a:pt x="64" y="90"/>
                  </a:cubicBezTo>
                  <a:cubicBezTo>
                    <a:pt x="64" y="90"/>
                    <a:pt x="64" y="90"/>
                    <a:pt x="64" y="90"/>
                  </a:cubicBezTo>
                  <a:lnTo>
                    <a:pt x="75" y="9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65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F39-A70D-2914-F60B-AFFAA4038F6D}"/>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0573199-6A3E-EC9B-D795-BB0F8F13A43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0573199-6A3E-EC9B-D795-BB0F8F13A43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1D83093-2769-3E37-959B-969A9B5B645A}"/>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9E0BAD04-7022-3707-76C8-007394B31957}"/>
              </a:ext>
            </a:extLst>
          </p:cNvPr>
          <p:cNvSpPr>
            <a:spLocks noGrp="1"/>
          </p:cNvSpPr>
          <p:nvPr>
            <p:ph type="subTitle" idx="1"/>
          </p:nvPr>
        </p:nvSpPr>
        <p:spPr/>
        <p:txBody>
          <a:bodyPr/>
          <a:lstStyle/>
          <a:p>
            <a:r>
              <a:rPr lang="en-US" dirty="0"/>
              <a:t>Subtitle</a:t>
            </a:r>
          </a:p>
        </p:txBody>
      </p:sp>
      <p:sp>
        <p:nvSpPr>
          <p:cNvPr id="38" name="Rectangle 37">
            <a:extLst>
              <a:ext uri="{FF2B5EF4-FFF2-40B4-BE49-F238E27FC236}">
                <a16:creationId xmlns:a16="http://schemas.microsoft.com/office/drawing/2014/main" id="{B98BC192-9391-1EA0-DED0-5EE94E226508}"/>
              </a:ext>
            </a:extLst>
          </p:cNvPr>
          <p:cNvSpPr/>
          <p:nvPr/>
        </p:nvSpPr>
        <p:spPr>
          <a:xfrm>
            <a:off x="6042579" y="1496350"/>
            <a:ext cx="5594685" cy="4826515"/>
          </a:xfrm>
          <a:prstGeom prst="rect">
            <a:avLst/>
          </a:prstGeom>
          <a:solidFill>
            <a:schemeClr val="accent2">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9" name="TextBox 38">
            <a:extLst>
              <a:ext uri="{FF2B5EF4-FFF2-40B4-BE49-F238E27FC236}">
                <a16:creationId xmlns:a16="http://schemas.microsoft.com/office/drawing/2014/main" id="{539DA80B-1045-2A99-FF37-7DBDDABAFF33}"/>
              </a:ext>
            </a:extLst>
          </p:cNvPr>
          <p:cNvSpPr txBox="1"/>
          <p:nvPr/>
        </p:nvSpPr>
        <p:spPr>
          <a:xfrm>
            <a:off x="1075549" y="3075879"/>
            <a:ext cx="2847202" cy="558904"/>
          </a:xfrm>
          <a:prstGeom prst="rect">
            <a:avLst/>
          </a:prstGeom>
        </p:spPr>
        <p:txBody>
          <a:bodyPr vert="horz" wrap="square" lIns="0" tIns="0" rIns="0" bIns="0" rtlCol="0" anchor="t" anchorCtr="0">
            <a:noAutofit/>
          </a:bodyPr>
          <a:lstStyle/>
          <a:p>
            <a:pPr algn="l">
              <a:spcAft>
                <a:spcPts val="600"/>
              </a:spcAft>
            </a:pPr>
            <a:r>
              <a:rPr lang="en-US" sz="1050">
                <a:solidFill>
                  <a:schemeClr val="bg1"/>
                </a:solidFill>
              </a:rPr>
              <a:t>Build a clean, real-time data pipeline that feeds every decision without latency or gaps</a:t>
            </a:r>
          </a:p>
        </p:txBody>
      </p:sp>
      <p:sp>
        <p:nvSpPr>
          <p:cNvPr id="40" name="Rectangle 39">
            <a:extLst>
              <a:ext uri="{FF2B5EF4-FFF2-40B4-BE49-F238E27FC236}">
                <a16:creationId xmlns:a16="http://schemas.microsoft.com/office/drawing/2014/main" id="{D2E66A57-ECC8-B877-6383-94C0E87DCB82}"/>
              </a:ext>
            </a:extLst>
          </p:cNvPr>
          <p:cNvSpPr/>
          <p:nvPr/>
        </p:nvSpPr>
        <p:spPr>
          <a:xfrm>
            <a:off x="554736" y="1496350"/>
            <a:ext cx="5594685" cy="4826515"/>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1" name="Isosceles Triangle 33">
            <a:extLst>
              <a:ext uri="{FF2B5EF4-FFF2-40B4-BE49-F238E27FC236}">
                <a16:creationId xmlns:a16="http://schemas.microsoft.com/office/drawing/2014/main" id="{63B4C661-8EEA-7FB6-DB5D-F7187E3F5F70}"/>
              </a:ext>
            </a:extLst>
          </p:cNvPr>
          <p:cNvSpPr/>
          <p:nvPr/>
        </p:nvSpPr>
        <p:spPr>
          <a:xfrm rot="5400000">
            <a:off x="5848613" y="5334907"/>
            <a:ext cx="786681" cy="398745"/>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3" name="TextBox 42">
            <a:extLst>
              <a:ext uri="{FF2B5EF4-FFF2-40B4-BE49-F238E27FC236}">
                <a16:creationId xmlns:a16="http://schemas.microsoft.com/office/drawing/2014/main" id="{15B52579-D07C-2C39-B00D-5F05BB8377D4}"/>
              </a:ext>
            </a:extLst>
          </p:cNvPr>
          <p:cNvSpPr txBox="1"/>
          <p:nvPr/>
        </p:nvSpPr>
        <p:spPr>
          <a:xfrm>
            <a:off x="1316349" y="2292220"/>
            <a:ext cx="3723427" cy="868229"/>
          </a:xfrm>
          <a:prstGeom prst="rect">
            <a:avLst/>
          </a:prstGeom>
        </p:spPr>
        <p:txBody>
          <a:bodyPr vert="horz" wrap="square" lIns="0" tIns="0" rIns="0" bIns="0" rtlCol="0" anchor="t" anchorCtr="0">
            <a:noAutofit/>
          </a:bodyPr>
          <a:lstStyle/>
          <a:p>
            <a:pPr algn="l">
              <a:spcAft>
                <a:spcPts val="600"/>
              </a:spcAft>
            </a:pPr>
            <a:r>
              <a:rPr lang="en-US" sz="2000" b="1" dirty="0">
                <a:solidFill>
                  <a:schemeClr val="accent4">
                    <a:lumMod val="20000"/>
                    <a:lumOff val="80000"/>
                  </a:schemeClr>
                </a:solidFill>
                <a:latin typeface="+mj-lt"/>
              </a:rPr>
              <a:t>Stage 1</a:t>
            </a:r>
          </a:p>
          <a:p>
            <a:pPr algn="l">
              <a:spcAft>
                <a:spcPts val="600"/>
              </a:spcAft>
            </a:pPr>
            <a:r>
              <a:rPr lang="en-US" sz="2800" b="1" dirty="0">
                <a:solidFill>
                  <a:schemeClr val="accent4">
                    <a:lumMod val="20000"/>
                    <a:lumOff val="80000"/>
                  </a:schemeClr>
                </a:solidFill>
                <a:latin typeface="+mj-lt"/>
              </a:rPr>
              <a:t>Bullet Title #1</a:t>
            </a:r>
          </a:p>
        </p:txBody>
      </p:sp>
      <p:sp>
        <p:nvSpPr>
          <p:cNvPr id="44" name="TextBox 43">
            <a:extLst>
              <a:ext uri="{FF2B5EF4-FFF2-40B4-BE49-F238E27FC236}">
                <a16:creationId xmlns:a16="http://schemas.microsoft.com/office/drawing/2014/main" id="{B3635994-1714-9F11-4A67-29D2D3519359}"/>
              </a:ext>
            </a:extLst>
          </p:cNvPr>
          <p:cNvSpPr txBox="1"/>
          <p:nvPr/>
        </p:nvSpPr>
        <p:spPr>
          <a:xfrm>
            <a:off x="6945061" y="2292221"/>
            <a:ext cx="3668057" cy="558904"/>
          </a:xfrm>
          <a:prstGeom prst="rect">
            <a:avLst/>
          </a:prstGeom>
        </p:spPr>
        <p:txBody>
          <a:bodyPr vert="horz" wrap="square" lIns="0" tIns="0" rIns="0" bIns="0" rtlCol="0" anchor="t" anchorCtr="0">
            <a:noAutofit/>
          </a:bodyPr>
          <a:lstStyle/>
          <a:p>
            <a:pPr algn="l">
              <a:spcAft>
                <a:spcPts val="600"/>
              </a:spcAft>
            </a:pPr>
            <a:r>
              <a:rPr lang="en-US" sz="2000" b="1" dirty="0">
                <a:solidFill>
                  <a:schemeClr val="accent4">
                    <a:lumMod val="20000"/>
                    <a:lumOff val="80000"/>
                  </a:schemeClr>
                </a:solidFill>
                <a:latin typeface="+mj-lt"/>
              </a:rPr>
              <a:t>Stage 2</a:t>
            </a:r>
          </a:p>
          <a:p>
            <a:pPr>
              <a:spcAft>
                <a:spcPts val="600"/>
              </a:spcAft>
            </a:pPr>
            <a:r>
              <a:rPr lang="en-US" sz="2800" b="1" dirty="0">
                <a:solidFill>
                  <a:schemeClr val="accent4">
                    <a:lumMod val="20000"/>
                    <a:lumOff val="80000"/>
                  </a:schemeClr>
                </a:solidFill>
                <a:latin typeface="+mj-lt"/>
              </a:rPr>
              <a:t>Bullet Title #2</a:t>
            </a:r>
          </a:p>
        </p:txBody>
      </p:sp>
      <p:sp>
        <p:nvSpPr>
          <p:cNvPr id="45" name="TextBox 44">
            <a:extLst>
              <a:ext uri="{FF2B5EF4-FFF2-40B4-BE49-F238E27FC236}">
                <a16:creationId xmlns:a16="http://schemas.microsoft.com/office/drawing/2014/main" id="{8537458D-E77C-825E-69D8-DEC0344E59C0}"/>
              </a:ext>
            </a:extLst>
          </p:cNvPr>
          <p:cNvSpPr txBox="1"/>
          <p:nvPr/>
        </p:nvSpPr>
        <p:spPr>
          <a:xfrm>
            <a:off x="1307219" y="3859537"/>
            <a:ext cx="3939726" cy="558904"/>
          </a:xfrm>
          <a:prstGeom prst="rect">
            <a:avLst/>
          </a:prstGeom>
        </p:spPr>
        <p:txBody>
          <a:bodyPr vert="horz" wrap="square" lIns="0" tIns="0" rIns="0" bIns="0" rtlCol="0" anchor="t" anchorCtr="0">
            <a:noAutofit/>
          </a:bodyPr>
          <a:lstStyle/>
          <a:p>
            <a:pPr algn="l">
              <a:spcAft>
                <a:spcPts val="600"/>
              </a:spcAft>
            </a:pPr>
            <a:r>
              <a:rPr lang="en-US" sz="1050" dirty="0">
                <a:solidFill>
                  <a:schemeClr val="bg1"/>
                </a:solidFill>
              </a:rPr>
              <a:t>Bullet Subtitle #1</a:t>
            </a:r>
          </a:p>
          <a:p>
            <a:pPr algn="l">
              <a:spcAft>
                <a:spcPts val="600"/>
              </a:spcAft>
            </a:pPr>
            <a:endParaRPr lang="en-US" sz="1050" dirty="0">
              <a:solidFill>
                <a:schemeClr val="bg1"/>
              </a:solidFill>
            </a:endParaRPr>
          </a:p>
        </p:txBody>
      </p:sp>
      <p:sp>
        <p:nvSpPr>
          <p:cNvPr id="46" name="TextBox 45">
            <a:extLst>
              <a:ext uri="{FF2B5EF4-FFF2-40B4-BE49-F238E27FC236}">
                <a16:creationId xmlns:a16="http://schemas.microsoft.com/office/drawing/2014/main" id="{26FC257D-3A7B-AA42-129F-A3AA310249DA}"/>
              </a:ext>
            </a:extLst>
          </p:cNvPr>
          <p:cNvSpPr txBox="1"/>
          <p:nvPr/>
        </p:nvSpPr>
        <p:spPr>
          <a:xfrm>
            <a:off x="6935928" y="3859537"/>
            <a:ext cx="3736895" cy="558904"/>
          </a:xfrm>
          <a:prstGeom prst="rect">
            <a:avLst/>
          </a:prstGeom>
        </p:spPr>
        <p:txBody>
          <a:bodyPr vert="horz" wrap="square" lIns="0" tIns="0" rIns="0" bIns="0" rtlCol="0" anchor="t" anchorCtr="0">
            <a:noAutofit/>
          </a:bodyPr>
          <a:lstStyle/>
          <a:p>
            <a:pPr>
              <a:spcAft>
                <a:spcPts val="600"/>
              </a:spcAft>
            </a:pPr>
            <a:r>
              <a:rPr lang="en-US" sz="1050" dirty="0">
                <a:solidFill>
                  <a:schemeClr val="bg1"/>
                </a:solidFill>
              </a:rPr>
              <a:t>Bullet Subtitle #2</a:t>
            </a:r>
          </a:p>
        </p:txBody>
      </p:sp>
      <p:sp>
        <p:nvSpPr>
          <p:cNvPr id="47" name="TextBox 46">
            <a:extLst>
              <a:ext uri="{FF2B5EF4-FFF2-40B4-BE49-F238E27FC236}">
                <a16:creationId xmlns:a16="http://schemas.microsoft.com/office/drawing/2014/main" id="{23FE2886-6753-D12F-723E-731730F8B8BB}"/>
              </a:ext>
            </a:extLst>
          </p:cNvPr>
          <p:cNvSpPr txBox="1"/>
          <p:nvPr/>
        </p:nvSpPr>
        <p:spPr>
          <a:xfrm>
            <a:off x="1307219" y="4717604"/>
            <a:ext cx="3939726" cy="558904"/>
          </a:xfrm>
          <a:prstGeom prst="rect">
            <a:avLst/>
          </a:prstGeom>
        </p:spPr>
        <p:txBody>
          <a:bodyPr vert="horz" wrap="square" lIns="0" tIns="0" rIns="0" bIns="0" rtlCol="0" anchor="t" anchorCtr="0">
            <a:noAutofit/>
          </a:bodyPr>
          <a:lstStyle/>
          <a:p>
            <a:pPr marL="171450" indent="-171450" algn="l">
              <a:spcAft>
                <a:spcPts val="600"/>
              </a:spcAft>
              <a:buFont typeface="Arial" panose="020B0604020202020204" pitchFamily="34" charset="0"/>
              <a:buChar char="•"/>
            </a:pPr>
            <a:r>
              <a:rPr lang="en-US" sz="900" b="1" dirty="0">
                <a:solidFill>
                  <a:schemeClr val="bg1"/>
                </a:solidFill>
              </a:rPr>
              <a:t>Bullet Bullet #1</a:t>
            </a:r>
          </a:p>
          <a:p>
            <a:pPr marL="171450" indent="-171450">
              <a:spcAft>
                <a:spcPts val="600"/>
              </a:spcAft>
              <a:buFont typeface="Arial" panose="020B0604020202020204" pitchFamily="34" charset="0"/>
              <a:buChar char="•"/>
            </a:pPr>
            <a:r>
              <a:rPr lang="en-US" sz="900" b="1" dirty="0">
                <a:solidFill>
                  <a:schemeClr val="bg1"/>
                </a:solidFill>
              </a:rPr>
              <a:t>Bullet Bullet #1</a:t>
            </a:r>
          </a:p>
          <a:p>
            <a:pPr marL="171450" indent="-171450">
              <a:spcAft>
                <a:spcPts val="600"/>
              </a:spcAft>
              <a:buFont typeface="Arial" panose="020B0604020202020204" pitchFamily="34" charset="0"/>
              <a:buChar char="•"/>
            </a:pPr>
            <a:r>
              <a:rPr lang="en-US" sz="900" b="1" dirty="0">
                <a:solidFill>
                  <a:schemeClr val="bg1"/>
                </a:solidFill>
              </a:rPr>
              <a:t>Bullet Bullet #1</a:t>
            </a:r>
          </a:p>
          <a:p>
            <a:pPr marL="171450" indent="-171450">
              <a:spcAft>
                <a:spcPts val="600"/>
              </a:spcAft>
              <a:buFont typeface="Arial" panose="020B0604020202020204" pitchFamily="34" charset="0"/>
              <a:buChar char="•"/>
            </a:pPr>
            <a:r>
              <a:rPr lang="en-US" sz="900" b="1" dirty="0">
                <a:solidFill>
                  <a:schemeClr val="bg1"/>
                </a:solidFill>
              </a:rPr>
              <a:t>Bullet Bullet #1</a:t>
            </a:r>
          </a:p>
          <a:p>
            <a:pPr marL="171450" indent="-171450" algn="l">
              <a:spcAft>
                <a:spcPts val="600"/>
              </a:spcAft>
              <a:buFont typeface="Arial" panose="020B0604020202020204" pitchFamily="34" charset="0"/>
              <a:buChar char="•"/>
            </a:pPr>
            <a:endParaRPr lang="en-US" sz="900" b="1" dirty="0">
              <a:solidFill>
                <a:schemeClr val="bg1"/>
              </a:solidFill>
            </a:endParaRPr>
          </a:p>
        </p:txBody>
      </p:sp>
      <p:sp>
        <p:nvSpPr>
          <p:cNvPr id="48" name="TextBox 47">
            <a:extLst>
              <a:ext uri="{FF2B5EF4-FFF2-40B4-BE49-F238E27FC236}">
                <a16:creationId xmlns:a16="http://schemas.microsoft.com/office/drawing/2014/main" id="{406F722F-C069-4BEE-E5A3-896A45BB635A}"/>
              </a:ext>
            </a:extLst>
          </p:cNvPr>
          <p:cNvSpPr txBox="1"/>
          <p:nvPr/>
        </p:nvSpPr>
        <p:spPr>
          <a:xfrm>
            <a:off x="6937922" y="4717604"/>
            <a:ext cx="3951729" cy="558904"/>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endParaRPr lang="en-US" sz="900" b="1" dirty="0">
              <a:solidFill>
                <a:schemeClr val="bg1"/>
              </a:solidFill>
            </a:endParaRPr>
          </a:p>
        </p:txBody>
      </p:sp>
      <p:pic>
        <p:nvPicPr>
          <p:cNvPr id="7" name="Graphic 6">
            <a:extLst>
              <a:ext uri="{FF2B5EF4-FFF2-40B4-BE49-F238E27FC236}">
                <a16:creationId xmlns:a16="http://schemas.microsoft.com/office/drawing/2014/main" id="{0BAF5AE4-EAC3-D700-0D48-A9F4919B031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65257" y="1819844"/>
            <a:ext cx="360000" cy="360000"/>
          </a:xfrm>
          <a:prstGeom prst="rect">
            <a:avLst/>
          </a:prstGeom>
        </p:spPr>
      </p:pic>
      <p:pic>
        <p:nvPicPr>
          <p:cNvPr id="8" name="Graphic 7">
            <a:extLst>
              <a:ext uri="{FF2B5EF4-FFF2-40B4-BE49-F238E27FC236}">
                <a16:creationId xmlns:a16="http://schemas.microsoft.com/office/drawing/2014/main" id="{EC39705D-687E-8D53-F55F-AFD56353BE5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19744" y="1819844"/>
            <a:ext cx="360000" cy="360000"/>
          </a:xfrm>
          <a:prstGeom prst="rect">
            <a:avLst/>
          </a:prstGeom>
        </p:spPr>
      </p:pic>
    </p:spTree>
    <p:extLst>
      <p:ext uri="{BB962C8B-B14F-4D97-AF65-F5344CB8AC3E}">
        <p14:creationId xmlns:p14="http://schemas.microsoft.com/office/powerpoint/2010/main" val="4143415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6DA19-AAA7-7E86-5DD6-BC4BE2A83AB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F08525-8F20-014B-5560-1DFAD443C36C}"/>
              </a:ext>
            </a:extLst>
          </p:cNvPr>
          <p:cNvSpPr>
            <a:spLocks noGrp="1"/>
          </p:cNvSpPr>
          <p:nvPr>
            <p:ph type="ctrTitle"/>
          </p:nvPr>
        </p:nvSpPr>
        <p:spPr/>
        <p:txBody>
          <a:bodyPr/>
          <a:lstStyle/>
          <a:p>
            <a:r>
              <a:rPr lang="en-US" dirty="0"/>
              <a:t>3 – bullet slides</a:t>
            </a:r>
          </a:p>
        </p:txBody>
      </p:sp>
      <p:sp>
        <p:nvSpPr>
          <p:cNvPr id="6" name="Text Placeholder 5">
            <a:extLst>
              <a:ext uri="{FF2B5EF4-FFF2-40B4-BE49-F238E27FC236}">
                <a16:creationId xmlns:a16="http://schemas.microsoft.com/office/drawing/2014/main" id="{4FB33722-F042-D4E4-C81B-0D71752B5F34}"/>
              </a:ext>
            </a:extLst>
          </p:cNvPr>
          <p:cNvSpPr>
            <a:spLocks noGrp="1"/>
          </p:cNvSpPr>
          <p:nvPr>
            <p:ph type="body" sz="quarter" idx="14"/>
          </p:nvPr>
        </p:nvSpPr>
        <p:spPr/>
        <p:txBody>
          <a:bodyPr/>
          <a:lstStyle/>
          <a:p>
            <a:r>
              <a:rPr lang="en-US" dirty="0"/>
              <a:t>xx</a:t>
            </a:r>
          </a:p>
        </p:txBody>
      </p:sp>
    </p:spTree>
    <p:extLst>
      <p:ext uri="{BB962C8B-B14F-4D97-AF65-F5344CB8AC3E}">
        <p14:creationId xmlns:p14="http://schemas.microsoft.com/office/powerpoint/2010/main" val="579157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5A650-9BD3-E48C-8340-DA9BDBDEC113}"/>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7D0FE08-299C-5FB1-1030-0F3616459CCF}"/>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37D0FE08-299C-5FB1-1030-0F3616459CC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BAE1246-4837-2B71-23C8-5474BE7805BA}"/>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1FAF97FA-0065-859F-A044-11612C601E00}"/>
              </a:ext>
            </a:extLst>
          </p:cNvPr>
          <p:cNvSpPr>
            <a:spLocks noGrp="1"/>
          </p:cNvSpPr>
          <p:nvPr>
            <p:ph type="subTitle" idx="1"/>
          </p:nvPr>
        </p:nvSpPr>
        <p:spPr/>
        <p:txBody>
          <a:bodyPr/>
          <a:lstStyle/>
          <a:p>
            <a:r>
              <a:rPr lang="en-US" dirty="0"/>
              <a:t>Subtitle</a:t>
            </a:r>
          </a:p>
        </p:txBody>
      </p:sp>
      <p:sp>
        <p:nvSpPr>
          <p:cNvPr id="8" name="Rectangle 7">
            <a:extLst>
              <a:ext uri="{FF2B5EF4-FFF2-40B4-BE49-F238E27FC236}">
                <a16:creationId xmlns:a16="http://schemas.microsoft.com/office/drawing/2014/main" id="{C9BB4C3C-5CC4-1F14-2B04-8E354E9EAAED}"/>
              </a:ext>
            </a:extLst>
          </p:cNvPr>
          <p:cNvSpPr/>
          <p:nvPr/>
        </p:nvSpPr>
        <p:spPr>
          <a:xfrm>
            <a:off x="0" y="5238780"/>
            <a:ext cx="12192000" cy="8729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54610" rIns="91440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a:ea typeface="+mn-ea"/>
                <a:cs typeface="+mn-cs"/>
              </a:rPr>
              <a:t>High value insight</a:t>
            </a:r>
          </a:p>
        </p:txBody>
      </p:sp>
      <p:sp>
        <p:nvSpPr>
          <p:cNvPr id="4" name="Left Brace 3">
            <a:extLst>
              <a:ext uri="{FF2B5EF4-FFF2-40B4-BE49-F238E27FC236}">
                <a16:creationId xmlns:a16="http://schemas.microsoft.com/office/drawing/2014/main" id="{E65BE6AF-ACC1-CCCF-4A31-EEA73E1DCF87}"/>
              </a:ext>
            </a:extLst>
          </p:cNvPr>
          <p:cNvSpPr/>
          <p:nvPr/>
        </p:nvSpPr>
        <p:spPr>
          <a:xfrm rot="5400000">
            <a:off x="5940580" y="-3796075"/>
            <a:ext cx="310838" cy="11082527"/>
          </a:xfrm>
          <a:prstGeom prst="leftBrac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7BFDB70C-7C37-01D4-4370-16B5A7F1DD4D}"/>
              </a:ext>
            </a:extLst>
          </p:cNvPr>
          <p:cNvSpPr/>
          <p:nvPr/>
        </p:nvSpPr>
        <p:spPr>
          <a:xfrm>
            <a:off x="4664133" y="1589770"/>
            <a:ext cx="2863733" cy="2822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R="4607" algn="ctr">
              <a:spcBef>
                <a:spcPts val="91"/>
              </a:spcBef>
              <a:defRPr/>
            </a:pPr>
            <a:r>
              <a:rPr lang="en-US" sz="1200" b="1" i="1" dirty="0">
                <a:solidFill>
                  <a:schemeClr val="tx2"/>
                </a:solidFill>
                <a:cs typeface="Arial" panose="020B0604020202020204" pitchFamily="34" charset="0"/>
              </a:rPr>
              <a:t>Key Bullets</a:t>
            </a:r>
          </a:p>
        </p:txBody>
      </p:sp>
      <p:sp>
        <p:nvSpPr>
          <p:cNvPr id="13" name="Rectangle 12">
            <a:extLst>
              <a:ext uri="{FF2B5EF4-FFF2-40B4-BE49-F238E27FC236}">
                <a16:creationId xmlns:a16="http://schemas.microsoft.com/office/drawing/2014/main" id="{6EB54491-CEF3-5B33-3CC3-664F824C19A8}"/>
              </a:ext>
            </a:extLst>
          </p:cNvPr>
          <p:cNvSpPr/>
          <p:nvPr/>
        </p:nvSpPr>
        <p:spPr>
          <a:xfrm>
            <a:off x="556461" y="3206259"/>
            <a:ext cx="2706849"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#1</a:t>
            </a:r>
          </a:p>
        </p:txBody>
      </p:sp>
      <p:sp>
        <p:nvSpPr>
          <p:cNvPr id="17" name="TextBox 16">
            <a:extLst>
              <a:ext uri="{FF2B5EF4-FFF2-40B4-BE49-F238E27FC236}">
                <a16:creationId xmlns:a16="http://schemas.microsoft.com/office/drawing/2014/main" id="{960772C9-6E33-489C-9070-4D4AF0BFEF1F}"/>
              </a:ext>
            </a:extLst>
          </p:cNvPr>
          <p:cNvSpPr txBox="1"/>
          <p:nvPr/>
        </p:nvSpPr>
        <p:spPr>
          <a:xfrm>
            <a:off x="556461" y="4184547"/>
            <a:ext cx="3249940"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latin typeface="Arial"/>
                <a:ea typeface="+mn-ea"/>
                <a:cs typeface="Calibri" panose="020F0502020204030204" pitchFamily="34" charset="0"/>
                <a:sym typeface="Gotham Book" charset="0"/>
              </a:rPr>
              <a:t>Bullet #1 Description</a:t>
            </a:r>
          </a:p>
        </p:txBody>
      </p:sp>
      <p:sp>
        <p:nvSpPr>
          <p:cNvPr id="19" name="Rectangle 18">
            <a:extLst>
              <a:ext uri="{FF2B5EF4-FFF2-40B4-BE49-F238E27FC236}">
                <a16:creationId xmlns:a16="http://schemas.microsoft.com/office/drawing/2014/main" id="{612E9C91-2344-7D2E-95E5-432C1520DFD7}"/>
              </a:ext>
            </a:extLst>
          </p:cNvPr>
          <p:cNvSpPr/>
          <p:nvPr/>
        </p:nvSpPr>
        <p:spPr>
          <a:xfrm>
            <a:off x="556461"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25" name="TextBox 36">
            <a:extLst>
              <a:ext uri="{FF2B5EF4-FFF2-40B4-BE49-F238E27FC236}">
                <a16:creationId xmlns:a16="http://schemas.microsoft.com/office/drawing/2014/main" id="{F9C20674-0B39-B7F2-A2E9-3AD8F94D8C89}"/>
              </a:ext>
            </a:extLst>
          </p:cNvPr>
          <p:cNvSpPr txBox="1">
            <a:spLocks noChangeArrowheads="1"/>
          </p:cNvSpPr>
          <p:nvPr/>
        </p:nvSpPr>
        <p:spPr bwMode="auto">
          <a:xfrm>
            <a:off x="565423" y="2099566"/>
            <a:ext cx="785328" cy="819979"/>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a:ln>
                  <a:noFill/>
                </a:ln>
                <a:solidFill>
                  <a:prstClr val="white"/>
                </a:solidFill>
                <a:effectLst/>
                <a:uLnTx/>
                <a:uFillTx/>
                <a:latin typeface="KPMG Bold"/>
                <a:ea typeface="+mn-ea"/>
                <a:cs typeface="Arial" panose="020B0604020202020204" pitchFamily="34" charset="0"/>
              </a:rPr>
              <a:t>01</a:t>
            </a:r>
          </a:p>
        </p:txBody>
      </p:sp>
      <p:sp>
        <p:nvSpPr>
          <p:cNvPr id="26" name="Rectangle 25">
            <a:extLst>
              <a:ext uri="{FF2B5EF4-FFF2-40B4-BE49-F238E27FC236}">
                <a16:creationId xmlns:a16="http://schemas.microsoft.com/office/drawing/2014/main" id="{C23CF3EB-56E5-179A-E142-D6C0B2C08E3B}"/>
              </a:ext>
            </a:extLst>
          </p:cNvPr>
          <p:cNvSpPr/>
          <p:nvPr/>
        </p:nvSpPr>
        <p:spPr>
          <a:xfrm>
            <a:off x="4471028" y="3206259"/>
            <a:ext cx="2706849"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#2</a:t>
            </a:r>
          </a:p>
        </p:txBody>
      </p:sp>
      <p:sp>
        <p:nvSpPr>
          <p:cNvPr id="27" name="TextBox 26">
            <a:extLst>
              <a:ext uri="{FF2B5EF4-FFF2-40B4-BE49-F238E27FC236}">
                <a16:creationId xmlns:a16="http://schemas.microsoft.com/office/drawing/2014/main" id="{200AE7ED-41A4-5C03-E541-6C9CDE29232D}"/>
              </a:ext>
            </a:extLst>
          </p:cNvPr>
          <p:cNvSpPr txBox="1"/>
          <p:nvPr/>
        </p:nvSpPr>
        <p:spPr>
          <a:xfrm>
            <a:off x="4471028" y="4184547"/>
            <a:ext cx="3249940" cy="169277"/>
          </a:xfrm>
          <a:prstGeom prst="rect">
            <a:avLst/>
          </a:prstGeom>
          <a:noFill/>
        </p:spPr>
        <p:txBody>
          <a:bodyPr wrap="square" lIns="0" tIns="0" rIns="0" bIns="0" rtlCol="0">
            <a:spAutoFit/>
          </a:bodyPr>
          <a:lstStyle/>
          <a:p>
            <a:pPr lvl="0">
              <a:defRPr/>
            </a:pPr>
            <a:r>
              <a:rPr lang="en-US" sz="1100" kern="0" dirty="0">
                <a:cs typeface="Calibri" panose="020F0502020204030204" pitchFamily="34" charset="0"/>
                <a:sym typeface="Gotham Book" charset="0"/>
              </a:rPr>
              <a:t>Bullet #2 Description</a:t>
            </a:r>
          </a:p>
        </p:txBody>
      </p:sp>
      <p:sp>
        <p:nvSpPr>
          <p:cNvPr id="28" name="Rectangle 27">
            <a:extLst>
              <a:ext uri="{FF2B5EF4-FFF2-40B4-BE49-F238E27FC236}">
                <a16:creationId xmlns:a16="http://schemas.microsoft.com/office/drawing/2014/main" id="{5CD81C48-ED21-DA34-A9BA-926904F3A8E2}"/>
              </a:ext>
            </a:extLst>
          </p:cNvPr>
          <p:cNvSpPr/>
          <p:nvPr/>
        </p:nvSpPr>
        <p:spPr>
          <a:xfrm>
            <a:off x="4471028"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29" name="TextBox 36">
            <a:extLst>
              <a:ext uri="{FF2B5EF4-FFF2-40B4-BE49-F238E27FC236}">
                <a16:creationId xmlns:a16="http://schemas.microsoft.com/office/drawing/2014/main" id="{FB47A55C-569C-C00E-EEBD-63AA2F5C92F4}"/>
              </a:ext>
            </a:extLst>
          </p:cNvPr>
          <p:cNvSpPr txBox="1">
            <a:spLocks noChangeArrowheads="1"/>
          </p:cNvSpPr>
          <p:nvPr/>
        </p:nvSpPr>
        <p:spPr bwMode="auto">
          <a:xfrm>
            <a:off x="4479990" y="2099566"/>
            <a:ext cx="785328" cy="819979"/>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a:ln>
                  <a:noFill/>
                </a:ln>
                <a:solidFill>
                  <a:prstClr val="white"/>
                </a:solidFill>
                <a:effectLst/>
                <a:uLnTx/>
                <a:uFillTx/>
                <a:latin typeface="KPMG Bold"/>
                <a:ea typeface="+mn-ea"/>
                <a:cs typeface="Arial" panose="020B0604020202020204" pitchFamily="34" charset="0"/>
              </a:rPr>
              <a:t>02</a:t>
            </a:r>
          </a:p>
        </p:txBody>
      </p:sp>
      <p:sp>
        <p:nvSpPr>
          <p:cNvPr id="30" name="Rectangle 29">
            <a:extLst>
              <a:ext uri="{FF2B5EF4-FFF2-40B4-BE49-F238E27FC236}">
                <a16:creationId xmlns:a16="http://schemas.microsoft.com/office/drawing/2014/main" id="{2BCE07B6-9A18-FF82-E566-FF0F558380AB}"/>
              </a:ext>
            </a:extLst>
          </p:cNvPr>
          <p:cNvSpPr/>
          <p:nvPr/>
        </p:nvSpPr>
        <p:spPr>
          <a:xfrm>
            <a:off x="8385596" y="3206259"/>
            <a:ext cx="2706849"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#3</a:t>
            </a:r>
          </a:p>
        </p:txBody>
      </p:sp>
      <p:sp>
        <p:nvSpPr>
          <p:cNvPr id="31" name="TextBox 30">
            <a:extLst>
              <a:ext uri="{FF2B5EF4-FFF2-40B4-BE49-F238E27FC236}">
                <a16:creationId xmlns:a16="http://schemas.microsoft.com/office/drawing/2014/main" id="{F5A4BE25-E653-FE2E-7823-147F268D6E5E}"/>
              </a:ext>
            </a:extLst>
          </p:cNvPr>
          <p:cNvSpPr txBox="1"/>
          <p:nvPr/>
        </p:nvSpPr>
        <p:spPr>
          <a:xfrm>
            <a:off x="8385596" y="4184547"/>
            <a:ext cx="3249940" cy="169277"/>
          </a:xfrm>
          <a:prstGeom prst="rect">
            <a:avLst/>
          </a:prstGeom>
          <a:noFill/>
        </p:spPr>
        <p:txBody>
          <a:bodyPr wrap="square" lIns="0" tIns="0" rIns="0" bIns="0" rtlCol="0">
            <a:spAutoFit/>
          </a:bodyPr>
          <a:lstStyle/>
          <a:p>
            <a:pPr lvl="0">
              <a:defRPr/>
            </a:pPr>
            <a:r>
              <a:rPr lang="en-US" sz="1100" kern="0" dirty="0">
                <a:cs typeface="Calibri" panose="020F0502020204030204" pitchFamily="34" charset="0"/>
                <a:sym typeface="Gotham Book" charset="0"/>
              </a:rPr>
              <a:t>Bullet #3 Description</a:t>
            </a:r>
          </a:p>
        </p:txBody>
      </p:sp>
      <p:sp>
        <p:nvSpPr>
          <p:cNvPr id="32" name="Rectangle 31">
            <a:extLst>
              <a:ext uri="{FF2B5EF4-FFF2-40B4-BE49-F238E27FC236}">
                <a16:creationId xmlns:a16="http://schemas.microsoft.com/office/drawing/2014/main" id="{6CB520B5-2EE7-A7ED-9CC4-8A5F72AD47B8}"/>
              </a:ext>
            </a:extLst>
          </p:cNvPr>
          <p:cNvSpPr/>
          <p:nvPr/>
        </p:nvSpPr>
        <p:spPr>
          <a:xfrm>
            <a:off x="8385596"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33" name="TextBox 36">
            <a:extLst>
              <a:ext uri="{FF2B5EF4-FFF2-40B4-BE49-F238E27FC236}">
                <a16:creationId xmlns:a16="http://schemas.microsoft.com/office/drawing/2014/main" id="{7AA522B9-3E55-8A41-A350-FF6B01E2E675}"/>
              </a:ext>
            </a:extLst>
          </p:cNvPr>
          <p:cNvSpPr txBox="1">
            <a:spLocks noChangeArrowheads="1"/>
          </p:cNvSpPr>
          <p:nvPr/>
        </p:nvSpPr>
        <p:spPr bwMode="auto">
          <a:xfrm>
            <a:off x="8394558" y="2099566"/>
            <a:ext cx="785328" cy="819979"/>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a:ln>
                  <a:noFill/>
                </a:ln>
                <a:solidFill>
                  <a:prstClr val="white"/>
                </a:solidFill>
                <a:effectLst/>
                <a:uLnTx/>
                <a:uFillTx/>
                <a:latin typeface="KPMG Bold"/>
                <a:ea typeface="+mn-ea"/>
                <a:cs typeface="Arial" panose="020B0604020202020204" pitchFamily="34" charset="0"/>
              </a:rPr>
              <a:t>03</a:t>
            </a:r>
          </a:p>
        </p:txBody>
      </p:sp>
    </p:spTree>
    <p:extLst>
      <p:ext uri="{BB962C8B-B14F-4D97-AF65-F5344CB8AC3E}">
        <p14:creationId xmlns:p14="http://schemas.microsoft.com/office/powerpoint/2010/main" val="15477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00066-8F1C-9EA8-7543-E8ADB566E471}"/>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ECB3EF-453E-9F9F-FA57-D43D898F19FF}"/>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EAECB3EF-453E-9F9F-FA57-D43D898F19F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37A0755-23FB-F3C5-0C1F-618A9AAB2C47}"/>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894550DA-B734-0253-C808-526ED0AD50AF}"/>
              </a:ext>
            </a:extLst>
          </p:cNvPr>
          <p:cNvSpPr>
            <a:spLocks noGrp="1"/>
          </p:cNvSpPr>
          <p:nvPr>
            <p:ph type="subTitle" idx="1"/>
          </p:nvPr>
        </p:nvSpPr>
        <p:spPr/>
        <p:txBody>
          <a:bodyPr/>
          <a:lstStyle/>
          <a:p>
            <a:r>
              <a:rPr lang="en-US" dirty="0"/>
              <a:t>Subtitle</a:t>
            </a:r>
          </a:p>
        </p:txBody>
      </p:sp>
      <p:sp>
        <p:nvSpPr>
          <p:cNvPr id="4" name="Rectangle 3">
            <a:extLst>
              <a:ext uri="{FF2B5EF4-FFF2-40B4-BE49-F238E27FC236}">
                <a16:creationId xmlns:a16="http://schemas.microsoft.com/office/drawing/2014/main" id="{587F9874-5FE2-852F-4F0C-D37387364E16}"/>
              </a:ext>
            </a:extLst>
          </p:cNvPr>
          <p:cNvSpPr/>
          <p:nvPr/>
        </p:nvSpPr>
        <p:spPr>
          <a:xfrm>
            <a:off x="554736" y="1536641"/>
            <a:ext cx="11082526" cy="1465651"/>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8" name="Rectangle 7">
            <a:extLst>
              <a:ext uri="{FF2B5EF4-FFF2-40B4-BE49-F238E27FC236}">
                <a16:creationId xmlns:a16="http://schemas.microsoft.com/office/drawing/2014/main" id="{4CC25FBF-A138-3A24-89BD-07ECF27EA9C1}"/>
              </a:ext>
            </a:extLst>
          </p:cNvPr>
          <p:cNvSpPr/>
          <p:nvPr/>
        </p:nvSpPr>
        <p:spPr>
          <a:xfrm>
            <a:off x="554737" y="1536641"/>
            <a:ext cx="3377588" cy="1465651"/>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 name="Title 18">
            <a:extLst>
              <a:ext uri="{FF2B5EF4-FFF2-40B4-BE49-F238E27FC236}">
                <a16:creationId xmlns:a16="http://schemas.microsoft.com/office/drawing/2014/main" id="{8991BC90-BA55-90F0-B187-0DF7A4DF102B}"/>
              </a:ext>
            </a:extLst>
          </p:cNvPr>
          <p:cNvSpPr txBox="1">
            <a:spLocks/>
          </p:cNvSpPr>
          <p:nvPr/>
        </p:nvSpPr>
        <p:spPr>
          <a:xfrm>
            <a:off x="1805488" y="1949802"/>
            <a:ext cx="1981501" cy="639329"/>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#1</a:t>
            </a:r>
          </a:p>
        </p:txBody>
      </p:sp>
      <p:sp>
        <p:nvSpPr>
          <p:cNvPr id="13" name="Rectangle 12">
            <a:extLst>
              <a:ext uri="{FF2B5EF4-FFF2-40B4-BE49-F238E27FC236}">
                <a16:creationId xmlns:a16="http://schemas.microsoft.com/office/drawing/2014/main" id="{5B6E72BD-904C-D031-F431-AE91494B24CE}"/>
              </a:ext>
            </a:extLst>
          </p:cNvPr>
          <p:cNvSpPr/>
          <p:nvPr/>
        </p:nvSpPr>
        <p:spPr>
          <a:xfrm>
            <a:off x="554736" y="3143628"/>
            <a:ext cx="11082526" cy="1465651"/>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 name="Rectangle 16">
            <a:extLst>
              <a:ext uri="{FF2B5EF4-FFF2-40B4-BE49-F238E27FC236}">
                <a16:creationId xmlns:a16="http://schemas.microsoft.com/office/drawing/2014/main" id="{567E69C9-C0CC-00AB-4415-D4524CE37B60}"/>
              </a:ext>
            </a:extLst>
          </p:cNvPr>
          <p:cNvSpPr/>
          <p:nvPr/>
        </p:nvSpPr>
        <p:spPr>
          <a:xfrm>
            <a:off x="554737" y="3143628"/>
            <a:ext cx="3377588" cy="1465651"/>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 name="Title 18">
            <a:extLst>
              <a:ext uri="{FF2B5EF4-FFF2-40B4-BE49-F238E27FC236}">
                <a16:creationId xmlns:a16="http://schemas.microsoft.com/office/drawing/2014/main" id="{A0A0BF98-6211-41A4-1BFB-EC0F80FBDA34}"/>
              </a:ext>
            </a:extLst>
          </p:cNvPr>
          <p:cNvSpPr txBox="1">
            <a:spLocks/>
          </p:cNvSpPr>
          <p:nvPr/>
        </p:nvSpPr>
        <p:spPr>
          <a:xfrm>
            <a:off x="1805488" y="3556789"/>
            <a:ext cx="1981501" cy="639329"/>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#2</a:t>
            </a:r>
          </a:p>
        </p:txBody>
      </p:sp>
      <p:sp>
        <p:nvSpPr>
          <p:cNvPr id="25" name="Rectangle 24">
            <a:extLst>
              <a:ext uri="{FF2B5EF4-FFF2-40B4-BE49-F238E27FC236}">
                <a16:creationId xmlns:a16="http://schemas.microsoft.com/office/drawing/2014/main" id="{4BBCDDD2-2109-B36C-468B-30BD01A53F47}"/>
              </a:ext>
            </a:extLst>
          </p:cNvPr>
          <p:cNvSpPr/>
          <p:nvPr/>
        </p:nvSpPr>
        <p:spPr>
          <a:xfrm>
            <a:off x="554737" y="4748718"/>
            <a:ext cx="11082526" cy="1465651"/>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6" name="Rectangle 25">
            <a:extLst>
              <a:ext uri="{FF2B5EF4-FFF2-40B4-BE49-F238E27FC236}">
                <a16:creationId xmlns:a16="http://schemas.microsoft.com/office/drawing/2014/main" id="{9299D4F2-B73A-C292-3FB2-27C6724101A3}"/>
              </a:ext>
            </a:extLst>
          </p:cNvPr>
          <p:cNvSpPr/>
          <p:nvPr/>
        </p:nvSpPr>
        <p:spPr>
          <a:xfrm>
            <a:off x="554737" y="4748718"/>
            <a:ext cx="3377588" cy="1465651"/>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7" name="Title 18">
            <a:extLst>
              <a:ext uri="{FF2B5EF4-FFF2-40B4-BE49-F238E27FC236}">
                <a16:creationId xmlns:a16="http://schemas.microsoft.com/office/drawing/2014/main" id="{A57399AD-7D79-364A-0052-ABDE364D3743}"/>
              </a:ext>
            </a:extLst>
          </p:cNvPr>
          <p:cNvSpPr txBox="1">
            <a:spLocks/>
          </p:cNvSpPr>
          <p:nvPr/>
        </p:nvSpPr>
        <p:spPr>
          <a:xfrm>
            <a:off x="1805489" y="5161879"/>
            <a:ext cx="1706308" cy="639329"/>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#3</a:t>
            </a:r>
          </a:p>
        </p:txBody>
      </p:sp>
      <p:sp>
        <p:nvSpPr>
          <p:cNvPr id="28" name="Title 18">
            <a:extLst>
              <a:ext uri="{FF2B5EF4-FFF2-40B4-BE49-F238E27FC236}">
                <a16:creationId xmlns:a16="http://schemas.microsoft.com/office/drawing/2014/main" id="{F61CAFE9-C2ED-163C-8BB1-686391958E27}"/>
              </a:ext>
            </a:extLst>
          </p:cNvPr>
          <p:cNvSpPr txBox="1">
            <a:spLocks/>
          </p:cNvSpPr>
          <p:nvPr/>
        </p:nvSpPr>
        <p:spPr>
          <a:xfrm>
            <a:off x="4144075" y="1949802"/>
            <a:ext cx="6925082" cy="639329"/>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1 Description</a:t>
            </a:r>
          </a:p>
        </p:txBody>
      </p:sp>
      <p:sp>
        <p:nvSpPr>
          <p:cNvPr id="29" name="Title 18">
            <a:extLst>
              <a:ext uri="{FF2B5EF4-FFF2-40B4-BE49-F238E27FC236}">
                <a16:creationId xmlns:a16="http://schemas.microsoft.com/office/drawing/2014/main" id="{28C428C4-DDDD-1EBA-5FC7-C624ECC402FE}"/>
              </a:ext>
            </a:extLst>
          </p:cNvPr>
          <p:cNvSpPr txBox="1">
            <a:spLocks/>
          </p:cNvSpPr>
          <p:nvPr/>
        </p:nvSpPr>
        <p:spPr>
          <a:xfrm>
            <a:off x="4144075" y="3556789"/>
            <a:ext cx="7189222" cy="639329"/>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2 Description</a:t>
            </a:r>
          </a:p>
        </p:txBody>
      </p:sp>
      <p:sp>
        <p:nvSpPr>
          <p:cNvPr id="30" name="Title 18">
            <a:extLst>
              <a:ext uri="{FF2B5EF4-FFF2-40B4-BE49-F238E27FC236}">
                <a16:creationId xmlns:a16="http://schemas.microsoft.com/office/drawing/2014/main" id="{9725AB55-4387-8C7A-98E8-F6C3D3CDFE4A}"/>
              </a:ext>
            </a:extLst>
          </p:cNvPr>
          <p:cNvSpPr txBox="1">
            <a:spLocks/>
          </p:cNvSpPr>
          <p:nvPr/>
        </p:nvSpPr>
        <p:spPr>
          <a:xfrm>
            <a:off x="4144075" y="5161879"/>
            <a:ext cx="6925082" cy="639329"/>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3 Description</a:t>
            </a:r>
          </a:p>
        </p:txBody>
      </p:sp>
      <p:grpSp>
        <p:nvGrpSpPr>
          <p:cNvPr id="7" name="Group 6">
            <a:extLst>
              <a:ext uri="{FF2B5EF4-FFF2-40B4-BE49-F238E27FC236}">
                <a16:creationId xmlns:a16="http://schemas.microsoft.com/office/drawing/2014/main" id="{817A69F5-5E00-0C63-6C75-6F94DA76849B}"/>
              </a:ext>
            </a:extLst>
          </p:cNvPr>
          <p:cNvGrpSpPr/>
          <p:nvPr/>
        </p:nvGrpSpPr>
        <p:grpSpPr>
          <a:xfrm>
            <a:off x="889696" y="5161879"/>
            <a:ext cx="674605" cy="639329"/>
            <a:chOff x="678192" y="4779590"/>
            <a:chExt cx="411480" cy="389963"/>
          </a:xfrm>
        </p:grpSpPr>
        <p:sp>
          <p:nvSpPr>
            <p:cNvPr id="9" name="Oval 347">
              <a:extLst>
                <a:ext uri="{FF2B5EF4-FFF2-40B4-BE49-F238E27FC236}">
                  <a16:creationId xmlns:a16="http://schemas.microsoft.com/office/drawing/2014/main" id="{1987FB0A-E871-2622-4B9A-B7763AED8FA0}"/>
                </a:ext>
              </a:extLst>
            </p:cNvPr>
            <p:cNvSpPr>
              <a:spLocks noChangeArrowheads="1"/>
            </p:cNvSpPr>
            <p:nvPr/>
          </p:nvSpPr>
          <p:spPr bwMode="auto">
            <a:xfrm>
              <a:off x="840516" y="4779590"/>
              <a:ext cx="87001" cy="8700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348">
              <a:extLst>
                <a:ext uri="{FF2B5EF4-FFF2-40B4-BE49-F238E27FC236}">
                  <a16:creationId xmlns:a16="http://schemas.microsoft.com/office/drawing/2014/main" id="{A7DCAAE5-0AF1-7640-F735-0D6C578E4ABE}"/>
                </a:ext>
              </a:extLst>
            </p:cNvPr>
            <p:cNvSpPr>
              <a:spLocks/>
            </p:cNvSpPr>
            <p:nvPr/>
          </p:nvSpPr>
          <p:spPr bwMode="auto">
            <a:xfrm>
              <a:off x="811298" y="4873738"/>
              <a:ext cx="146066" cy="74230"/>
            </a:xfrm>
            <a:custGeom>
              <a:avLst/>
              <a:gdLst>
                <a:gd name="T0" fmla="*/ 77 w 77"/>
                <a:gd name="T1" fmla="*/ 23 h 39"/>
                <a:gd name="T2" fmla="*/ 54 w 77"/>
                <a:gd name="T3" fmla="*/ 0 h 39"/>
                <a:gd name="T4" fmla="*/ 23 w 77"/>
                <a:gd name="T5" fmla="*/ 0 h 39"/>
                <a:gd name="T6" fmla="*/ 0 w 77"/>
                <a:gd name="T7" fmla="*/ 23 h 39"/>
                <a:gd name="T8" fmla="*/ 0 w 77"/>
                <a:gd name="T9" fmla="*/ 39 h 39"/>
                <a:gd name="T10" fmla="*/ 77 w 77"/>
                <a:gd name="T11" fmla="*/ 39 h 39"/>
                <a:gd name="T12" fmla="*/ 77 w 77"/>
                <a:gd name="T13" fmla="*/ 23 h 39"/>
              </a:gdLst>
              <a:ahLst/>
              <a:cxnLst>
                <a:cxn ang="0">
                  <a:pos x="T0" y="T1"/>
                </a:cxn>
                <a:cxn ang="0">
                  <a:pos x="T2" y="T3"/>
                </a:cxn>
                <a:cxn ang="0">
                  <a:pos x="T4" y="T5"/>
                </a:cxn>
                <a:cxn ang="0">
                  <a:pos x="T6" y="T7"/>
                </a:cxn>
                <a:cxn ang="0">
                  <a:pos x="T8" y="T9"/>
                </a:cxn>
                <a:cxn ang="0">
                  <a:pos x="T10" y="T11"/>
                </a:cxn>
                <a:cxn ang="0">
                  <a:pos x="T12" y="T13"/>
                </a:cxn>
              </a:cxnLst>
              <a:rect l="0" t="0" r="r" b="b"/>
              <a:pathLst>
                <a:path w="77" h="39">
                  <a:moveTo>
                    <a:pt x="77" y="23"/>
                  </a:moveTo>
                  <a:cubicBezTo>
                    <a:pt x="77" y="11"/>
                    <a:pt x="67" y="0"/>
                    <a:pt x="54" y="0"/>
                  </a:cubicBezTo>
                  <a:cubicBezTo>
                    <a:pt x="23" y="0"/>
                    <a:pt x="23" y="0"/>
                    <a:pt x="23" y="0"/>
                  </a:cubicBezTo>
                  <a:cubicBezTo>
                    <a:pt x="10" y="0"/>
                    <a:pt x="0" y="11"/>
                    <a:pt x="0" y="23"/>
                  </a:cubicBezTo>
                  <a:cubicBezTo>
                    <a:pt x="0" y="39"/>
                    <a:pt x="0" y="39"/>
                    <a:pt x="0" y="39"/>
                  </a:cubicBezTo>
                  <a:cubicBezTo>
                    <a:pt x="77" y="39"/>
                    <a:pt x="77" y="39"/>
                    <a:pt x="77" y="39"/>
                  </a:cubicBezTo>
                  <a:lnTo>
                    <a:pt x="77"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Oval 349">
              <a:extLst>
                <a:ext uri="{FF2B5EF4-FFF2-40B4-BE49-F238E27FC236}">
                  <a16:creationId xmlns:a16="http://schemas.microsoft.com/office/drawing/2014/main" id="{1DD77296-66F5-324D-40B3-5678008950B5}"/>
                </a:ext>
              </a:extLst>
            </p:cNvPr>
            <p:cNvSpPr>
              <a:spLocks noChangeArrowheads="1"/>
            </p:cNvSpPr>
            <p:nvPr/>
          </p:nvSpPr>
          <p:spPr bwMode="auto">
            <a:xfrm>
              <a:off x="972811" y="5001162"/>
              <a:ext cx="87799" cy="8779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350">
              <a:extLst>
                <a:ext uri="{FF2B5EF4-FFF2-40B4-BE49-F238E27FC236}">
                  <a16:creationId xmlns:a16="http://schemas.microsoft.com/office/drawing/2014/main" id="{3F67E59F-5E48-5A3F-D231-02AC98C358EA}"/>
                </a:ext>
              </a:extLst>
            </p:cNvPr>
            <p:cNvSpPr>
              <a:spLocks/>
            </p:cNvSpPr>
            <p:nvPr/>
          </p:nvSpPr>
          <p:spPr bwMode="auto">
            <a:xfrm>
              <a:off x="944404" y="5096121"/>
              <a:ext cx="145268" cy="73432"/>
            </a:xfrm>
            <a:custGeom>
              <a:avLst/>
              <a:gdLst>
                <a:gd name="T0" fmla="*/ 54 w 77"/>
                <a:gd name="T1" fmla="*/ 0 h 39"/>
                <a:gd name="T2" fmla="*/ 23 w 77"/>
                <a:gd name="T3" fmla="*/ 0 h 39"/>
                <a:gd name="T4" fmla="*/ 0 w 77"/>
                <a:gd name="T5" fmla="*/ 23 h 39"/>
                <a:gd name="T6" fmla="*/ 0 w 77"/>
                <a:gd name="T7" fmla="*/ 39 h 39"/>
                <a:gd name="T8" fmla="*/ 77 w 77"/>
                <a:gd name="T9" fmla="*/ 39 h 39"/>
                <a:gd name="T10" fmla="*/ 77 w 77"/>
                <a:gd name="T11" fmla="*/ 23 h 39"/>
                <a:gd name="T12" fmla="*/ 54 w 77"/>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7" h="39">
                  <a:moveTo>
                    <a:pt x="54" y="0"/>
                  </a:moveTo>
                  <a:cubicBezTo>
                    <a:pt x="23" y="0"/>
                    <a:pt x="23" y="0"/>
                    <a:pt x="23" y="0"/>
                  </a:cubicBezTo>
                  <a:cubicBezTo>
                    <a:pt x="10" y="0"/>
                    <a:pt x="0" y="11"/>
                    <a:pt x="0" y="23"/>
                  </a:cubicBezTo>
                  <a:cubicBezTo>
                    <a:pt x="0" y="39"/>
                    <a:pt x="0" y="39"/>
                    <a:pt x="0" y="39"/>
                  </a:cubicBezTo>
                  <a:cubicBezTo>
                    <a:pt x="77" y="39"/>
                    <a:pt x="77" y="39"/>
                    <a:pt x="77" y="39"/>
                  </a:cubicBezTo>
                  <a:cubicBezTo>
                    <a:pt x="77" y="23"/>
                    <a:pt x="77" y="23"/>
                    <a:pt x="77" y="23"/>
                  </a:cubicBezTo>
                  <a:cubicBezTo>
                    <a:pt x="77" y="11"/>
                    <a:pt x="67" y="0"/>
                    <a:pt x="5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351">
              <a:extLst>
                <a:ext uri="{FF2B5EF4-FFF2-40B4-BE49-F238E27FC236}">
                  <a16:creationId xmlns:a16="http://schemas.microsoft.com/office/drawing/2014/main" id="{109CDFE0-D58C-B69B-CB0C-7DB089104EE7}"/>
                </a:ext>
              </a:extLst>
            </p:cNvPr>
            <p:cNvSpPr>
              <a:spLocks noChangeArrowheads="1"/>
            </p:cNvSpPr>
            <p:nvPr/>
          </p:nvSpPr>
          <p:spPr bwMode="auto">
            <a:xfrm>
              <a:off x="707410" y="5001162"/>
              <a:ext cx="87001" cy="8779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352">
              <a:extLst>
                <a:ext uri="{FF2B5EF4-FFF2-40B4-BE49-F238E27FC236}">
                  <a16:creationId xmlns:a16="http://schemas.microsoft.com/office/drawing/2014/main" id="{952A3D94-5532-9563-C3B3-06AD7111D99C}"/>
                </a:ext>
              </a:extLst>
            </p:cNvPr>
            <p:cNvSpPr>
              <a:spLocks/>
            </p:cNvSpPr>
            <p:nvPr/>
          </p:nvSpPr>
          <p:spPr bwMode="auto">
            <a:xfrm>
              <a:off x="678192" y="5096121"/>
              <a:ext cx="146066" cy="73432"/>
            </a:xfrm>
            <a:custGeom>
              <a:avLst/>
              <a:gdLst>
                <a:gd name="T0" fmla="*/ 54 w 77"/>
                <a:gd name="T1" fmla="*/ 0 h 39"/>
                <a:gd name="T2" fmla="*/ 23 w 77"/>
                <a:gd name="T3" fmla="*/ 0 h 39"/>
                <a:gd name="T4" fmla="*/ 0 w 77"/>
                <a:gd name="T5" fmla="*/ 23 h 39"/>
                <a:gd name="T6" fmla="*/ 0 w 77"/>
                <a:gd name="T7" fmla="*/ 39 h 39"/>
                <a:gd name="T8" fmla="*/ 77 w 77"/>
                <a:gd name="T9" fmla="*/ 39 h 39"/>
                <a:gd name="T10" fmla="*/ 77 w 77"/>
                <a:gd name="T11" fmla="*/ 23 h 39"/>
                <a:gd name="T12" fmla="*/ 54 w 77"/>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7" h="39">
                  <a:moveTo>
                    <a:pt x="54" y="0"/>
                  </a:moveTo>
                  <a:cubicBezTo>
                    <a:pt x="23" y="0"/>
                    <a:pt x="23" y="0"/>
                    <a:pt x="23" y="0"/>
                  </a:cubicBezTo>
                  <a:cubicBezTo>
                    <a:pt x="10" y="0"/>
                    <a:pt x="0" y="11"/>
                    <a:pt x="0" y="23"/>
                  </a:cubicBezTo>
                  <a:cubicBezTo>
                    <a:pt x="0" y="39"/>
                    <a:pt x="0" y="39"/>
                    <a:pt x="0" y="39"/>
                  </a:cubicBezTo>
                  <a:cubicBezTo>
                    <a:pt x="77" y="39"/>
                    <a:pt x="77" y="39"/>
                    <a:pt x="77" y="39"/>
                  </a:cubicBezTo>
                  <a:cubicBezTo>
                    <a:pt x="77" y="23"/>
                    <a:pt x="77" y="23"/>
                    <a:pt x="77" y="23"/>
                  </a:cubicBezTo>
                  <a:cubicBezTo>
                    <a:pt x="77" y="11"/>
                    <a:pt x="66" y="0"/>
                    <a:pt x="5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353">
              <a:extLst>
                <a:ext uri="{FF2B5EF4-FFF2-40B4-BE49-F238E27FC236}">
                  <a16:creationId xmlns:a16="http://schemas.microsoft.com/office/drawing/2014/main" id="{44320F88-3C50-22C0-FB30-B7AC44FD18A8}"/>
                </a:ext>
              </a:extLst>
            </p:cNvPr>
            <p:cNvSpPr>
              <a:spLocks/>
            </p:cNvSpPr>
            <p:nvPr/>
          </p:nvSpPr>
          <p:spPr bwMode="auto">
            <a:xfrm>
              <a:off x="920867" y="4851012"/>
              <a:ext cx="110148" cy="143671"/>
            </a:xfrm>
            <a:custGeom>
              <a:avLst/>
              <a:gdLst>
                <a:gd name="T0" fmla="*/ 53 w 58"/>
                <a:gd name="T1" fmla="*/ 75 h 76"/>
                <a:gd name="T2" fmla="*/ 58 w 58"/>
                <a:gd name="T3" fmla="*/ 76 h 76"/>
                <a:gd name="T4" fmla="*/ 3 w 58"/>
                <a:gd name="T5" fmla="*/ 0 h 76"/>
                <a:gd name="T6" fmla="*/ 0 w 58"/>
                <a:gd name="T7" fmla="*/ 3 h 76"/>
                <a:gd name="T8" fmla="*/ 53 w 58"/>
                <a:gd name="T9" fmla="*/ 75 h 76"/>
              </a:gdLst>
              <a:ahLst/>
              <a:cxnLst>
                <a:cxn ang="0">
                  <a:pos x="T0" y="T1"/>
                </a:cxn>
                <a:cxn ang="0">
                  <a:pos x="T2" y="T3"/>
                </a:cxn>
                <a:cxn ang="0">
                  <a:pos x="T4" y="T5"/>
                </a:cxn>
                <a:cxn ang="0">
                  <a:pos x="T6" y="T7"/>
                </a:cxn>
                <a:cxn ang="0">
                  <a:pos x="T8" y="T9"/>
                </a:cxn>
              </a:cxnLst>
              <a:rect l="0" t="0" r="r" b="b"/>
              <a:pathLst>
                <a:path w="58" h="76">
                  <a:moveTo>
                    <a:pt x="53" y="75"/>
                  </a:moveTo>
                  <a:cubicBezTo>
                    <a:pt x="55" y="75"/>
                    <a:pt x="56" y="75"/>
                    <a:pt x="58" y="76"/>
                  </a:cubicBezTo>
                  <a:cubicBezTo>
                    <a:pt x="57" y="41"/>
                    <a:pt x="35" y="11"/>
                    <a:pt x="3" y="0"/>
                  </a:cubicBezTo>
                  <a:cubicBezTo>
                    <a:pt x="3" y="1"/>
                    <a:pt x="2" y="2"/>
                    <a:pt x="0" y="3"/>
                  </a:cubicBezTo>
                  <a:cubicBezTo>
                    <a:pt x="31" y="13"/>
                    <a:pt x="52" y="42"/>
                    <a:pt x="53" y="7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354">
              <a:extLst>
                <a:ext uri="{FF2B5EF4-FFF2-40B4-BE49-F238E27FC236}">
                  <a16:creationId xmlns:a16="http://schemas.microsoft.com/office/drawing/2014/main" id="{E5629CFC-674B-98E2-5A96-A92A48783265}"/>
                </a:ext>
              </a:extLst>
            </p:cNvPr>
            <p:cNvSpPr>
              <a:spLocks/>
            </p:cNvSpPr>
            <p:nvPr/>
          </p:nvSpPr>
          <p:spPr bwMode="auto">
            <a:xfrm>
              <a:off x="832400" y="5134267"/>
              <a:ext cx="105586" cy="23374"/>
            </a:xfrm>
            <a:custGeom>
              <a:avLst/>
              <a:gdLst>
                <a:gd name="T0" fmla="*/ 22 w 55"/>
                <a:gd name="T1" fmla="*/ 7 h 12"/>
                <a:gd name="T2" fmla="*/ 0 w 55"/>
                <a:gd name="T3" fmla="*/ 4 h 12"/>
                <a:gd name="T4" fmla="*/ 0 w 55"/>
                <a:gd name="T5" fmla="*/ 9 h 12"/>
                <a:gd name="T6" fmla="*/ 22 w 55"/>
                <a:gd name="T7" fmla="*/ 12 h 12"/>
                <a:gd name="T8" fmla="*/ 55 w 55"/>
                <a:gd name="T9" fmla="*/ 5 h 12"/>
                <a:gd name="T10" fmla="*/ 55 w 55"/>
                <a:gd name="T11" fmla="*/ 3 h 12"/>
                <a:gd name="T12" fmla="*/ 55 w 55"/>
                <a:gd name="T13" fmla="*/ 0 h 12"/>
                <a:gd name="T14" fmla="*/ 22 w 55"/>
                <a:gd name="T15" fmla="*/ 7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12">
                  <a:moveTo>
                    <a:pt x="22" y="7"/>
                  </a:moveTo>
                  <a:cubicBezTo>
                    <a:pt x="14" y="7"/>
                    <a:pt x="7" y="6"/>
                    <a:pt x="0" y="4"/>
                  </a:cubicBezTo>
                  <a:cubicBezTo>
                    <a:pt x="0" y="9"/>
                    <a:pt x="0" y="9"/>
                    <a:pt x="0" y="9"/>
                  </a:cubicBezTo>
                  <a:cubicBezTo>
                    <a:pt x="7" y="11"/>
                    <a:pt x="14" y="12"/>
                    <a:pt x="22" y="12"/>
                  </a:cubicBezTo>
                  <a:cubicBezTo>
                    <a:pt x="34" y="12"/>
                    <a:pt x="45" y="9"/>
                    <a:pt x="55" y="5"/>
                  </a:cubicBezTo>
                  <a:cubicBezTo>
                    <a:pt x="55" y="3"/>
                    <a:pt x="55" y="3"/>
                    <a:pt x="55" y="3"/>
                  </a:cubicBezTo>
                  <a:cubicBezTo>
                    <a:pt x="55" y="2"/>
                    <a:pt x="55" y="1"/>
                    <a:pt x="55" y="0"/>
                  </a:cubicBezTo>
                  <a:cubicBezTo>
                    <a:pt x="45" y="4"/>
                    <a:pt x="34" y="7"/>
                    <a:pt x="22"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355">
              <a:extLst>
                <a:ext uri="{FF2B5EF4-FFF2-40B4-BE49-F238E27FC236}">
                  <a16:creationId xmlns:a16="http://schemas.microsoft.com/office/drawing/2014/main" id="{000A3785-0600-AD88-88EF-176D38B9011D}"/>
                </a:ext>
              </a:extLst>
            </p:cNvPr>
            <p:cNvSpPr>
              <a:spLocks/>
            </p:cNvSpPr>
            <p:nvPr/>
          </p:nvSpPr>
          <p:spPr bwMode="auto">
            <a:xfrm>
              <a:off x="717150" y="4845331"/>
              <a:ext cx="124515" cy="161231"/>
            </a:xfrm>
            <a:custGeom>
              <a:avLst/>
              <a:gdLst>
                <a:gd name="T0" fmla="*/ 5 w 66"/>
                <a:gd name="T1" fmla="*/ 82 h 85"/>
                <a:gd name="T2" fmla="*/ 4 w 66"/>
                <a:gd name="T3" fmla="*/ 80 h 85"/>
                <a:gd name="T4" fmla="*/ 66 w 66"/>
                <a:gd name="T5" fmla="*/ 4 h 85"/>
                <a:gd name="T6" fmla="*/ 64 w 66"/>
                <a:gd name="T7" fmla="*/ 0 h 85"/>
                <a:gd name="T8" fmla="*/ 0 w 66"/>
                <a:gd name="T9" fmla="*/ 80 h 85"/>
                <a:gd name="T10" fmla="*/ 0 w 66"/>
                <a:gd name="T11" fmla="*/ 85 h 85"/>
                <a:gd name="T12" fmla="*/ 5 w 66"/>
                <a:gd name="T13" fmla="*/ 82 h 85"/>
              </a:gdLst>
              <a:ahLst/>
              <a:cxnLst>
                <a:cxn ang="0">
                  <a:pos x="T0" y="T1"/>
                </a:cxn>
                <a:cxn ang="0">
                  <a:pos x="T2" y="T3"/>
                </a:cxn>
                <a:cxn ang="0">
                  <a:pos x="T4" y="T5"/>
                </a:cxn>
                <a:cxn ang="0">
                  <a:pos x="T6" y="T7"/>
                </a:cxn>
                <a:cxn ang="0">
                  <a:pos x="T8" y="T9"/>
                </a:cxn>
                <a:cxn ang="0">
                  <a:pos x="T10" y="T11"/>
                </a:cxn>
                <a:cxn ang="0">
                  <a:pos x="T12" y="T13"/>
                </a:cxn>
              </a:cxnLst>
              <a:rect l="0" t="0" r="r" b="b"/>
              <a:pathLst>
                <a:path w="66" h="85">
                  <a:moveTo>
                    <a:pt x="5" y="82"/>
                  </a:moveTo>
                  <a:cubicBezTo>
                    <a:pt x="4" y="81"/>
                    <a:pt x="4" y="80"/>
                    <a:pt x="4" y="80"/>
                  </a:cubicBezTo>
                  <a:cubicBezTo>
                    <a:pt x="4" y="42"/>
                    <a:pt x="31" y="11"/>
                    <a:pt x="66" y="4"/>
                  </a:cubicBezTo>
                  <a:cubicBezTo>
                    <a:pt x="66" y="3"/>
                    <a:pt x="65" y="1"/>
                    <a:pt x="64" y="0"/>
                  </a:cubicBezTo>
                  <a:cubicBezTo>
                    <a:pt x="27" y="8"/>
                    <a:pt x="0" y="41"/>
                    <a:pt x="0" y="80"/>
                  </a:cubicBezTo>
                  <a:cubicBezTo>
                    <a:pt x="0" y="82"/>
                    <a:pt x="0" y="83"/>
                    <a:pt x="0" y="85"/>
                  </a:cubicBezTo>
                  <a:cubicBezTo>
                    <a:pt x="1" y="84"/>
                    <a:pt x="3" y="83"/>
                    <a:pt x="5" y="8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95B7E034-7CAB-CAAF-7A18-EFD327D0CD2D}"/>
              </a:ext>
            </a:extLst>
          </p:cNvPr>
          <p:cNvGrpSpPr/>
          <p:nvPr/>
        </p:nvGrpSpPr>
        <p:grpSpPr>
          <a:xfrm>
            <a:off x="922364" y="3614109"/>
            <a:ext cx="609269" cy="524688"/>
            <a:chOff x="691798" y="2937832"/>
            <a:chExt cx="371628" cy="320037"/>
          </a:xfrm>
        </p:grpSpPr>
        <p:sp>
          <p:nvSpPr>
            <p:cNvPr id="23" name="Freeform 225">
              <a:extLst>
                <a:ext uri="{FF2B5EF4-FFF2-40B4-BE49-F238E27FC236}">
                  <a16:creationId xmlns:a16="http://schemas.microsoft.com/office/drawing/2014/main" id="{A7B3CB3F-6CE7-494A-CFC2-7A559B673289}"/>
                </a:ext>
              </a:extLst>
            </p:cNvPr>
            <p:cNvSpPr>
              <a:spLocks/>
            </p:cNvSpPr>
            <p:nvPr/>
          </p:nvSpPr>
          <p:spPr bwMode="auto">
            <a:xfrm>
              <a:off x="691798" y="3241628"/>
              <a:ext cx="371628" cy="16241"/>
            </a:xfrm>
            <a:custGeom>
              <a:avLst/>
              <a:gdLst>
                <a:gd name="T0" fmla="*/ 5 w 164"/>
                <a:gd name="T1" fmla="*/ 7 h 7"/>
                <a:gd name="T2" fmla="*/ 157 w 164"/>
                <a:gd name="T3" fmla="*/ 7 h 7"/>
                <a:gd name="T4" fmla="*/ 157 w 164"/>
                <a:gd name="T5" fmla="*/ 7 h 7"/>
                <a:gd name="T6" fmla="*/ 161 w 164"/>
                <a:gd name="T7" fmla="*/ 0 h 7"/>
                <a:gd name="T8" fmla="*/ 157 w 164"/>
                <a:gd name="T9" fmla="*/ 1 h 7"/>
                <a:gd name="T10" fmla="*/ 5 w 164"/>
                <a:gd name="T11" fmla="*/ 1 h 7"/>
                <a:gd name="T12" fmla="*/ 1 w 164"/>
                <a:gd name="T13" fmla="*/ 0 h 7"/>
                <a:gd name="T14" fmla="*/ 5 w 164"/>
                <a:gd name="T15" fmla="*/ 7 h 7"/>
                <a:gd name="T16" fmla="*/ 5 w 164"/>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7">
                  <a:moveTo>
                    <a:pt x="5" y="7"/>
                  </a:moveTo>
                  <a:cubicBezTo>
                    <a:pt x="157" y="7"/>
                    <a:pt x="157" y="7"/>
                    <a:pt x="157" y="7"/>
                  </a:cubicBezTo>
                  <a:cubicBezTo>
                    <a:pt x="157" y="7"/>
                    <a:pt x="157" y="7"/>
                    <a:pt x="157" y="7"/>
                  </a:cubicBezTo>
                  <a:cubicBezTo>
                    <a:pt x="161" y="7"/>
                    <a:pt x="164" y="3"/>
                    <a:pt x="161" y="0"/>
                  </a:cubicBezTo>
                  <a:cubicBezTo>
                    <a:pt x="160" y="0"/>
                    <a:pt x="158" y="1"/>
                    <a:pt x="157" y="1"/>
                  </a:cubicBezTo>
                  <a:cubicBezTo>
                    <a:pt x="5" y="1"/>
                    <a:pt x="5" y="1"/>
                    <a:pt x="5" y="1"/>
                  </a:cubicBezTo>
                  <a:cubicBezTo>
                    <a:pt x="4" y="1"/>
                    <a:pt x="2" y="0"/>
                    <a:pt x="1" y="0"/>
                  </a:cubicBezTo>
                  <a:cubicBezTo>
                    <a:pt x="0" y="3"/>
                    <a:pt x="1" y="7"/>
                    <a:pt x="5" y="7"/>
                  </a:cubicBezTo>
                  <a:cubicBezTo>
                    <a:pt x="5" y="7"/>
                    <a:pt x="5" y="7"/>
                    <a:pt x="5"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6">
              <a:extLst>
                <a:ext uri="{FF2B5EF4-FFF2-40B4-BE49-F238E27FC236}">
                  <a16:creationId xmlns:a16="http://schemas.microsoft.com/office/drawing/2014/main" id="{B8AF88DA-6155-023A-6589-0862301846BA}"/>
                </a:ext>
              </a:extLst>
            </p:cNvPr>
            <p:cNvSpPr>
              <a:spLocks noEditPoints="1"/>
            </p:cNvSpPr>
            <p:nvPr/>
          </p:nvSpPr>
          <p:spPr bwMode="auto">
            <a:xfrm>
              <a:off x="691798" y="3155648"/>
              <a:ext cx="367807" cy="74516"/>
            </a:xfrm>
            <a:custGeom>
              <a:avLst/>
              <a:gdLst>
                <a:gd name="T0" fmla="*/ 72 w 162"/>
                <a:gd name="T1" fmla="*/ 30 h 33"/>
                <a:gd name="T2" fmla="*/ 74 w 162"/>
                <a:gd name="T3" fmla="*/ 26 h 33"/>
                <a:gd name="T4" fmla="*/ 89 w 162"/>
                <a:gd name="T5" fmla="*/ 26 h 33"/>
                <a:gd name="T6" fmla="*/ 91 w 162"/>
                <a:gd name="T7" fmla="*/ 30 h 33"/>
                <a:gd name="T8" fmla="*/ 72 w 162"/>
                <a:gd name="T9" fmla="*/ 30 h 33"/>
                <a:gd name="T10" fmla="*/ 72 w 162"/>
                <a:gd name="T11" fmla="*/ 30 h 33"/>
                <a:gd name="T12" fmla="*/ 16 w 162"/>
                <a:gd name="T13" fmla="*/ 13 h 33"/>
                <a:gd name="T14" fmla="*/ 146 w 162"/>
                <a:gd name="T15" fmla="*/ 13 h 33"/>
                <a:gd name="T16" fmla="*/ 146 w 162"/>
                <a:gd name="T17" fmla="*/ 17 h 33"/>
                <a:gd name="T18" fmla="*/ 16 w 162"/>
                <a:gd name="T19" fmla="*/ 17 h 33"/>
                <a:gd name="T20" fmla="*/ 16 w 162"/>
                <a:gd name="T21" fmla="*/ 13 h 33"/>
                <a:gd name="T22" fmla="*/ 16 w 162"/>
                <a:gd name="T23" fmla="*/ 13 h 33"/>
                <a:gd name="T24" fmla="*/ 12 w 162"/>
                <a:gd name="T25" fmla="*/ 19 h 33"/>
                <a:gd name="T26" fmla="*/ 150 w 162"/>
                <a:gd name="T27" fmla="*/ 19 h 33"/>
                <a:gd name="T28" fmla="*/ 150 w 162"/>
                <a:gd name="T29" fmla="*/ 23 h 33"/>
                <a:gd name="T30" fmla="*/ 12 w 162"/>
                <a:gd name="T31" fmla="*/ 23 h 33"/>
                <a:gd name="T32" fmla="*/ 12 w 162"/>
                <a:gd name="T33" fmla="*/ 19 h 33"/>
                <a:gd name="T34" fmla="*/ 12 w 162"/>
                <a:gd name="T35" fmla="*/ 19 h 33"/>
                <a:gd name="T36" fmla="*/ 155 w 162"/>
                <a:gd name="T37" fmla="*/ 33 h 33"/>
                <a:gd name="T38" fmla="*/ 7 w 162"/>
                <a:gd name="T39" fmla="*/ 32 h 33"/>
                <a:gd name="T40" fmla="*/ 3 w 162"/>
                <a:gd name="T41" fmla="*/ 24 h 33"/>
                <a:gd name="T42" fmla="*/ 14 w 162"/>
                <a:gd name="T43" fmla="*/ 6 h 33"/>
                <a:gd name="T44" fmla="*/ 25 w 162"/>
                <a:gd name="T45" fmla="*/ 0 h 33"/>
                <a:gd name="T46" fmla="*/ 138 w 162"/>
                <a:gd name="T47" fmla="*/ 0 h 33"/>
                <a:gd name="T48" fmla="*/ 149 w 162"/>
                <a:gd name="T49" fmla="*/ 6 h 33"/>
                <a:gd name="T50" fmla="*/ 160 w 162"/>
                <a:gd name="T51" fmla="*/ 25 h 33"/>
                <a:gd name="T52" fmla="*/ 155 w 162"/>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2" h="33">
                  <a:moveTo>
                    <a:pt x="72" y="30"/>
                  </a:moveTo>
                  <a:cubicBezTo>
                    <a:pt x="74" y="26"/>
                    <a:pt x="74" y="26"/>
                    <a:pt x="74" y="26"/>
                  </a:cubicBezTo>
                  <a:cubicBezTo>
                    <a:pt x="89" y="26"/>
                    <a:pt x="89" y="26"/>
                    <a:pt x="89" y="26"/>
                  </a:cubicBezTo>
                  <a:cubicBezTo>
                    <a:pt x="91" y="30"/>
                    <a:pt x="91" y="30"/>
                    <a:pt x="91" y="30"/>
                  </a:cubicBezTo>
                  <a:cubicBezTo>
                    <a:pt x="72" y="30"/>
                    <a:pt x="72" y="30"/>
                    <a:pt x="72" y="30"/>
                  </a:cubicBezTo>
                  <a:cubicBezTo>
                    <a:pt x="72" y="30"/>
                    <a:pt x="72" y="30"/>
                    <a:pt x="72" y="30"/>
                  </a:cubicBezTo>
                  <a:close/>
                  <a:moveTo>
                    <a:pt x="16" y="13"/>
                  </a:moveTo>
                  <a:cubicBezTo>
                    <a:pt x="146" y="13"/>
                    <a:pt x="146" y="13"/>
                    <a:pt x="146" y="13"/>
                  </a:cubicBezTo>
                  <a:cubicBezTo>
                    <a:pt x="146" y="17"/>
                    <a:pt x="146" y="17"/>
                    <a:pt x="146" y="17"/>
                  </a:cubicBezTo>
                  <a:cubicBezTo>
                    <a:pt x="16" y="17"/>
                    <a:pt x="16" y="17"/>
                    <a:pt x="16" y="17"/>
                  </a:cubicBezTo>
                  <a:cubicBezTo>
                    <a:pt x="16" y="13"/>
                    <a:pt x="16" y="13"/>
                    <a:pt x="16" y="13"/>
                  </a:cubicBezTo>
                  <a:cubicBezTo>
                    <a:pt x="16" y="13"/>
                    <a:pt x="16" y="13"/>
                    <a:pt x="16" y="13"/>
                  </a:cubicBezTo>
                  <a:close/>
                  <a:moveTo>
                    <a:pt x="12" y="19"/>
                  </a:moveTo>
                  <a:cubicBezTo>
                    <a:pt x="150" y="19"/>
                    <a:pt x="150" y="19"/>
                    <a:pt x="150" y="19"/>
                  </a:cubicBezTo>
                  <a:cubicBezTo>
                    <a:pt x="150" y="23"/>
                    <a:pt x="150" y="23"/>
                    <a:pt x="150" y="23"/>
                  </a:cubicBezTo>
                  <a:cubicBezTo>
                    <a:pt x="12" y="23"/>
                    <a:pt x="12" y="23"/>
                    <a:pt x="12" y="23"/>
                  </a:cubicBezTo>
                  <a:cubicBezTo>
                    <a:pt x="12" y="19"/>
                    <a:pt x="12" y="19"/>
                    <a:pt x="12" y="19"/>
                  </a:cubicBezTo>
                  <a:cubicBezTo>
                    <a:pt x="12" y="19"/>
                    <a:pt x="12" y="19"/>
                    <a:pt x="12" y="19"/>
                  </a:cubicBezTo>
                  <a:close/>
                  <a:moveTo>
                    <a:pt x="155" y="33"/>
                  </a:moveTo>
                  <a:cubicBezTo>
                    <a:pt x="7" y="32"/>
                    <a:pt x="7" y="32"/>
                    <a:pt x="7" y="32"/>
                  </a:cubicBezTo>
                  <a:cubicBezTo>
                    <a:pt x="3" y="32"/>
                    <a:pt x="0" y="28"/>
                    <a:pt x="3" y="24"/>
                  </a:cubicBezTo>
                  <a:cubicBezTo>
                    <a:pt x="14" y="6"/>
                    <a:pt x="14" y="6"/>
                    <a:pt x="14" y="6"/>
                  </a:cubicBezTo>
                  <a:cubicBezTo>
                    <a:pt x="16" y="2"/>
                    <a:pt x="21" y="0"/>
                    <a:pt x="25" y="0"/>
                  </a:cubicBezTo>
                  <a:cubicBezTo>
                    <a:pt x="138" y="0"/>
                    <a:pt x="138" y="0"/>
                    <a:pt x="138" y="0"/>
                  </a:cubicBezTo>
                  <a:cubicBezTo>
                    <a:pt x="143" y="0"/>
                    <a:pt x="147" y="2"/>
                    <a:pt x="149" y="6"/>
                  </a:cubicBezTo>
                  <a:cubicBezTo>
                    <a:pt x="160" y="25"/>
                    <a:pt x="160" y="25"/>
                    <a:pt x="160" y="25"/>
                  </a:cubicBezTo>
                  <a:cubicBezTo>
                    <a:pt x="162" y="28"/>
                    <a:pt x="159" y="33"/>
                    <a:pt x="155"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7">
              <a:extLst>
                <a:ext uri="{FF2B5EF4-FFF2-40B4-BE49-F238E27FC236}">
                  <a16:creationId xmlns:a16="http://schemas.microsoft.com/office/drawing/2014/main" id="{1D693522-2DF1-5A85-FEBB-16534EBECACF}"/>
                </a:ext>
              </a:extLst>
            </p:cNvPr>
            <p:cNvSpPr>
              <a:spLocks noEditPoints="1"/>
            </p:cNvSpPr>
            <p:nvPr/>
          </p:nvSpPr>
          <p:spPr bwMode="auto">
            <a:xfrm>
              <a:off x="728101" y="2937832"/>
              <a:ext cx="303798" cy="206352"/>
            </a:xfrm>
            <a:custGeom>
              <a:avLst/>
              <a:gdLst>
                <a:gd name="T0" fmla="*/ 126 w 134"/>
                <a:gd name="T1" fmla="*/ 0 h 91"/>
                <a:gd name="T2" fmla="*/ 8 w 134"/>
                <a:gd name="T3" fmla="*/ 0 h 91"/>
                <a:gd name="T4" fmla="*/ 0 w 134"/>
                <a:gd name="T5" fmla="*/ 8 h 91"/>
                <a:gd name="T6" fmla="*/ 0 w 134"/>
                <a:gd name="T7" fmla="*/ 83 h 91"/>
                <a:gd name="T8" fmla="*/ 8 w 134"/>
                <a:gd name="T9" fmla="*/ 91 h 91"/>
                <a:gd name="T10" fmla="*/ 126 w 134"/>
                <a:gd name="T11" fmla="*/ 91 h 91"/>
                <a:gd name="T12" fmla="*/ 134 w 134"/>
                <a:gd name="T13" fmla="*/ 83 h 91"/>
                <a:gd name="T14" fmla="*/ 134 w 134"/>
                <a:gd name="T15" fmla="*/ 8 h 91"/>
                <a:gd name="T16" fmla="*/ 126 w 134"/>
                <a:gd name="T17" fmla="*/ 0 h 91"/>
                <a:gd name="T18" fmla="*/ 126 w 134"/>
                <a:gd name="T19" fmla="*/ 83 h 91"/>
                <a:gd name="T20" fmla="*/ 8 w 134"/>
                <a:gd name="T21" fmla="*/ 83 h 91"/>
                <a:gd name="T22" fmla="*/ 8 w 134"/>
                <a:gd name="T23" fmla="*/ 8 h 91"/>
                <a:gd name="T24" fmla="*/ 126 w 134"/>
                <a:gd name="T25" fmla="*/ 8 h 91"/>
                <a:gd name="T26" fmla="*/ 126 w 134"/>
                <a:gd name="T27" fmla="*/ 8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4" h="91">
                  <a:moveTo>
                    <a:pt x="126" y="0"/>
                  </a:moveTo>
                  <a:cubicBezTo>
                    <a:pt x="8" y="0"/>
                    <a:pt x="8" y="0"/>
                    <a:pt x="8" y="0"/>
                  </a:cubicBezTo>
                  <a:cubicBezTo>
                    <a:pt x="4" y="0"/>
                    <a:pt x="0" y="4"/>
                    <a:pt x="0" y="8"/>
                  </a:cubicBezTo>
                  <a:cubicBezTo>
                    <a:pt x="0" y="83"/>
                    <a:pt x="0" y="83"/>
                    <a:pt x="0" y="83"/>
                  </a:cubicBezTo>
                  <a:cubicBezTo>
                    <a:pt x="0" y="87"/>
                    <a:pt x="4" y="91"/>
                    <a:pt x="8" y="91"/>
                  </a:cubicBezTo>
                  <a:cubicBezTo>
                    <a:pt x="126" y="91"/>
                    <a:pt x="126" y="91"/>
                    <a:pt x="126" y="91"/>
                  </a:cubicBezTo>
                  <a:cubicBezTo>
                    <a:pt x="130" y="91"/>
                    <a:pt x="134" y="87"/>
                    <a:pt x="134" y="83"/>
                  </a:cubicBezTo>
                  <a:cubicBezTo>
                    <a:pt x="134" y="8"/>
                    <a:pt x="134" y="8"/>
                    <a:pt x="134" y="8"/>
                  </a:cubicBezTo>
                  <a:cubicBezTo>
                    <a:pt x="134" y="4"/>
                    <a:pt x="130" y="0"/>
                    <a:pt x="126" y="0"/>
                  </a:cubicBezTo>
                  <a:close/>
                  <a:moveTo>
                    <a:pt x="126" y="83"/>
                  </a:moveTo>
                  <a:cubicBezTo>
                    <a:pt x="8" y="83"/>
                    <a:pt x="8" y="83"/>
                    <a:pt x="8" y="83"/>
                  </a:cubicBezTo>
                  <a:cubicBezTo>
                    <a:pt x="8" y="8"/>
                    <a:pt x="8" y="8"/>
                    <a:pt x="8" y="8"/>
                  </a:cubicBezTo>
                  <a:cubicBezTo>
                    <a:pt x="126" y="8"/>
                    <a:pt x="126" y="8"/>
                    <a:pt x="126" y="8"/>
                  </a:cubicBezTo>
                  <a:lnTo>
                    <a:pt x="126"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28">
              <a:extLst>
                <a:ext uri="{FF2B5EF4-FFF2-40B4-BE49-F238E27FC236}">
                  <a16:creationId xmlns:a16="http://schemas.microsoft.com/office/drawing/2014/main" id="{DE8E7145-AA69-9EFA-0AA1-26DABA2DBB72}"/>
                </a:ext>
              </a:extLst>
            </p:cNvPr>
            <p:cNvSpPr>
              <a:spLocks/>
            </p:cNvSpPr>
            <p:nvPr/>
          </p:nvSpPr>
          <p:spPr bwMode="auto">
            <a:xfrm>
              <a:off x="898152" y="2998973"/>
              <a:ext cx="34392" cy="36303"/>
            </a:xfrm>
            <a:custGeom>
              <a:avLst/>
              <a:gdLst>
                <a:gd name="T0" fmla="*/ 9 w 15"/>
                <a:gd name="T1" fmla="*/ 16 h 16"/>
                <a:gd name="T2" fmla="*/ 15 w 15"/>
                <a:gd name="T3" fmla="*/ 16 h 16"/>
                <a:gd name="T4" fmla="*/ 2 w 15"/>
                <a:gd name="T5" fmla="*/ 0 h 16"/>
                <a:gd name="T6" fmla="*/ 0 w 15"/>
                <a:gd name="T7" fmla="*/ 5 h 16"/>
                <a:gd name="T8" fmla="*/ 0 w 15"/>
                <a:gd name="T9" fmla="*/ 6 h 16"/>
                <a:gd name="T10" fmla="*/ 9 w 15"/>
                <a:gd name="T11" fmla="*/ 16 h 16"/>
              </a:gdLst>
              <a:ahLst/>
              <a:cxnLst>
                <a:cxn ang="0">
                  <a:pos x="T0" y="T1"/>
                </a:cxn>
                <a:cxn ang="0">
                  <a:pos x="T2" y="T3"/>
                </a:cxn>
                <a:cxn ang="0">
                  <a:pos x="T4" y="T5"/>
                </a:cxn>
                <a:cxn ang="0">
                  <a:pos x="T6" y="T7"/>
                </a:cxn>
                <a:cxn ang="0">
                  <a:pos x="T8" y="T9"/>
                </a:cxn>
                <a:cxn ang="0">
                  <a:pos x="T10" y="T11"/>
                </a:cxn>
              </a:cxnLst>
              <a:rect l="0" t="0" r="r" b="b"/>
              <a:pathLst>
                <a:path w="15" h="16">
                  <a:moveTo>
                    <a:pt x="9" y="16"/>
                  </a:moveTo>
                  <a:cubicBezTo>
                    <a:pt x="11" y="16"/>
                    <a:pt x="13" y="16"/>
                    <a:pt x="15" y="16"/>
                  </a:cubicBezTo>
                  <a:cubicBezTo>
                    <a:pt x="13" y="9"/>
                    <a:pt x="9" y="3"/>
                    <a:pt x="2" y="0"/>
                  </a:cubicBezTo>
                  <a:cubicBezTo>
                    <a:pt x="2" y="1"/>
                    <a:pt x="1" y="3"/>
                    <a:pt x="0" y="5"/>
                  </a:cubicBezTo>
                  <a:cubicBezTo>
                    <a:pt x="0" y="5"/>
                    <a:pt x="0" y="5"/>
                    <a:pt x="0" y="6"/>
                  </a:cubicBezTo>
                  <a:cubicBezTo>
                    <a:pt x="4" y="8"/>
                    <a:pt x="7" y="12"/>
                    <a:pt x="9"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29">
              <a:extLst>
                <a:ext uri="{FF2B5EF4-FFF2-40B4-BE49-F238E27FC236}">
                  <a16:creationId xmlns:a16="http://schemas.microsoft.com/office/drawing/2014/main" id="{EFFD0A43-5301-FC80-7056-212F2823F030}"/>
                </a:ext>
              </a:extLst>
            </p:cNvPr>
            <p:cNvSpPr>
              <a:spLocks/>
            </p:cNvSpPr>
            <p:nvPr/>
          </p:nvSpPr>
          <p:spPr bwMode="auto">
            <a:xfrm>
              <a:off x="825546" y="2994196"/>
              <a:ext cx="65919" cy="64008"/>
            </a:xfrm>
            <a:custGeom>
              <a:avLst/>
              <a:gdLst>
                <a:gd name="T0" fmla="*/ 4 w 29"/>
                <a:gd name="T1" fmla="*/ 27 h 28"/>
                <a:gd name="T2" fmla="*/ 7 w 29"/>
                <a:gd name="T3" fmla="*/ 26 h 28"/>
                <a:gd name="T4" fmla="*/ 7 w 29"/>
                <a:gd name="T5" fmla="*/ 23 h 28"/>
                <a:gd name="T6" fmla="*/ 24 w 29"/>
                <a:gd name="T7" fmla="*/ 6 h 28"/>
                <a:gd name="T8" fmla="*/ 27 w 29"/>
                <a:gd name="T9" fmla="*/ 6 h 28"/>
                <a:gd name="T10" fmla="*/ 28 w 29"/>
                <a:gd name="T11" fmla="*/ 4 h 28"/>
                <a:gd name="T12" fmla="*/ 29 w 29"/>
                <a:gd name="T13" fmla="*/ 0 h 28"/>
                <a:gd name="T14" fmla="*/ 24 w 29"/>
                <a:gd name="T15" fmla="*/ 0 h 28"/>
                <a:gd name="T16" fmla="*/ 0 w 29"/>
                <a:gd name="T17" fmla="*/ 23 h 28"/>
                <a:gd name="T18" fmla="*/ 1 w 29"/>
                <a:gd name="T19" fmla="*/ 28 h 28"/>
                <a:gd name="T20" fmla="*/ 4 w 29"/>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28">
                  <a:moveTo>
                    <a:pt x="4" y="27"/>
                  </a:moveTo>
                  <a:cubicBezTo>
                    <a:pt x="5" y="26"/>
                    <a:pt x="6" y="26"/>
                    <a:pt x="7" y="26"/>
                  </a:cubicBezTo>
                  <a:cubicBezTo>
                    <a:pt x="7" y="25"/>
                    <a:pt x="7" y="24"/>
                    <a:pt x="7" y="23"/>
                  </a:cubicBezTo>
                  <a:cubicBezTo>
                    <a:pt x="7" y="14"/>
                    <a:pt x="15" y="6"/>
                    <a:pt x="24" y="6"/>
                  </a:cubicBezTo>
                  <a:cubicBezTo>
                    <a:pt x="25" y="6"/>
                    <a:pt x="26" y="6"/>
                    <a:pt x="27" y="6"/>
                  </a:cubicBezTo>
                  <a:cubicBezTo>
                    <a:pt x="27" y="5"/>
                    <a:pt x="27" y="5"/>
                    <a:pt x="28" y="4"/>
                  </a:cubicBezTo>
                  <a:cubicBezTo>
                    <a:pt x="28" y="3"/>
                    <a:pt x="29" y="1"/>
                    <a:pt x="29" y="0"/>
                  </a:cubicBezTo>
                  <a:cubicBezTo>
                    <a:pt x="28" y="0"/>
                    <a:pt x="26" y="0"/>
                    <a:pt x="24" y="0"/>
                  </a:cubicBezTo>
                  <a:cubicBezTo>
                    <a:pt x="11" y="0"/>
                    <a:pt x="0" y="10"/>
                    <a:pt x="0" y="23"/>
                  </a:cubicBezTo>
                  <a:cubicBezTo>
                    <a:pt x="0" y="25"/>
                    <a:pt x="1" y="26"/>
                    <a:pt x="1" y="28"/>
                  </a:cubicBezTo>
                  <a:cubicBezTo>
                    <a:pt x="2" y="27"/>
                    <a:pt x="3" y="27"/>
                    <a:pt x="4" y="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0">
              <a:extLst>
                <a:ext uri="{FF2B5EF4-FFF2-40B4-BE49-F238E27FC236}">
                  <a16:creationId xmlns:a16="http://schemas.microsoft.com/office/drawing/2014/main" id="{BD7BA019-5F76-9D5C-38C5-0AD4D983815E}"/>
                </a:ext>
              </a:extLst>
            </p:cNvPr>
            <p:cNvSpPr>
              <a:spLocks/>
            </p:cNvSpPr>
            <p:nvPr/>
          </p:nvSpPr>
          <p:spPr bwMode="auto">
            <a:xfrm>
              <a:off x="832233" y="3064891"/>
              <a:ext cx="61142" cy="36303"/>
            </a:xfrm>
            <a:custGeom>
              <a:avLst/>
              <a:gdLst>
                <a:gd name="T0" fmla="*/ 26 w 27"/>
                <a:gd name="T1" fmla="*/ 13 h 16"/>
                <a:gd name="T2" fmla="*/ 24 w 27"/>
                <a:gd name="T3" fmla="*/ 9 h 16"/>
                <a:gd name="T4" fmla="*/ 21 w 27"/>
                <a:gd name="T5" fmla="*/ 9 h 16"/>
                <a:gd name="T6" fmla="*/ 6 w 27"/>
                <a:gd name="T7" fmla="*/ 0 h 16"/>
                <a:gd name="T8" fmla="*/ 3 w 27"/>
                <a:gd name="T9" fmla="*/ 0 h 16"/>
                <a:gd name="T10" fmla="*/ 0 w 27"/>
                <a:gd name="T11" fmla="*/ 2 h 16"/>
                <a:gd name="T12" fmla="*/ 21 w 27"/>
                <a:gd name="T13" fmla="*/ 16 h 16"/>
                <a:gd name="T14" fmla="*/ 27 w 27"/>
                <a:gd name="T15" fmla="*/ 15 h 16"/>
                <a:gd name="T16" fmla="*/ 26 w 27"/>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6">
                  <a:moveTo>
                    <a:pt x="26" y="13"/>
                  </a:moveTo>
                  <a:cubicBezTo>
                    <a:pt x="25" y="12"/>
                    <a:pt x="24" y="10"/>
                    <a:pt x="24" y="9"/>
                  </a:cubicBezTo>
                  <a:cubicBezTo>
                    <a:pt x="23" y="9"/>
                    <a:pt x="22" y="9"/>
                    <a:pt x="21" y="9"/>
                  </a:cubicBezTo>
                  <a:cubicBezTo>
                    <a:pt x="14" y="9"/>
                    <a:pt x="8" y="5"/>
                    <a:pt x="6" y="0"/>
                  </a:cubicBezTo>
                  <a:cubicBezTo>
                    <a:pt x="5" y="0"/>
                    <a:pt x="4" y="0"/>
                    <a:pt x="3" y="0"/>
                  </a:cubicBezTo>
                  <a:cubicBezTo>
                    <a:pt x="2" y="1"/>
                    <a:pt x="1" y="1"/>
                    <a:pt x="0" y="2"/>
                  </a:cubicBezTo>
                  <a:cubicBezTo>
                    <a:pt x="3" y="10"/>
                    <a:pt x="11" y="16"/>
                    <a:pt x="21" y="16"/>
                  </a:cubicBezTo>
                  <a:cubicBezTo>
                    <a:pt x="23" y="16"/>
                    <a:pt x="25" y="15"/>
                    <a:pt x="27" y="15"/>
                  </a:cubicBezTo>
                  <a:cubicBezTo>
                    <a:pt x="27" y="14"/>
                    <a:pt x="26" y="14"/>
                    <a:pt x="26"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1">
              <a:extLst>
                <a:ext uri="{FF2B5EF4-FFF2-40B4-BE49-F238E27FC236}">
                  <a16:creationId xmlns:a16="http://schemas.microsoft.com/office/drawing/2014/main" id="{B674B9C0-34AF-E488-F251-A6819158C889}"/>
                </a:ext>
              </a:extLst>
            </p:cNvPr>
            <p:cNvSpPr>
              <a:spLocks/>
            </p:cNvSpPr>
            <p:nvPr/>
          </p:nvSpPr>
          <p:spPr bwMode="auto">
            <a:xfrm>
              <a:off x="898152" y="3046740"/>
              <a:ext cx="36303" cy="47767"/>
            </a:xfrm>
            <a:custGeom>
              <a:avLst/>
              <a:gdLst>
                <a:gd name="T0" fmla="*/ 9 w 16"/>
                <a:gd name="T1" fmla="*/ 0 h 21"/>
                <a:gd name="T2" fmla="*/ 0 w 16"/>
                <a:gd name="T3" fmla="*/ 15 h 21"/>
                <a:gd name="T4" fmla="*/ 1 w 16"/>
                <a:gd name="T5" fmla="*/ 19 h 21"/>
                <a:gd name="T6" fmla="*/ 3 w 16"/>
                <a:gd name="T7" fmla="*/ 21 h 21"/>
                <a:gd name="T8" fmla="*/ 16 w 16"/>
                <a:gd name="T9" fmla="*/ 0 h 21"/>
                <a:gd name="T10" fmla="*/ 9 w 16"/>
                <a:gd name="T11" fmla="*/ 0 h 21"/>
              </a:gdLst>
              <a:ahLst/>
              <a:cxnLst>
                <a:cxn ang="0">
                  <a:pos x="T0" y="T1"/>
                </a:cxn>
                <a:cxn ang="0">
                  <a:pos x="T2" y="T3"/>
                </a:cxn>
                <a:cxn ang="0">
                  <a:pos x="T4" y="T5"/>
                </a:cxn>
                <a:cxn ang="0">
                  <a:pos x="T6" y="T7"/>
                </a:cxn>
                <a:cxn ang="0">
                  <a:pos x="T8" y="T9"/>
                </a:cxn>
                <a:cxn ang="0">
                  <a:pos x="T10" y="T11"/>
                </a:cxn>
              </a:cxnLst>
              <a:rect l="0" t="0" r="r" b="b"/>
              <a:pathLst>
                <a:path w="16" h="21">
                  <a:moveTo>
                    <a:pt x="9" y="0"/>
                  </a:moveTo>
                  <a:cubicBezTo>
                    <a:pt x="9" y="7"/>
                    <a:pt x="5" y="13"/>
                    <a:pt x="0" y="15"/>
                  </a:cubicBezTo>
                  <a:cubicBezTo>
                    <a:pt x="0" y="16"/>
                    <a:pt x="1" y="18"/>
                    <a:pt x="1" y="19"/>
                  </a:cubicBezTo>
                  <a:cubicBezTo>
                    <a:pt x="2" y="19"/>
                    <a:pt x="2" y="20"/>
                    <a:pt x="3" y="21"/>
                  </a:cubicBezTo>
                  <a:cubicBezTo>
                    <a:pt x="10" y="17"/>
                    <a:pt x="16" y="9"/>
                    <a:pt x="16" y="0"/>
                  </a:cubicBezTo>
                  <a:cubicBezTo>
                    <a:pt x="14" y="0"/>
                    <a:pt x="11" y="0"/>
                    <a:pt x="9"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6" name="Group 35">
            <a:extLst>
              <a:ext uri="{FF2B5EF4-FFF2-40B4-BE49-F238E27FC236}">
                <a16:creationId xmlns:a16="http://schemas.microsoft.com/office/drawing/2014/main" id="{4BC8BFD8-378A-2F0B-555B-062A9960C488}"/>
              </a:ext>
            </a:extLst>
          </p:cNvPr>
          <p:cNvGrpSpPr/>
          <p:nvPr/>
        </p:nvGrpSpPr>
        <p:grpSpPr>
          <a:xfrm>
            <a:off x="912931" y="1932164"/>
            <a:ext cx="628135" cy="674604"/>
            <a:chOff x="683301" y="3509097"/>
            <a:chExt cx="383135" cy="411479"/>
          </a:xfrm>
        </p:grpSpPr>
        <p:sp>
          <p:nvSpPr>
            <p:cNvPr id="37" name="Freeform 269">
              <a:extLst>
                <a:ext uri="{FF2B5EF4-FFF2-40B4-BE49-F238E27FC236}">
                  <a16:creationId xmlns:a16="http://schemas.microsoft.com/office/drawing/2014/main" id="{C77867D1-0C11-B183-D2CF-18FB2AAF8575}"/>
                </a:ext>
              </a:extLst>
            </p:cNvPr>
            <p:cNvSpPr>
              <a:spLocks/>
            </p:cNvSpPr>
            <p:nvPr/>
          </p:nvSpPr>
          <p:spPr bwMode="auto">
            <a:xfrm>
              <a:off x="984140" y="3732210"/>
              <a:ext cx="65837" cy="96926"/>
            </a:xfrm>
            <a:custGeom>
              <a:avLst/>
              <a:gdLst>
                <a:gd name="T0" fmla="*/ 6 w 36"/>
                <a:gd name="T1" fmla="*/ 53 h 53"/>
                <a:gd name="T2" fmla="*/ 2 w 36"/>
                <a:gd name="T3" fmla="*/ 52 h 53"/>
                <a:gd name="T4" fmla="*/ 2 w 36"/>
                <a:gd name="T5" fmla="*/ 45 h 53"/>
                <a:gd name="T6" fmla="*/ 25 w 36"/>
                <a:gd name="T7" fmla="*/ 5 h 53"/>
                <a:gd name="T8" fmla="*/ 31 w 36"/>
                <a:gd name="T9" fmla="*/ 1 h 53"/>
                <a:gd name="T10" fmla="*/ 35 w 36"/>
                <a:gd name="T11" fmla="*/ 7 h 53"/>
                <a:gd name="T12" fmla="*/ 9 w 36"/>
                <a:gd name="T13" fmla="*/ 52 h 53"/>
                <a:gd name="T14" fmla="*/ 6 w 36"/>
                <a:gd name="T15" fmla="*/ 53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53">
                  <a:moveTo>
                    <a:pt x="6" y="53"/>
                  </a:moveTo>
                  <a:cubicBezTo>
                    <a:pt x="4" y="53"/>
                    <a:pt x="3" y="53"/>
                    <a:pt x="2" y="52"/>
                  </a:cubicBezTo>
                  <a:cubicBezTo>
                    <a:pt x="0" y="50"/>
                    <a:pt x="0" y="47"/>
                    <a:pt x="2" y="45"/>
                  </a:cubicBezTo>
                  <a:cubicBezTo>
                    <a:pt x="13" y="33"/>
                    <a:pt x="21" y="20"/>
                    <a:pt x="25" y="5"/>
                  </a:cubicBezTo>
                  <a:cubicBezTo>
                    <a:pt x="26" y="2"/>
                    <a:pt x="29" y="0"/>
                    <a:pt x="31" y="1"/>
                  </a:cubicBezTo>
                  <a:cubicBezTo>
                    <a:pt x="34" y="2"/>
                    <a:pt x="36" y="5"/>
                    <a:pt x="35" y="7"/>
                  </a:cubicBezTo>
                  <a:cubicBezTo>
                    <a:pt x="30" y="24"/>
                    <a:pt x="21" y="39"/>
                    <a:pt x="9" y="52"/>
                  </a:cubicBezTo>
                  <a:cubicBezTo>
                    <a:pt x="8" y="53"/>
                    <a:pt x="7" y="53"/>
                    <a:pt x="6" y="5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70">
              <a:extLst>
                <a:ext uri="{FF2B5EF4-FFF2-40B4-BE49-F238E27FC236}">
                  <a16:creationId xmlns:a16="http://schemas.microsoft.com/office/drawing/2014/main" id="{D6EE5B24-DC29-BD72-932D-83F114CC352F}"/>
                </a:ext>
              </a:extLst>
            </p:cNvPr>
            <p:cNvSpPr>
              <a:spLocks/>
            </p:cNvSpPr>
            <p:nvPr/>
          </p:nvSpPr>
          <p:spPr bwMode="auto">
            <a:xfrm>
              <a:off x="755539" y="3509097"/>
              <a:ext cx="292609" cy="144475"/>
            </a:xfrm>
            <a:custGeom>
              <a:avLst/>
              <a:gdLst>
                <a:gd name="T0" fmla="*/ 154 w 160"/>
                <a:gd name="T1" fmla="*/ 79 h 79"/>
                <a:gd name="T2" fmla="*/ 150 w 160"/>
                <a:gd name="T3" fmla="*/ 76 h 79"/>
                <a:gd name="T4" fmla="*/ 62 w 160"/>
                <a:gd name="T5" fmla="*/ 10 h 79"/>
                <a:gd name="T6" fmla="*/ 9 w 160"/>
                <a:gd name="T7" fmla="*/ 27 h 79"/>
                <a:gd name="T8" fmla="*/ 2 w 160"/>
                <a:gd name="T9" fmla="*/ 26 h 79"/>
                <a:gd name="T10" fmla="*/ 3 w 160"/>
                <a:gd name="T11" fmla="*/ 19 h 79"/>
                <a:gd name="T12" fmla="*/ 62 w 160"/>
                <a:gd name="T13" fmla="*/ 0 h 79"/>
                <a:gd name="T14" fmla="*/ 159 w 160"/>
                <a:gd name="T15" fmla="*/ 73 h 79"/>
                <a:gd name="T16" fmla="*/ 156 w 160"/>
                <a:gd name="T17" fmla="*/ 79 h 79"/>
                <a:gd name="T18" fmla="*/ 154 w 160"/>
                <a:gd name="T1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0" h="79">
                  <a:moveTo>
                    <a:pt x="154" y="79"/>
                  </a:moveTo>
                  <a:cubicBezTo>
                    <a:pt x="152" y="79"/>
                    <a:pt x="150" y="78"/>
                    <a:pt x="150" y="76"/>
                  </a:cubicBezTo>
                  <a:cubicBezTo>
                    <a:pt x="138" y="37"/>
                    <a:pt x="102" y="10"/>
                    <a:pt x="62" y="10"/>
                  </a:cubicBezTo>
                  <a:cubicBezTo>
                    <a:pt x="42" y="10"/>
                    <a:pt x="24" y="16"/>
                    <a:pt x="9" y="27"/>
                  </a:cubicBezTo>
                  <a:cubicBezTo>
                    <a:pt x="6" y="29"/>
                    <a:pt x="3" y="28"/>
                    <a:pt x="2" y="26"/>
                  </a:cubicBezTo>
                  <a:cubicBezTo>
                    <a:pt x="0" y="24"/>
                    <a:pt x="0" y="20"/>
                    <a:pt x="3" y="19"/>
                  </a:cubicBezTo>
                  <a:cubicBezTo>
                    <a:pt x="20" y="7"/>
                    <a:pt x="40" y="0"/>
                    <a:pt x="62" y="0"/>
                  </a:cubicBezTo>
                  <a:cubicBezTo>
                    <a:pt x="106" y="0"/>
                    <a:pt x="146" y="30"/>
                    <a:pt x="159" y="73"/>
                  </a:cubicBezTo>
                  <a:cubicBezTo>
                    <a:pt x="160" y="75"/>
                    <a:pt x="159" y="78"/>
                    <a:pt x="156" y="79"/>
                  </a:cubicBezTo>
                  <a:cubicBezTo>
                    <a:pt x="155" y="79"/>
                    <a:pt x="155" y="79"/>
                    <a:pt x="154"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71">
              <a:extLst>
                <a:ext uri="{FF2B5EF4-FFF2-40B4-BE49-F238E27FC236}">
                  <a16:creationId xmlns:a16="http://schemas.microsoft.com/office/drawing/2014/main" id="{6F54B776-DA90-290A-C906-83FA792636C6}"/>
                </a:ext>
              </a:extLst>
            </p:cNvPr>
            <p:cNvSpPr>
              <a:spLocks/>
            </p:cNvSpPr>
            <p:nvPr/>
          </p:nvSpPr>
          <p:spPr bwMode="auto">
            <a:xfrm>
              <a:off x="683301" y="3613338"/>
              <a:ext cx="64923" cy="212140"/>
            </a:xfrm>
            <a:custGeom>
              <a:avLst/>
              <a:gdLst>
                <a:gd name="T0" fmla="*/ 30 w 36"/>
                <a:gd name="T1" fmla="*/ 116 h 116"/>
                <a:gd name="T2" fmla="*/ 27 w 36"/>
                <a:gd name="T3" fmla="*/ 114 h 116"/>
                <a:gd name="T4" fmla="*/ 0 w 36"/>
                <a:gd name="T5" fmla="*/ 45 h 116"/>
                <a:gd name="T6" fmla="*/ 8 w 36"/>
                <a:gd name="T7" fmla="*/ 4 h 116"/>
                <a:gd name="T8" fmla="*/ 15 w 36"/>
                <a:gd name="T9" fmla="*/ 1 h 116"/>
                <a:gd name="T10" fmla="*/ 18 w 36"/>
                <a:gd name="T11" fmla="*/ 8 h 116"/>
                <a:gd name="T12" fmla="*/ 10 w 36"/>
                <a:gd name="T13" fmla="*/ 45 h 116"/>
                <a:gd name="T14" fmla="*/ 34 w 36"/>
                <a:gd name="T15" fmla="*/ 107 h 116"/>
                <a:gd name="T16" fmla="*/ 34 w 36"/>
                <a:gd name="T17" fmla="*/ 115 h 116"/>
                <a:gd name="T18" fmla="*/ 30 w 36"/>
                <a:gd name="T19"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16">
                  <a:moveTo>
                    <a:pt x="30" y="116"/>
                  </a:moveTo>
                  <a:cubicBezTo>
                    <a:pt x="29" y="116"/>
                    <a:pt x="28" y="115"/>
                    <a:pt x="27" y="114"/>
                  </a:cubicBezTo>
                  <a:cubicBezTo>
                    <a:pt x="9" y="95"/>
                    <a:pt x="0" y="71"/>
                    <a:pt x="0" y="45"/>
                  </a:cubicBezTo>
                  <a:cubicBezTo>
                    <a:pt x="0" y="31"/>
                    <a:pt x="3" y="17"/>
                    <a:pt x="8" y="4"/>
                  </a:cubicBezTo>
                  <a:cubicBezTo>
                    <a:pt x="9" y="1"/>
                    <a:pt x="12" y="0"/>
                    <a:pt x="15" y="1"/>
                  </a:cubicBezTo>
                  <a:cubicBezTo>
                    <a:pt x="17" y="2"/>
                    <a:pt x="19" y="5"/>
                    <a:pt x="18" y="8"/>
                  </a:cubicBezTo>
                  <a:cubicBezTo>
                    <a:pt x="12" y="20"/>
                    <a:pt x="10" y="32"/>
                    <a:pt x="10" y="45"/>
                  </a:cubicBezTo>
                  <a:cubicBezTo>
                    <a:pt x="10" y="68"/>
                    <a:pt x="18" y="90"/>
                    <a:pt x="34" y="107"/>
                  </a:cubicBezTo>
                  <a:cubicBezTo>
                    <a:pt x="36" y="109"/>
                    <a:pt x="36" y="113"/>
                    <a:pt x="34" y="115"/>
                  </a:cubicBezTo>
                  <a:cubicBezTo>
                    <a:pt x="33" y="115"/>
                    <a:pt x="32" y="116"/>
                    <a:pt x="30" y="1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72">
              <a:extLst>
                <a:ext uri="{FF2B5EF4-FFF2-40B4-BE49-F238E27FC236}">
                  <a16:creationId xmlns:a16="http://schemas.microsoft.com/office/drawing/2014/main" id="{9EFD61C3-5008-9BB7-3D84-B43D602329CE}"/>
                </a:ext>
              </a:extLst>
            </p:cNvPr>
            <p:cNvSpPr>
              <a:spLocks/>
            </p:cNvSpPr>
            <p:nvPr/>
          </p:nvSpPr>
          <p:spPr bwMode="auto">
            <a:xfrm>
              <a:off x="768341" y="3598708"/>
              <a:ext cx="144476" cy="27432"/>
            </a:xfrm>
            <a:custGeom>
              <a:avLst/>
              <a:gdLst>
                <a:gd name="T0" fmla="*/ 55 w 79"/>
                <a:gd name="T1" fmla="*/ 15 h 15"/>
                <a:gd name="T2" fmla="*/ 2 w 79"/>
                <a:gd name="T3" fmla="*/ 6 h 15"/>
                <a:gd name="T4" fmla="*/ 0 w 79"/>
                <a:gd name="T5" fmla="*/ 2 h 15"/>
                <a:gd name="T6" fmla="*/ 4 w 79"/>
                <a:gd name="T7" fmla="*/ 0 h 15"/>
                <a:gd name="T8" fmla="*/ 55 w 79"/>
                <a:gd name="T9" fmla="*/ 9 h 15"/>
                <a:gd name="T10" fmla="*/ 75 w 79"/>
                <a:gd name="T11" fmla="*/ 8 h 15"/>
                <a:gd name="T12" fmla="*/ 78 w 79"/>
                <a:gd name="T13" fmla="*/ 10 h 15"/>
                <a:gd name="T14" fmla="*/ 76 w 79"/>
                <a:gd name="T15" fmla="*/ 13 h 15"/>
                <a:gd name="T16" fmla="*/ 55 w 79"/>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5">
                  <a:moveTo>
                    <a:pt x="55" y="15"/>
                  </a:moveTo>
                  <a:cubicBezTo>
                    <a:pt x="36" y="15"/>
                    <a:pt x="18" y="12"/>
                    <a:pt x="2" y="6"/>
                  </a:cubicBezTo>
                  <a:cubicBezTo>
                    <a:pt x="1" y="5"/>
                    <a:pt x="0" y="3"/>
                    <a:pt x="0" y="2"/>
                  </a:cubicBezTo>
                  <a:cubicBezTo>
                    <a:pt x="1" y="0"/>
                    <a:pt x="3" y="0"/>
                    <a:pt x="4" y="0"/>
                  </a:cubicBezTo>
                  <a:cubicBezTo>
                    <a:pt x="19" y="6"/>
                    <a:pt x="37" y="9"/>
                    <a:pt x="55" y="9"/>
                  </a:cubicBezTo>
                  <a:cubicBezTo>
                    <a:pt x="61" y="9"/>
                    <a:pt x="68" y="8"/>
                    <a:pt x="75" y="8"/>
                  </a:cubicBezTo>
                  <a:cubicBezTo>
                    <a:pt x="77" y="7"/>
                    <a:pt x="78" y="8"/>
                    <a:pt x="78" y="10"/>
                  </a:cubicBezTo>
                  <a:cubicBezTo>
                    <a:pt x="79" y="12"/>
                    <a:pt x="77" y="13"/>
                    <a:pt x="76" y="13"/>
                  </a:cubicBezTo>
                  <a:cubicBezTo>
                    <a:pt x="69" y="14"/>
                    <a:pt x="62" y="15"/>
                    <a:pt x="55" y="1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73">
              <a:extLst>
                <a:ext uri="{FF2B5EF4-FFF2-40B4-BE49-F238E27FC236}">
                  <a16:creationId xmlns:a16="http://schemas.microsoft.com/office/drawing/2014/main" id="{ABE23B20-3D18-63A0-6D38-5670C0D641DD}"/>
                </a:ext>
              </a:extLst>
            </p:cNvPr>
            <p:cNvSpPr>
              <a:spLocks/>
            </p:cNvSpPr>
            <p:nvPr/>
          </p:nvSpPr>
          <p:spPr bwMode="auto">
            <a:xfrm>
              <a:off x="985969" y="3574934"/>
              <a:ext cx="23774" cy="20117"/>
            </a:xfrm>
            <a:custGeom>
              <a:avLst/>
              <a:gdLst>
                <a:gd name="T0" fmla="*/ 3 w 13"/>
                <a:gd name="T1" fmla="*/ 11 h 11"/>
                <a:gd name="T2" fmla="*/ 1 w 13"/>
                <a:gd name="T3" fmla="*/ 10 h 11"/>
                <a:gd name="T4" fmla="*/ 2 w 13"/>
                <a:gd name="T5" fmla="*/ 6 h 11"/>
                <a:gd name="T6" fmla="*/ 8 w 13"/>
                <a:gd name="T7" fmla="*/ 1 h 11"/>
                <a:gd name="T8" fmla="*/ 12 w 13"/>
                <a:gd name="T9" fmla="*/ 2 h 11"/>
                <a:gd name="T10" fmla="*/ 12 w 13"/>
                <a:gd name="T11" fmla="*/ 6 h 11"/>
                <a:gd name="T12" fmla="*/ 5 w 13"/>
                <a:gd name="T13" fmla="*/ 11 h 11"/>
                <a:gd name="T14" fmla="*/ 3 w 13"/>
                <a:gd name="T15" fmla="*/ 1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1">
                  <a:moveTo>
                    <a:pt x="3" y="11"/>
                  </a:moveTo>
                  <a:cubicBezTo>
                    <a:pt x="2" y="11"/>
                    <a:pt x="1" y="11"/>
                    <a:pt x="1" y="10"/>
                  </a:cubicBezTo>
                  <a:cubicBezTo>
                    <a:pt x="0" y="8"/>
                    <a:pt x="0" y="6"/>
                    <a:pt x="2" y="6"/>
                  </a:cubicBezTo>
                  <a:cubicBezTo>
                    <a:pt x="4" y="4"/>
                    <a:pt x="6" y="3"/>
                    <a:pt x="8" y="1"/>
                  </a:cubicBezTo>
                  <a:cubicBezTo>
                    <a:pt x="9" y="0"/>
                    <a:pt x="11" y="1"/>
                    <a:pt x="12" y="2"/>
                  </a:cubicBezTo>
                  <a:cubicBezTo>
                    <a:pt x="13" y="3"/>
                    <a:pt x="13" y="5"/>
                    <a:pt x="12" y="6"/>
                  </a:cubicBezTo>
                  <a:cubicBezTo>
                    <a:pt x="9" y="8"/>
                    <a:pt x="7" y="9"/>
                    <a:pt x="5" y="11"/>
                  </a:cubicBezTo>
                  <a:cubicBezTo>
                    <a:pt x="4" y="11"/>
                    <a:pt x="4" y="11"/>
                    <a:pt x="3"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74">
              <a:extLst>
                <a:ext uri="{FF2B5EF4-FFF2-40B4-BE49-F238E27FC236}">
                  <a16:creationId xmlns:a16="http://schemas.microsoft.com/office/drawing/2014/main" id="{1B84D2F2-3B88-C9B0-865D-CD916B27339A}"/>
                </a:ext>
              </a:extLst>
            </p:cNvPr>
            <p:cNvSpPr>
              <a:spLocks/>
            </p:cNvSpPr>
            <p:nvPr/>
          </p:nvSpPr>
          <p:spPr bwMode="auto">
            <a:xfrm>
              <a:off x="925618" y="3772444"/>
              <a:ext cx="84125" cy="43891"/>
            </a:xfrm>
            <a:custGeom>
              <a:avLst/>
              <a:gdLst>
                <a:gd name="T0" fmla="*/ 43 w 46"/>
                <a:gd name="T1" fmla="*/ 24 h 24"/>
                <a:gd name="T2" fmla="*/ 41 w 46"/>
                <a:gd name="T3" fmla="*/ 23 h 24"/>
                <a:gd name="T4" fmla="*/ 3 w 46"/>
                <a:gd name="T5" fmla="*/ 6 h 24"/>
                <a:gd name="T6" fmla="*/ 1 w 46"/>
                <a:gd name="T7" fmla="*/ 3 h 24"/>
                <a:gd name="T8" fmla="*/ 4 w 46"/>
                <a:gd name="T9" fmla="*/ 0 h 24"/>
                <a:gd name="T10" fmla="*/ 45 w 46"/>
                <a:gd name="T11" fmla="*/ 18 h 24"/>
                <a:gd name="T12" fmla="*/ 45 w 46"/>
                <a:gd name="T13" fmla="*/ 22 h 24"/>
                <a:gd name="T14" fmla="*/ 43 w 46"/>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24">
                  <a:moveTo>
                    <a:pt x="43" y="24"/>
                  </a:moveTo>
                  <a:cubicBezTo>
                    <a:pt x="42" y="24"/>
                    <a:pt x="42" y="23"/>
                    <a:pt x="41" y="23"/>
                  </a:cubicBezTo>
                  <a:cubicBezTo>
                    <a:pt x="31" y="16"/>
                    <a:pt x="18" y="10"/>
                    <a:pt x="3" y="6"/>
                  </a:cubicBezTo>
                  <a:cubicBezTo>
                    <a:pt x="1" y="6"/>
                    <a:pt x="0" y="4"/>
                    <a:pt x="1" y="3"/>
                  </a:cubicBezTo>
                  <a:cubicBezTo>
                    <a:pt x="1" y="1"/>
                    <a:pt x="3" y="0"/>
                    <a:pt x="4" y="0"/>
                  </a:cubicBezTo>
                  <a:cubicBezTo>
                    <a:pt x="20" y="4"/>
                    <a:pt x="34" y="10"/>
                    <a:pt x="45" y="18"/>
                  </a:cubicBezTo>
                  <a:cubicBezTo>
                    <a:pt x="46" y="19"/>
                    <a:pt x="46" y="21"/>
                    <a:pt x="45" y="22"/>
                  </a:cubicBezTo>
                  <a:cubicBezTo>
                    <a:pt x="45" y="23"/>
                    <a:pt x="44" y="24"/>
                    <a:pt x="43"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75">
              <a:extLst>
                <a:ext uri="{FF2B5EF4-FFF2-40B4-BE49-F238E27FC236}">
                  <a16:creationId xmlns:a16="http://schemas.microsoft.com/office/drawing/2014/main" id="{A7346B0F-300C-A5E0-1A20-3AF5CB9A4B32}"/>
                </a:ext>
              </a:extLst>
            </p:cNvPr>
            <p:cNvSpPr>
              <a:spLocks/>
            </p:cNvSpPr>
            <p:nvPr/>
          </p:nvSpPr>
          <p:spPr bwMode="auto">
            <a:xfrm>
              <a:off x="727192" y="3772444"/>
              <a:ext cx="86869" cy="43891"/>
            </a:xfrm>
            <a:custGeom>
              <a:avLst/>
              <a:gdLst>
                <a:gd name="T0" fmla="*/ 3 w 48"/>
                <a:gd name="T1" fmla="*/ 24 h 24"/>
                <a:gd name="T2" fmla="*/ 1 w 48"/>
                <a:gd name="T3" fmla="*/ 22 h 24"/>
                <a:gd name="T4" fmla="*/ 2 w 48"/>
                <a:gd name="T5" fmla="*/ 18 h 24"/>
                <a:gd name="T6" fmla="*/ 44 w 48"/>
                <a:gd name="T7" fmla="*/ 0 h 24"/>
                <a:gd name="T8" fmla="*/ 47 w 48"/>
                <a:gd name="T9" fmla="*/ 2 h 24"/>
                <a:gd name="T10" fmla="*/ 45 w 48"/>
                <a:gd name="T11" fmla="*/ 6 h 24"/>
                <a:gd name="T12" fmla="*/ 5 w 48"/>
                <a:gd name="T13" fmla="*/ 23 h 24"/>
                <a:gd name="T14" fmla="*/ 3 w 48"/>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24">
                  <a:moveTo>
                    <a:pt x="3" y="24"/>
                  </a:moveTo>
                  <a:cubicBezTo>
                    <a:pt x="2" y="24"/>
                    <a:pt x="2" y="23"/>
                    <a:pt x="1" y="22"/>
                  </a:cubicBezTo>
                  <a:cubicBezTo>
                    <a:pt x="0" y="21"/>
                    <a:pt x="0" y="19"/>
                    <a:pt x="2" y="18"/>
                  </a:cubicBezTo>
                  <a:cubicBezTo>
                    <a:pt x="13" y="10"/>
                    <a:pt x="27" y="4"/>
                    <a:pt x="44" y="0"/>
                  </a:cubicBezTo>
                  <a:cubicBezTo>
                    <a:pt x="45" y="0"/>
                    <a:pt x="47" y="1"/>
                    <a:pt x="47" y="2"/>
                  </a:cubicBezTo>
                  <a:cubicBezTo>
                    <a:pt x="48" y="4"/>
                    <a:pt x="47" y="5"/>
                    <a:pt x="45" y="6"/>
                  </a:cubicBezTo>
                  <a:cubicBezTo>
                    <a:pt x="30" y="9"/>
                    <a:pt x="16" y="15"/>
                    <a:pt x="5" y="23"/>
                  </a:cubicBezTo>
                  <a:cubicBezTo>
                    <a:pt x="5" y="23"/>
                    <a:pt x="4" y="24"/>
                    <a:pt x="3"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6">
              <a:extLst>
                <a:ext uri="{FF2B5EF4-FFF2-40B4-BE49-F238E27FC236}">
                  <a16:creationId xmlns:a16="http://schemas.microsoft.com/office/drawing/2014/main" id="{EC9AE108-63D7-0977-A765-08D9CEB24845}"/>
                </a:ext>
              </a:extLst>
            </p:cNvPr>
            <p:cNvSpPr>
              <a:spLocks/>
            </p:cNvSpPr>
            <p:nvPr/>
          </p:nvSpPr>
          <p:spPr bwMode="auto">
            <a:xfrm>
              <a:off x="766512" y="3512755"/>
              <a:ext cx="175565" cy="148132"/>
            </a:xfrm>
            <a:custGeom>
              <a:avLst/>
              <a:gdLst>
                <a:gd name="T0" fmla="*/ 3 w 96"/>
                <a:gd name="T1" fmla="*/ 81 h 81"/>
                <a:gd name="T2" fmla="*/ 3 w 96"/>
                <a:gd name="T3" fmla="*/ 81 h 81"/>
                <a:gd name="T4" fmla="*/ 0 w 96"/>
                <a:gd name="T5" fmla="*/ 77 h 81"/>
                <a:gd name="T6" fmla="*/ 56 w 96"/>
                <a:gd name="T7" fmla="*/ 0 h 81"/>
                <a:gd name="T8" fmla="*/ 95 w 96"/>
                <a:gd name="T9" fmla="*/ 28 h 81"/>
                <a:gd name="T10" fmla="*/ 94 w 96"/>
                <a:gd name="T11" fmla="*/ 32 h 81"/>
                <a:gd name="T12" fmla="*/ 90 w 96"/>
                <a:gd name="T13" fmla="*/ 31 h 81"/>
                <a:gd name="T14" fmla="*/ 56 w 96"/>
                <a:gd name="T15" fmla="*/ 6 h 81"/>
                <a:gd name="T16" fmla="*/ 6 w 96"/>
                <a:gd name="T17" fmla="*/ 78 h 81"/>
                <a:gd name="T18" fmla="*/ 3 w 96"/>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81">
                  <a:moveTo>
                    <a:pt x="3" y="81"/>
                  </a:moveTo>
                  <a:cubicBezTo>
                    <a:pt x="3" y="81"/>
                    <a:pt x="3" y="81"/>
                    <a:pt x="3" y="81"/>
                  </a:cubicBezTo>
                  <a:cubicBezTo>
                    <a:pt x="1" y="80"/>
                    <a:pt x="0" y="79"/>
                    <a:pt x="0" y="77"/>
                  </a:cubicBezTo>
                  <a:cubicBezTo>
                    <a:pt x="6" y="32"/>
                    <a:pt x="29" y="0"/>
                    <a:pt x="56" y="0"/>
                  </a:cubicBezTo>
                  <a:cubicBezTo>
                    <a:pt x="70" y="0"/>
                    <a:pt x="84" y="10"/>
                    <a:pt x="95" y="28"/>
                  </a:cubicBezTo>
                  <a:cubicBezTo>
                    <a:pt x="96" y="29"/>
                    <a:pt x="95" y="31"/>
                    <a:pt x="94" y="32"/>
                  </a:cubicBezTo>
                  <a:cubicBezTo>
                    <a:pt x="92" y="33"/>
                    <a:pt x="91" y="32"/>
                    <a:pt x="90" y="31"/>
                  </a:cubicBezTo>
                  <a:cubicBezTo>
                    <a:pt x="80" y="15"/>
                    <a:pt x="68" y="6"/>
                    <a:pt x="56" y="6"/>
                  </a:cubicBezTo>
                  <a:cubicBezTo>
                    <a:pt x="32" y="6"/>
                    <a:pt x="12" y="36"/>
                    <a:pt x="6" y="78"/>
                  </a:cubicBezTo>
                  <a:cubicBezTo>
                    <a:pt x="6" y="79"/>
                    <a:pt x="5" y="81"/>
                    <a:pt x="3" y="8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77">
              <a:extLst>
                <a:ext uri="{FF2B5EF4-FFF2-40B4-BE49-F238E27FC236}">
                  <a16:creationId xmlns:a16="http://schemas.microsoft.com/office/drawing/2014/main" id="{3EE43792-0F58-9425-452E-1DB36CB16DE1}"/>
                </a:ext>
              </a:extLst>
            </p:cNvPr>
            <p:cNvSpPr>
              <a:spLocks/>
            </p:cNvSpPr>
            <p:nvPr/>
          </p:nvSpPr>
          <p:spPr bwMode="auto">
            <a:xfrm>
              <a:off x="766512" y="3734039"/>
              <a:ext cx="21946" cy="56693"/>
            </a:xfrm>
            <a:custGeom>
              <a:avLst/>
              <a:gdLst>
                <a:gd name="T0" fmla="*/ 9 w 12"/>
                <a:gd name="T1" fmla="*/ 31 h 31"/>
                <a:gd name="T2" fmla="*/ 6 w 12"/>
                <a:gd name="T3" fmla="*/ 29 h 31"/>
                <a:gd name="T4" fmla="*/ 1 w 12"/>
                <a:gd name="T5" fmla="*/ 4 h 31"/>
                <a:gd name="T6" fmla="*/ 3 w 12"/>
                <a:gd name="T7" fmla="*/ 1 h 31"/>
                <a:gd name="T8" fmla="*/ 7 w 12"/>
                <a:gd name="T9" fmla="*/ 3 h 31"/>
                <a:gd name="T10" fmla="*/ 12 w 12"/>
                <a:gd name="T11" fmla="*/ 27 h 31"/>
                <a:gd name="T12" fmla="*/ 10 w 12"/>
                <a:gd name="T13" fmla="*/ 31 h 31"/>
                <a:gd name="T14" fmla="*/ 9 w 12"/>
                <a:gd name="T15" fmla="*/ 3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1">
                  <a:moveTo>
                    <a:pt x="9" y="31"/>
                  </a:moveTo>
                  <a:cubicBezTo>
                    <a:pt x="8" y="31"/>
                    <a:pt x="7" y="30"/>
                    <a:pt x="6" y="29"/>
                  </a:cubicBezTo>
                  <a:cubicBezTo>
                    <a:pt x="4" y="21"/>
                    <a:pt x="2" y="13"/>
                    <a:pt x="1" y="4"/>
                  </a:cubicBezTo>
                  <a:cubicBezTo>
                    <a:pt x="0" y="2"/>
                    <a:pt x="1" y="1"/>
                    <a:pt x="3" y="1"/>
                  </a:cubicBezTo>
                  <a:cubicBezTo>
                    <a:pt x="5" y="0"/>
                    <a:pt x="6" y="2"/>
                    <a:pt x="7" y="3"/>
                  </a:cubicBezTo>
                  <a:cubicBezTo>
                    <a:pt x="8" y="11"/>
                    <a:pt x="9" y="19"/>
                    <a:pt x="12" y="27"/>
                  </a:cubicBezTo>
                  <a:cubicBezTo>
                    <a:pt x="12" y="28"/>
                    <a:pt x="11" y="30"/>
                    <a:pt x="10" y="31"/>
                  </a:cubicBezTo>
                  <a:cubicBezTo>
                    <a:pt x="10" y="31"/>
                    <a:pt x="9" y="31"/>
                    <a:pt x="9"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78">
              <a:extLst>
                <a:ext uri="{FF2B5EF4-FFF2-40B4-BE49-F238E27FC236}">
                  <a16:creationId xmlns:a16="http://schemas.microsoft.com/office/drawing/2014/main" id="{6E163778-6EEF-352A-EE79-386BD4DE6010}"/>
                </a:ext>
              </a:extLst>
            </p:cNvPr>
            <p:cNvSpPr>
              <a:spLocks/>
            </p:cNvSpPr>
            <p:nvPr/>
          </p:nvSpPr>
          <p:spPr bwMode="auto">
            <a:xfrm>
              <a:off x="947564" y="3644428"/>
              <a:ext cx="23774" cy="144475"/>
            </a:xfrm>
            <a:custGeom>
              <a:avLst/>
              <a:gdLst>
                <a:gd name="T0" fmla="*/ 3 w 13"/>
                <a:gd name="T1" fmla="*/ 79 h 79"/>
                <a:gd name="T2" fmla="*/ 2 w 13"/>
                <a:gd name="T3" fmla="*/ 79 h 79"/>
                <a:gd name="T4" fmla="*/ 0 w 13"/>
                <a:gd name="T5" fmla="*/ 75 h 79"/>
                <a:gd name="T6" fmla="*/ 7 w 13"/>
                <a:gd name="T7" fmla="*/ 28 h 79"/>
                <a:gd name="T8" fmla="*/ 6 w 13"/>
                <a:gd name="T9" fmla="*/ 4 h 79"/>
                <a:gd name="T10" fmla="*/ 8 w 13"/>
                <a:gd name="T11" fmla="*/ 1 h 79"/>
                <a:gd name="T12" fmla="*/ 12 w 13"/>
                <a:gd name="T13" fmla="*/ 3 h 79"/>
                <a:gd name="T14" fmla="*/ 13 w 13"/>
                <a:gd name="T15" fmla="*/ 28 h 79"/>
                <a:gd name="T16" fmla="*/ 6 w 13"/>
                <a:gd name="T17" fmla="*/ 77 h 79"/>
                <a:gd name="T18" fmla="*/ 3 w 13"/>
                <a:gd name="T1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79">
                  <a:moveTo>
                    <a:pt x="3" y="79"/>
                  </a:moveTo>
                  <a:cubicBezTo>
                    <a:pt x="3" y="79"/>
                    <a:pt x="3" y="79"/>
                    <a:pt x="2" y="79"/>
                  </a:cubicBezTo>
                  <a:cubicBezTo>
                    <a:pt x="1" y="79"/>
                    <a:pt x="0" y="77"/>
                    <a:pt x="0" y="75"/>
                  </a:cubicBezTo>
                  <a:cubicBezTo>
                    <a:pt x="5" y="61"/>
                    <a:pt x="7" y="45"/>
                    <a:pt x="7" y="28"/>
                  </a:cubicBezTo>
                  <a:cubicBezTo>
                    <a:pt x="7" y="20"/>
                    <a:pt x="7" y="12"/>
                    <a:pt x="6" y="4"/>
                  </a:cubicBezTo>
                  <a:cubicBezTo>
                    <a:pt x="5" y="3"/>
                    <a:pt x="7" y="1"/>
                    <a:pt x="8" y="1"/>
                  </a:cubicBezTo>
                  <a:cubicBezTo>
                    <a:pt x="10" y="0"/>
                    <a:pt x="11" y="2"/>
                    <a:pt x="12" y="3"/>
                  </a:cubicBezTo>
                  <a:cubicBezTo>
                    <a:pt x="13" y="11"/>
                    <a:pt x="13" y="20"/>
                    <a:pt x="13" y="28"/>
                  </a:cubicBezTo>
                  <a:cubicBezTo>
                    <a:pt x="13" y="45"/>
                    <a:pt x="11" y="62"/>
                    <a:pt x="6" y="77"/>
                  </a:cubicBezTo>
                  <a:cubicBezTo>
                    <a:pt x="6" y="79"/>
                    <a:pt x="4" y="79"/>
                    <a:pt x="3"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79">
              <a:extLst>
                <a:ext uri="{FF2B5EF4-FFF2-40B4-BE49-F238E27FC236}">
                  <a16:creationId xmlns:a16="http://schemas.microsoft.com/office/drawing/2014/main" id="{776DC628-0465-63A4-C531-E67388CAEE06}"/>
                </a:ext>
              </a:extLst>
            </p:cNvPr>
            <p:cNvSpPr>
              <a:spLocks/>
            </p:cNvSpPr>
            <p:nvPr/>
          </p:nvSpPr>
          <p:spPr bwMode="auto">
            <a:xfrm>
              <a:off x="938420" y="3690148"/>
              <a:ext cx="62179" cy="10973"/>
            </a:xfrm>
            <a:custGeom>
              <a:avLst/>
              <a:gdLst>
                <a:gd name="T0" fmla="*/ 31 w 34"/>
                <a:gd name="T1" fmla="*/ 6 h 6"/>
                <a:gd name="T2" fmla="*/ 3 w 34"/>
                <a:gd name="T3" fmla="*/ 6 h 6"/>
                <a:gd name="T4" fmla="*/ 0 w 34"/>
                <a:gd name="T5" fmla="*/ 3 h 6"/>
                <a:gd name="T6" fmla="*/ 3 w 34"/>
                <a:gd name="T7" fmla="*/ 0 h 6"/>
                <a:gd name="T8" fmla="*/ 31 w 34"/>
                <a:gd name="T9" fmla="*/ 0 h 6"/>
                <a:gd name="T10" fmla="*/ 34 w 34"/>
                <a:gd name="T11" fmla="*/ 3 h 6"/>
                <a:gd name="T12" fmla="*/ 31 w 34"/>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4" h="6">
                  <a:moveTo>
                    <a:pt x="31" y="6"/>
                  </a:moveTo>
                  <a:cubicBezTo>
                    <a:pt x="3" y="6"/>
                    <a:pt x="3" y="6"/>
                    <a:pt x="3" y="6"/>
                  </a:cubicBezTo>
                  <a:cubicBezTo>
                    <a:pt x="2" y="6"/>
                    <a:pt x="0" y="5"/>
                    <a:pt x="0" y="3"/>
                  </a:cubicBezTo>
                  <a:cubicBezTo>
                    <a:pt x="0" y="1"/>
                    <a:pt x="2" y="0"/>
                    <a:pt x="3" y="0"/>
                  </a:cubicBezTo>
                  <a:cubicBezTo>
                    <a:pt x="31" y="0"/>
                    <a:pt x="31" y="0"/>
                    <a:pt x="31" y="0"/>
                  </a:cubicBezTo>
                  <a:cubicBezTo>
                    <a:pt x="32" y="0"/>
                    <a:pt x="34" y="1"/>
                    <a:pt x="34" y="3"/>
                  </a:cubicBezTo>
                  <a:cubicBezTo>
                    <a:pt x="34" y="5"/>
                    <a:pt x="32" y="6"/>
                    <a:pt x="3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80">
              <a:extLst>
                <a:ext uri="{FF2B5EF4-FFF2-40B4-BE49-F238E27FC236}">
                  <a16:creationId xmlns:a16="http://schemas.microsoft.com/office/drawing/2014/main" id="{2422C034-730D-EC91-0DD4-58BA38C8D8D1}"/>
                </a:ext>
              </a:extLst>
            </p:cNvPr>
            <p:cNvSpPr>
              <a:spLocks/>
            </p:cNvSpPr>
            <p:nvPr/>
          </p:nvSpPr>
          <p:spPr bwMode="auto">
            <a:xfrm>
              <a:off x="686959" y="3690148"/>
              <a:ext cx="43891" cy="10973"/>
            </a:xfrm>
            <a:custGeom>
              <a:avLst/>
              <a:gdLst>
                <a:gd name="T0" fmla="*/ 21 w 24"/>
                <a:gd name="T1" fmla="*/ 6 h 6"/>
                <a:gd name="T2" fmla="*/ 3 w 24"/>
                <a:gd name="T3" fmla="*/ 6 h 6"/>
                <a:gd name="T4" fmla="*/ 0 w 24"/>
                <a:gd name="T5" fmla="*/ 3 h 6"/>
                <a:gd name="T6" fmla="*/ 3 w 24"/>
                <a:gd name="T7" fmla="*/ 0 h 6"/>
                <a:gd name="T8" fmla="*/ 21 w 24"/>
                <a:gd name="T9" fmla="*/ 0 h 6"/>
                <a:gd name="T10" fmla="*/ 24 w 24"/>
                <a:gd name="T11" fmla="*/ 3 h 6"/>
                <a:gd name="T12" fmla="*/ 21 w 24"/>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4" h="6">
                  <a:moveTo>
                    <a:pt x="21" y="6"/>
                  </a:moveTo>
                  <a:cubicBezTo>
                    <a:pt x="3" y="6"/>
                    <a:pt x="3" y="6"/>
                    <a:pt x="3" y="6"/>
                  </a:cubicBezTo>
                  <a:cubicBezTo>
                    <a:pt x="1" y="6"/>
                    <a:pt x="0" y="5"/>
                    <a:pt x="0" y="3"/>
                  </a:cubicBezTo>
                  <a:cubicBezTo>
                    <a:pt x="0" y="1"/>
                    <a:pt x="1" y="0"/>
                    <a:pt x="3" y="0"/>
                  </a:cubicBezTo>
                  <a:cubicBezTo>
                    <a:pt x="21" y="0"/>
                    <a:pt x="21" y="0"/>
                    <a:pt x="21" y="0"/>
                  </a:cubicBezTo>
                  <a:cubicBezTo>
                    <a:pt x="23" y="0"/>
                    <a:pt x="24" y="1"/>
                    <a:pt x="24" y="3"/>
                  </a:cubicBezTo>
                  <a:cubicBezTo>
                    <a:pt x="24" y="5"/>
                    <a:pt x="23" y="6"/>
                    <a:pt x="2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81">
              <a:extLst>
                <a:ext uri="{FF2B5EF4-FFF2-40B4-BE49-F238E27FC236}">
                  <a16:creationId xmlns:a16="http://schemas.microsoft.com/office/drawing/2014/main" id="{B0D0A6D9-9784-820A-0642-E1076536A853}"/>
                </a:ext>
              </a:extLst>
            </p:cNvPr>
            <p:cNvSpPr>
              <a:spLocks/>
            </p:cNvSpPr>
            <p:nvPr/>
          </p:nvSpPr>
          <p:spPr bwMode="auto">
            <a:xfrm>
              <a:off x="863439" y="3512755"/>
              <a:ext cx="10973" cy="120701"/>
            </a:xfrm>
            <a:custGeom>
              <a:avLst/>
              <a:gdLst>
                <a:gd name="T0" fmla="*/ 3 w 6"/>
                <a:gd name="T1" fmla="*/ 66 h 66"/>
                <a:gd name="T2" fmla="*/ 0 w 6"/>
                <a:gd name="T3" fmla="*/ 63 h 66"/>
                <a:gd name="T4" fmla="*/ 0 w 6"/>
                <a:gd name="T5" fmla="*/ 3 h 66"/>
                <a:gd name="T6" fmla="*/ 3 w 6"/>
                <a:gd name="T7" fmla="*/ 0 h 66"/>
                <a:gd name="T8" fmla="*/ 6 w 6"/>
                <a:gd name="T9" fmla="*/ 3 h 66"/>
                <a:gd name="T10" fmla="*/ 6 w 6"/>
                <a:gd name="T11" fmla="*/ 63 h 66"/>
                <a:gd name="T12" fmla="*/ 3 w 6"/>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6" h="66">
                  <a:moveTo>
                    <a:pt x="3" y="66"/>
                  </a:moveTo>
                  <a:cubicBezTo>
                    <a:pt x="1" y="66"/>
                    <a:pt x="0" y="65"/>
                    <a:pt x="0" y="63"/>
                  </a:cubicBezTo>
                  <a:cubicBezTo>
                    <a:pt x="0" y="3"/>
                    <a:pt x="0" y="3"/>
                    <a:pt x="0" y="3"/>
                  </a:cubicBezTo>
                  <a:cubicBezTo>
                    <a:pt x="0" y="2"/>
                    <a:pt x="1" y="0"/>
                    <a:pt x="3" y="0"/>
                  </a:cubicBezTo>
                  <a:cubicBezTo>
                    <a:pt x="4" y="0"/>
                    <a:pt x="6" y="2"/>
                    <a:pt x="6" y="3"/>
                  </a:cubicBezTo>
                  <a:cubicBezTo>
                    <a:pt x="6" y="63"/>
                    <a:pt x="6" y="63"/>
                    <a:pt x="6" y="63"/>
                  </a:cubicBezTo>
                  <a:cubicBezTo>
                    <a:pt x="6" y="65"/>
                    <a:pt x="4" y="66"/>
                    <a:pt x="3" y="6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Oval 282">
              <a:extLst>
                <a:ext uri="{FF2B5EF4-FFF2-40B4-BE49-F238E27FC236}">
                  <a16:creationId xmlns:a16="http://schemas.microsoft.com/office/drawing/2014/main" id="{78D2DAEE-D60C-73FD-4F0A-B45012EF012C}"/>
                </a:ext>
              </a:extLst>
            </p:cNvPr>
            <p:cNvSpPr>
              <a:spLocks noChangeArrowheads="1"/>
            </p:cNvSpPr>
            <p:nvPr/>
          </p:nvSpPr>
          <p:spPr bwMode="auto">
            <a:xfrm>
              <a:off x="712562" y="3562132"/>
              <a:ext cx="41148"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Oval 283">
              <a:extLst>
                <a:ext uri="{FF2B5EF4-FFF2-40B4-BE49-F238E27FC236}">
                  <a16:creationId xmlns:a16="http://schemas.microsoft.com/office/drawing/2014/main" id="{360D0864-39FA-E499-EB20-917B27B42675}"/>
                </a:ext>
              </a:extLst>
            </p:cNvPr>
            <p:cNvSpPr>
              <a:spLocks noChangeArrowheads="1"/>
            </p:cNvSpPr>
            <p:nvPr/>
          </p:nvSpPr>
          <p:spPr bwMode="auto">
            <a:xfrm>
              <a:off x="932933" y="3585906"/>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Oval 284">
              <a:extLst>
                <a:ext uri="{FF2B5EF4-FFF2-40B4-BE49-F238E27FC236}">
                  <a16:creationId xmlns:a16="http://schemas.microsoft.com/office/drawing/2014/main" id="{12F0C95A-45D5-0C2E-2CDE-6889C684116D}"/>
                </a:ext>
              </a:extLst>
            </p:cNvPr>
            <p:cNvSpPr>
              <a:spLocks noChangeArrowheads="1"/>
            </p:cNvSpPr>
            <p:nvPr/>
          </p:nvSpPr>
          <p:spPr bwMode="auto">
            <a:xfrm>
              <a:off x="1024373" y="3675517"/>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Oval 285">
              <a:extLst>
                <a:ext uri="{FF2B5EF4-FFF2-40B4-BE49-F238E27FC236}">
                  <a16:creationId xmlns:a16="http://schemas.microsoft.com/office/drawing/2014/main" id="{F5334DC7-61C5-8235-0A3C-465C83D29899}"/>
                </a:ext>
              </a:extLst>
            </p:cNvPr>
            <p:cNvSpPr>
              <a:spLocks noChangeArrowheads="1"/>
            </p:cNvSpPr>
            <p:nvPr/>
          </p:nvSpPr>
          <p:spPr bwMode="auto">
            <a:xfrm>
              <a:off x="748224" y="3675517"/>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86">
              <a:extLst>
                <a:ext uri="{FF2B5EF4-FFF2-40B4-BE49-F238E27FC236}">
                  <a16:creationId xmlns:a16="http://schemas.microsoft.com/office/drawing/2014/main" id="{A18A2555-0BA0-FB5D-46BB-26B2607B3EFD}"/>
                </a:ext>
              </a:extLst>
            </p:cNvPr>
            <p:cNvSpPr>
              <a:spLocks noEditPoints="1"/>
            </p:cNvSpPr>
            <p:nvPr/>
          </p:nvSpPr>
          <p:spPr bwMode="auto">
            <a:xfrm>
              <a:off x="740909" y="3642599"/>
              <a:ext cx="254204" cy="277977"/>
            </a:xfrm>
            <a:custGeom>
              <a:avLst/>
              <a:gdLst>
                <a:gd name="T0" fmla="*/ 70 w 139"/>
                <a:gd name="T1" fmla="*/ 152 h 152"/>
                <a:gd name="T2" fmla="*/ 25 w 139"/>
                <a:gd name="T3" fmla="*/ 152 h 152"/>
                <a:gd name="T4" fmla="*/ 23 w 139"/>
                <a:gd name="T5" fmla="*/ 150 h 152"/>
                <a:gd name="T6" fmla="*/ 23 w 139"/>
                <a:gd name="T7" fmla="*/ 148 h 152"/>
                <a:gd name="T8" fmla="*/ 5 w 139"/>
                <a:gd name="T9" fmla="*/ 148 h 152"/>
                <a:gd name="T10" fmla="*/ 0 w 139"/>
                <a:gd name="T11" fmla="*/ 145 h 152"/>
                <a:gd name="T12" fmla="*/ 7 w 139"/>
                <a:gd name="T13" fmla="*/ 111 h 152"/>
                <a:gd name="T14" fmla="*/ 45 w 139"/>
                <a:gd name="T15" fmla="*/ 81 h 152"/>
                <a:gd name="T16" fmla="*/ 51 w 139"/>
                <a:gd name="T17" fmla="*/ 74 h 152"/>
                <a:gd name="T18" fmla="*/ 45 w 139"/>
                <a:gd name="T19" fmla="*/ 62 h 152"/>
                <a:gd name="T20" fmla="*/ 39 w 139"/>
                <a:gd name="T21" fmla="*/ 52 h 152"/>
                <a:gd name="T22" fmla="*/ 39 w 139"/>
                <a:gd name="T23" fmla="*/ 43 h 152"/>
                <a:gd name="T24" fmla="*/ 70 w 139"/>
                <a:gd name="T25" fmla="*/ 3 h 152"/>
                <a:gd name="T26" fmla="*/ 70 w 139"/>
                <a:gd name="T27" fmla="*/ 3 h 152"/>
                <a:gd name="T28" fmla="*/ 100 w 139"/>
                <a:gd name="T29" fmla="*/ 43 h 152"/>
                <a:gd name="T30" fmla="*/ 100 w 139"/>
                <a:gd name="T31" fmla="*/ 52 h 152"/>
                <a:gd name="T32" fmla="*/ 94 w 139"/>
                <a:gd name="T33" fmla="*/ 62 h 152"/>
                <a:gd name="T34" fmla="*/ 88 w 139"/>
                <a:gd name="T35" fmla="*/ 74 h 152"/>
                <a:gd name="T36" fmla="*/ 94 w 139"/>
                <a:gd name="T37" fmla="*/ 81 h 152"/>
                <a:gd name="T38" fmla="*/ 133 w 139"/>
                <a:gd name="T39" fmla="*/ 111 h 152"/>
                <a:gd name="T40" fmla="*/ 139 w 139"/>
                <a:gd name="T41" fmla="*/ 145 h 152"/>
                <a:gd name="T42" fmla="*/ 134 w 139"/>
                <a:gd name="T43" fmla="*/ 148 h 152"/>
                <a:gd name="T44" fmla="*/ 116 w 139"/>
                <a:gd name="T45" fmla="*/ 148 h 152"/>
                <a:gd name="T46" fmla="*/ 116 w 139"/>
                <a:gd name="T47" fmla="*/ 150 h 152"/>
                <a:gd name="T48" fmla="*/ 114 w 139"/>
                <a:gd name="T49" fmla="*/ 152 h 152"/>
                <a:gd name="T50" fmla="*/ 69 w 139"/>
                <a:gd name="T51" fmla="*/ 152 h 152"/>
                <a:gd name="T52" fmla="*/ 70 w 139"/>
                <a:gd name="T53" fmla="*/ 152 h 152"/>
                <a:gd name="T54" fmla="*/ 79 w 139"/>
                <a:gd name="T55" fmla="*/ 29 h 152"/>
                <a:gd name="T56" fmla="*/ 48 w 139"/>
                <a:gd name="T57" fmla="*/ 43 h 152"/>
                <a:gd name="T58" fmla="*/ 69 w 139"/>
                <a:gd name="T59" fmla="*/ 78 h 152"/>
                <a:gd name="T60" fmla="*/ 92 w 139"/>
                <a:gd name="T61" fmla="*/ 39 h 152"/>
                <a:gd name="T62" fmla="*/ 79 w 139"/>
                <a:gd name="T63" fmla="*/ 29 h 152"/>
                <a:gd name="T64" fmla="*/ 55 w 139"/>
                <a:gd name="T65" fmla="*/ 79 h 152"/>
                <a:gd name="T66" fmla="*/ 51 w 139"/>
                <a:gd name="T67" fmla="*/ 85 h 152"/>
                <a:gd name="T68" fmla="*/ 46 w 139"/>
                <a:gd name="T69" fmla="*/ 88 h 152"/>
                <a:gd name="T70" fmla="*/ 42 w 139"/>
                <a:gd name="T71" fmla="*/ 89 h 152"/>
                <a:gd name="T72" fmla="*/ 63 w 139"/>
                <a:gd name="T73" fmla="*/ 144 h 152"/>
                <a:gd name="T74" fmla="*/ 66 w 139"/>
                <a:gd name="T75" fmla="*/ 104 h 152"/>
                <a:gd name="T76" fmla="*/ 74 w 139"/>
                <a:gd name="T77" fmla="*/ 104 h 152"/>
                <a:gd name="T78" fmla="*/ 76 w 139"/>
                <a:gd name="T79" fmla="*/ 145 h 152"/>
                <a:gd name="T80" fmla="*/ 97 w 139"/>
                <a:gd name="T81" fmla="*/ 89 h 152"/>
                <a:gd name="T82" fmla="*/ 93 w 139"/>
                <a:gd name="T83" fmla="*/ 88 h 152"/>
                <a:gd name="T84" fmla="*/ 88 w 139"/>
                <a:gd name="T85" fmla="*/ 85 h 152"/>
                <a:gd name="T86" fmla="*/ 84 w 139"/>
                <a:gd name="T87" fmla="*/ 79 h 152"/>
                <a:gd name="T88" fmla="*/ 55 w 139"/>
                <a:gd name="T89" fmla="*/ 79 h 152"/>
                <a:gd name="T90" fmla="*/ 75 w 139"/>
                <a:gd name="T91" fmla="*/ 90 h 152"/>
                <a:gd name="T92" fmla="*/ 77 w 139"/>
                <a:gd name="T93" fmla="*/ 96 h 152"/>
                <a:gd name="T94" fmla="*/ 74 w 139"/>
                <a:gd name="T95" fmla="*/ 101 h 152"/>
                <a:gd name="T96" fmla="*/ 66 w 139"/>
                <a:gd name="T97" fmla="*/ 101 h 152"/>
                <a:gd name="T98" fmla="*/ 62 w 139"/>
                <a:gd name="T99" fmla="*/ 96 h 152"/>
                <a:gd name="T100" fmla="*/ 64 w 139"/>
                <a:gd name="T101" fmla="*/ 90 h 152"/>
                <a:gd name="T102" fmla="*/ 64 w 139"/>
                <a:gd name="T103" fmla="*/ 90 h 152"/>
                <a:gd name="T104" fmla="*/ 75 w 139"/>
                <a:gd name="T105" fmla="*/ 9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9" h="152">
                  <a:moveTo>
                    <a:pt x="70" y="152"/>
                  </a:moveTo>
                  <a:cubicBezTo>
                    <a:pt x="25" y="152"/>
                    <a:pt x="25" y="152"/>
                    <a:pt x="25" y="152"/>
                  </a:cubicBezTo>
                  <a:cubicBezTo>
                    <a:pt x="24" y="152"/>
                    <a:pt x="23" y="151"/>
                    <a:pt x="23" y="150"/>
                  </a:cubicBezTo>
                  <a:cubicBezTo>
                    <a:pt x="23" y="148"/>
                    <a:pt x="23" y="148"/>
                    <a:pt x="23" y="148"/>
                  </a:cubicBezTo>
                  <a:cubicBezTo>
                    <a:pt x="23" y="148"/>
                    <a:pt x="7" y="148"/>
                    <a:pt x="5" y="148"/>
                  </a:cubicBezTo>
                  <a:cubicBezTo>
                    <a:pt x="2" y="148"/>
                    <a:pt x="0" y="148"/>
                    <a:pt x="0" y="145"/>
                  </a:cubicBezTo>
                  <a:cubicBezTo>
                    <a:pt x="0" y="140"/>
                    <a:pt x="1" y="128"/>
                    <a:pt x="7" y="111"/>
                  </a:cubicBezTo>
                  <a:cubicBezTo>
                    <a:pt x="15" y="87"/>
                    <a:pt x="45" y="81"/>
                    <a:pt x="45" y="81"/>
                  </a:cubicBezTo>
                  <a:cubicBezTo>
                    <a:pt x="51" y="74"/>
                    <a:pt x="51" y="74"/>
                    <a:pt x="51" y="74"/>
                  </a:cubicBezTo>
                  <a:cubicBezTo>
                    <a:pt x="48" y="70"/>
                    <a:pt x="46" y="64"/>
                    <a:pt x="45" y="62"/>
                  </a:cubicBezTo>
                  <a:cubicBezTo>
                    <a:pt x="44" y="60"/>
                    <a:pt x="40" y="57"/>
                    <a:pt x="39" y="52"/>
                  </a:cubicBezTo>
                  <a:cubicBezTo>
                    <a:pt x="37" y="47"/>
                    <a:pt x="38" y="46"/>
                    <a:pt x="39" y="43"/>
                  </a:cubicBezTo>
                  <a:cubicBezTo>
                    <a:pt x="35" y="0"/>
                    <a:pt x="70" y="3"/>
                    <a:pt x="70" y="3"/>
                  </a:cubicBezTo>
                  <a:cubicBezTo>
                    <a:pt x="70" y="3"/>
                    <a:pt x="70" y="3"/>
                    <a:pt x="70" y="3"/>
                  </a:cubicBezTo>
                  <a:cubicBezTo>
                    <a:pt x="70" y="3"/>
                    <a:pt x="104" y="0"/>
                    <a:pt x="100" y="43"/>
                  </a:cubicBezTo>
                  <a:cubicBezTo>
                    <a:pt x="101" y="46"/>
                    <a:pt x="102" y="47"/>
                    <a:pt x="100" y="52"/>
                  </a:cubicBezTo>
                  <a:cubicBezTo>
                    <a:pt x="99" y="57"/>
                    <a:pt x="95" y="60"/>
                    <a:pt x="94" y="62"/>
                  </a:cubicBezTo>
                  <a:cubicBezTo>
                    <a:pt x="93" y="64"/>
                    <a:pt x="91" y="70"/>
                    <a:pt x="88" y="74"/>
                  </a:cubicBezTo>
                  <a:cubicBezTo>
                    <a:pt x="94" y="81"/>
                    <a:pt x="94" y="81"/>
                    <a:pt x="94" y="81"/>
                  </a:cubicBezTo>
                  <a:cubicBezTo>
                    <a:pt x="94" y="81"/>
                    <a:pt x="124" y="87"/>
                    <a:pt x="133" y="111"/>
                  </a:cubicBezTo>
                  <a:cubicBezTo>
                    <a:pt x="139" y="128"/>
                    <a:pt x="139" y="140"/>
                    <a:pt x="139" y="145"/>
                  </a:cubicBezTo>
                  <a:cubicBezTo>
                    <a:pt x="139" y="148"/>
                    <a:pt x="137" y="148"/>
                    <a:pt x="134" y="148"/>
                  </a:cubicBezTo>
                  <a:cubicBezTo>
                    <a:pt x="132" y="148"/>
                    <a:pt x="116" y="148"/>
                    <a:pt x="116" y="148"/>
                  </a:cubicBezTo>
                  <a:cubicBezTo>
                    <a:pt x="116" y="150"/>
                    <a:pt x="116" y="150"/>
                    <a:pt x="116" y="150"/>
                  </a:cubicBezTo>
                  <a:cubicBezTo>
                    <a:pt x="116" y="151"/>
                    <a:pt x="115" y="152"/>
                    <a:pt x="114" y="152"/>
                  </a:cubicBezTo>
                  <a:cubicBezTo>
                    <a:pt x="69" y="152"/>
                    <a:pt x="69" y="152"/>
                    <a:pt x="69" y="152"/>
                  </a:cubicBezTo>
                  <a:lnTo>
                    <a:pt x="70" y="152"/>
                  </a:lnTo>
                  <a:close/>
                  <a:moveTo>
                    <a:pt x="79" y="29"/>
                  </a:moveTo>
                  <a:cubicBezTo>
                    <a:pt x="79" y="29"/>
                    <a:pt x="67" y="43"/>
                    <a:pt x="48" y="43"/>
                  </a:cubicBezTo>
                  <a:cubicBezTo>
                    <a:pt x="48" y="49"/>
                    <a:pt x="54" y="78"/>
                    <a:pt x="69" y="78"/>
                  </a:cubicBezTo>
                  <a:cubicBezTo>
                    <a:pt x="82" y="78"/>
                    <a:pt x="89" y="66"/>
                    <a:pt x="92" y="39"/>
                  </a:cubicBezTo>
                  <a:cubicBezTo>
                    <a:pt x="85" y="35"/>
                    <a:pt x="83" y="34"/>
                    <a:pt x="79" y="29"/>
                  </a:cubicBezTo>
                  <a:close/>
                  <a:moveTo>
                    <a:pt x="55" y="79"/>
                  </a:moveTo>
                  <a:cubicBezTo>
                    <a:pt x="51" y="85"/>
                    <a:pt x="51" y="85"/>
                    <a:pt x="51" y="85"/>
                  </a:cubicBezTo>
                  <a:cubicBezTo>
                    <a:pt x="49" y="86"/>
                    <a:pt x="48" y="88"/>
                    <a:pt x="46" y="88"/>
                  </a:cubicBezTo>
                  <a:cubicBezTo>
                    <a:pt x="42" y="89"/>
                    <a:pt x="42" y="89"/>
                    <a:pt x="42" y="89"/>
                  </a:cubicBezTo>
                  <a:cubicBezTo>
                    <a:pt x="63" y="144"/>
                    <a:pt x="63" y="144"/>
                    <a:pt x="63" y="144"/>
                  </a:cubicBezTo>
                  <a:cubicBezTo>
                    <a:pt x="66" y="104"/>
                    <a:pt x="66" y="104"/>
                    <a:pt x="66" y="104"/>
                  </a:cubicBezTo>
                  <a:cubicBezTo>
                    <a:pt x="74" y="104"/>
                    <a:pt x="74" y="104"/>
                    <a:pt x="74" y="104"/>
                  </a:cubicBezTo>
                  <a:cubicBezTo>
                    <a:pt x="76" y="145"/>
                    <a:pt x="76" y="145"/>
                    <a:pt x="76" y="145"/>
                  </a:cubicBezTo>
                  <a:cubicBezTo>
                    <a:pt x="97" y="89"/>
                    <a:pt x="97" y="89"/>
                    <a:pt x="97" y="89"/>
                  </a:cubicBezTo>
                  <a:cubicBezTo>
                    <a:pt x="93" y="88"/>
                    <a:pt x="93" y="88"/>
                    <a:pt x="93" y="88"/>
                  </a:cubicBezTo>
                  <a:cubicBezTo>
                    <a:pt x="91" y="88"/>
                    <a:pt x="89" y="86"/>
                    <a:pt x="88" y="85"/>
                  </a:cubicBezTo>
                  <a:cubicBezTo>
                    <a:pt x="84" y="79"/>
                    <a:pt x="84" y="79"/>
                    <a:pt x="84" y="79"/>
                  </a:cubicBezTo>
                  <a:cubicBezTo>
                    <a:pt x="75" y="87"/>
                    <a:pt x="65" y="88"/>
                    <a:pt x="55" y="79"/>
                  </a:cubicBezTo>
                  <a:close/>
                  <a:moveTo>
                    <a:pt x="75" y="90"/>
                  </a:moveTo>
                  <a:cubicBezTo>
                    <a:pt x="77" y="96"/>
                    <a:pt x="77" y="96"/>
                    <a:pt x="77" y="96"/>
                  </a:cubicBezTo>
                  <a:cubicBezTo>
                    <a:pt x="74" y="101"/>
                    <a:pt x="74" y="101"/>
                    <a:pt x="74" y="101"/>
                  </a:cubicBezTo>
                  <a:cubicBezTo>
                    <a:pt x="66" y="101"/>
                    <a:pt x="66" y="101"/>
                    <a:pt x="66" y="101"/>
                  </a:cubicBezTo>
                  <a:cubicBezTo>
                    <a:pt x="62" y="96"/>
                    <a:pt x="62" y="96"/>
                    <a:pt x="62" y="96"/>
                  </a:cubicBezTo>
                  <a:cubicBezTo>
                    <a:pt x="64" y="90"/>
                    <a:pt x="64" y="90"/>
                    <a:pt x="64" y="90"/>
                  </a:cubicBezTo>
                  <a:cubicBezTo>
                    <a:pt x="64" y="90"/>
                    <a:pt x="64" y="90"/>
                    <a:pt x="64" y="90"/>
                  </a:cubicBezTo>
                  <a:lnTo>
                    <a:pt x="75" y="9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629871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7FED9-C9C1-1BC4-8F7C-9153DCEB24EC}"/>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0F4E980-ACC8-A386-2520-70ADA5693F67}"/>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40F4E980-ACC8-A386-2520-70ADA5693F6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E040A82-62EE-335E-76CD-3230E031D6A4}"/>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47A9D2CD-DEEE-5904-F415-A3D06523C608}"/>
              </a:ext>
            </a:extLst>
          </p:cNvPr>
          <p:cNvSpPr>
            <a:spLocks noGrp="1"/>
          </p:cNvSpPr>
          <p:nvPr>
            <p:ph type="subTitle" idx="1"/>
          </p:nvPr>
        </p:nvSpPr>
        <p:spPr/>
        <p:txBody>
          <a:bodyPr/>
          <a:lstStyle/>
          <a:p>
            <a:r>
              <a:rPr lang="en-US" dirty="0"/>
              <a:t>Subtitle</a:t>
            </a:r>
          </a:p>
        </p:txBody>
      </p:sp>
      <p:grpSp>
        <p:nvGrpSpPr>
          <p:cNvPr id="4" name="Group 3">
            <a:extLst>
              <a:ext uri="{FF2B5EF4-FFF2-40B4-BE49-F238E27FC236}">
                <a16:creationId xmlns:a16="http://schemas.microsoft.com/office/drawing/2014/main" id="{EACEB584-F7FC-0091-3960-5D538EEAD7C5}"/>
              </a:ext>
            </a:extLst>
          </p:cNvPr>
          <p:cNvGrpSpPr/>
          <p:nvPr/>
        </p:nvGrpSpPr>
        <p:grpSpPr>
          <a:xfrm>
            <a:off x="554736" y="1496350"/>
            <a:ext cx="11082528" cy="4826515"/>
            <a:chOff x="554736" y="1496350"/>
            <a:chExt cx="8421890" cy="4826515"/>
          </a:xfrm>
        </p:grpSpPr>
        <p:sp>
          <p:nvSpPr>
            <p:cNvPr id="35" name="Rectangle 34">
              <a:extLst>
                <a:ext uri="{FF2B5EF4-FFF2-40B4-BE49-F238E27FC236}">
                  <a16:creationId xmlns:a16="http://schemas.microsoft.com/office/drawing/2014/main" id="{CB9A67B6-35AC-5D83-381B-C4FB1B43123A}"/>
                </a:ext>
              </a:extLst>
            </p:cNvPr>
            <p:cNvSpPr/>
            <p:nvPr/>
          </p:nvSpPr>
          <p:spPr>
            <a:xfrm>
              <a:off x="6096000" y="1496350"/>
              <a:ext cx="2880626" cy="4826515"/>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6" name="TextBox 35">
              <a:extLst>
                <a:ext uri="{FF2B5EF4-FFF2-40B4-BE49-F238E27FC236}">
                  <a16:creationId xmlns:a16="http://schemas.microsoft.com/office/drawing/2014/main" id="{CBD5C825-5983-8CE7-DE6F-2C7492E3C69D}"/>
                </a:ext>
              </a:extLst>
            </p:cNvPr>
            <p:cNvSpPr txBox="1"/>
            <p:nvPr/>
          </p:nvSpPr>
          <p:spPr>
            <a:xfrm>
              <a:off x="6649887" y="2292221"/>
              <a:ext cx="1710890" cy="558904"/>
            </a:xfrm>
            <a:prstGeom prst="rect">
              <a:avLst/>
            </a:prstGeom>
          </p:spPr>
          <p:txBody>
            <a:bodyPr vert="horz" wrap="square" lIns="0" tIns="0" rIns="0" bIns="0" rtlCol="0" anchor="t" anchorCtr="0">
              <a:noAutofit/>
            </a:bodyPr>
            <a:lstStyle/>
            <a:p>
              <a:pPr algn="l">
                <a:spcAft>
                  <a:spcPts val="600"/>
                </a:spcAft>
              </a:pPr>
              <a:r>
                <a:rPr lang="en-US" sz="2000" b="1" dirty="0">
                  <a:solidFill>
                    <a:schemeClr val="accent4">
                      <a:lumMod val="20000"/>
                      <a:lumOff val="80000"/>
                    </a:schemeClr>
                  </a:solidFill>
                  <a:latin typeface="+mj-lt"/>
                </a:rPr>
                <a:t>Stage 3</a:t>
              </a:r>
            </a:p>
            <a:p>
              <a:pPr>
                <a:spcAft>
                  <a:spcPts val="600"/>
                </a:spcAft>
              </a:pPr>
              <a:r>
                <a:rPr lang="en-US" sz="2800" b="1" dirty="0">
                  <a:solidFill>
                    <a:schemeClr val="accent4">
                      <a:lumMod val="20000"/>
                      <a:lumOff val="80000"/>
                    </a:schemeClr>
                  </a:solidFill>
                  <a:latin typeface="+mj-lt"/>
                </a:rPr>
                <a:t>Bullet Title #3</a:t>
              </a:r>
            </a:p>
          </p:txBody>
        </p:sp>
        <p:sp>
          <p:nvSpPr>
            <p:cNvPr id="37" name="TextBox 36">
              <a:extLst>
                <a:ext uri="{FF2B5EF4-FFF2-40B4-BE49-F238E27FC236}">
                  <a16:creationId xmlns:a16="http://schemas.microsoft.com/office/drawing/2014/main" id="{689291AE-44A9-92A2-665E-CC4460453E0D}"/>
                </a:ext>
              </a:extLst>
            </p:cNvPr>
            <p:cNvSpPr txBox="1"/>
            <p:nvPr/>
          </p:nvSpPr>
          <p:spPr>
            <a:xfrm>
              <a:off x="6645185" y="3859537"/>
              <a:ext cx="2100973" cy="558904"/>
            </a:xfrm>
            <a:prstGeom prst="rect">
              <a:avLst/>
            </a:prstGeom>
          </p:spPr>
          <p:txBody>
            <a:bodyPr vert="horz" wrap="square" lIns="0" tIns="0" rIns="0" bIns="0" rtlCol="0" anchor="t" anchorCtr="0">
              <a:noAutofit/>
            </a:bodyPr>
            <a:lstStyle/>
            <a:p>
              <a:pPr>
                <a:spcAft>
                  <a:spcPts val="600"/>
                </a:spcAft>
              </a:pPr>
              <a:r>
                <a:rPr lang="en-US" sz="1050" dirty="0">
                  <a:solidFill>
                    <a:schemeClr val="bg1"/>
                  </a:solidFill>
                </a:rPr>
                <a:t>Bullet Subtitle #3</a:t>
              </a:r>
            </a:p>
          </p:txBody>
        </p:sp>
        <p:sp>
          <p:nvSpPr>
            <p:cNvPr id="38" name="Rectangle 37">
              <a:extLst>
                <a:ext uri="{FF2B5EF4-FFF2-40B4-BE49-F238E27FC236}">
                  <a16:creationId xmlns:a16="http://schemas.microsoft.com/office/drawing/2014/main" id="{324F99D1-8BDA-D83E-F607-92B9D1DB5800}"/>
                </a:ext>
              </a:extLst>
            </p:cNvPr>
            <p:cNvSpPr/>
            <p:nvPr/>
          </p:nvSpPr>
          <p:spPr>
            <a:xfrm>
              <a:off x="3380351" y="1496350"/>
              <a:ext cx="2880626" cy="4826515"/>
            </a:xfrm>
            <a:prstGeom prst="rect">
              <a:avLst/>
            </a:prstGeom>
            <a:solidFill>
              <a:schemeClr val="accent2">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9" name="TextBox 38">
              <a:extLst>
                <a:ext uri="{FF2B5EF4-FFF2-40B4-BE49-F238E27FC236}">
                  <a16:creationId xmlns:a16="http://schemas.microsoft.com/office/drawing/2014/main" id="{4EA70FA8-F294-5EF8-9981-0C8FEE73CD17}"/>
                </a:ext>
              </a:extLst>
            </p:cNvPr>
            <p:cNvSpPr txBox="1"/>
            <p:nvPr/>
          </p:nvSpPr>
          <p:spPr>
            <a:xfrm>
              <a:off x="822895" y="3075879"/>
              <a:ext cx="1465985" cy="558904"/>
            </a:xfrm>
            <a:prstGeom prst="rect">
              <a:avLst/>
            </a:prstGeom>
          </p:spPr>
          <p:txBody>
            <a:bodyPr vert="horz" wrap="square" lIns="0" tIns="0" rIns="0" bIns="0" rtlCol="0" anchor="t" anchorCtr="0">
              <a:noAutofit/>
            </a:bodyPr>
            <a:lstStyle/>
            <a:p>
              <a:pPr algn="l">
                <a:spcAft>
                  <a:spcPts val="600"/>
                </a:spcAft>
              </a:pPr>
              <a:r>
                <a:rPr lang="en-US" sz="1050">
                  <a:solidFill>
                    <a:schemeClr val="bg1"/>
                  </a:solidFill>
                </a:rPr>
                <a:t>Build a clean, real-time data pipeline that feeds every decision without latency or gaps</a:t>
              </a:r>
            </a:p>
          </p:txBody>
        </p:sp>
        <p:sp>
          <p:nvSpPr>
            <p:cNvPr id="40" name="Rectangle 39">
              <a:extLst>
                <a:ext uri="{FF2B5EF4-FFF2-40B4-BE49-F238E27FC236}">
                  <a16:creationId xmlns:a16="http://schemas.microsoft.com/office/drawing/2014/main" id="{227DE31D-BA2E-50BC-3D34-47D99E08F456}"/>
                </a:ext>
              </a:extLst>
            </p:cNvPr>
            <p:cNvSpPr/>
            <p:nvPr/>
          </p:nvSpPr>
          <p:spPr>
            <a:xfrm>
              <a:off x="554736" y="1496350"/>
              <a:ext cx="2880626" cy="4826515"/>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1" name="Isosceles Triangle 33">
              <a:extLst>
                <a:ext uri="{FF2B5EF4-FFF2-40B4-BE49-F238E27FC236}">
                  <a16:creationId xmlns:a16="http://schemas.microsoft.com/office/drawing/2014/main" id="{AB5CA9B5-28BA-29B9-E183-9B8114D5099A}"/>
                </a:ext>
              </a:extLst>
            </p:cNvPr>
            <p:cNvSpPr/>
            <p:nvPr/>
          </p:nvSpPr>
          <p:spPr>
            <a:xfrm rot="5400000">
              <a:off x="3089665" y="5431625"/>
              <a:ext cx="786681" cy="205308"/>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2" name="Isosceles Triangle 34">
              <a:extLst>
                <a:ext uri="{FF2B5EF4-FFF2-40B4-BE49-F238E27FC236}">
                  <a16:creationId xmlns:a16="http://schemas.microsoft.com/office/drawing/2014/main" id="{D4DDDB67-A551-656E-404D-CB160E4F3FBE}"/>
                </a:ext>
              </a:extLst>
            </p:cNvPr>
            <p:cNvSpPr/>
            <p:nvPr/>
          </p:nvSpPr>
          <p:spPr>
            <a:xfrm rot="5400000">
              <a:off x="5930984" y="5431626"/>
              <a:ext cx="786681" cy="205308"/>
            </a:xfrm>
            <a:prstGeom prst="triangle">
              <a:avLst/>
            </a:prstGeom>
            <a:solidFill>
              <a:srgbClr val="00266A"/>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3" name="TextBox 42">
              <a:extLst>
                <a:ext uri="{FF2B5EF4-FFF2-40B4-BE49-F238E27FC236}">
                  <a16:creationId xmlns:a16="http://schemas.microsoft.com/office/drawing/2014/main" id="{17C5AD35-2AE1-3B23-87EA-0C86A64B3CA7}"/>
                </a:ext>
              </a:extLst>
            </p:cNvPr>
            <p:cNvSpPr txBox="1"/>
            <p:nvPr/>
          </p:nvSpPr>
          <p:spPr>
            <a:xfrm>
              <a:off x="946880" y="2292220"/>
              <a:ext cx="1917141" cy="868229"/>
            </a:xfrm>
            <a:prstGeom prst="rect">
              <a:avLst/>
            </a:prstGeom>
          </p:spPr>
          <p:txBody>
            <a:bodyPr vert="horz" wrap="square" lIns="0" tIns="0" rIns="0" bIns="0" rtlCol="0" anchor="t" anchorCtr="0">
              <a:noAutofit/>
            </a:bodyPr>
            <a:lstStyle/>
            <a:p>
              <a:pPr algn="l">
                <a:spcAft>
                  <a:spcPts val="600"/>
                </a:spcAft>
              </a:pPr>
              <a:r>
                <a:rPr lang="en-US" sz="2000" b="1" dirty="0">
                  <a:solidFill>
                    <a:schemeClr val="accent4">
                      <a:lumMod val="20000"/>
                      <a:lumOff val="80000"/>
                    </a:schemeClr>
                  </a:solidFill>
                  <a:latin typeface="+mj-lt"/>
                </a:rPr>
                <a:t>Stage 1</a:t>
              </a:r>
            </a:p>
            <a:p>
              <a:pPr algn="l">
                <a:spcAft>
                  <a:spcPts val="600"/>
                </a:spcAft>
              </a:pPr>
              <a:r>
                <a:rPr lang="en-US" sz="2800" b="1" dirty="0">
                  <a:solidFill>
                    <a:schemeClr val="accent4">
                      <a:lumMod val="20000"/>
                      <a:lumOff val="80000"/>
                    </a:schemeClr>
                  </a:solidFill>
                  <a:latin typeface="+mj-lt"/>
                </a:rPr>
                <a:t>Bullet Title #1</a:t>
              </a:r>
            </a:p>
          </p:txBody>
        </p:sp>
        <p:sp>
          <p:nvSpPr>
            <p:cNvPr id="44" name="TextBox 43">
              <a:extLst>
                <a:ext uri="{FF2B5EF4-FFF2-40B4-BE49-F238E27FC236}">
                  <a16:creationId xmlns:a16="http://schemas.microsoft.com/office/drawing/2014/main" id="{96D52DD1-C1E5-EB5C-9BFB-3BA6A2C4D323}"/>
                </a:ext>
              </a:extLst>
            </p:cNvPr>
            <p:cNvSpPr txBox="1"/>
            <p:nvPr/>
          </p:nvSpPr>
          <p:spPr>
            <a:xfrm>
              <a:off x="3845026" y="2292221"/>
              <a:ext cx="1888632" cy="558904"/>
            </a:xfrm>
            <a:prstGeom prst="rect">
              <a:avLst/>
            </a:prstGeom>
          </p:spPr>
          <p:txBody>
            <a:bodyPr vert="horz" wrap="square" lIns="0" tIns="0" rIns="0" bIns="0" rtlCol="0" anchor="t" anchorCtr="0">
              <a:noAutofit/>
            </a:bodyPr>
            <a:lstStyle/>
            <a:p>
              <a:pPr algn="l">
                <a:spcAft>
                  <a:spcPts val="600"/>
                </a:spcAft>
              </a:pPr>
              <a:r>
                <a:rPr lang="en-US" sz="2000" b="1" dirty="0">
                  <a:solidFill>
                    <a:schemeClr val="accent4">
                      <a:lumMod val="20000"/>
                      <a:lumOff val="80000"/>
                    </a:schemeClr>
                  </a:solidFill>
                  <a:latin typeface="+mj-lt"/>
                </a:rPr>
                <a:t>Stage 2</a:t>
              </a:r>
            </a:p>
            <a:p>
              <a:pPr>
                <a:spcAft>
                  <a:spcPts val="600"/>
                </a:spcAft>
              </a:pPr>
              <a:r>
                <a:rPr lang="en-US" sz="2800" b="1" dirty="0">
                  <a:solidFill>
                    <a:schemeClr val="accent4">
                      <a:lumMod val="20000"/>
                      <a:lumOff val="80000"/>
                    </a:schemeClr>
                  </a:solidFill>
                  <a:latin typeface="+mj-lt"/>
                </a:rPr>
                <a:t>Bullet Title #2</a:t>
              </a:r>
            </a:p>
          </p:txBody>
        </p:sp>
        <p:sp>
          <p:nvSpPr>
            <p:cNvPr id="45" name="TextBox 44">
              <a:extLst>
                <a:ext uri="{FF2B5EF4-FFF2-40B4-BE49-F238E27FC236}">
                  <a16:creationId xmlns:a16="http://schemas.microsoft.com/office/drawing/2014/main" id="{4D571C2F-2F8B-4039-F900-9C6F5B7EAA77}"/>
                </a:ext>
              </a:extLst>
            </p:cNvPr>
            <p:cNvSpPr txBox="1"/>
            <p:nvPr/>
          </p:nvSpPr>
          <p:spPr>
            <a:xfrm>
              <a:off x="942179" y="3859537"/>
              <a:ext cx="2028510" cy="558904"/>
            </a:xfrm>
            <a:prstGeom prst="rect">
              <a:avLst/>
            </a:prstGeom>
          </p:spPr>
          <p:txBody>
            <a:bodyPr vert="horz" wrap="square" lIns="0" tIns="0" rIns="0" bIns="0" rtlCol="0" anchor="t" anchorCtr="0">
              <a:noAutofit/>
            </a:bodyPr>
            <a:lstStyle/>
            <a:p>
              <a:pPr algn="l">
                <a:spcAft>
                  <a:spcPts val="600"/>
                </a:spcAft>
              </a:pPr>
              <a:r>
                <a:rPr lang="en-US" sz="1050" dirty="0">
                  <a:solidFill>
                    <a:schemeClr val="bg1"/>
                  </a:solidFill>
                </a:rPr>
                <a:t>Bullet Subtitle #1</a:t>
              </a:r>
            </a:p>
            <a:p>
              <a:pPr algn="l">
                <a:spcAft>
                  <a:spcPts val="600"/>
                </a:spcAft>
              </a:pPr>
              <a:endParaRPr lang="en-US" sz="1050" dirty="0">
                <a:solidFill>
                  <a:schemeClr val="bg1"/>
                </a:solidFill>
              </a:endParaRPr>
            </a:p>
          </p:txBody>
        </p:sp>
        <p:sp>
          <p:nvSpPr>
            <p:cNvPr id="46" name="TextBox 45">
              <a:extLst>
                <a:ext uri="{FF2B5EF4-FFF2-40B4-BE49-F238E27FC236}">
                  <a16:creationId xmlns:a16="http://schemas.microsoft.com/office/drawing/2014/main" id="{137C8C62-5976-5908-5AAA-13FDD8CF3FDA}"/>
                </a:ext>
              </a:extLst>
            </p:cNvPr>
            <p:cNvSpPr txBox="1"/>
            <p:nvPr/>
          </p:nvSpPr>
          <p:spPr>
            <a:xfrm>
              <a:off x="3840323" y="3859537"/>
              <a:ext cx="1924075" cy="558904"/>
            </a:xfrm>
            <a:prstGeom prst="rect">
              <a:avLst/>
            </a:prstGeom>
          </p:spPr>
          <p:txBody>
            <a:bodyPr vert="horz" wrap="square" lIns="0" tIns="0" rIns="0" bIns="0" rtlCol="0" anchor="t" anchorCtr="0">
              <a:noAutofit/>
            </a:bodyPr>
            <a:lstStyle/>
            <a:p>
              <a:pPr>
                <a:spcAft>
                  <a:spcPts val="600"/>
                </a:spcAft>
              </a:pPr>
              <a:r>
                <a:rPr lang="en-US" sz="1050" dirty="0">
                  <a:solidFill>
                    <a:schemeClr val="bg1"/>
                  </a:solidFill>
                </a:rPr>
                <a:t>Bullet Subtitle #2</a:t>
              </a:r>
            </a:p>
          </p:txBody>
        </p:sp>
        <p:sp>
          <p:nvSpPr>
            <p:cNvPr id="47" name="TextBox 46">
              <a:extLst>
                <a:ext uri="{FF2B5EF4-FFF2-40B4-BE49-F238E27FC236}">
                  <a16:creationId xmlns:a16="http://schemas.microsoft.com/office/drawing/2014/main" id="{E68002A8-B133-BF50-886E-B404586C2399}"/>
                </a:ext>
              </a:extLst>
            </p:cNvPr>
            <p:cNvSpPr txBox="1"/>
            <p:nvPr/>
          </p:nvSpPr>
          <p:spPr>
            <a:xfrm>
              <a:off x="942179" y="4717604"/>
              <a:ext cx="2028510" cy="558904"/>
            </a:xfrm>
            <a:prstGeom prst="rect">
              <a:avLst/>
            </a:prstGeom>
          </p:spPr>
          <p:txBody>
            <a:bodyPr vert="horz" wrap="square" lIns="0" tIns="0" rIns="0" bIns="0" rtlCol="0" anchor="t" anchorCtr="0">
              <a:noAutofit/>
            </a:bodyPr>
            <a:lstStyle/>
            <a:p>
              <a:pPr marL="171450" indent="-171450" algn="l">
                <a:spcAft>
                  <a:spcPts val="600"/>
                </a:spcAft>
                <a:buFont typeface="Arial" panose="020B0604020202020204" pitchFamily="34" charset="0"/>
                <a:buChar char="•"/>
              </a:pPr>
              <a:r>
                <a:rPr lang="en-US" sz="900" b="1" dirty="0">
                  <a:solidFill>
                    <a:schemeClr val="bg1"/>
                  </a:solidFill>
                </a:rPr>
                <a:t>Bullet Bullet #1</a:t>
              </a:r>
            </a:p>
            <a:p>
              <a:pPr marL="171450" indent="-171450">
                <a:spcAft>
                  <a:spcPts val="600"/>
                </a:spcAft>
                <a:buFont typeface="Arial" panose="020B0604020202020204" pitchFamily="34" charset="0"/>
                <a:buChar char="•"/>
              </a:pPr>
              <a:r>
                <a:rPr lang="en-US" sz="900" b="1" dirty="0">
                  <a:solidFill>
                    <a:schemeClr val="bg1"/>
                  </a:solidFill>
                </a:rPr>
                <a:t>Bullet Bullet #1</a:t>
              </a:r>
            </a:p>
            <a:p>
              <a:pPr marL="171450" indent="-171450">
                <a:spcAft>
                  <a:spcPts val="600"/>
                </a:spcAft>
                <a:buFont typeface="Arial" panose="020B0604020202020204" pitchFamily="34" charset="0"/>
                <a:buChar char="•"/>
              </a:pPr>
              <a:r>
                <a:rPr lang="en-US" sz="900" b="1" dirty="0">
                  <a:solidFill>
                    <a:schemeClr val="bg1"/>
                  </a:solidFill>
                </a:rPr>
                <a:t>Bullet Bullet #1</a:t>
              </a:r>
            </a:p>
            <a:p>
              <a:pPr marL="171450" indent="-171450">
                <a:spcAft>
                  <a:spcPts val="600"/>
                </a:spcAft>
                <a:buFont typeface="Arial" panose="020B0604020202020204" pitchFamily="34" charset="0"/>
                <a:buChar char="•"/>
              </a:pPr>
              <a:r>
                <a:rPr lang="en-US" sz="900" b="1" dirty="0">
                  <a:solidFill>
                    <a:schemeClr val="bg1"/>
                  </a:solidFill>
                </a:rPr>
                <a:t>Bullet Bullet #1</a:t>
              </a:r>
            </a:p>
            <a:p>
              <a:pPr marL="171450" indent="-171450" algn="l">
                <a:spcAft>
                  <a:spcPts val="600"/>
                </a:spcAft>
                <a:buFont typeface="Arial" panose="020B0604020202020204" pitchFamily="34" charset="0"/>
                <a:buChar char="•"/>
              </a:pPr>
              <a:endParaRPr lang="en-US" sz="900" b="1" dirty="0">
                <a:solidFill>
                  <a:schemeClr val="bg1"/>
                </a:solidFill>
              </a:endParaRPr>
            </a:p>
          </p:txBody>
        </p:sp>
        <p:sp>
          <p:nvSpPr>
            <p:cNvPr id="48" name="TextBox 47">
              <a:extLst>
                <a:ext uri="{FF2B5EF4-FFF2-40B4-BE49-F238E27FC236}">
                  <a16:creationId xmlns:a16="http://schemas.microsoft.com/office/drawing/2014/main" id="{7705C675-C930-7A57-6AD1-936F34F4C779}"/>
                </a:ext>
              </a:extLst>
            </p:cNvPr>
            <p:cNvSpPr txBox="1"/>
            <p:nvPr/>
          </p:nvSpPr>
          <p:spPr>
            <a:xfrm>
              <a:off x="3841350" y="4717604"/>
              <a:ext cx="2034691" cy="558904"/>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endParaRPr lang="en-US" sz="900" b="1" dirty="0">
                <a:solidFill>
                  <a:schemeClr val="bg1"/>
                </a:solidFill>
              </a:endParaRPr>
            </a:p>
          </p:txBody>
        </p:sp>
        <p:sp>
          <p:nvSpPr>
            <p:cNvPr id="49" name="TextBox 48">
              <a:extLst>
                <a:ext uri="{FF2B5EF4-FFF2-40B4-BE49-F238E27FC236}">
                  <a16:creationId xmlns:a16="http://schemas.microsoft.com/office/drawing/2014/main" id="{C26CC8CF-48E9-E353-3C90-637FF93B48AF}"/>
                </a:ext>
              </a:extLst>
            </p:cNvPr>
            <p:cNvSpPr txBox="1"/>
            <p:nvPr/>
          </p:nvSpPr>
          <p:spPr>
            <a:xfrm>
              <a:off x="6654333" y="4717604"/>
              <a:ext cx="2060140" cy="558904"/>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900" b="1" dirty="0">
                  <a:solidFill>
                    <a:schemeClr val="bg1"/>
                  </a:solidFill>
                </a:rPr>
                <a:t>Bullet Bullet #3</a:t>
              </a:r>
            </a:p>
            <a:p>
              <a:pPr marL="171450" indent="-171450">
                <a:spcAft>
                  <a:spcPts val="600"/>
                </a:spcAft>
                <a:buFont typeface="Arial" panose="020B0604020202020204" pitchFamily="34" charset="0"/>
                <a:buChar char="•"/>
              </a:pPr>
              <a:r>
                <a:rPr lang="en-US" sz="900" b="1" dirty="0">
                  <a:solidFill>
                    <a:schemeClr val="bg1"/>
                  </a:solidFill>
                </a:rPr>
                <a:t>Bullet Bullet #3</a:t>
              </a:r>
            </a:p>
            <a:p>
              <a:pPr marL="171450" indent="-171450">
                <a:spcAft>
                  <a:spcPts val="600"/>
                </a:spcAft>
                <a:buFont typeface="Arial" panose="020B0604020202020204" pitchFamily="34" charset="0"/>
                <a:buChar char="•"/>
              </a:pPr>
              <a:r>
                <a:rPr lang="en-US" sz="900" b="1" dirty="0">
                  <a:solidFill>
                    <a:schemeClr val="bg1"/>
                  </a:solidFill>
                </a:rPr>
                <a:t>Bullet Bullet #3</a:t>
              </a:r>
            </a:p>
            <a:p>
              <a:pPr marL="171450" indent="-171450">
                <a:spcAft>
                  <a:spcPts val="600"/>
                </a:spcAft>
                <a:buFont typeface="Arial" panose="020B0604020202020204" pitchFamily="34" charset="0"/>
                <a:buChar char="•"/>
              </a:pPr>
              <a:r>
                <a:rPr lang="en-US" sz="900" b="1" dirty="0">
                  <a:solidFill>
                    <a:schemeClr val="bg1"/>
                  </a:solidFill>
                </a:rPr>
                <a:t>Bullet Bullet #3</a:t>
              </a:r>
            </a:p>
            <a:p>
              <a:pPr marL="171450" indent="-171450">
                <a:spcAft>
                  <a:spcPts val="600"/>
                </a:spcAft>
                <a:buFont typeface="Arial" panose="020B0604020202020204" pitchFamily="34" charset="0"/>
                <a:buChar char="•"/>
              </a:pPr>
              <a:endParaRPr lang="en-US" sz="900" b="1" dirty="0">
                <a:solidFill>
                  <a:schemeClr val="bg1"/>
                </a:solidFill>
              </a:endParaRPr>
            </a:p>
          </p:txBody>
        </p:sp>
      </p:grpSp>
      <p:pic>
        <p:nvPicPr>
          <p:cNvPr id="51" name="Graphic 50">
            <a:extLst>
              <a:ext uri="{FF2B5EF4-FFF2-40B4-BE49-F238E27FC236}">
                <a16:creationId xmlns:a16="http://schemas.microsoft.com/office/drawing/2014/main" id="{CF701A4E-3D05-429E-98B2-F0C18AC0D08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96754" y="1819844"/>
            <a:ext cx="360000" cy="360000"/>
          </a:xfrm>
          <a:prstGeom prst="rect">
            <a:avLst/>
          </a:prstGeom>
        </p:spPr>
      </p:pic>
      <p:pic>
        <p:nvPicPr>
          <p:cNvPr id="52" name="Graphic 51">
            <a:extLst>
              <a:ext uri="{FF2B5EF4-FFF2-40B4-BE49-F238E27FC236}">
                <a16:creationId xmlns:a16="http://schemas.microsoft.com/office/drawing/2014/main" id="{C3A89FBE-D9A4-CEF0-4C24-295223DADC32}"/>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0045" y="1819844"/>
            <a:ext cx="360000" cy="360000"/>
          </a:xfrm>
          <a:prstGeom prst="rect">
            <a:avLst/>
          </a:prstGeom>
        </p:spPr>
      </p:pic>
      <p:pic>
        <p:nvPicPr>
          <p:cNvPr id="53" name="Graphic 52">
            <a:extLst>
              <a:ext uri="{FF2B5EF4-FFF2-40B4-BE49-F238E27FC236}">
                <a16:creationId xmlns:a16="http://schemas.microsoft.com/office/drawing/2014/main" id="{8345B906-6CAB-8508-BF01-9E7B1907D4C8}"/>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80297" y="1819844"/>
            <a:ext cx="360000" cy="360000"/>
          </a:xfrm>
          <a:prstGeom prst="rect">
            <a:avLst/>
          </a:prstGeom>
        </p:spPr>
      </p:pic>
    </p:spTree>
    <p:extLst>
      <p:ext uri="{BB962C8B-B14F-4D97-AF65-F5344CB8AC3E}">
        <p14:creationId xmlns:p14="http://schemas.microsoft.com/office/powerpoint/2010/main" val="2698427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C704E-498B-8F0F-7B39-AEAFA21027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B6C98D-B34A-AA7F-F4BF-545FD393030B}"/>
              </a:ext>
            </a:extLst>
          </p:cNvPr>
          <p:cNvSpPr>
            <a:spLocks noGrp="1"/>
          </p:cNvSpPr>
          <p:nvPr>
            <p:ph type="ctrTitle"/>
          </p:nvPr>
        </p:nvSpPr>
        <p:spPr/>
        <p:txBody>
          <a:bodyPr/>
          <a:lstStyle/>
          <a:p>
            <a:r>
              <a:rPr lang="en-US" dirty="0"/>
              <a:t>4 – bullet slides</a:t>
            </a:r>
          </a:p>
        </p:txBody>
      </p:sp>
      <p:sp>
        <p:nvSpPr>
          <p:cNvPr id="6" name="Text Placeholder 5">
            <a:extLst>
              <a:ext uri="{FF2B5EF4-FFF2-40B4-BE49-F238E27FC236}">
                <a16:creationId xmlns:a16="http://schemas.microsoft.com/office/drawing/2014/main" id="{BF259F51-9459-4850-3E18-450C70ED9317}"/>
              </a:ext>
            </a:extLst>
          </p:cNvPr>
          <p:cNvSpPr>
            <a:spLocks noGrp="1"/>
          </p:cNvSpPr>
          <p:nvPr>
            <p:ph type="body" sz="quarter" idx="14"/>
          </p:nvPr>
        </p:nvSpPr>
        <p:spPr/>
        <p:txBody>
          <a:bodyPr/>
          <a:lstStyle/>
          <a:p>
            <a:r>
              <a:rPr lang="en-US" dirty="0"/>
              <a:t>xx</a:t>
            </a:r>
          </a:p>
        </p:txBody>
      </p:sp>
    </p:spTree>
    <p:extLst>
      <p:ext uri="{BB962C8B-B14F-4D97-AF65-F5344CB8AC3E}">
        <p14:creationId xmlns:p14="http://schemas.microsoft.com/office/powerpoint/2010/main" val="1918690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226D3-8E8D-5431-08C5-7EEA3562884B}"/>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16F384E-A179-A241-FBDB-4BA6AED02D38}"/>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C16F384E-A179-A241-FBDB-4BA6AED02D3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278004B-7525-2381-B326-598421913FDF}"/>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3353D5A5-B853-F56E-6660-13C7F7380BA8}"/>
              </a:ext>
            </a:extLst>
          </p:cNvPr>
          <p:cNvSpPr>
            <a:spLocks noGrp="1"/>
          </p:cNvSpPr>
          <p:nvPr>
            <p:ph type="subTitle" idx="1"/>
          </p:nvPr>
        </p:nvSpPr>
        <p:spPr/>
        <p:txBody>
          <a:bodyPr/>
          <a:lstStyle/>
          <a:p>
            <a:r>
              <a:rPr lang="en-US" dirty="0"/>
              <a:t>Subtitle</a:t>
            </a:r>
          </a:p>
        </p:txBody>
      </p:sp>
      <p:sp>
        <p:nvSpPr>
          <p:cNvPr id="8" name="Rectangle 7">
            <a:extLst>
              <a:ext uri="{FF2B5EF4-FFF2-40B4-BE49-F238E27FC236}">
                <a16:creationId xmlns:a16="http://schemas.microsoft.com/office/drawing/2014/main" id="{ACD6CB25-80B5-B1F4-2702-35E272F25915}"/>
              </a:ext>
            </a:extLst>
          </p:cNvPr>
          <p:cNvSpPr/>
          <p:nvPr/>
        </p:nvSpPr>
        <p:spPr>
          <a:xfrm>
            <a:off x="0" y="5238780"/>
            <a:ext cx="12192000" cy="8729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54610" rIns="91440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a:ea typeface="+mn-ea"/>
                <a:cs typeface="+mn-cs"/>
              </a:rPr>
              <a:t>High value insight</a:t>
            </a:r>
          </a:p>
        </p:txBody>
      </p:sp>
      <p:sp>
        <p:nvSpPr>
          <p:cNvPr id="4" name="Left Brace 3">
            <a:extLst>
              <a:ext uri="{FF2B5EF4-FFF2-40B4-BE49-F238E27FC236}">
                <a16:creationId xmlns:a16="http://schemas.microsoft.com/office/drawing/2014/main" id="{C858DA8E-0275-0F48-D2AB-9382F49B9A43}"/>
              </a:ext>
            </a:extLst>
          </p:cNvPr>
          <p:cNvSpPr/>
          <p:nvPr/>
        </p:nvSpPr>
        <p:spPr>
          <a:xfrm rot="5400000">
            <a:off x="5940580" y="-3796075"/>
            <a:ext cx="310838" cy="11082527"/>
          </a:xfrm>
          <a:prstGeom prst="leftBrac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35EC4794-0D74-40C1-2F90-42F0489F63E8}"/>
              </a:ext>
            </a:extLst>
          </p:cNvPr>
          <p:cNvSpPr/>
          <p:nvPr/>
        </p:nvSpPr>
        <p:spPr>
          <a:xfrm>
            <a:off x="4664133" y="1589770"/>
            <a:ext cx="2863733" cy="2822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R="4607" algn="ctr">
              <a:spcBef>
                <a:spcPts val="91"/>
              </a:spcBef>
              <a:defRPr/>
            </a:pPr>
            <a:r>
              <a:rPr lang="en-US" sz="1200" b="1" i="1" dirty="0">
                <a:solidFill>
                  <a:schemeClr val="tx2"/>
                </a:solidFill>
                <a:cs typeface="Arial" panose="020B0604020202020204" pitchFamily="34" charset="0"/>
              </a:rPr>
              <a:t>Key Bullets</a:t>
            </a:r>
          </a:p>
        </p:txBody>
      </p:sp>
      <p:grpSp>
        <p:nvGrpSpPr>
          <p:cNvPr id="11" name="Group 10">
            <a:extLst>
              <a:ext uri="{FF2B5EF4-FFF2-40B4-BE49-F238E27FC236}">
                <a16:creationId xmlns:a16="http://schemas.microsoft.com/office/drawing/2014/main" id="{B7B76FC5-0C5E-B9C2-ABA2-F122E01D2D37}"/>
              </a:ext>
            </a:extLst>
          </p:cNvPr>
          <p:cNvGrpSpPr/>
          <p:nvPr/>
        </p:nvGrpSpPr>
        <p:grpSpPr>
          <a:xfrm>
            <a:off x="556461" y="2099566"/>
            <a:ext cx="2706849" cy="2254258"/>
            <a:chOff x="556461" y="2099566"/>
            <a:chExt cx="2706849" cy="2254258"/>
          </a:xfrm>
        </p:grpSpPr>
        <p:sp>
          <p:nvSpPr>
            <p:cNvPr id="13" name="Rectangle 12">
              <a:extLst>
                <a:ext uri="{FF2B5EF4-FFF2-40B4-BE49-F238E27FC236}">
                  <a16:creationId xmlns:a16="http://schemas.microsoft.com/office/drawing/2014/main" id="{25EA10FB-BF85-4A12-0337-2AF4B72AB510}"/>
                </a:ext>
              </a:extLst>
            </p:cNvPr>
            <p:cNvSpPr/>
            <p:nvPr/>
          </p:nvSpPr>
          <p:spPr>
            <a:xfrm>
              <a:off x="556461" y="3206259"/>
              <a:ext cx="2706849"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#1</a:t>
              </a:r>
            </a:p>
          </p:txBody>
        </p:sp>
        <p:sp>
          <p:nvSpPr>
            <p:cNvPr id="17" name="TextBox 16">
              <a:extLst>
                <a:ext uri="{FF2B5EF4-FFF2-40B4-BE49-F238E27FC236}">
                  <a16:creationId xmlns:a16="http://schemas.microsoft.com/office/drawing/2014/main" id="{1FC475DF-6F6A-0E6B-AD54-C52C9D10DB02}"/>
                </a:ext>
              </a:extLst>
            </p:cNvPr>
            <p:cNvSpPr txBox="1"/>
            <p:nvPr/>
          </p:nvSpPr>
          <p:spPr>
            <a:xfrm>
              <a:off x="556461" y="4184547"/>
              <a:ext cx="2706849"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latin typeface="Arial"/>
                  <a:ea typeface="+mn-ea"/>
                  <a:cs typeface="Calibri" panose="020F0502020204030204" pitchFamily="34" charset="0"/>
                  <a:sym typeface="Gotham Book" charset="0"/>
                </a:rPr>
                <a:t>Bullet #1 Description</a:t>
              </a:r>
            </a:p>
          </p:txBody>
        </p:sp>
        <p:sp>
          <p:nvSpPr>
            <p:cNvPr id="19" name="Rectangle 18">
              <a:extLst>
                <a:ext uri="{FF2B5EF4-FFF2-40B4-BE49-F238E27FC236}">
                  <a16:creationId xmlns:a16="http://schemas.microsoft.com/office/drawing/2014/main" id="{482421B0-D7C0-03A1-BDAD-05F598FD5D5A}"/>
                </a:ext>
              </a:extLst>
            </p:cNvPr>
            <p:cNvSpPr/>
            <p:nvPr/>
          </p:nvSpPr>
          <p:spPr>
            <a:xfrm>
              <a:off x="556461"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25" name="TextBox 36">
              <a:extLst>
                <a:ext uri="{FF2B5EF4-FFF2-40B4-BE49-F238E27FC236}">
                  <a16:creationId xmlns:a16="http://schemas.microsoft.com/office/drawing/2014/main" id="{0E851F00-DCBE-922F-2665-CEA801DCF546}"/>
                </a:ext>
              </a:extLst>
            </p:cNvPr>
            <p:cNvSpPr txBox="1">
              <a:spLocks noChangeArrowheads="1"/>
            </p:cNvSpPr>
            <p:nvPr/>
          </p:nvSpPr>
          <p:spPr bwMode="auto">
            <a:xfrm>
              <a:off x="565423" y="2099566"/>
              <a:ext cx="785328" cy="819979"/>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dirty="0">
                  <a:ln>
                    <a:noFill/>
                  </a:ln>
                  <a:solidFill>
                    <a:prstClr val="white"/>
                  </a:solidFill>
                  <a:effectLst/>
                  <a:uLnTx/>
                  <a:uFillTx/>
                  <a:latin typeface="KPMG Bold"/>
                  <a:ea typeface="+mn-ea"/>
                  <a:cs typeface="Arial" panose="020B0604020202020204" pitchFamily="34" charset="0"/>
                </a:rPr>
                <a:t>01</a:t>
              </a:r>
            </a:p>
          </p:txBody>
        </p:sp>
      </p:grpSp>
      <p:grpSp>
        <p:nvGrpSpPr>
          <p:cNvPr id="14" name="Group 13">
            <a:extLst>
              <a:ext uri="{FF2B5EF4-FFF2-40B4-BE49-F238E27FC236}">
                <a16:creationId xmlns:a16="http://schemas.microsoft.com/office/drawing/2014/main" id="{F6764457-C516-6A45-884C-7D99A5FFA1B4}"/>
              </a:ext>
            </a:extLst>
          </p:cNvPr>
          <p:cNvGrpSpPr/>
          <p:nvPr/>
        </p:nvGrpSpPr>
        <p:grpSpPr>
          <a:xfrm>
            <a:off x="3427949" y="2099566"/>
            <a:ext cx="2706849" cy="2254258"/>
            <a:chOff x="4471028" y="2099566"/>
            <a:chExt cx="2706849" cy="2254258"/>
          </a:xfrm>
        </p:grpSpPr>
        <p:sp>
          <p:nvSpPr>
            <p:cNvPr id="26" name="Rectangle 25">
              <a:extLst>
                <a:ext uri="{FF2B5EF4-FFF2-40B4-BE49-F238E27FC236}">
                  <a16:creationId xmlns:a16="http://schemas.microsoft.com/office/drawing/2014/main" id="{1055B9A2-7F33-E25E-4176-309972573082}"/>
                </a:ext>
              </a:extLst>
            </p:cNvPr>
            <p:cNvSpPr/>
            <p:nvPr/>
          </p:nvSpPr>
          <p:spPr>
            <a:xfrm>
              <a:off x="4471028" y="3206259"/>
              <a:ext cx="2706849"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#2</a:t>
              </a:r>
            </a:p>
          </p:txBody>
        </p:sp>
        <p:sp>
          <p:nvSpPr>
            <p:cNvPr id="27" name="TextBox 26">
              <a:extLst>
                <a:ext uri="{FF2B5EF4-FFF2-40B4-BE49-F238E27FC236}">
                  <a16:creationId xmlns:a16="http://schemas.microsoft.com/office/drawing/2014/main" id="{1BADC749-82EC-E469-7037-D5435971E873}"/>
                </a:ext>
              </a:extLst>
            </p:cNvPr>
            <p:cNvSpPr txBox="1"/>
            <p:nvPr/>
          </p:nvSpPr>
          <p:spPr>
            <a:xfrm>
              <a:off x="4471028" y="4184547"/>
              <a:ext cx="2668051" cy="169277"/>
            </a:xfrm>
            <a:prstGeom prst="rect">
              <a:avLst/>
            </a:prstGeom>
            <a:noFill/>
          </p:spPr>
          <p:txBody>
            <a:bodyPr wrap="square" lIns="0" tIns="0" rIns="0" bIns="0" rtlCol="0">
              <a:spAutoFit/>
            </a:bodyPr>
            <a:lstStyle/>
            <a:p>
              <a:pPr lvl="0">
                <a:defRPr/>
              </a:pPr>
              <a:r>
                <a:rPr lang="en-US" sz="1100" kern="0" dirty="0">
                  <a:cs typeface="Calibri" panose="020F0502020204030204" pitchFamily="34" charset="0"/>
                  <a:sym typeface="Gotham Book" charset="0"/>
                </a:rPr>
                <a:t>Bullet #2 Description</a:t>
              </a:r>
            </a:p>
          </p:txBody>
        </p:sp>
        <p:sp>
          <p:nvSpPr>
            <p:cNvPr id="28" name="Rectangle 27">
              <a:extLst>
                <a:ext uri="{FF2B5EF4-FFF2-40B4-BE49-F238E27FC236}">
                  <a16:creationId xmlns:a16="http://schemas.microsoft.com/office/drawing/2014/main" id="{CF1331A0-3056-ED0F-FC5A-7EBB325671B4}"/>
                </a:ext>
              </a:extLst>
            </p:cNvPr>
            <p:cNvSpPr/>
            <p:nvPr/>
          </p:nvSpPr>
          <p:spPr>
            <a:xfrm>
              <a:off x="4471028"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29" name="TextBox 36">
              <a:extLst>
                <a:ext uri="{FF2B5EF4-FFF2-40B4-BE49-F238E27FC236}">
                  <a16:creationId xmlns:a16="http://schemas.microsoft.com/office/drawing/2014/main" id="{CD8234DB-32AD-7236-EC3F-CA28F69BB4A3}"/>
                </a:ext>
              </a:extLst>
            </p:cNvPr>
            <p:cNvSpPr txBox="1">
              <a:spLocks noChangeArrowheads="1"/>
            </p:cNvSpPr>
            <p:nvPr/>
          </p:nvSpPr>
          <p:spPr bwMode="auto">
            <a:xfrm>
              <a:off x="4479990" y="2099566"/>
              <a:ext cx="785328" cy="819979"/>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a:ln>
                    <a:noFill/>
                  </a:ln>
                  <a:solidFill>
                    <a:prstClr val="white"/>
                  </a:solidFill>
                  <a:effectLst/>
                  <a:uLnTx/>
                  <a:uFillTx/>
                  <a:latin typeface="KPMG Bold"/>
                  <a:ea typeface="+mn-ea"/>
                  <a:cs typeface="Arial" panose="020B0604020202020204" pitchFamily="34" charset="0"/>
                </a:rPr>
                <a:t>02</a:t>
              </a:r>
            </a:p>
          </p:txBody>
        </p:sp>
      </p:grpSp>
      <p:grpSp>
        <p:nvGrpSpPr>
          <p:cNvPr id="15" name="Group 14">
            <a:extLst>
              <a:ext uri="{FF2B5EF4-FFF2-40B4-BE49-F238E27FC236}">
                <a16:creationId xmlns:a16="http://schemas.microsoft.com/office/drawing/2014/main" id="{CF2E719D-1496-3FA8-C87C-9DEDA3449B6A}"/>
              </a:ext>
            </a:extLst>
          </p:cNvPr>
          <p:cNvGrpSpPr/>
          <p:nvPr/>
        </p:nvGrpSpPr>
        <p:grpSpPr>
          <a:xfrm>
            <a:off x="6299437" y="2099566"/>
            <a:ext cx="2706849" cy="2254258"/>
            <a:chOff x="8385596" y="2099566"/>
            <a:chExt cx="2706849" cy="2254258"/>
          </a:xfrm>
        </p:grpSpPr>
        <p:sp>
          <p:nvSpPr>
            <p:cNvPr id="30" name="Rectangle 29">
              <a:extLst>
                <a:ext uri="{FF2B5EF4-FFF2-40B4-BE49-F238E27FC236}">
                  <a16:creationId xmlns:a16="http://schemas.microsoft.com/office/drawing/2014/main" id="{9FA69918-40FA-CD5B-3DE2-0C25C3491CDD}"/>
                </a:ext>
              </a:extLst>
            </p:cNvPr>
            <p:cNvSpPr/>
            <p:nvPr/>
          </p:nvSpPr>
          <p:spPr>
            <a:xfrm>
              <a:off x="8385596" y="3206259"/>
              <a:ext cx="2706849"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#3</a:t>
              </a:r>
            </a:p>
          </p:txBody>
        </p:sp>
        <p:sp>
          <p:nvSpPr>
            <p:cNvPr id="31" name="TextBox 30">
              <a:extLst>
                <a:ext uri="{FF2B5EF4-FFF2-40B4-BE49-F238E27FC236}">
                  <a16:creationId xmlns:a16="http://schemas.microsoft.com/office/drawing/2014/main" id="{67A102AF-926F-D1A5-4231-4E420CB5C129}"/>
                </a:ext>
              </a:extLst>
            </p:cNvPr>
            <p:cNvSpPr txBox="1"/>
            <p:nvPr/>
          </p:nvSpPr>
          <p:spPr>
            <a:xfrm>
              <a:off x="8385596" y="4184547"/>
              <a:ext cx="2706849" cy="169277"/>
            </a:xfrm>
            <a:prstGeom prst="rect">
              <a:avLst/>
            </a:prstGeom>
            <a:noFill/>
          </p:spPr>
          <p:txBody>
            <a:bodyPr wrap="square" lIns="0" tIns="0" rIns="0" bIns="0" rtlCol="0">
              <a:spAutoFit/>
            </a:bodyPr>
            <a:lstStyle/>
            <a:p>
              <a:pPr lvl="0">
                <a:defRPr/>
              </a:pPr>
              <a:r>
                <a:rPr lang="en-US" sz="1100" kern="0" dirty="0">
                  <a:cs typeface="Calibri" panose="020F0502020204030204" pitchFamily="34" charset="0"/>
                  <a:sym typeface="Gotham Book" charset="0"/>
                </a:rPr>
                <a:t>Bullet #3 Description</a:t>
              </a:r>
            </a:p>
          </p:txBody>
        </p:sp>
        <p:sp>
          <p:nvSpPr>
            <p:cNvPr id="32" name="Rectangle 31">
              <a:extLst>
                <a:ext uri="{FF2B5EF4-FFF2-40B4-BE49-F238E27FC236}">
                  <a16:creationId xmlns:a16="http://schemas.microsoft.com/office/drawing/2014/main" id="{089F2808-07AB-BF3E-D2E5-47B1D0B940B0}"/>
                </a:ext>
              </a:extLst>
            </p:cNvPr>
            <p:cNvSpPr/>
            <p:nvPr/>
          </p:nvSpPr>
          <p:spPr>
            <a:xfrm>
              <a:off x="8385596"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33" name="TextBox 36">
              <a:extLst>
                <a:ext uri="{FF2B5EF4-FFF2-40B4-BE49-F238E27FC236}">
                  <a16:creationId xmlns:a16="http://schemas.microsoft.com/office/drawing/2014/main" id="{4D38313B-2670-E00E-DAD4-A3B936627D8C}"/>
                </a:ext>
              </a:extLst>
            </p:cNvPr>
            <p:cNvSpPr txBox="1">
              <a:spLocks noChangeArrowheads="1"/>
            </p:cNvSpPr>
            <p:nvPr/>
          </p:nvSpPr>
          <p:spPr bwMode="auto">
            <a:xfrm>
              <a:off x="8394558" y="2099566"/>
              <a:ext cx="785328" cy="819979"/>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a:ln>
                    <a:noFill/>
                  </a:ln>
                  <a:solidFill>
                    <a:prstClr val="white"/>
                  </a:solidFill>
                  <a:effectLst/>
                  <a:uLnTx/>
                  <a:uFillTx/>
                  <a:latin typeface="KPMG Bold"/>
                  <a:ea typeface="+mn-ea"/>
                  <a:cs typeface="Arial" panose="020B0604020202020204" pitchFamily="34" charset="0"/>
                </a:rPr>
                <a:t>03</a:t>
              </a:r>
            </a:p>
          </p:txBody>
        </p:sp>
      </p:grpSp>
      <p:grpSp>
        <p:nvGrpSpPr>
          <p:cNvPr id="16" name="Group 15">
            <a:extLst>
              <a:ext uri="{FF2B5EF4-FFF2-40B4-BE49-F238E27FC236}">
                <a16:creationId xmlns:a16="http://schemas.microsoft.com/office/drawing/2014/main" id="{B837DC97-760B-2088-32FB-AB5EC6E3D667}"/>
              </a:ext>
            </a:extLst>
          </p:cNvPr>
          <p:cNvGrpSpPr/>
          <p:nvPr/>
        </p:nvGrpSpPr>
        <p:grpSpPr>
          <a:xfrm>
            <a:off x="9170924" y="2099566"/>
            <a:ext cx="3249940" cy="2254258"/>
            <a:chOff x="8385596" y="2099566"/>
            <a:chExt cx="3249940" cy="2254258"/>
          </a:xfrm>
        </p:grpSpPr>
        <p:sp>
          <p:nvSpPr>
            <p:cNvPr id="18" name="Rectangle 17">
              <a:extLst>
                <a:ext uri="{FF2B5EF4-FFF2-40B4-BE49-F238E27FC236}">
                  <a16:creationId xmlns:a16="http://schemas.microsoft.com/office/drawing/2014/main" id="{A88679A2-FD66-36D5-3497-FCB9A527D767}"/>
                </a:ext>
              </a:extLst>
            </p:cNvPr>
            <p:cNvSpPr/>
            <p:nvPr/>
          </p:nvSpPr>
          <p:spPr>
            <a:xfrm>
              <a:off x="8385596" y="3206259"/>
              <a:ext cx="2706849"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#4</a:t>
              </a:r>
            </a:p>
          </p:txBody>
        </p:sp>
        <p:sp>
          <p:nvSpPr>
            <p:cNvPr id="20" name="TextBox 19">
              <a:extLst>
                <a:ext uri="{FF2B5EF4-FFF2-40B4-BE49-F238E27FC236}">
                  <a16:creationId xmlns:a16="http://schemas.microsoft.com/office/drawing/2014/main" id="{7543703A-36A3-ADE3-5BC3-8FDDB857CDC0}"/>
                </a:ext>
              </a:extLst>
            </p:cNvPr>
            <p:cNvSpPr txBox="1"/>
            <p:nvPr/>
          </p:nvSpPr>
          <p:spPr>
            <a:xfrm>
              <a:off x="8385596" y="4184547"/>
              <a:ext cx="3249940" cy="169277"/>
            </a:xfrm>
            <a:prstGeom prst="rect">
              <a:avLst/>
            </a:prstGeom>
            <a:noFill/>
          </p:spPr>
          <p:txBody>
            <a:bodyPr wrap="square" lIns="0" tIns="0" rIns="0" bIns="0" rtlCol="0">
              <a:spAutoFit/>
            </a:bodyPr>
            <a:lstStyle/>
            <a:p>
              <a:pPr lvl="0">
                <a:defRPr/>
              </a:pPr>
              <a:r>
                <a:rPr lang="en-US" sz="1100" kern="0" dirty="0">
                  <a:cs typeface="Calibri" panose="020F0502020204030204" pitchFamily="34" charset="0"/>
                  <a:sym typeface="Gotham Book" charset="0"/>
                </a:rPr>
                <a:t>Bullet #4 Description</a:t>
              </a:r>
            </a:p>
          </p:txBody>
        </p:sp>
        <p:sp>
          <p:nvSpPr>
            <p:cNvPr id="21" name="Rectangle 20">
              <a:extLst>
                <a:ext uri="{FF2B5EF4-FFF2-40B4-BE49-F238E27FC236}">
                  <a16:creationId xmlns:a16="http://schemas.microsoft.com/office/drawing/2014/main" id="{EC2DFC45-AE95-0737-14A8-E7DD9C0C4B11}"/>
                </a:ext>
              </a:extLst>
            </p:cNvPr>
            <p:cNvSpPr/>
            <p:nvPr/>
          </p:nvSpPr>
          <p:spPr>
            <a:xfrm>
              <a:off x="8385596"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22" name="TextBox 36">
              <a:extLst>
                <a:ext uri="{FF2B5EF4-FFF2-40B4-BE49-F238E27FC236}">
                  <a16:creationId xmlns:a16="http://schemas.microsoft.com/office/drawing/2014/main" id="{1DBB82CE-A071-CEAB-E13A-C054D2CCCCD1}"/>
                </a:ext>
              </a:extLst>
            </p:cNvPr>
            <p:cNvSpPr txBox="1">
              <a:spLocks noChangeArrowheads="1"/>
            </p:cNvSpPr>
            <p:nvPr/>
          </p:nvSpPr>
          <p:spPr bwMode="auto">
            <a:xfrm>
              <a:off x="8394558" y="2099566"/>
              <a:ext cx="785328" cy="677108"/>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dirty="0">
                  <a:ln>
                    <a:noFill/>
                  </a:ln>
                  <a:solidFill>
                    <a:prstClr val="white"/>
                  </a:solidFill>
                  <a:effectLst/>
                  <a:uLnTx/>
                  <a:uFillTx/>
                  <a:latin typeface="KPMG Bold"/>
                  <a:ea typeface="+mn-ea"/>
                  <a:cs typeface="Arial" panose="020B0604020202020204" pitchFamily="34" charset="0"/>
                </a:rPr>
                <a:t>04</a:t>
              </a:r>
            </a:p>
          </p:txBody>
        </p:sp>
      </p:grpSp>
    </p:spTree>
    <p:extLst>
      <p:ext uri="{BB962C8B-B14F-4D97-AF65-F5344CB8AC3E}">
        <p14:creationId xmlns:p14="http://schemas.microsoft.com/office/powerpoint/2010/main" val="2777318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9D311-5BC3-FCB7-68BD-CEB3D8446909}"/>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F2EFA7E-677C-FAD1-6EAC-4F3B22CE25DE}"/>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8F2EFA7E-677C-FAD1-6EAC-4F3B22CE25D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1456FBA-0CA3-7E93-0740-5F547AAB6856}"/>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6068E8AF-8ED4-FC0B-3300-816DC8A556DE}"/>
              </a:ext>
            </a:extLst>
          </p:cNvPr>
          <p:cNvSpPr>
            <a:spLocks noGrp="1"/>
          </p:cNvSpPr>
          <p:nvPr>
            <p:ph type="subTitle" idx="1"/>
          </p:nvPr>
        </p:nvSpPr>
        <p:spPr/>
        <p:txBody>
          <a:bodyPr/>
          <a:lstStyle/>
          <a:p>
            <a:r>
              <a:rPr lang="en-US" dirty="0"/>
              <a:t>Subtitle</a:t>
            </a:r>
          </a:p>
        </p:txBody>
      </p:sp>
      <p:sp>
        <p:nvSpPr>
          <p:cNvPr id="4" name="Rectangle 3">
            <a:extLst>
              <a:ext uri="{FF2B5EF4-FFF2-40B4-BE49-F238E27FC236}">
                <a16:creationId xmlns:a16="http://schemas.microsoft.com/office/drawing/2014/main" id="{DF3E68F1-4D0A-BE88-1F25-5C74746B8B80}"/>
              </a:ext>
            </a:extLst>
          </p:cNvPr>
          <p:cNvSpPr/>
          <p:nvPr/>
        </p:nvSpPr>
        <p:spPr>
          <a:xfrm>
            <a:off x="554736" y="1536641"/>
            <a:ext cx="11082526" cy="1108925"/>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8" name="Rectangle 7">
            <a:extLst>
              <a:ext uri="{FF2B5EF4-FFF2-40B4-BE49-F238E27FC236}">
                <a16:creationId xmlns:a16="http://schemas.microsoft.com/office/drawing/2014/main" id="{017CBDDD-45E1-0F65-B33C-8E8EBD655239}"/>
              </a:ext>
            </a:extLst>
          </p:cNvPr>
          <p:cNvSpPr/>
          <p:nvPr/>
        </p:nvSpPr>
        <p:spPr>
          <a:xfrm>
            <a:off x="554737" y="1536641"/>
            <a:ext cx="3377588" cy="1108925"/>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 name="Title 18">
            <a:extLst>
              <a:ext uri="{FF2B5EF4-FFF2-40B4-BE49-F238E27FC236}">
                <a16:creationId xmlns:a16="http://schemas.microsoft.com/office/drawing/2014/main" id="{8883F2AB-BE2F-8E09-86E4-B5A266628803}"/>
              </a:ext>
            </a:extLst>
          </p:cNvPr>
          <p:cNvSpPr txBox="1">
            <a:spLocks/>
          </p:cNvSpPr>
          <p:nvPr/>
        </p:nvSpPr>
        <p:spPr>
          <a:xfrm>
            <a:off x="1805488" y="1849242"/>
            <a:ext cx="1981501" cy="483722"/>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#1</a:t>
            </a:r>
          </a:p>
        </p:txBody>
      </p:sp>
      <p:sp>
        <p:nvSpPr>
          <p:cNvPr id="13" name="Rectangle 12">
            <a:extLst>
              <a:ext uri="{FF2B5EF4-FFF2-40B4-BE49-F238E27FC236}">
                <a16:creationId xmlns:a16="http://schemas.microsoft.com/office/drawing/2014/main" id="{4DC52E50-D505-428F-A6BE-D005D15AFC14}"/>
              </a:ext>
            </a:extLst>
          </p:cNvPr>
          <p:cNvSpPr/>
          <p:nvPr/>
        </p:nvSpPr>
        <p:spPr>
          <a:xfrm>
            <a:off x="554736" y="2752502"/>
            <a:ext cx="11082526" cy="1108925"/>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 name="Rectangle 16">
            <a:extLst>
              <a:ext uri="{FF2B5EF4-FFF2-40B4-BE49-F238E27FC236}">
                <a16:creationId xmlns:a16="http://schemas.microsoft.com/office/drawing/2014/main" id="{D850107F-2B72-C4A5-4422-F02129DB260A}"/>
              </a:ext>
            </a:extLst>
          </p:cNvPr>
          <p:cNvSpPr/>
          <p:nvPr/>
        </p:nvSpPr>
        <p:spPr>
          <a:xfrm>
            <a:off x="554737" y="2752502"/>
            <a:ext cx="3377588" cy="1108925"/>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 name="Title 18">
            <a:extLst>
              <a:ext uri="{FF2B5EF4-FFF2-40B4-BE49-F238E27FC236}">
                <a16:creationId xmlns:a16="http://schemas.microsoft.com/office/drawing/2014/main" id="{E6CF858D-5232-2AEF-D790-F4CFB80D7000}"/>
              </a:ext>
            </a:extLst>
          </p:cNvPr>
          <p:cNvSpPr txBox="1">
            <a:spLocks/>
          </p:cNvSpPr>
          <p:nvPr/>
        </p:nvSpPr>
        <p:spPr>
          <a:xfrm>
            <a:off x="1805488" y="3065103"/>
            <a:ext cx="1981501" cy="483722"/>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#2</a:t>
            </a:r>
          </a:p>
        </p:txBody>
      </p:sp>
      <p:sp>
        <p:nvSpPr>
          <p:cNvPr id="25" name="Rectangle 24">
            <a:extLst>
              <a:ext uri="{FF2B5EF4-FFF2-40B4-BE49-F238E27FC236}">
                <a16:creationId xmlns:a16="http://schemas.microsoft.com/office/drawing/2014/main" id="{7E51EB66-FA7A-59C4-28A0-E7402FB39662}"/>
              </a:ext>
            </a:extLst>
          </p:cNvPr>
          <p:cNvSpPr/>
          <p:nvPr/>
        </p:nvSpPr>
        <p:spPr>
          <a:xfrm>
            <a:off x="554737" y="3966929"/>
            <a:ext cx="11082526" cy="1108925"/>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6" name="Rectangle 25">
            <a:extLst>
              <a:ext uri="{FF2B5EF4-FFF2-40B4-BE49-F238E27FC236}">
                <a16:creationId xmlns:a16="http://schemas.microsoft.com/office/drawing/2014/main" id="{FF1D5AF9-DCB8-384E-1F9E-F7363DD1527A}"/>
              </a:ext>
            </a:extLst>
          </p:cNvPr>
          <p:cNvSpPr/>
          <p:nvPr/>
        </p:nvSpPr>
        <p:spPr>
          <a:xfrm>
            <a:off x="554737" y="3966929"/>
            <a:ext cx="3377588" cy="1108925"/>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7" name="Title 18">
            <a:extLst>
              <a:ext uri="{FF2B5EF4-FFF2-40B4-BE49-F238E27FC236}">
                <a16:creationId xmlns:a16="http://schemas.microsoft.com/office/drawing/2014/main" id="{C27A4A8D-0390-39D3-55B9-754FEB59578E}"/>
              </a:ext>
            </a:extLst>
          </p:cNvPr>
          <p:cNvSpPr txBox="1">
            <a:spLocks/>
          </p:cNvSpPr>
          <p:nvPr/>
        </p:nvSpPr>
        <p:spPr>
          <a:xfrm>
            <a:off x="1805489" y="4279530"/>
            <a:ext cx="1706308" cy="483722"/>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#3</a:t>
            </a:r>
          </a:p>
        </p:txBody>
      </p:sp>
      <p:sp>
        <p:nvSpPr>
          <p:cNvPr id="28" name="Title 18">
            <a:extLst>
              <a:ext uri="{FF2B5EF4-FFF2-40B4-BE49-F238E27FC236}">
                <a16:creationId xmlns:a16="http://schemas.microsoft.com/office/drawing/2014/main" id="{783F4C1B-D4ED-C10E-4766-CCE15FA76B9F}"/>
              </a:ext>
            </a:extLst>
          </p:cNvPr>
          <p:cNvSpPr txBox="1">
            <a:spLocks/>
          </p:cNvSpPr>
          <p:nvPr/>
        </p:nvSpPr>
        <p:spPr>
          <a:xfrm>
            <a:off x="4144075" y="1849242"/>
            <a:ext cx="6925082" cy="483722"/>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1 Description</a:t>
            </a:r>
          </a:p>
        </p:txBody>
      </p:sp>
      <p:sp>
        <p:nvSpPr>
          <p:cNvPr id="29" name="Title 18">
            <a:extLst>
              <a:ext uri="{FF2B5EF4-FFF2-40B4-BE49-F238E27FC236}">
                <a16:creationId xmlns:a16="http://schemas.microsoft.com/office/drawing/2014/main" id="{1D13439A-91FF-E52A-457F-29D614C53019}"/>
              </a:ext>
            </a:extLst>
          </p:cNvPr>
          <p:cNvSpPr txBox="1">
            <a:spLocks/>
          </p:cNvSpPr>
          <p:nvPr/>
        </p:nvSpPr>
        <p:spPr>
          <a:xfrm>
            <a:off x="4144075" y="3065103"/>
            <a:ext cx="7189222" cy="483722"/>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2 Description</a:t>
            </a:r>
          </a:p>
        </p:txBody>
      </p:sp>
      <p:sp>
        <p:nvSpPr>
          <p:cNvPr id="30" name="Title 18">
            <a:extLst>
              <a:ext uri="{FF2B5EF4-FFF2-40B4-BE49-F238E27FC236}">
                <a16:creationId xmlns:a16="http://schemas.microsoft.com/office/drawing/2014/main" id="{DF01D5A1-6C92-FD24-87DB-57448E445B7E}"/>
              </a:ext>
            </a:extLst>
          </p:cNvPr>
          <p:cNvSpPr txBox="1">
            <a:spLocks/>
          </p:cNvSpPr>
          <p:nvPr/>
        </p:nvSpPr>
        <p:spPr>
          <a:xfrm>
            <a:off x="4144075" y="4279530"/>
            <a:ext cx="6925082" cy="483722"/>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3 Description</a:t>
            </a:r>
          </a:p>
        </p:txBody>
      </p:sp>
      <p:sp>
        <p:nvSpPr>
          <p:cNvPr id="260" name="Rectangle 259">
            <a:extLst>
              <a:ext uri="{FF2B5EF4-FFF2-40B4-BE49-F238E27FC236}">
                <a16:creationId xmlns:a16="http://schemas.microsoft.com/office/drawing/2014/main" id="{C820D95E-CCE2-0873-1B9E-71D86ACE77BB}"/>
              </a:ext>
            </a:extLst>
          </p:cNvPr>
          <p:cNvSpPr/>
          <p:nvPr/>
        </p:nvSpPr>
        <p:spPr>
          <a:xfrm>
            <a:off x="554737" y="5161731"/>
            <a:ext cx="11082526" cy="1108925"/>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61" name="Rectangle 260">
            <a:extLst>
              <a:ext uri="{FF2B5EF4-FFF2-40B4-BE49-F238E27FC236}">
                <a16:creationId xmlns:a16="http://schemas.microsoft.com/office/drawing/2014/main" id="{CE26B58F-0AB6-8A05-75C4-14CC49F82CD9}"/>
              </a:ext>
            </a:extLst>
          </p:cNvPr>
          <p:cNvSpPr/>
          <p:nvPr/>
        </p:nvSpPr>
        <p:spPr>
          <a:xfrm>
            <a:off x="554737" y="5161731"/>
            <a:ext cx="3377588" cy="1108925"/>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62" name="Title 18">
            <a:extLst>
              <a:ext uri="{FF2B5EF4-FFF2-40B4-BE49-F238E27FC236}">
                <a16:creationId xmlns:a16="http://schemas.microsoft.com/office/drawing/2014/main" id="{630F027D-AE30-D226-2F44-2D0E24C46C71}"/>
              </a:ext>
            </a:extLst>
          </p:cNvPr>
          <p:cNvSpPr txBox="1">
            <a:spLocks/>
          </p:cNvSpPr>
          <p:nvPr/>
        </p:nvSpPr>
        <p:spPr>
          <a:xfrm>
            <a:off x="1805489" y="5474332"/>
            <a:ext cx="1469543" cy="483722"/>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#4</a:t>
            </a:r>
          </a:p>
        </p:txBody>
      </p:sp>
      <p:sp>
        <p:nvSpPr>
          <p:cNvPr id="263" name="Title 18">
            <a:extLst>
              <a:ext uri="{FF2B5EF4-FFF2-40B4-BE49-F238E27FC236}">
                <a16:creationId xmlns:a16="http://schemas.microsoft.com/office/drawing/2014/main" id="{6CC0D00F-2C1D-C572-1A8A-A3735AC4EC19}"/>
              </a:ext>
            </a:extLst>
          </p:cNvPr>
          <p:cNvSpPr txBox="1">
            <a:spLocks/>
          </p:cNvSpPr>
          <p:nvPr/>
        </p:nvSpPr>
        <p:spPr>
          <a:xfrm>
            <a:off x="4144075" y="5474332"/>
            <a:ext cx="6925082" cy="483722"/>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4 Description</a:t>
            </a:r>
          </a:p>
        </p:txBody>
      </p:sp>
      <p:grpSp>
        <p:nvGrpSpPr>
          <p:cNvPr id="7" name="Group 6">
            <a:extLst>
              <a:ext uri="{FF2B5EF4-FFF2-40B4-BE49-F238E27FC236}">
                <a16:creationId xmlns:a16="http://schemas.microsoft.com/office/drawing/2014/main" id="{7954286F-06C9-A834-8CAE-CEFF116109F3}"/>
              </a:ext>
            </a:extLst>
          </p:cNvPr>
          <p:cNvGrpSpPr/>
          <p:nvPr/>
        </p:nvGrpSpPr>
        <p:grpSpPr>
          <a:xfrm>
            <a:off x="949415" y="4326410"/>
            <a:ext cx="411480" cy="389963"/>
            <a:chOff x="678192" y="4779590"/>
            <a:chExt cx="411480" cy="389963"/>
          </a:xfrm>
        </p:grpSpPr>
        <p:sp>
          <p:nvSpPr>
            <p:cNvPr id="9" name="Oval 347">
              <a:extLst>
                <a:ext uri="{FF2B5EF4-FFF2-40B4-BE49-F238E27FC236}">
                  <a16:creationId xmlns:a16="http://schemas.microsoft.com/office/drawing/2014/main" id="{220310D7-FE90-C70D-8B35-73E01576603A}"/>
                </a:ext>
              </a:extLst>
            </p:cNvPr>
            <p:cNvSpPr>
              <a:spLocks noChangeArrowheads="1"/>
            </p:cNvSpPr>
            <p:nvPr/>
          </p:nvSpPr>
          <p:spPr bwMode="auto">
            <a:xfrm>
              <a:off x="840516" y="4779590"/>
              <a:ext cx="87001" cy="8700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348">
              <a:extLst>
                <a:ext uri="{FF2B5EF4-FFF2-40B4-BE49-F238E27FC236}">
                  <a16:creationId xmlns:a16="http://schemas.microsoft.com/office/drawing/2014/main" id="{BE0DA56E-562B-FB06-5404-ADE4DCC12F30}"/>
                </a:ext>
              </a:extLst>
            </p:cNvPr>
            <p:cNvSpPr>
              <a:spLocks/>
            </p:cNvSpPr>
            <p:nvPr/>
          </p:nvSpPr>
          <p:spPr bwMode="auto">
            <a:xfrm>
              <a:off x="811298" y="4873738"/>
              <a:ext cx="146066" cy="74230"/>
            </a:xfrm>
            <a:custGeom>
              <a:avLst/>
              <a:gdLst>
                <a:gd name="T0" fmla="*/ 77 w 77"/>
                <a:gd name="T1" fmla="*/ 23 h 39"/>
                <a:gd name="T2" fmla="*/ 54 w 77"/>
                <a:gd name="T3" fmla="*/ 0 h 39"/>
                <a:gd name="T4" fmla="*/ 23 w 77"/>
                <a:gd name="T5" fmla="*/ 0 h 39"/>
                <a:gd name="T6" fmla="*/ 0 w 77"/>
                <a:gd name="T7" fmla="*/ 23 h 39"/>
                <a:gd name="T8" fmla="*/ 0 w 77"/>
                <a:gd name="T9" fmla="*/ 39 h 39"/>
                <a:gd name="T10" fmla="*/ 77 w 77"/>
                <a:gd name="T11" fmla="*/ 39 h 39"/>
                <a:gd name="T12" fmla="*/ 77 w 77"/>
                <a:gd name="T13" fmla="*/ 23 h 39"/>
              </a:gdLst>
              <a:ahLst/>
              <a:cxnLst>
                <a:cxn ang="0">
                  <a:pos x="T0" y="T1"/>
                </a:cxn>
                <a:cxn ang="0">
                  <a:pos x="T2" y="T3"/>
                </a:cxn>
                <a:cxn ang="0">
                  <a:pos x="T4" y="T5"/>
                </a:cxn>
                <a:cxn ang="0">
                  <a:pos x="T6" y="T7"/>
                </a:cxn>
                <a:cxn ang="0">
                  <a:pos x="T8" y="T9"/>
                </a:cxn>
                <a:cxn ang="0">
                  <a:pos x="T10" y="T11"/>
                </a:cxn>
                <a:cxn ang="0">
                  <a:pos x="T12" y="T13"/>
                </a:cxn>
              </a:cxnLst>
              <a:rect l="0" t="0" r="r" b="b"/>
              <a:pathLst>
                <a:path w="77" h="39">
                  <a:moveTo>
                    <a:pt x="77" y="23"/>
                  </a:moveTo>
                  <a:cubicBezTo>
                    <a:pt x="77" y="11"/>
                    <a:pt x="67" y="0"/>
                    <a:pt x="54" y="0"/>
                  </a:cubicBezTo>
                  <a:cubicBezTo>
                    <a:pt x="23" y="0"/>
                    <a:pt x="23" y="0"/>
                    <a:pt x="23" y="0"/>
                  </a:cubicBezTo>
                  <a:cubicBezTo>
                    <a:pt x="10" y="0"/>
                    <a:pt x="0" y="11"/>
                    <a:pt x="0" y="23"/>
                  </a:cubicBezTo>
                  <a:cubicBezTo>
                    <a:pt x="0" y="39"/>
                    <a:pt x="0" y="39"/>
                    <a:pt x="0" y="39"/>
                  </a:cubicBezTo>
                  <a:cubicBezTo>
                    <a:pt x="77" y="39"/>
                    <a:pt x="77" y="39"/>
                    <a:pt x="77" y="39"/>
                  </a:cubicBezTo>
                  <a:lnTo>
                    <a:pt x="77"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Oval 349">
              <a:extLst>
                <a:ext uri="{FF2B5EF4-FFF2-40B4-BE49-F238E27FC236}">
                  <a16:creationId xmlns:a16="http://schemas.microsoft.com/office/drawing/2014/main" id="{3BE13DBE-1599-3C29-9F85-90FCC4C90E52}"/>
                </a:ext>
              </a:extLst>
            </p:cNvPr>
            <p:cNvSpPr>
              <a:spLocks noChangeArrowheads="1"/>
            </p:cNvSpPr>
            <p:nvPr/>
          </p:nvSpPr>
          <p:spPr bwMode="auto">
            <a:xfrm>
              <a:off x="972811" y="5001162"/>
              <a:ext cx="87799" cy="8779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350">
              <a:extLst>
                <a:ext uri="{FF2B5EF4-FFF2-40B4-BE49-F238E27FC236}">
                  <a16:creationId xmlns:a16="http://schemas.microsoft.com/office/drawing/2014/main" id="{D6BBAD3E-8B84-0B8A-C5F6-6A7128B06B02}"/>
                </a:ext>
              </a:extLst>
            </p:cNvPr>
            <p:cNvSpPr>
              <a:spLocks/>
            </p:cNvSpPr>
            <p:nvPr/>
          </p:nvSpPr>
          <p:spPr bwMode="auto">
            <a:xfrm>
              <a:off x="944404" y="5096121"/>
              <a:ext cx="145268" cy="73432"/>
            </a:xfrm>
            <a:custGeom>
              <a:avLst/>
              <a:gdLst>
                <a:gd name="T0" fmla="*/ 54 w 77"/>
                <a:gd name="T1" fmla="*/ 0 h 39"/>
                <a:gd name="T2" fmla="*/ 23 w 77"/>
                <a:gd name="T3" fmla="*/ 0 h 39"/>
                <a:gd name="T4" fmla="*/ 0 w 77"/>
                <a:gd name="T5" fmla="*/ 23 h 39"/>
                <a:gd name="T6" fmla="*/ 0 w 77"/>
                <a:gd name="T7" fmla="*/ 39 h 39"/>
                <a:gd name="T8" fmla="*/ 77 w 77"/>
                <a:gd name="T9" fmla="*/ 39 h 39"/>
                <a:gd name="T10" fmla="*/ 77 w 77"/>
                <a:gd name="T11" fmla="*/ 23 h 39"/>
                <a:gd name="T12" fmla="*/ 54 w 77"/>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7" h="39">
                  <a:moveTo>
                    <a:pt x="54" y="0"/>
                  </a:moveTo>
                  <a:cubicBezTo>
                    <a:pt x="23" y="0"/>
                    <a:pt x="23" y="0"/>
                    <a:pt x="23" y="0"/>
                  </a:cubicBezTo>
                  <a:cubicBezTo>
                    <a:pt x="10" y="0"/>
                    <a:pt x="0" y="11"/>
                    <a:pt x="0" y="23"/>
                  </a:cubicBezTo>
                  <a:cubicBezTo>
                    <a:pt x="0" y="39"/>
                    <a:pt x="0" y="39"/>
                    <a:pt x="0" y="39"/>
                  </a:cubicBezTo>
                  <a:cubicBezTo>
                    <a:pt x="77" y="39"/>
                    <a:pt x="77" y="39"/>
                    <a:pt x="77" y="39"/>
                  </a:cubicBezTo>
                  <a:cubicBezTo>
                    <a:pt x="77" y="23"/>
                    <a:pt x="77" y="23"/>
                    <a:pt x="77" y="23"/>
                  </a:cubicBezTo>
                  <a:cubicBezTo>
                    <a:pt x="77" y="11"/>
                    <a:pt x="67" y="0"/>
                    <a:pt x="5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351">
              <a:extLst>
                <a:ext uri="{FF2B5EF4-FFF2-40B4-BE49-F238E27FC236}">
                  <a16:creationId xmlns:a16="http://schemas.microsoft.com/office/drawing/2014/main" id="{55920264-2B43-0352-C9CE-B8BE6ED3ED72}"/>
                </a:ext>
              </a:extLst>
            </p:cNvPr>
            <p:cNvSpPr>
              <a:spLocks noChangeArrowheads="1"/>
            </p:cNvSpPr>
            <p:nvPr/>
          </p:nvSpPr>
          <p:spPr bwMode="auto">
            <a:xfrm>
              <a:off x="707410" y="5001162"/>
              <a:ext cx="87001" cy="8779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352">
              <a:extLst>
                <a:ext uri="{FF2B5EF4-FFF2-40B4-BE49-F238E27FC236}">
                  <a16:creationId xmlns:a16="http://schemas.microsoft.com/office/drawing/2014/main" id="{0A08F133-5690-6755-E0D3-900559310EB6}"/>
                </a:ext>
              </a:extLst>
            </p:cNvPr>
            <p:cNvSpPr>
              <a:spLocks/>
            </p:cNvSpPr>
            <p:nvPr/>
          </p:nvSpPr>
          <p:spPr bwMode="auto">
            <a:xfrm>
              <a:off x="678192" y="5096121"/>
              <a:ext cx="146066" cy="73432"/>
            </a:xfrm>
            <a:custGeom>
              <a:avLst/>
              <a:gdLst>
                <a:gd name="T0" fmla="*/ 54 w 77"/>
                <a:gd name="T1" fmla="*/ 0 h 39"/>
                <a:gd name="T2" fmla="*/ 23 w 77"/>
                <a:gd name="T3" fmla="*/ 0 h 39"/>
                <a:gd name="T4" fmla="*/ 0 w 77"/>
                <a:gd name="T5" fmla="*/ 23 h 39"/>
                <a:gd name="T6" fmla="*/ 0 w 77"/>
                <a:gd name="T7" fmla="*/ 39 h 39"/>
                <a:gd name="T8" fmla="*/ 77 w 77"/>
                <a:gd name="T9" fmla="*/ 39 h 39"/>
                <a:gd name="T10" fmla="*/ 77 w 77"/>
                <a:gd name="T11" fmla="*/ 23 h 39"/>
                <a:gd name="T12" fmla="*/ 54 w 77"/>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7" h="39">
                  <a:moveTo>
                    <a:pt x="54" y="0"/>
                  </a:moveTo>
                  <a:cubicBezTo>
                    <a:pt x="23" y="0"/>
                    <a:pt x="23" y="0"/>
                    <a:pt x="23" y="0"/>
                  </a:cubicBezTo>
                  <a:cubicBezTo>
                    <a:pt x="10" y="0"/>
                    <a:pt x="0" y="11"/>
                    <a:pt x="0" y="23"/>
                  </a:cubicBezTo>
                  <a:cubicBezTo>
                    <a:pt x="0" y="39"/>
                    <a:pt x="0" y="39"/>
                    <a:pt x="0" y="39"/>
                  </a:cubicBezTo>
                  <a:cubicBezTo>
                    <a:pt x="77" y="39"/>
                    <a:pt x="77" y="39"/>
                    <a:pt x="77" y="39"/>
                  </a:cubicBezTo>
                  <a:cubicBezTo>
                    <a:pt x="77" y="23"/>
                    <a:pt x="77" y="23"/>
                    <a:pt x="77" y="23"/>
                  </a:cubicBezTo>
                  <a:cubicBezTo>
                    <a:pt x="77" y="11"/>
                    <a:pt x="66" y="0"/>
                    <a:pt x="5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353">
              <a:extLst>
                <a:ext uri="{FF2B5EF4-FFF2-40B4-BE49-F238E27FC236}">
                  <a16:creationId xmlns:a16="http://schemas.microsoft.com/office/drawing/2014/main" id="{B42EA23D-1C9C-5D93-40BE-F6E2398EA198}"/>
                </a:ext>
              </a:extLst>
            </p:cNvPr>
            <p:cNvSpPr>
              <a:spLocks/>
            </p:cNvSpPr>
            <p:nvPr/>
          </p:nvSpPr>
          <p:spPr bwMode="auto">
            <a:xfrm>
              <a:off x="920867" y="4851012"/>
              <a:ext cx="110148" cy="143671"/>
            </a:xfrm>
            <a:custGeom>
              <a:avLst/>
              <a:gdLst>
                <a:gd name="T0" fmla="*/ 53 w 58"/>
                <a:gd name="T1" fmla="*/ 75 h 76"/>
                <a:gd name="T2" fmla="*/ 58 w 58"/>
                <a:gd name="T3" fmla="*/ 76 h 76"/>
                <a:gd name="T4" fmla="*/ 3 w 58"/>
                <a:gd name="T5" fmla="*/ 0 h 76"/>
                <a:gd name="T6" fmla="*/ 0 w 58"/>
                <a:gd name="T7" fmla="*/ 3 h 76"/>
                <a:gd name="T8" fmla="*/ 53 w 58"/>
                <a:gd name="T9" fmla="*/ 75 h 76"/>
              </a:gdLst>
              <a:ahLst/>
              <a:cxnLst>
                <a:cxn ang="0">
                  <a:pos x="T0" y="T1"/>
                </a:cxn>
                <a:cxn ang="0">
                  <a:pos x="T2" y="T3"/>
                </a:cxn>
                <a:cxn ang="0">
                  <a:pos x="T4" y="T5"/>
                </a:cxn>
                <a:cxn ang="0">
                  <a:pos x="T6" y="T7"/>
                </a:cxn>
                <a:cxn ang="0">
                  <a:pos x="T8" y="T9"/>
                </a:cxn>
              </a:cxnLst>
              <a:rect l="0" t="0" r="r" b="b"/>
              <a:pathLst>
                <a:path w="58" h="76">
                  <a:moveTo>
                    <a:pt x="53" y="75"/>
                  </a:moveTo>
                  <a:cubicBezTo>
                    <a:pt x="55" y="75"/>
                    <a:pt x="56" y="75"/>
                    <a:pt x="58" y="76"/>
                  </a:cubicBezTo>
                  <a:cubicBezTo>
                    <a:pt x="57" y="41"/>
                    <a:pt x="35" y="11"/>
                    <a:pt x="3" y="0"/>
                  </a:cubicBezTo>
                  <a:cubicBezTo>
                    <a:pt x="3" y="1"/>
                    <a:pt x="2" y="2"/>
                    <a:pt x="0" y="3"/>
                  </a:cubicBezTo>
                  <a:cubicBezTo>
                    <a:pt x="31" y="13"/>
                    <a:pt x="52" y="42"/>
                    <a:pt x="53" y="7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354">
              <a:extLst>
                <a:ext uri="{FF2B5EF4-FFF2-40B4-BE49-F238E27FC236}">
                  <a16:creationId xmlns:a16="http://schemas.microsoft.com/office/drawing/2014/main" id="{7BFFE8EF-82B4-CF6F-5B7C-379D4415035C}"/>
                </a:ext>
              </a:extLst>
            </p:cNvPr>
            <p:cNvSpPr>
              <a:spLocks/>
            </p:cNvSpPr>
            <p:nvPr/>
          </p:nvSpPr>
          <p:spPr bwMode="auto">
            <a:xfrm>
              <a:off x="832400" y="5134267"/>
              <a:ext cx="105586" cy="23374"/>
            </a:xfrm>
            <a:custGeom>
              <a:avLst/>
              <a:gdLst>
                <a:gd name="T0" fmla="*/ 22 w 55"/>
                <a:gd name="T1" fmla="*/ 7 h 12"/>
                <a:gd name="T2" fmla="*/ 0 w 55"/>
                <a:gd name="T3" fmla="*/ 4 h 12"/>
                <a:gd name="T4" fmla="*/ 0 w 55"/>
                <a:gd name="T5" fmla="*/ 9 h 12"/>
                <a:gd name="T6" fmla="*/ 22 w 55"/>
                <a:gd name="T7" fmla="*/ 12 h 12"/>
                <a:gd name="T8" fmla="*/ 55 w 55"/>
                <a:gd name="T9" fmla="*/ 5 h 12"/>
                <a:gd name="T10" fmla="*/ 55 w 55"/>
                <a:gd name="T11" fmla="*/ 3 h 12"/>
                <a:gd name="T12" fmla="*/ 55 w 55"/>
                <a:gd name="T13" fmla="*/ 0 h 12"/>
                <a:gd name="T14" fmla="*/ 22 w 55"/>
                <a:gd name="T15" fmla="*/ 7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12">
                  <a:moveTo>
                    <a:pt x="22" y="7"/>
                  </a:moveTo>
                  <a:cubicBezTo>
                    <a:pt x="14" y="7"/>
                    <a:pt x="7" y="6"/>
                    <a:pt x="0" y="4"/>
                  </a:cubicBezTo>
                  <a:cubicBezTo>
                    <a:pt x="0" y="9"/>
                    <a:pt x="0" y="9"/>
                    <a:pt x="0" y="9"/>
                  </a:cubicBezTo>
                  <a:cubicBezTo>
                    <a:pt x="7" y="11"/>
                    <a:pt x="14" y="12"/>
                    <a:pt x="22" y="12"/>
                  </a:cubicBezTo>
                  <a:cubicBezTo>
                    <a:pt x="34" y="12"/>
                    <a:pt x="45" y="9"/>
                    <a:pt x="55" y="5"/>
                  </a:cubicBezTo>
                  <a:cubicBezTo>
                    <a:pt x="55" y="3"/>
                    <a:pt x="55" y="3"/>
                    <a:pt x="55" y="3"/>
                  </a:cubicBezTo>
                  <a:cubicBezTo>
                    <a:pt x="55" y="2"/>
                    <a:pt x="55" y="1"/>
                    <a:pt x="55" y="0"/>
                  </a:cubicBezTo>
                  <a:cubicBezTo>
                    <a:pt x="45" y="4"/>
                    <a:pt x="34" y="7"/>
                    <a:pt x="22"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355">
              <a:extLst>
                <a:ext uri="{FF2B5EF4-FFF2-40B4-BE49-F238E27FC236}">
                  <a16:creationId xmlns:a16="http://schemas.microsoft.com/office/drawing/2014/main" id="{E8589986-E8F9-1825-FE88-BFF93F1CBA50}"/>
                </a:ext>
              </a:extLst>
            </p:cNvPr>
            <p:cNvSpPr>
              <a:spLocks/>
            </p:cNvSpPr>
            <p:nvPr/>
          </p:nvSpPr>
          <p:spPr bwMode="auto">
            <a:xfrm>
              <a:off x="717150" y="4845331"/>
              <a:ext cx="124515" cy="161231"/>
            </a:xfrm>
            <a:custGeom>
              <a:avLst/>
              <a:gdLst>
                <a:gd name="T0" fmla="*/ 5 w 66"/>
                <a:gd name="T1" fmla="*/ 82 h 85"/>
                <a:gd name="T2" fmla="*/ 4 w 66"/>
                <a:gd name="T3" fmla="*/ 80 h 85"/>
                <a:gd name="T4" fmla="*/ 66 w 66"/>
                <a:gd name="T5" fmla="*/ 4 h 85"/>
                <a:gd name="T6" fmla="*/ 64 w 66"/>
                <a:gd name="T7" fmla="*/ 0 h 85"/>
                <a:gd name="T8" fmla="*/ 0 w 66"/>
                <a:gd name="T9" fmla="*/ 80 h 85"/>
                <a:gd name="T10" fmla="*/ 0 w 66"/>
                <a:gd name="T11" fmla="*/ 85 h 85"/>
                <a:gd name="T12" fmla="*/ 5 w 66"/>
                <a:gd name="T13" fmla="*/ 82 h 85"/>
              </a:gdLst>
              <a:ahLst/>
              <a:cxnLst>
                <a:cxn ang="0">
                  <a:pos x="T0" y="T1"/>
                </a:cxn>
                <a:cxn ang="0">
                  <a:pos x="T2" y="T3"/>
                </a:cxn>
                <a:cxn ang="0">
                  <a:pos x="T4" y="T5"/>
                </a:cxn>
                <a:cxn ang="0">
                  <a:pos x="T6" y="T7"/>
                </a:cxn>
                <a:cxn ang="0">
                  <a:pos x="T8" y="T9"/>
                </a:cxn>
                <a:cxn ang="0">
                  <a:pos x="T10" y="T11"/>
                </a:cxn>
                <a:cxn ang="0">
                  <a:pos x="T12" y="T13"/>
                </a:cxn>
              </a:cxnLst>
              <a:rect l="0" t="0" r="r" b="b"/>
              <a:pathLst>
                <a:path w="66" h="85">
                  <a:moveTo>
                    <a:pt x="5" y="82"/>
                  </a:moveTo>
                  <a:cubicBezTo>
                    <a:pt x="4" y="81"/>
                    <a:pt x="4" y="80"/>
                    <a:pt x="4" y="80"/>
                  </a:cubicBezTo>
                  <a:cubicBezTo>
                    <a:pt x="4" y="42"/>
                    <a:pt x="31" y="11"/>
                    <a:pt x="66" y="4"/>
                  </a:cubicBezTo>
                  <a:cubicBezTo>
                    <a:pt x="66" y="3"/>
                    <a:pt x="65" y="1"/>
                    <a:pt x="64" y="0"/>
                  </a:cubicBezTo>
                  <a:cubicBezTo>
                    <a:pt x="27" y="8"/>
                    <a:pt x="0" y="41"/>
                    <a:pt x="0" y="80"/>
                  </a:cubicBezTo>
                  <a:cubicBezTo>
                    <a:pt x="0" y="82"/>
                    <a:pt x="0" y="83"/>
                    <a:pt x="0" y="85"/>
                  </a:cubicBezTo>
                  <a:cubicBezTo>
                    <a:pt x="1" y="84"/>
                    <a:pt x="3" y="83"/>
                    <a:pt x="5" y="8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C997C6E6-5CCE-5FAC-91CC-A4FCE3001355}"/>
              </a:ext>
            </a:extLst>
          </p:cNvPr>
          <p:cNvGrpSpPr/>
          <p:nvPr/>
        </p:nvGrpSpPr>
        <p:grpSpPr>
          <a:xfrm>
            <a:off x="969341" y="3146946"/>
            <a:ext cx="371628" cy="320037"/>
            <a:chOff x="691798" y="2937832"/>
            <a:chExt cx="371628" cy="320037"/>
          </a:xfrm>
        </p:grpSpPr>
        <p:sp>
          <p:nvSpPr>
            <p:cNvPr id="23" name="Freeform 225">
              <a:extLst>
                <a:ext uri="{FF2B5EF4-FFF2-40B4-BE49-F238E27FC236}">
                  <a16:creationId xmlns:a16="http://schemas.microsoft.com/office/drawing/2014/main" id="{879F089D-D128-3116-6606-35DAA03FCD72}"/>
                </a:ext>
              </a:extLst>
            </p:cNvPr>
            <p:cNvSpPr>
              <a:spLocks/>
            </p:cNvSpPr>
            <p:nvPr/>
          </p:nvSpPr>
          <p:spPr bwMode="auto">
            <a:xfrm>
              <a:off x="691798" y="3241628"/>
              <a:ext cx="371628" cy="16241"/>
            </a:xfrm>
            <a:custGeom>
              <a:avLst/>
              <a:gdLst>
                <a:gd name="T0" fmla="*/ 5 w 164"/>
                <a:gd name="T1" fmla="*/ 7 h 7"/>
                <a:gd name="T2" fmla="*/ 157 w 164"/>
                <a:gd name="T3" fmla="*/ 7 h 7"/>
                <a:gd name="T4" fmla="*/ 157 w 164"/>
                <a:gd name="T5" fmla="*/ 7 h 7"/>
                <a:gd name="T6" fmla="*/ 161 w 164"/>
                <a:gd name="T7" fmla="*/ 0 h 7"/>
                <a:gd name="T8" fmla="*/ 157 w 164"/>
                <a:gd name="T9" fmla="*/ 1 h 7"/>
                <a:gd name="T10" fmla="*/ 5 w 164"/>
                <a:gd name="T11" fmla="*/ 1 h 7"/>
                <a:gd name="T12" fmla="*/ 1 w 164"/>
                <a:gd name="T13" fmla="*/ 0 h 7"/>
                <a:gd name="T14" fmla="*/ 5 w 164"/>
                <a:gd name="T15" fmla="*/ 7 h 7"/>
                <a:gd name="T16" fmla="*/ 5 w 164"/>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7">
                  <a:moveTo>
                    <a:pt x="5" y="7"/>
                  </a:moveTo>
                  <a:cubicBezTo>
                    <a:pt x="157" y="7"/>
                    <a:pt x="157" y="7"/>
                    <a:pt x="157" y="7"/>
                  </a:cubicBezTo>
                  <a:cubicBezTo>
                    <a:pt x="157" y="7"/>
                    <a:pt x="157" y="7"/>
                    <a:pt x="157" y="7"/>
                  </a:cubicBezTo>
                  <a:cubicBezTo>
                    <a:pt x="161" y="7"/>
                    <a:pt x="164" y="3"/>
                    <a:pt x="161" y="0"/>
                  </a:cubicBezTo>
                  <a:cubicBezTo>
                    <a:pt x="160" y="0"/>
                    <a:pt x="158" y="1"/>
                    <a:pt x="157" y="1"/>
                  </a:cubicBezTo>
                  <a:cubicBezTo>
                    <a:pt x="5" y="1"/>
                    <a:pt x="5" y="1"/>
                    <a:pt x="5" y="1"/>
                  </a:cubicBezTo>
                  <a:cubicBezTo>
                    <a:pt x="4" y="1"/>
                    <a:pt x="2" y="0"/>
                    <a:pt x="1" y="0"/>
                  </a:cubicBezTo>
                  <a:cubicBezTo>
                    <a:pt x="0" y="3"/>
                    <a:pt x="1" y="7"/>
                    <a:pt x="5" y="7"/>
                  </a:cubicBezTo>
                  <a:cubicBezTo>
                    <a:pt x="5" y="7"/>
                    <a:pt x="5" y="7"/>
                    <a:pt x="5"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6">
              <a:extLst>
                <a:ext uri="{FF2B5EF4-FFF2-40B4-BE49-F238E27FC236}">
                  <a16:creationId xmlns:a16="http://schemas.microsoft.com/office/drawing/2014/main" id="{DDE2B156-40B5-3B4E-3D5E-2DB9A3CACEF2}"/>
                </a:ext>
              </a:extLst>
            </p:cNvPr>
            <p:cNvSpPr>
              <a:spLocks noEditPoints="1"/>
            </p:cNvSpPr>
            <p:nvPr/>
          </p:nvSpPr>
          <p:spPr bwMode="auto">
            <a:xfrm>
              <a:off x="691798" y="3155648"/>
              <a:ext cx="367807" cy="74516"/>
            </a:xfrm>
            <a:custGeom>
              <a:avLst/>
              <a:gdLst>
                <a:gd name="T0" fmla="*/ 72 w 162"/>
                <a:gd name="T1" fmla="*/ 30 h 33"/>
                <a:gd name="T2" fmla="*/ 74 w 162"/>
                <a:gd name="T3" fmla="*/ 26 h 33"/>
                <a:gd name="T4" fmla="*/ 89 w 162"/>
                <a:gd name="T5" fmla="*/ 26 h 33"/>
                <a:gd name="T6" fmla="*/ 91 w 162"/>
                <a:gd name="T7" fmla="*/ 30 h 33"/>
                <a:gd name="T8" fmla="*/ 72 w 162"/>
                <a:gd name="T9" fmla="*/ 30 h 33"/>
                <a:gd name="T10" fmla="*/ 72 w 162"/>
                <a:gd name="T11" fmla="*/ 30 h 33"/>
                <a:gd name="T12" fmla="*/ 16 w 162"/>
                <a:gd name="T13" fmla="*/ 13 h 33"/>
                <a:gd name="T14" fmla="*/ 146 w 162"/>
                <a:gd name="T15" fmla="*/ 13 h 33"/>
                <a:gd name="T16" fmla="*/ 146 w 162"/>
                <a:gd name="T17" fmla="*/ 17 h 33"/>
                <a:gd name="T18" fmla="*/ 16 w 162"/>
                <a:gd name="T19" fmla="*/ 17 h 33"/>
                <a:gd name="T20" fmla="*/ 16 w 162"/>
                <a:gd name="T21" fmla="*/ 13 h 33"/>
                <a:gd name="T22" fmla="*/ 16 w 162"/>
                <a:gd name="T23" fmla="*/ 13 h 33"/>
                <a:gd name="T24" fmla="*/ 12 w 162"/>
                <a:gd name="T25" fmla="*/ 19 h 33"/>
                <a:gd name="T26" fmla="*/ 150 w 162"/>
                <a:gd name="T27" fmla="*/ 19 h 33"/>
                <a:gd name="T28" fmla="*/ 150 w 162"/>
                <a:gd name="T29" fmla="*/ 23 h 33"/>
                <a:gd name="T30" fmla="*/ 12 w 162"/>
                <a:gd name="T31" fmla="*/ 23 h 33"/>
                <a:gd name="T32" fmla="*/ 12 w 162"/>
                <a:gd name="T33" fmla="*/ 19 h 33"/>
                <a:gd name="T34" fmla="*/ 12 w 162"/>
                <a:gd name="T35" fmla="*/ 19 h 33"/>
                <a:gd name="T36" fmla="*/ 155 w 162"/>
                <a:gd name="T37" fmla="*/ 33 h 33"/>
                <a:gd name="T38" fmla="*/ 7 w 162"/>
                <a:gd name="T39" fmla="*/ 32 h 33"/>
                <a:gd name="T40" fmla="*/ 3 w 162"/>
                <a:gd name="T41" fmla="*/ 24 h 33"/>
                <a:gd name="T42" fmla="*/ 14 w 162"/>
                <a:gd name="T43" fmla="*/ 6 h 33"/>
                <a:gd name="T44" fmla="*/ 25 w 162"/>
                <a:gd name="T45" fmla="*/ 0 h 33"/>
                <a:gd name="T46" fmla="*/ 138 w 162"/>
                <a:gd name="T47" fmla="*/ 0 h 33"/>
                <a:gd name="T48" fmla="*/ 149 w 162"/>
                <a:gd name="T49" fmla="*/ 6 h 33"/>
                <a:gd name="T50" fmla="*/ 160 w 162"/>
                <a:gd name="T51" fmla="*/ 25 h 33"/>
                <a:gd name="T52" fmla="*/ 155 w 162"/>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2" h="33">
                  <a:moveTo>
                    <a:pt x="72" y="30"/>
                  </a:moveTo>
                  <a:cubicBezTo>
                    <a:pt x="74" y="26"/>
                    <a:pt x="74" y="26"/>
                    <a:pt x="74" y="26"/>
                  </a:cubicBezTo>
                  <a:cubicBezTo>
                    <a:pt x="89" y="26"/>
                    <a:pt x="89" y="26"/>
                    <a:pt x="89" y="26"/>
                  </a:cubicBezTo>
                  <a:cubicBezTo>
                    <a:pt x="91" y="30"/>
                    <a:pt x="91" y="30"/>
                    <a:pt x="91" y="30"/>
                  </a:cubicBezTo>
                  <a:cubicBezTo>
                    <a:pt x="72" y="30"/>
                    <a:pt x="72" y="30"/>
                    <a:pt x="72" y="30"/>
                  </a:cubicBezTo>
                  <a:cubicBezTo>
                    <a:pt x="72" y="30"/>
                    <a:pt x="72" y="30"/>
                    <a:pt x="72" y="30"/>
                  </a:cubicBezTo>
                  <a:close/>
                  <a:moveTo>
                    <a:pt x="16" y="13"/>
                  </a:moveTo>
                  <a:cubicBezTo>
                    <a:pt x="146" y="13"/>
                    <a:pt x="146" y="13"/>
                    <a:pt x="146" y="13"/>
                  </a:cubicBezTo>
                  <a:cubicBezTo>
                    <a:pt x="146" y="17"/>
                    <a:pt x="146" y="17"/>
                    <a:pt x="146" y="17"/>
                  </a:cubicBezTo>
                  <a:cubicBezTo>
                    <a:pt x="16" y="17"/>
                    <a:pt x="16" y="17"/>
                    <a:pt x="16" y="17"/>
                  </a:cubicBezTo>
                  <a:cubicBezTo>
                    <a:pt x="16" y="13"/>
                    <a:pt x="16" y="13"/>
                    <a:pt x="16" y="13"/>
                  </a:cubicBezTo>
                  <a:cubicBezTo>
                    <a:pt x="16" y="13"/>
                    <a:pt x="16" y="13"/>
                    <a:pt x="16" y="13"/>
                  </a:cubicBezTo>
                  <a:close/>
                  <a:moveTo>
                    <a:pt x="12" y="19"/>
                  </a:moveTo>
                  <a:cubicBezTo>
                    <a:pt x="150" y="19"/>
                    <a:pt x="150" y="19"/>
                    <a:pt x="150" y="19"/>
                  </a:cubicBezTo>
                  <a:cubicBezTo>
                    <a:pt x="150" y="23"/>
                    <a:pt x="150" y="23"/>
                    <a:pt x="150" y="23"/>
                  </a:cubicBezTo>
                  <a:cubicBezTo>
                    <a:pt x="12" y="23"/>
                    <a:pt x="12" y="23"/>
                    <a:pt x="12" y="23"/>
                  </a:cubicBezTo>
                  <a:cubicBezTo>
                    <a:pt x="12" y="19"/>
                    <a:pt x="12" y="19"/>
                    <a:pt x="12" y="19"/>
                  </a:cubicBezTo>
                  <a:cubicBezTo>
                    <a:pt x="12" y="19"/>
                    <a:pt x="12" y="19"/>
                    <a:pt x="12" y="19"/>
                  </a:cubicBezTo>
                  <a:close/>
                  <a:moveTo>
                    <a:pt x="155" y="33"/>
                  </a:moveTo>
                  <a:cubicBezTo>
                    <a:pt x="7" y="32"/>
                    <a:pt x="7" y="32"/>
                    <a:pt x="7" y="32"/>
                  </a:cubicBezTo>
                  <a:cubicBezTo>
                    <a:pt x="3" y="32"/>
                    <a:pt x="0" y="28"/>
                    <a:pt x="3" y="24"/>
                  </a:cubicBezTo>
                  <a:cubicBezTo>
                    <a:pt x="14" y="6"/>
                    <a:pt x="14" y="6"/>
                    <a:pt x="14" y="6"/>
                  </a:cubicBezTo>
                  <a:cubicBezTo>
                    <a:pt x="16" y="2"/>
                    <a:pt x="21" y="0"/>
                    <a:pt x="25" y="0"/>
                  </a:cubicBezTo>
                  <a:cubicBezTo>
                    <a:pt x="138" y="0"/>
                    <a:pt x="138" y="0"/>
                    <a:pt x="138" y="0"/>
                  </a:cubicBezTo>
                  <a:cubicBezTo>
                    <a:pt x="143" y="0"/>
                    <a:pt x="147" y="2"/>
                    <a:pt x="149" y="6"/>
                  </a:cubicBezTo>
                  <a:cubicBezTo>
                    <a:pt x="160" y="25"/>
                    <a:pt x="160" y="25"/>
                    <a:pt x="160" y="25"/>
                  </a:cubicBezTo>
                  <a:cubicBezTo>
                    <a:pt x="162" y="28"/>
                    <a:pt x="159" y="33"/>
                    <a:pt x="155"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227">
              <a:extLst>
                <a:ext uri="{FF2B5EF4-FFF2-40B4-BE49-F238E27FC236}">
                  <a16:creationId xmlns:a16="http://schemas.microsoft.com/office/drawing/2014/main" id="{A1FE0DB7-2FEC-ADD3-E27E-64F4386DAE3E}"/>
                </a:ext>
              </a:extLst>
            </p:cNvPr>
            <p:cNvSpPr>
              <a:spLocks noEditPoints="1"/>
            </p:cNvSpPr>
            <p:nvPr/>
          </p:nvSpPr>
          <p:spPr bwMode="auto">
            <a:xfrm>
              <a:off x="728101" y="2937832"/>
              <a:ext cx="303798" cy="206352"/>
            </a:xfrm>
            <a:custGeom>
              <a:avLst/>
              <a:gdLst>
                <a:gd name="T0" fmla="*/ 126 w 134"/>
                <a:gd name="T1" fmla="*/ 0 h 91"/>
                <a:gd name="T2" fmla="*/ 8 w 134"/>
                <a:gd name="T3" fmla="*/ 0 h 91"/>
                <a:gd name="T4" fmla="*/ 0 w 134"/>
                <a:gd name="T5" fmla="*/ 8 h 91"/>
                <a:gd name="T6" fmla="*/ 0 w 134"/>
                <a:gd name="T7" fmla="*/ 83 h 91"/>
                <a:gd name="T8" fmla="*/ 8 w 134"/>
                <a:gd name="T9" fmla="*/ 91 h 91"/>
                <a:gd name="T10" fmla="*/ 126 w 134"/>
                <a:gd name="T11" fmla="*/ 91 h 91"/>
                <a:gd name="T12" fmla="*/ 134 w 134"/>
                <a:gd name="T13" fmla="*/ 83 h 91"/>
                <a:gd name="T14" fmla="*/ 134 w 134"/>
                <a:gd name="T15" fmla="*/ 8 h 91"/>
                <a:gd name="T16" fmla="*/ 126 w 134"/>
                <a:gd name="T17" fmla="*/ 0 h 91"/>
                <a:gd name="T18" fmla="*/ 126 w 134"/>
                <a:gd name="T19" fmla="*/ 83 h 91"/>
                <a:gd name="T20" fmla="*/ 8 w 134"/>
                <a:gd name="T21" fmla="*/ 83 h 91"/>
                <a:gd name="T22" fmla="*/ 8 w 134"/>
                <a:gd name="T23" fmla="*/ 8 h 91"/>
                <a:gd name="T24" fmla="*/ 126 w 134"/>
                <a:gd name="T25" fmla="*/ 8 h 91"/>
                <a:gd name="T26" fmla="*/ 126 w 134"/>
                <a:gd name="T27" fmla="*/ 8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4" h="91">
                  <a:moveTo>
                    <a:pt x="126" y="0"/>
                  </a:moveTo>
                  <a:cubicBezTo>
                    <a:pt x="8" y="0"/>
                    <a:pt x="8" y="0"/>
                    <a:pt x="8" y="0"/>
                  </a:cubicBezTo>
                  <a:cubicBezTo>
                    <a:pt x="4" y="0"/>
                    <a:pt x="0" y="4"/>
                    <a:pt x="0" y="8"/>
                  </a:cubicBezTo>
                  <a:cubicBezTo>
                    <a:pt x="0" y="83"/>
                    <a:pt x="0" y="83"/>
                    <a:pt x="0" y="83"/>
                  </a:cubicBezTo>
                  <a:cubicBezTo>
                    <a:pt x="0" y="87"/>
                    <a:pt x="4" y="91"/>
                    <a:pt x="8" y="91"/>
                  </a:cubicBezTo>
                  <a:cubicBezTo>
                    <a:pt x="126" y="91"/>
                    <a:pt x="126" y="91"/>
                    <a:pt x="126" y="91"/>
                  </a:cubicBezTo>
                  <a:cubicBezTo>
                    <a:pt x="130" y="91"/>
                    <a:pt x="134" y="87"/>
                    <a:pt x="134" y="83"/>
                  </a:cubicBezTo>
                  <a:cubicBezTo>
                    <a:pt x="134" y="8"/>
                    <a:pt x="134" y="8"/>
                    <a:pt x="134" y="8"/>
                  </a:cubicBezTo>
                  <a:cubicBezTo>
                    <a:pt x="134" y="4"/>
                    <a:pt x="130" y="0"/>
                    <a:pt x="126" y="0"/>
                  </a:cubicBezTo>
                  <a:close/>
                  <a:moveTo>
                    <a:pt x="126" y="83"/>
                  </a:moveTo>
                  <a:cubicBezTo>
                    <a:pt x="8" y="83"/>
                    <a:pt x="8" y="83"/>
                    <a:pt x="8" y="83"/>
                  </a:cubicBezTo>
                  <a:cubicBezTo>
                    <a:pt x="8" y="8"/>
                    <a:pt x="8" y="8"/>
                    <a:pt x="8" y="8"/>
                  </a:cubicBezTo>
                  <a:cubicBezTo>
                    <a:pt x="126" y="8"/>
                    <a:pt x="126" y="8"/>
                    <a:pt x="126" y="8"/>
                  </a:cubicBezTo>
                  <a:lnTo>
                    <a:pt x="126"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28">
              <a:extLst>
                <a:ext uri="{FF2B5EF4-FFF2-40B4-BE49-F238E27FC236}">
                  <a16:creationId xmlns:a16="http://schemas.microsoft.com/office/drawing/2014/main" id="{F4FE882D-4C3B-B167-7ECE-23E073CADA0E}"/>
                </a:ext>
              </a:extLst>
            </p:cNvPr>
            <p:cNvSpPr>
              <a:spLocks/>
            </p:cNvSpPr>
            <p:nvPr/>
          </p:nvSpPr>
          <p:spPr bwMode="auto">
            <a:xfrm>
              <a:off x="898152" y="2998973"/>
              <a:ext cx="34392" cy="36303"/>
            </a:xfrm>
            <a:custGeom>
              <a:avLst/>
              <a:gdLst>
                <a:gd name="T0" fmla="*/ 9 w 15"/>
                <a:gd name="T1" fmla="*/ 16 h 16"/>
                <a:gd name="T2" fmla="*/ 15 w 15"/>
                <a:gd name="T3" fmla="*/ 16 h 16"/>
                <a:gd name="T4" fmla="*/ 2 w 15"/>
                <a:gd name="T5" fmla="*/ 0 h 16"/>
                <a:gd name="T6" fmla="*/ 0 w 15"/>
                <a:gd name="T7" fmla="*/ 5 h 16"/>
                <a:gd name="T8" fmla="*/ 0 w 15"/>
                <a:gd name="T9" fmla="*/ 6 h 16"/>
                <a:gd name="T10" fmla="*/ 9 w 15"/>
                <a:gd name="T11" fmla="*/ 16 h 16"/>
              </a:gdLst>
              <a:ahLst/>
              <a:cxnLst>
                <a:cxn ang="0">
                  <a:pos x="T0" y="T1"/>
                </a:cxn>
                <a:cxn ang="0">
                  <a:pos x="T2" y="T3"/>
                </a:cxn>
                <a:cxn ang="0">
                  <a:pos x="T4" y="T5"/>
                </a:cxn>
                <a:cxn ang="0">
                  <a:pos x="T6" y="T7"/>
                </a:cxn>
                <a:cxn ang="0">
                  <a:pos x="T8" y="T9"/>
                </a:cxn>
                <a:cxn ang="0">
                  <a:pos x="T10" y="T11"/>
                </a:cxn>
              </a:cxnLst>
              <a:rect l="0" t="0" r="r" b="b"/>
              <a:pathLst>
                <a:path w="15" h="16">
                  <a:moveTo>
                    <a:pt x="9" y="16"/>
                  </a:moveTo>
                  <a:cubicBezTo>
                    <a:pt x="11" y="16"/>
                    <a:pt x="13" y="16"/>
                    <a:pt x="15" y="16"/>
                  </a:cubicBezTo>
                  <a:cubicBezTo>
                    <a:pt x="13" y="9"/>
                    <a:pt x="9" y="3"/>
                    <a:pt x="2" y="0"/>
                  </a:cubicBezTo>
                  <a:cubicBezTo>
                    <a:pt x="2" y="1"/>
                    <a:pt x="1" y="3"/>
                    <a:pt x="0" y="5"/>
                  </a:cubicBezTo>
                  <a:cubicBezTo>
                    <a:pt x="0" y="5"/>
                    <a:pt x="0" y="5"/>
                    <a:pt x="0" y="6"/>
                  </a:cubicBezTo>
                  <a:cubicBezTo>
                    <a:pt x="4" y="8"/>
                    <a:pt x="7" y="12"/>
                    <a:pt x="9"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29">
              <a:extLst>
                <a:ext uri="{FF2B5EF4-FFF2-40B4-BE49-F238E27FC236}">
                  <a16:creationId xmlns:a16="http://schemas.microsoft.com/office/drawing/2014/main" id="{371CEF72-38AB-7320-E8D7-9C00B548672A}"/>
                </a:ext>
              </a:extLst>
            </p:cNvPr>
            <p:cNvSpPr>
              <a:spLocks/>
            </p:cNvSpPr>
            <p:nvPr/>
          </p:nvSpPr>
          <p:spPr bwMode="auto">
            <a:xfrm>
              <a:off x="825546" y="2994196"/>
              <a:ext cx="65919" cy="64008"/>
            </a:xfrm>
            <a:custGeom>
              <a:avLst/>
              <a:gdLst>
                <a:gd name="T0" fmla="*/ 4 w 29"/>
                <a:gd name="T1" fmla="*/ 27 h 28"/>
                <a:gd name="T2" fmla="*/ 7 w 29"/>
                <a:gd name="T3" fmla="*/ 26 h 28"/>
                <a:gd name="T4" fmla="*/ 7 w 29"/>
                <a:gd name="T5" fmla="*/ 23 h 28"/>
                <a:gd name="T6" fmla="*/ 24 w 29"/>
                <a:gd name="T7" fmla="*/ 6 h 28"/>
                <a:gd name="T8" fmla="*/ 27 w 29"/>
                <a:gd name="T9" fmla="*/ 6 h 28"/>
                <a:gd name="T10" fmla="*/ 28 w 29"/>
                <a:gd name="T11" fmla="*/ 4 h 28"/>
                <a:gd name="T12" fmla="*/ 29 w 29"/>
                <a:gd name="T13" fmla="*/ 0 h 28"/>
                <a:gd name="T14" fmla="*/ 24 w 29"/>
                <a:gd name="T15" fmla="*/ 0 h 28"/>
                <a:gd name="T16" fmla="*/ 0 w 29"/>
                <a:gd name="T17" fmla="*/ 23 h 28"/>
                <a:gd name="T18" fmla="*/ 1 w 29"/>
                <a:gd name="T19" fmla="*/ 28 h 28"/>
                <a:gd name="T20" fmla="*/ 4 w 29"/>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28">
                  <a:moveTo>
                    <a:pt x="4" y="27"/>
                  </a:moveTo>
                  <a:cubicBezTo>
                    <a:pt x="5" y="26"/>
                    <a:pt x="6" y="26"/>
                    <a:pt x="7" y="26"/>
                  </a:cubicBezTo>
                  <a:cubicBezTo>
                    <a:pt x="7" y="25"/>
                    <a:pt x="7" y="24"/>
                    <a:pt x="7" y="23"/>
                  </a:cubicBezTo>
                  <a:cubicBezTo>
                    <a:pt x="7" y="14"/>
                    <a:pt x="15" y="6"/>
                    <a:pt x="24" y="6"/>
                  </a:cubicBezTo>
                  <a:cubicBezTo>
                    <a:pt x="25" y="6"/>
                    <a:pt x="26" y="6"/>
                    <a:pt x="27" y="6"/>
                  </a:cubicBezTo>
                  <a:cubicBezTo>
                    <a:pt x="27" y="5"/>
                    <a:pt x="27" y="5"/>
                    <a:pt x="28" y="4"/>
                  </a:cubicBezTo>
                  <a:cubicBezTo>
                    <a:pt x="28" y="3"/>
                    <a:pt x="29" y="1"/>
                    <a:pt x="29" y="0"/>
                  </a:cubicBezTo>
                  <a:cubicBezTo>
                    <a:pt x="28" y="0"/>
                    <a:pt x="26" y="0"/>
                    <a:pt x="24" y="0"/>
                  </a:cubicBezTo>
                  <a:cubicBezTo>
                    <a:pt x="11" y="0"/>
                    <a:pt x="0" y="10"/>
                    <a:pt x="0" y="23"/>
                  </a:cubicBezTo>
                  <a:cubicBezTo>
                    <a:pt x="0" y="25"/>
                    <a:pt x="1" y="26"/>
                    <a:pt x="1" y="28"/>
                  </a:cubicBezTo>
                  <a:cubicBezTo>
                    <a:pt x="2" y="27"/>
                    <a:pt x="3" y="27"/>
                    <a:pt x="4" y="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30">
              <a:extLst>
                <a:ext uri="{FF2B5EF4-FFF2-40B4-BE49-F238E27FC236}">
                  <a16:creationId xmlns:a16="http://schemas.microsoft.com/office/drawing/2014/main" id="{3B816368-8201-258D-77E6-59EF334D7558}"/>
                </a:ext>
              </a:extLst>
            </p:cNvPr>
            <p:cNvSpPr>
              <a:spLocks/>
            </p:cNvSpPr>
            <p:nvPr/>
          </p:nvSpPr>
          <p:spPr bwMode="auto">
            <a:xfrm>
              <a:off x="832233" y="3064891"/>
              <a:ext cx="61142" cy="36303"/>
            </a:xfrm>
            <a:custGeom>
              <a:avLst/>
              <a:gdLst>
                <a:gd name="T0" fmla="*/ 26 w 27"/>
                <a:gd name="T1" fmla="*/ 13 h 16"/>
                <a:gd name="T2" fmla="*/ 24 w 27"/>
                <a:gd name="T3" fmla="*/ 9 h 16"/>
                <a:gd name="T4" fmla="*/ 21 w 27"/>
                <a:gd name="T5" fmla="*/ 9 h 16"/>
                <a:gd name="T6" fmla="*/ 6 w 27"/>
                <a:gd name="T7" fmla="*/ 0 h 16"/>
                <a:gd name="T8" fmla="*/ 3 w 27"/>
                <a:gd name="T9" fmla="*/ 0 h 16"/>
                <a:gd name="T10" fmla="*/ 0 w 27"/>
                <a:gd name="T11" fmla="*/ 2 h 16"/>
                <a:gd name="T12" fmla="*/ 21 w 27"/>
                <a:gd name="T13" fmla="*/ 16 h 16"/>
                <a:gd name="T14" fmla="*/ 27 w 27"/>
                <a:gd name="T15" fmla="*/ 15 h 16"/>
                <a:gd name="T16" fmla="*/ 26 w 27"/>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6">
                  <a:moveTo>
                    <a:pt x="26" y="13"/>
                  </a:moveTo>
                  <a:cubicBezTo>
                    <a:pt x="25" y="12"/>
                    <a:pt x="24" y="10"/>
                    <a:pt x="24" y="9"/>
                  </a:cubicBezTo>
                  <a:cubicBezTo>
                    <a:pt x="23" y="9"/>
                    <a:pt x="22" y="9"/>
                    <a:pt x="21" y="9"/>
                  </a:cubicBezTo>
                  <a:cubicBezTo>
                    <a:pt x="14" y="9"/>
                    <a:pt x="8" y="5"/>
                    <a:pt x="6" y="0"/>
                  </a:cubicBezTo>
                  <a:cubicBezTo>
                    <a:pt x="5" y="0"/>
                    <a:pt x="4" y="0"/>
                    <a:pt x="3" y="0"/>
                  </a:cubicBezTo>
                  <a:cubicBezTo>
                    <a:pt x="2" y="1"/>
                    <a:pt x="1" y="1"/>
                    <a:pt x="0" y="2"/>
                  </a:cubicBezTo>
                  <a:cubicBezTo>
                    <a:pt x="3" y="10"/>
                    <a:pt x="11" y="16"/>
                    <a:pt x="21" y="16"/>
                  </a:cubicBezTo>
                  <a:cubicBezTo>
                    <a:pt x="23" y="16"/>
                    <a:pt x="25" y="15"/>
                    <a:pt x="27" y="15"/>
                  </a:cubicBezTo>
                  <a:cubicBezTo>
                    <a:pt x="27" y="14"/>
                    <a:pt x="26" y="14"/>
                    <a:pt x="26"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31">
              <a:extLst>
                <a:ext uri="{FF2B5EF4-FFF2-40B4-BE49-F238E27FC236}">
                  <a16:creationId xmlns:a16="http://schemas.microsoft.com/office/drawing/2014/main" id="{D58E3255-03D9-F62C-DFF5-242C758DB7BF}"/>
                </a:ext>
              </a:extLst>
            </p:cNvPr>
            <p:cNvSpPr>
              <a:spLocks/>
            </p:cNvSpPr>
            <p:nvPr/>
          </p:nvSpPr>
          <p:spPr bwMode="auto">
            <a:xfrm>
              <a:off x="898152" y="3046740"/>
              <a:ext cx="36303" cy="47767"/>
            </a:xfrm>
            <a:custGeom>
              <a:avLst/>
              <a:gdLst>
                <a:gd name="T0" fmla="*/ 9 w 16"/>
                <a:gd name="T1" fmla="*/ 0 h 21"/>
                <a:gd name="T2" fmla="*/ 0 w 16"/>
                <a:gd name="T3" fmla="*/ 15 h 21"/>
                <a:gd name="T4" fmla="*/ 1 w 16"/>
                <a:gd name="T5" fmla="*/ 19 h 21"/>
                <a:gd name="T6" fmla="*/ 3 w 16"/>
                <a:gd name="T7" fmla="*/ 21 h 21"/>
                <a:gd name="T8" fmla="*/ 16 w 16"/>
                <a:gd name="T9" fmla="*/ 0 h 21"/>
                <a:gd name="T10" fmla="*/ 9 w 16"/>
                <a:gd name="T11" fmla="*/ 0 h 21"/>
              </a:gdLst>
              <a:ahLst/>
              <a:cxnLst>
                <a:cxn ang="0">
                  <a:pos x="T0" y="T1"/>
                </a:cxn>
                <a:cxn ang="0">
                  <a:pos x="T2" y="T3"/>
                </a:cxn>
                <a:cxn ang="0">
                  <a:pos x="T4" y="T5"/>
                </a:cxn>
                <a:cxn ang="0">
                  <a:pos x="T6" y="T7"/>
                </a:cxn>
                <a:cxn ang="0">
                  <a:pos x="T8" y="T9"/>
                </a:cxn>
                <a:cxn ang="0">
                  <a:pos x="T10" y="T11"/>
                </a:cxn>
              </a:cxnLst>
              <a:rect l="0" t="0" r="r" b="b"/>
              <a:pathLst>
                <a:path w="16" h="21">
                  <a:moveTo>
                    <a:pt x="9" y="0"/>
                  </a:moveTo>
                  <a:cubicBezTo>
                    <a:pt x="9" y="7"/>
                    <a:pt x="5" y="13"/>
                    <a:pt x="0" y="15"/>
                  </a:cubicBezTo>
                  <a:cubicBezTo>
                    <a:pt x="0" y="16"/>
                    <a:pt x="1" y="18"/>
                    <a:pt x="1" y="19"/>
                  </a:cubicBezTo>
                  <a:cubicBezTo>
                    <a:pt x="2" y="19"/>
                    <a:pt x="2" y="20"/>
                    <a:pt x="3" y="21"/>
                  </a:cubicBezTo>
                  <a:cubicBezTo>
                    <a:pt x="10" y="17"/>
                    <a:pt x="16" y="9"/>
                    <a:pt x="16" y="0"/>
                  </a:cubicBezTo>
                  <a:cubicBezTo>
                    <a:pt x="14" y="0"/>
                    <a:pt x="11" y="0"/>
                    <a:pt x="9"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8" name="Group 277">
            <a:extLst>
              <a:ext uri="{FF2B5EF4-FFF2-40B4-BE49-F238E27FC236}">
                <a16:creationId xmlns:a16="http://schemas.microsoft.com/office/drawing/2014/main" id="{CA6060ED-E809-DC00-CECC-B278B7F83915}"/>
              </a:ext>
            </a:extLst>
          </p:cNvPr>
          <p:cNvGrpSpPr/>
          <p:nvPr/>
        </p:nvGrpSpPr>
        <p:grpSpPr>
          <a:xfrm>
            <a:off x="963588" y="1885364"/>
            <a:ext cx="383135" cy="411479"/>
            <a:chOff x="683301" y="3509097"/>
            <a:chExt cx="383135" cy="411479"/>
          </a:xfrm>
        </p:grpSpPr>
        <p:sp>
          <p:nvSpPr>
            <p:cNvPr id="279" name="Freeform 269">
              <a:extLst>
                <a:ext uri="{FF2B5EF4-FFF2-40B4-BE49-F238E27FC236}">
                  <a16:creationId xmlns:a16="http://schemas.microsoft.com/office/drawing/2014/main" id="{992F495F-D053-7C49-8E5D-0FB34E2E599C}"/>
                </a:ext>
              </a:extLst>
            </p:cNvPr>
            <p:cNvSpPr>
              <a:spLocks/>
            </p:cNvSpPr>
            <p:nvPr/>
          </p:nvSpPr>
          <p:spPr bwMode="auto">
            <a:xfrm>
              <a:off x="984140" y="3732210"/>
              <a:ext cx="65837" cy="96926"/>
            </a:xfrm>
            <a:custGeom>
              <a:avLst/>
              <a:gdLst>
                <a:gd name="T0" fmla="*/ 6 w 36"/>
                <a:gd name="T1" fmla="*/ 53 h 53"/>
                <a:gd name="T2" fmla="*/ 2 w 36"/>
                <a:gd name="T3" fmla="*/ 52 h 53"/>
                <a:gd name="T4" fmla="*/ 2 w 36"/>
                <a:gd name="T5" fmla="*/ 45 h 53"/>
                <a:gd name="T6" fmla="*/ 25 w 36"/>
                <a:gd name="T7" fmla="*/ 5 h 53"/>
                <a:gd name="T8" fmla="*/ 31 w 36"/>
                <a:gd name="T9" fmla="*/ 1 h 53"/>
                <a:gd name="T10" fmla="*/ 35 w 36"/>
                <a:gd name="T11" fmla="*/ 7 h 53"/>
                <a:gd name="T12" fmla="*/ 9 w 36"/>
                <a:gd name="T13" fmla="*/ 52 h 53"/>
                <a:gd name="T14" fmla="*/ 6 w 36"/>
                <a:gd name="T15" fmla="*/ 53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53">
                  <a:moveTo>
                    <a:pt x="6" y="53"/>
                  </a:moveTo>
                  <a:cubicBezTo>
                    <a:pt x="4" y="53"/>
                    <a:pt x="3" y="53"/>
                    <a:pt x="2" y="52"/>
                  </a:cubicBezTo>
                  <a:cubicBezTo>
                    <a:pt x="0" y="50"/>
                    <a:pt x="0" y="47"/>
                    <a:pt x="2" y="45"/>
                  </a:cubicBezTo>
                  <a:cubicBezTo>
                    <a:pt x="13" y="33"/>
                    <a:pt x="21" y="20"/>
                    <a:pt x="25" y="5"/>
                  </a:cubicBezTo>
                  <a:cubicBezTo>
                    <a:pt x="26" y="2"/>
                    <a:pt x="29" y="0"/>
                    <a:pt x="31" y="1"/>
                  </a:cubicBezTo>
                  <a:cubicBezTo>
                    <a:pt x="34" y="2"/>
                    <a:pt x="36" y="5"/>
                    <a:pt x="35" y="7"/>
                  </a:cubicBezTo>
                  <a:cubicBezTo>
                    <a:pt x="30" y="24"/>
                    <a:pt x="21" y="39"/>
                    <a:pt x="9" y="52"/>
                  </a:cubicBezTo>
                  <a:cubicBezTo>
                    <a:pt x="8" y="53"/>
                    <a:pt x="7" y="53"/>
                    <a:pt x="6" y="5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70">
              <a:extLst>
                <a:ext uri="{FF2B5EF4-FFF2-40B4-BE49-F238E27FC236}">
                  <a16:creationId xmlns:a16="http://schemas.microsoft.com/office/drawing/2014/main" id="{D8704A6A-5B0E-0BF0-6086-5F467BCCDDB9}"/>
                </a:ext>
              </a:extLst>
            </p:cNvPr>
            <p:cNvSpPr>
              <a:spLocks/>
            </p:cNvSpPr>
            <p:nvPr/>
          </p:nvSpPr>
          <p:spPr bwMode="auto">
            <a:xfrm>
              <a:off x="755539" y="3509097"/>
              <a:ext cx="292609" cy="144475"/>
            </a:xfrm>
            <a:custGeom>
              <a:avLst/>
              <a:gdLst>
                <a:gd name="T0" fmla="*/ 154 w 160"/>
                <a:gd name="T1" fmla="*/ 79 h 79"/>
                <a:gd name="T2" fmla="*/ 150 w 160"/>
                <a:gd name="T3" fmla="*/ 76 h 79"/>
                <a:gd name="T4" fmla="*/ 62 w 160"/>
                <a:gd name="T5" fmla="*/ 10 h 79"/>
                <a:gd name="T6" fmla="*/ 9 w 160"/>
                <a:gd name="T7" fmla="*/ 27 h 79"/>
                <a:gd name="T8" fmla="*/ 2 w 160"/>
                <a:gd name="T9" fmla="*/ 26 h 79"/>
                <a:gd name="T10" fmla="*/ 3 w 160"/>
                <a:gd name="T11" fmla="*/ 19 h 79"/>
                <a:gd name="T12" fmla="*/ 62 w 160"/>
                <a:gd name="T13" fmla="*/ 0 h 79"/>
                <a:gd name="T14" fmla="*/ 159 w 160"/>
                <a:gd name="T15" fmla="*/ 73 h 79"/>
                <a:gd name="T16" fmla="*/ 156 w 160"/>
                <a:gd name="T17" fmla="*/ 79 h 79"/>
                <a:gd name="T18" fmla="*/ 154 w 160"/>
                <a:gd name="T1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0" h="79">
                  <a:moveTo>
                    <a:pt x="154" y="79"/>
                  </a:moveTo>
                  <a:cubicBezTo>
                    <a:pt x="152" y="79"/>
                    <a:pt x="150" y="78"/>
                    <a:pt x="150" y="76"/>
                  </a:cubicBezTo>
                  <a:cubicBezTo>
                    <a:pt x="138" y="37"/>
                    <a:pt x="102" y="10"/>
                    <a:pt x="62" y="10"/>
                  </a:cubicBezTo>
                  <a:cubicBezTo>
                    <a:pt x="42" y="10"/>
                    <a:pt x="24" y="16"/>
                    <a:pt x="9" y="27"/>
                  </a:cubicBezTo>
                  <a:cubicBezTo>
                    <a:pt x="6" y="29"/>
                    <a:pt x="3" y="28"/>
                    <a:pt x="2" y="26"/>
                  </a:cubicBezTo>
                  <a:cubicBezTo>
                    <a:pt x="0" y="24"/>
                    <a:pt x="0" y="20"/>
                    <a:pt x="3" y="19"/>
                  </a:cubicBezTo>
                  <a:cubicBezTo>
                    <a:pt x="20" y="7"/>
                    <a:pt x="40" y="0"/>
                    <a:pt x="62" y="0"/>
                  </a:cubicBezTo>
                  <a:cubicBezTo>
                    <a:pt x="106" y="0"/>
                    <a:pt x="146" y="30"/>
                    <a:pt x="159" y="73"/>
                  </a:cubicBezTo>
                  <a:cubicBezTo>
                    <a:pt x="160" y="75"/>
                    <a:pt x="159" y="78"/>
                    <a:pt x="156" y="79"/>
                  </a:cubicBezTo>
                  <a:cubicBezTo>
                    <a:pt x="155" y="79"/>
                    <a:pt x="155" y="79"/>
                    <a:pt x="154"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71">
              <a:extLst>
                <a:ext uri="{FF2B5EF4-FFF2-40B4-BE49-F238E27FC236}">
                  <a16:creationId xmlns:a16="http://schemas.microsoft.com/office/drawing/2014/main" id="{85688A1D-B156-CCD3-5B5D-60499952F94A}"/>
                </a:ext>
              </a:extLst>
            </p:cNvPr>
            <p:cNvSpPr>
              <a:spLocks/>
            </p:cNvSpPr>
            <p:nvPr/>
          </p:nvSpPr>
          <p:spPr bwMode="auto">
            <a:xfrm>
              <a:off x="683301" y="3613338"/>
              <a:ext cx="64923" cy="212140"/>
            </a:xfrm>
            <a:custGeom>
              <a:avLst/>
              <a:gdLst>
                <a:gd name="T0" fmla="*/ 30 w 36"/>
                <a:gd name="T1" fmla="*/ 116 h 116"/>
                <a:gd name="T2" fmla="*/ 27 w 36"/>
                <a:gd name="T3" fmla="*/ 114 h 116"/>
                <a:gd name="T4" fmla="*/ 0 w 36"/>
                <a:gd name="T5" fmla="*/ 45 h 116"/>
                <a:gd name="T6" fmla="*/ 8 w 36"/>
                <a:gd name="T7" fmla="*/ 4 h 116"/>
                <a:gd name="T8" fmla="*/ 15 w 36"/>
                <a:gd name="T9" fmla="*/ 1 h 116"/>
                <a:gd name="T10" fmla="*/ 18 w 36"/>
                <a:gd name="T11" fmla="*/ 8 h 116"/>
                <a:gd name="T12" fmla="*/ 10 w 36"/>
                <a:gd name="T13" fmla="*/ 45 h 116"/>
                <a:gd name="T14" fmla="*/ 34 w 36"/>
                <a:gd name="T15" fmla="*/ 107 h 116"/>
                <a:gd name="T16" fmla="*/ 34 w 36"/>
                <a:gd name="T17" fmla="*/ 115 h 116"/>
                <a:gd name="T18" fmla="*/ 30 w 36"/>
                <a:gd name="T19"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16">
                  <a:moveTo>
                    <a:pt x="30" y="116"/>
                  </a:moveTo>
                  <a:cubicBezTo>
                    <a:pt x="29" y="116"/>
                    <a:pt x="28" y="115"/>
                    <a:pt x="27" y="114"/>
                  </a:cubicBezTo>
                  <a:cubicBezTo>
                    <a:pt x="9" y="95"/>
                    <a:pt x="0" y="71"/>
                    <a:pt x="0" y="45"/>
                  </a:cubicBezTo>
                  <a:cubicBezTo>
                    <a:pt x="0" y="31"/>
                    <a:pt x="3" y="17"/>
                    <a:pt x="8" y="4"/>
                  </a:cubicBezTo>
                  <a:cubicBezTo>
                    <a:pt x="9" y="1"/>
                    <a:pt x="12" y="0"/>
                    <a:pt x="15" y="1"/>
                  </a:cubicBezTo>
                  <a:cubicBezTo>
                    <a:pt x="17" y="2"/>
                    <a:pt x="19" y="5"/>
                    <a:pt x="18" y="8"/>
                  </a:cubicBezTo>
                  <a:cubicBezTo>
                    <a:pt x="12" y="20"/>
                    <a:pt x="10" y="32"/>
                    <a:pt x="10" y="45"/>
                  </a:cubicBezTo>
                  <a:cubicBezTo>
                    <a:pt x="10" y="68"/>
                    <a:pt x="18" y="90"/>
                    <a:pt x="34" y="107"/>
                  </a:cubicBezTo>
                  <a:cubicBezTo>
                    <a:pt x="36" y="109"/>
                    <a:pt x="36" y="113"/>
                    <a:pt x="34" y="115"/>
                  </a:cubicBezTo>
                  <a:cubicBezTo>
                    <a:pt x="33" y="115"/>
                    <a:pt x="32" y="116"/>
                    <a:pt x="30" y="1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272">
              <a:extLst>
                <a:ext uri="{FF2B5EF4-FFF2-40B4-BE49-F238E27FC236}">
                  <a16:creationId xmlns:a16="http://schemas.microsoft.com/office/drawing/2014/main" id="{7A34E425-CD0E-860C-E090-919011A6BEEC}"/>
                </a:ext>
              </a:extLst>
            </p:cNvPr>
            <p:cNvSpPr>
              <a:spLocks/>
            </p:cNvSpPr>
            <p:nvPr/>
          </p:nvSpPr>
          <p:spPr bwMode="auto">
            <a:xfrm>
              <a:off x="768341" y="3598708"/>
              <a:ext cx="144476" cy="27432"/>
            </a:xfrm>
            <a:custGeom>
              <a:avLst/>
              <a:gdLst>
                <a:gd name="T0" fmla="*/ 55 w 79"/>
                <a:gd name="T1" fmla="*/ 15 h 15"/>
                <a:gd name="T2" fmla="*/ 2 w 79"/>
                <a:gd name="T3" fmla="*/ 6 h 15"/>
                <a:gd name="T4" fmla="*/ 0 w 79"/>
                <a:gd name="T5" fmla="*/ 2 h 15"/>
                <a:gd name="T6" fmla="*/ 4 w 79"/>
                <a:gd name="T7" fmla="*/ 0 h 15"/>
                <a:gd name="T8" fmla="*/ 55 w 79"/>
                <a:gd name="T9" fmla="*/ 9 h 15"/>
                <a:gd name="T10" fmla="*/ 75 w 79"/>
                <a:gd name="T11" fmla="*/ 8 h 15"/>
                <a:gd name="T12" fmla="*/ 78 w 79"/>
                <a:gd name="T13" fmla="*/ 10 h 15"/>
                <a:gd name="T14" fmla="*/ 76 w 79"/>
                <a:gd name="T15" fmla="*/ 13 h 15"/>
                <a:gd name="T16" fmla="*/ 55 w 79"/>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5">
                  <a:moveTo>
                    <a:pt x="55" y="15"/>
                  </a:moveTo>
                  <a:cubicBezTo>
                    <a:pt x="36" y="15"/>
                    <a:pt x="18" y="12"/>
                    <a:pt x="2" y="6"/>
                  </a:cubicBezTo>
                  <a:cubicBezTo>
                    <a:pt x="1" y="5"/>
                    <a:pt x="0" y="3"/>
                    <a:pt x="0" y="2"/>
                  </a:cubicBezTo>
                  <a:cubicBezTo>
                    <a:pt x="1" y="0"/>
                    <a:pt x="3" y="0"/>
                    <a:pt x="4" y="0"/>
                  </a:cubicBezTo>
                  <a:cubicBezTo>
                    <a:pt x="19" y="6"/>
                    <a:pt x="37" y="9"/>
                    <a:pt x="55" y="9"/>
                  </a:cubicBezTo>
                  <a:cubicBezTo>
                    <a:pt x="61" y="9"/>
                    <a:pt x="68" y="8"/>
                    <a:pt x="75" y="8"/>
                  </a:cubicBezTo>
                  <a:cubicBezTo>
                    <a:pt x="77" y="7"/>
                    <a:pt x="78" y="8"/>
                    <a:pt x="78" y="10"/>
                  </a:cubicBezTo>
                  <a:cubicBezTo>
                    <a:pt x="79" y="12"/>
                    <a:pt x="77" y="13"/>
                    <a:pt x="76" y="13"/>
                  </a:cubicBezTo>
                  <a:cubicBezTo>
                    <a:pt x="69" y="14"/>
                    <a:pt x="62" y="15"/>
                    <a:pt x="55" y="1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273">
              <a:extLst>
                <a:ext uri="{FF2B5EF4-FFF2-40B4-BE49-F238E27FC236}">
                  <a16:creationId xmlns:a16="http://schemas.microsoft.com/office/drawing/2014/main" id="{24F0B484-EFF5-29BA-F324-17B144853803}"/>
                </a:ext>
              </a:extLst>
            </p:cNvPr>
            <p:cNvSpPr>
              <a:spLocks/>
            </p:cNvSpPr>
            <p:nvPr/>
          </p:nvSpPr>
          <p:spPr bwMode="auto">
            <a:xfrm>
              <a:off x="985969" y="3574934"/>
              <a:ext cx="23774" cy="20117"/>
            </a:xfrm>
            <a:custGeom>
              <a:avLst/>
              <a:gdLst>
                <a:gd name="T0" fmla="*/ 3 w 13"/>
                <a:gd name="T1" fmla="*/ 11 h 11"/>
                <a:gd name="T2" fmla="*/ 1 w 13"/>
                <a:gd name="T3" fmla="*/ 10 h 11"/>
                <a:gd name="T4" fmla="*/ 2 w 13"/>
                <a:gd name="T5" fmla="*/ 6 h 11"/>
                <a:gd name="T6" fmla="*/ 8 w 13"/>
                <a:gd name="T7" fmla="*/ 1 h 11"/>
                <a:gd name="T8" fmla="*/ 12 w 13"/>
                <a:gd name="T9" fmla="*/ 2 h 11"/>
                <a:gd name="T10" fmla="*/ 12 w 13"/>
                <a:gd name="T11" fmla="*/ 6 h 11"/>
                <a:gd name="T12" fmla="*/ 5 w 13"/>
                <a:gd name="T13" fmla="*/ 11 h 11"/>
                <a:gd name="T14" fmla="*/ 3 w 13"/>
                <a:gd name="T15" fmla="*/ 1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1">
                  <a:moveTo>
                    <a:pt x="3" y="11"/>
                  </a:moveTo>
                  <a:cubicBezTo>
                    <a:pt x="2" y="11"/>
                    <a:pt x="1" y="11"/>
                    <a:pt x="1" y="10"/>
                  </a:cubicBezTo>
                  <a:cubicBezTo>
                    <a:pt x="0" y="8"/>
                    <a:pt x="0" y="6"/>
                    <a:pt x="2" y="6"/>
                  </a:cubicBezTo>
                  <a:cubicBezTo>
                    <a:pt x="4" y="4"/>
                    <a:pt x="6" y="3"/>
                    <a:pt x="8" y="1"/>
                  </a:cubicBezTo>
                  <a:cubicBezTo>
                    <a:pt x="9" y="0"/>
                    <a:pt x="11" y="1"/>
                    <a:pt x="12" y="2"/>
                  </a:cubicBezTo>
                  <a:cubicBezTo>
                    <a:pt x="13" y="3"/>
                    <a:pt x="13" y="5"/>
                    <a:pt x="12" y="6"/>
                  </a:cubicBezTo>
                  <a:cubicBezTo>
                    <a:pt x="9" y="8"/>
                    <a:pt x="7" y="9"/>
                    <a:pt x="5" y="11"/>
                  </a:cubicBezTo>
                  <a:cubicBezTo>
                    <a:pt x="4" y="11"/>
                    <a:pt x="4" y="11"/>
                    <a:pt x="3"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274">
              <a:extLst>
                <a:ext uri="{FF2B5EF4-FFF2-40B4-BE49-F238E27FC236}">
                  <a16:creationId xmlns:a16="http://schemas.microsoft.com/office/drawing/2014/main" id="{3B40046F-B759-9924-3711-6DC3523217DF}"/>
                </a:ext>
              </a:extLst>
            </p:cNvPr>
            <p:cNvSpPr>
              <a:spLocks/>
            </p:cNvSpPr>
            <p:nvPr/>
          </p:nvSpPr>
          <p:spPr bwMode="auto">
            <a:xfrm>
              <a:off x="925618" y="3772444"/>
              <a:ext cx="84125" cy="43891"/>
            </a:xfrm>
            <a:custGeom>
              <a:avLst/>
              <a:gdLst>
                <a:gd name="T0" fmla="*/ 43 w 46"/>
                <a:gd name="T1" fmla="*/ 24 h 24"/>
                <a:gd name="T2" fmla="*/ 41 w 46"/>
                <a:gd name="T3" fmla="*/ 23 h 24"/>
                <a:gd name="T4" fmla="*/ 3 w 46"/>
                <a:gd name="T5" fmla="*/ 6 h 24"/>
                <a:gd name="T6" fmla="*/ 1 w 46"/>
                <a:gd name="T7" fmla="*/ 3 h 24"/>
                <a:gd name="T8" fmla="*/ 4 w 46"/>
                <a:gd name="T9" fmla="*/ 0 h 24"/>
                <a:gd name="T10" fmla="*/ 45 w 46"/>
                <a:gd name="T11" fmla="*/ 18 h 24"/>
                <a:gd name="T12" fmla="*/ 45 w 46"/>
                <a:gd name="T13" fmla="*/ 22 h 24"/>
                <a:gd name="T14" fmla="*/ 43 w 46"/>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24">
                  <a:moveTo>
                    <a:pt x="43" y="24"/>
                  </a:moveTo>
                  <a:cubicBezTo>
                    <a:pt x="42" y="24"/>
                    <a:pt x="42" y="23"/>
                    <a:pt x="41" y="23"/>
                  </a:cubicBezTo>
                  <a:cubicBezTo>
                    <a:pt x="31" y="16"/>
                    <a:pt x="18" y="10"/>
                    <a:pt x="3" y="6"/>
                  </a:cubicBezTo>
                  <a:cubicBezTo>
                    <a:pt x="1" y="6"/>
                    <a:pt x="0" y="4"/>
                    <a:pt x="1" y="3"/>
                  </a:cubicBezTo>
                  <a:cubicBezTo>
                    <a:pt x="1" y="1"/>
                    <a:pt x="3" y="0"/>
                    <a:pt x="4" y="0"/>
                  </a:cubicBezTo>
                  <a:cubicBezTo>
                    <a:pt x="20" y="4"/>
                    <a:pt x="34" y="10"/>
                    <a:pt x="45" y="18"/>
                  </a:cubicBezTo>
                  <a:cubicBezTo>
                    <a:pt x="46" y="19"/>
                    <a:pt x="46" y="21"/>
                    <a:pt x="45" y="22"/>
                  </a:cubicBezTo>
                  <a:cubicBezTo>
                    <a:pt x="45" y="23"/>
                    <a:pt x="44" y="24"/>
                    <a:pt x="43"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275">
              <a:extLst>
                <a:ext uri="{FF2B5EF4-FFF2-40B4-BE49-F238E27FC236}">
                  <a16:creationId xmlns:a16="http://schemas.microsoft.com/office/drawing/2014/main" id="{98322592-A6D2-51B2-4B3B-3EE085C60B90}"/>
                </a:ext>
              </a:extLst>
            </p:cNvPr>
            <p:cNvSpPr>
              <a:spLocks/>
            </p:cNvSpPr>
            <p:nvPr/>
          </p:nvSpPr>
          <p:spPr bwMode="auto">
            <a:xfrm>
              <a:off x="727192" y="3772444"/>
              <a:ext cx="86869" cy="43891"/>
            </a:xfrm>
            <a:custGeom>
              <a:avLst/>
              <a:gdLst>
                <a:gd name="T0" fmla="*/ 3 w 48"/>
                <a:gd name="T1" fmla="*/ 24 h 24"/>
                <a:gd name="T2" fmla="*/ 1 w 48"/>
                <a:gd name="T3" fmla="*/ 22 h 24"/>
                <a:gd name="T4" fmla="*/ 2 w 48"/>
                <a:gd name="T5" fmla="*/ 18 h 24"/>
                <a:gd name="T6" fmla="*/ 44 w 48"/>
                <a:gd name="T7" fmla="*/ 0 h 24"/>
                <a:gd name="T8" fmla="*/ 47 w 48"/>
                <a:gd name="T9" fmla="*/ 2 h 24"/>
                <a:gd name="T10" fmla="*/ 45 w 48"/>
                <a:gd name="T11" fmla="*/ 6 h 24"/>
                <a:gd name="T12" fmla="*/ 5 w 48"/>
                <a:gd name="T13" fmla="*/ 23 h 24"/>
                <a:gd name="T14" fmla="*/ 3 w 48"/>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24">
                  <a:moveTo>
                    <a:pt x="3" y="24"/>
                  </a:moveTo>
                  <a:cubicBezTo>
                    <a:pt x="2" y="24"/>
                    <a:pt x="2" y="23"/>
                    <a:pt x="1" y="22"/>
                  </a:cubicBezTo>
                  <a:cubicBezTo>
                    <a:pt x="0" y="21"/>
                    <a:pt x="0" y="19"/>
                    <a:pt x="2" y="18"/>
                  </a:cubicBezTo>
                  <a:cubicBezTo>
                    <a:pt x="13" y="10"/>
                    <a:pt x="27" y="4"/>
                    <a:pt x="44" y="0"/>
                  </a:cubicBezTo>
                  <a:cubicBezTo>
                    <a:pt x="45" y="0"/>
                    <a:pt x="47" y="1"/>
                    <a:pt x="47" y="2"/>
                  </a:cubicBezTo>
                  <a:cubicBezTo>
                    <a:pt x="48" y="4"/>
                    <a:pt x="47" y="5"/>
                    <a:pt x="45" y="6"/>
                  </a:cubicBezTo>
                  <a:cubicBezTo>
                    <a:pt x="30" y="9"/>
                    <a:pt x="16" y="15"/>
                    <a:pt x="5" y="23"/>
                  </a:cubicBezTo>
                  <a:cubicBezTo>
                    <a:pt x="5" y="23"/>
                    <a:pt x="4" y="24"/>
                    <a:pt x="3"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Freeform 276">
              <a:extLst>
                <a:ext uri="{FF2B5EF4-FFF2-40B4-BE49-F238E27FC236}">
                  <a16:creationId xmlns:a16="http://schemas.microsoft.com/office/drawing/2014/main" id="{FF94CF35-2CD3-FFBE-E705-A1A660FC9601}"/>
                </a:ext>
              </a:extLst>
            </p:cNvPr>
            <p:cNvSpPr>
              <a:spLocks/>
            </p:cNvSpPr>
            <p:nvPr/>
          </p:nvSpPr>
          <p:spPr bwMode="auto">
            <a:xfrm>
              <a:off x="766512" y="3512755"/>
              <a:ext cx="175565" cy="148132"/>
            </a:xfrm>
            <a:custGeom>
              <a:avLst/>
              <a:gdLst>
                <a:gd name="T0" fmla="*/ 3 w 96"/>
                <a:gd name="T1" fmla="*/ 81 h 81"/>
                <a:gd name="T2" fmla="*/ 3 w 96"/>
                <a:gd name="T3" fmla="*/ 81 h 81"/>
                <a:gd name="T4" fmla="*/ 0 w 96"/>
                <a:gd name="T5" fmla="*/ 77 h 81"/>
                <a:gd name="T6" fmla="*/ 56 w 96"/>
                <a:gd name="T7" fmla="*/ 0 h 81"/>
                <a:gd name="T8" fmla="*/ 95 w 96"/>
                <a:gd name="T9" fmla="*/ 28 h 81"/>
                <a:gd name="T10" fmla="*/ 94 w 96"/>
                <a:gd name="T11" fmla="*/ 32 h 81"/>
                <a:gd name="T12" fmla="*/ 90 w 96"/>
                <a:gd name="T13" fmla="*/ 31 h 81"/>
                <a:gd name="T14" fmla="*/ 56 w 96"/>
                <a:gd name="T15" fmla="*/ 6 h 81"/>
                <a:gd name="T16" fmla="*/ 6 w 96"/>
                <a:gd name="T17" fmla="*/ 78 h 81"/>
                <a:gd name="T18" fmla="*/ 3 w 96"/>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81">
                  <a:moveTo>
                    <a:pt x="3" y="81"/>
                  </a:moveTo>
                  <a:cubicBezTo>
                    <a:pt x="3" y="81"/>
                    <a:pt x="3" y="81"/>
                    <a:pt x="3" y="81"/>
                  </a:cubicBezTo>
                  <a:cubicBezTo>
                    <a:pt x="1" y="80"/>
                    <a:pt x="0" y="79"/>
                    <a:pt x="0" y="77"/>
                  </a:cubicBezTo>
                  <a:cubicBezTo>
                    <a:pt x="6" y="32"/>
                    <a:pt x="29" y="0"/>
                    <a:pt x="56" y="0"/>
                  </a:cubicBezTo>
                  <a:cubicBezTo>
                    <a:pt x="70" y="0"/>
                    <a:pt x="84" y="10"/>
                    <a:pt x="95" y="28"/>
                  </a:cubicBezTo>
                  <a:cubicBezTo>
                    <a:pt x="96" y="29"/>
                    <a:pt x="95" y="31"/>
                    <a:pt x="94" y="32"/>
                  </a:cubicBezTo>
                  <a:cubicBezTo>
                    <a:pt x="92" y="33"/>
                    <a:pt x="91" y="32"/>
                    <a:pt x="90" y="31"/>
                  </a:cubicBezTo>
                  <a:cubicBezTo>
                    <a:pt x="80" y="15"/>
                    <a:pt x="68" y="6"/>
                    <a:pt x="56" y="6"/>
                  </a:cubicBezTo>
                  <a:cubicBezTo>
                    <a:pt x="32" y="6"/>
                    <a:pt x="12" y="36"/>
                    <a:pt x="6" y="78"/>
                  </a:cubicBezTo>
                  <a:cubicBezTo>
                    <a:pt x="6" y="79"/>
                    <a:pt x="5" y="81"/>
                    <a:pt x="3" y="8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277">
              <a:extLst>
                <a:ext uri="{FF2B5EF4-FFF2-40B4-BE49-F238E27FC236}">
                  <a16:creationId xmlns:a16="http://schemas.microsoft.com/office/drawing/2014/main" id="{84788906-A05F-E499-92C0-0D5C433C9592}"/>
                </a:ext>
              </a:extLst>
            </p:cNvPr>
            <p:cNvSpPr>
              <a:spLocks/>
            </p:cNvSpPr>
            <p:nvPr/>
          </p:nvSpPr>
          <p:spPr bwMode="auto">
            <a:xfrm>
              <a:off x="766512" y="3734039"/>
              <a:ext cx="21946" cy="56693"/>
            </a:xfrm>
            <a:custGeom>
              <a:avLst/>
              <a:gdLst>
                <a:gd name="T0" fmla="*/ 9 w 12"/>
                <a:gd name="T1" fmla="*/ 31 h 31"/>
                <a:gd name="T2" fmla="*/ 6 w 12"/>
                <a:gd name="T3" fmla="*/ 29 h 31"/>
                <a:gd name="T4" fmla="*/ 1 w 12"/>
                <a:gd name="T5" fmla="*/ 4 h 31"/>
                <a:gd name="T6" fmla="*/ 3 w 12"/>
                <a:gd name="T7" fmla="*/ 1 h 31"/>
                <a:gd name="T8" fmla="*/ 7 w 12"/>
                <a:gd name="T9" fmla="*/ 3 h 31"/>
                <a:gd name="T10" fmla="*/ 12 w 12"/>
                <a:gd name="T11" fmla="*/ 27 h 31"/>
                <a:gd name="T12" fmla="*/ 10 w 12"/>
                <a:gd name="T13" fmla="*/ 31 h 31"/>
                <a:gd name="T14" fmla="*/ 9 w 12"/>
                <a:gd name="T15" fmla="*/ 3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1">
                  <a:moveTo>
                    <a:pt x="9" y="31"/>
                  </a:moveTo>
                  <a:cubicBezTo>
                    <a:pt x="8" y="31"/>
                    <a:pt x="7" y="30"/>
                    <a:pt x="6" y="29"/>
                  </a:cubicBezTo>
                  <a:cubicBezTo>
                    <a:pt x="4" y="21"/>
                    <a:pt x="2" y="13"/>
                    <a:pt x="1" y="4"/>
                  </a:cubicBezTo>
                  <a:cubicBezTo>
                    <a:pt x="0" y="2"/>
                    <a:pt x="1" y="1"/>
                    <a:pt x="3" y="1"/>
                  </a:cubicBezTo>
                  <a:cubicBezTo>
                    <a:pt x="5" y="0"/>
                    <a:pt x="6" y="2"/>
                    <a:pt x="7" y="3"/>
                  </a:cubicBezTo>
                  <a:cubicBezTo>
                    <a:pt x="8" y="11"/>
                    <a:pt x="9" y="19"/>
                    <a:pt x="12" y="27"/>
                  </a:cubicBezTo>
                  <a:cubicBezTo>
                    <a:pt x="12" y="28"/>
                    <a:pt x="11" y="30"/>
                    <a:pt x="10" y="31"/>
                  </a:cubicBezTo>
                  <a:cubicBezTo>
                    <a:pt x="10" y="31"/>
                    <a:pt x="9" y="31"/>
                    <a:pt x="9"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278">
              <a:extLst>
                <a:ext uri="{FF2B5EF4-FFF2-40B4-BE49-F238E27FC236}">
                  <a16:creationId xmlns:a16="http://schemas.microsoft.com/office/drawing/2014/main" id="{0F26D458-252E-B4FB-FF2C-CAA18899C5BB}"/>
                </a:ext>
              </a:extLst>
            </p:cNvPr>
            <p:cNvSpPr>
              <a:spLocks/>
            </p:cNvSpPr>
            <p:nvPr/>
          </p:nvSpPr>
          <p:spPr bwMode="auto">
            <a:xfrm>
              <a:off x="947564" y="3644428"/>
              <a:ext cx="23774" cy="144475"/>
            </a:xfrm>
            <a:custGeom>
              <a:avLst/>
              <a:gdLst>
                <a:gd name="T0" fmla="*/ 3 w 13"/>
                <a:gd name="T1" fmla="*/ 79 h 79"/>
                <a:gd name="T2" fmla="*/ 2 w 13"/>
                <a:gd name="T3" fmla="*/ 79 h 79"/>
                <a:gd name="T4" fmla="*/ 0 w 13"/>
                <a:gd name="T5" fmla="*/ 75 h 79"/>
                <a:gd name="T6" fmla="*/ 7 w 13"/>
                <a:gd name="T7" fmla="*/ 28 h 79"/>
                <a:gd name="T8" fmla="*/ 6 w 13"/>
                <a:gd name="T9" fmla="*/ 4 h 79"/>
                <a:gd name="T10" fmla="*/ 8 w 13"/>
                <a:gd name="T11" fmla="*/ 1 h 79"/>
                <a:gd name="T12" fmla="*/ 12 w 13"/>
                <a:gd name="T13" fmla="*/ 3 h 79"/>
                <a:gd name="T14" fmla="*/ 13 w 13"/>
                <a:gd name="T15" fmla="*/ 28 h 79"/>
                <a:gd name="T16" fmla="*/ 6 w 13"/>
                <a:gd name="T17" fmla="*/ 77 h 79"/>
                <a:gd name="T18" fmla="*/ 3 w 13"/>
                <a:gd name="T1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79">
                  <a:moveTo>
                    <a:pt x="3" y="79"/>
                  </a:moveTo>
                  <a:cubicBezTo>
                    <a:pt x="3" y="79"/>
                    <a:pt x="3" y="79"/>
                    <a:pt x="2" y="79"/>
                  </a:cubicBezTo>
                  <a:cubicBezTo>
                    <a:pt x="1" y="79"/>
                    <a:pt x="0" y="77"/>
                    <a:pt x="0" y="75"/>
                  </a:cubicBezTo>
                  <a:cubicBezTo>
                    <a:pt x="5" y="61"/>
                    <a:pt x="7" y="45"/>
                    <a:pt x="7" y="28"/>
                  </a:cubicBezTo>
                  <a:cubicBezTo>
                    <a:pt x="7" y="20"/>
                    <a:pt x="7" y="12"/>
                    <a:pt x="6" y="4"/>
                  </a:cubicBezTo>
                  <a:cubicBezTo>
                    <a:pt x="5" y="3"/>
                    <a:pt x="7" y="1"/>
                    <a:pt x="8" y="1"/>
                  </a:cubicBezTo>
                  <a:cubicBezTo>
                    <a:pt x="10" y="0"/>
                    <a:pt x="11" y="2"/>
                    <a:pt x="12" y="3"/>
                  </a:cubicBezTo>
                  <a:cubicBezTo>
                    <a:pt x="13" y="11"/>
                    <a:pt x="13" y="20"/>
                    <a:pt x="13" y="28"/>
                  </a:cubicBezTo>
                  <a:cubicBezTo>
                    <a:pt x="13" y="45"/>
                    <a:pt x="11" y="62"/>
                    <a:pt x="6" y="77"/>
                  </a:cubicBezTo>
                  <a:cubicBezTo>
                    <a:pt x="6" y="79"/>
                    <a:pt x="4" y="79"/>
                    <a:pt x="3"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279">
              <a:extLst>
                <a:ext uri="{FF2B5EF4-FFF2-40B4-BE49-F238E27FC236}">
                  <a16:creationId xmlns:a16="http://schemas.microsoft.com/office/drawing/2014/main" id="{26616E91-024F-7C0E-4E02-F1ED5E914F21}"/>
                </a:ext>
              </a:extLst>
            </p:cNvPr>
            <p:cNvSpPr>
              <a:spLocks/>
            </p:cNvSpPr>
            <p:nvPr/>
          </p:nvSpPr>
          <p:spPr bwMode="auto">
            <a:xfrm>
              <a:off x="938420" y="3690148"/>
              <a:ext cx="62179" cy="10973"/>
            </a:xfrm>
            <a:custGeom>
              <a:avLst/>
              <a:gdLst>
                <a:gd name="T0" fmla="*/ 31 w 34"/>
                <a:gd name="T1" fmla="*/ 6 h 6"/>
                <a:gd name="T2" fmla="*/ 3 w 34"/>
                <a:gd name="T3" fmla="*/ 6 h 6"/>
                <a:gd name="T4" fmla="*/ 0 w 34"/>
                <a:gd name="T5" fmla="*/ 3 h 6"/>
                <a:gd name="T6" fmla="*/ 3 w 34"/>
                <a:gd name="T7" fmla="*/ 0 h 6"/>
                <a:gd name="T8" fmla="*/ 31 w 34"/>
                <a:gd name="T9" fmla="*/ 0 h 6"/>
                <a:gd name="T10" fmla="*/ 34 w 34"/>
                <a:gd name="T11" fmla="*/ 3 h 6"/>
                <a:gd name="T12" fmla="*/ 31 w 34"/>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4" h="6">
                  <a:moveTo>
                    <a:pt x="31" y="6"/>
                  </a:moveTo>
                  <a:cubicBezTo>
                    <a:pt x="3" y="6"/>
                    <a:pt x="3" y="6"/>
                    <a:pt x="3" y="6"/>
                  </a:cubicBezTo>
                  <a:cubicBezTo>
                    <a:pt x="2" y="6"/>
                    <a:pt x="0" y="5"/>
                    <a:pt x="0" y="3"/>
                  </a:cubicBezTo>
                  <a:cubicBezTo>
                    <a:pt x="0" y="1"/>
                    <a:pt x="2" y="0"/>
                    <a:pt x="3" y="0"/>
                  </a:cubicBezTo>
                  <a:cubicBezTo>
                    <a:pt x="31" y="0"/>
                    <a:pt x="31" y="0"/>
                    <a:pt x="31" y="0"/>
                  </a:cubicBezTo>
                  <a:cubicBezTo>
                    <a:pt x="32" y="0"/>
                    <a:pt x="34" y="1"/>
                    <a:pt x="34" y="3"/>
                  </a:cubicBezTo>
                  <a:cubicBezTo>
                    <a:pt x="34" y="5"/>
                    <a:pt x="32" y="6"/>
                    <a:pt x="3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80">
              <a:extLst>
                <a:ext uri="{FF2B5EF4-FFF2-40B4-BE49-F238E27FC236}">
                  <a16:creationId xmlns:a16="http://schemas.microsoft.com/office/drawing/2014/main" id="{06215A8C-8306-A942-CC1E-DD9FF1884D0B}"/>
                </a:ext>
              </a:extLst>
            </p:cNvPr>
            <p:cNvSpPr>
              <a:spLocks/>
            </p:cNvSpPr>
            <p:nvPr/>
          </p:nvSpPr>
          <p:spPr bwMode="auto">
            <a:xfrm>
              <a:off x="686959" y="3690148"/>
              <a:ext cx="43891" cy="10973"/>
            </a:xfrm>
            <a:custGeom>
              <a:avLst/>
              <a:gdLst>
                <a:gd name="T0" fmla="*/ 21 w 24"/>
                <a:gd name="T1" fmla="*/ 6 h 6"/>
                <a:gd name="T2" fmla="*/ 3 w 24"/>
                <a:gd name="T3" fmla="*/ 6 h 6"/>
                <a:gd name="T4" fmla="*/ 0 w 24"/>
                <a:gd name="T5" fmla="*/ 3 h 6"/>
                <a:gd name="T6" fmla="*/ 3 w 24"/>
                <a:gd name="T7" fmla="*/ 0 h 6"/>
                <a:gd name="T8" fmla="*/ 21 w 24"/>
                <a:gd name="T9" fmla="*/ 0 h 6"/>
                <a:gd name="T10" fmla="*/ 24 w 24"/>
                <a:gd name="T11" fmla="*/ 3 h 6"/>
                <a:gd name="T12" fmla="*/ 21 w 24"/>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4" h="6">
                  <a:moveTo>
                    <a:pt x="21" y="6"/>
                  </a:moveTo>
                  <a:cubicBezTo>
                    <a:pt x="3" y="6"/>
                    <a:pt x="3" y="6"/>
                    <a:pt x="3" y="6"/>
                  </a:cubicBezTo>
                  <a:cubicBezTo>
                    <a:pt x="1" y="6"/>
                    <a:pt x="0" y="5"/>
                    <a:pt x="0" y="3"/>
                  </a:cubicBezTo>
                  <a:cubicBezTo>
                    <a:pt x="0" y="1"/>
                    <a:pt x="1" y="0"/>
                    <a:pt x="3" y="0"/>
                  </a:cubicBezTo>
                  <a:cubicBezTo>
                    <a:pt x="21" y="0"/>
                    <a:pt x="21" y="0"/>
                    <a:pt x="21" y="0"/>
                  </a:cubicBezTo>
                  <a:cubicBezTo>
                    <a:pt x="23" y="0"/>
                    <a:pt x="24" y="1"/>
                    <a:pt x="24" y="3"/>
                  </a:cubicBezTo>
                  <a:cubicBezTo>
                    <a:pt x="24" y="5"/>
                    <a:pt x="23" y="6"/>
                    <a:pt x="2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81">
              <a:extLst>
                <a:ext uri="{FF2B5EF4-FFF2-40B4-BE49-F238E27FC236}">
                  <a16:creationId xmlns:a16="http://schemas.microsoft.com/office/drawing/2014/main" id="{6E712655-6848-05DA-54B2-86E633E43447}"/>
                </a:ext>
              </a:extLst>
            </p:cNvPr>
            <p:cNvSpPr>
              <a:spLocks/>
            </p:cNvSpPr>
            <p:nvPr/>
          </p:nvSpPr>
          <p:spPr bwMode="auto">
            <a:xfrm>
              <a:off x="863439" y="3512755"/>
              <a:ext cx="10973" cy="120701"/>
            </a:xfrm>
            <a:custGeom>
              <a:avLst/>
              <a:gdLst>
                <a:gd name="T0" fmla="*/ 3 w 6"/>
                <a:gd name="T1" fmla="*/ 66 h 66"/>
                <a:gd name="T2" fmla="*/ 0 w 6"/>
                <a:gd name="T3" fmla="*/ 63 h 66"/>
                <a:gd name="T4" fmla="*/ 0 w 6"/>
                <a:gd name="T5" fmla="*/ 3 h 66"/>
                <a:gd name="T6" fmla="*/ 3 w 6"/>
                <a:gd name="T7" fmla="*/ 0 h 66"/>
                <a:gd name="T8" fmla="*/ 6 w 6"/>
                <a:gd name="T9" fmla="*/ 3 h 66"/>
                <a:gd name="T10" fmla="*/ 6 w 6"/>
                <a:gd name="T11" fmla="*/ 63 h 66"/>
                <a:gd name="T12" fmla="*/ 3 w 6"/>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6" h="66">
                  <a:moveTo>
                    <a:pt x="3" y="66"/>
                  </a:moveTo>
                  <a:cubicBezTo>
                    <a:pt x="1" y="66"/>
                    <a:pt x="0" y="65"/>
                    <a:pt x="0" y="63"/>
                  </a:cubicBezTo>
                  <a:cubicBezTo>
                    <a:pt x="0" y="3"/>
                    <a:pt x="0" y="3"/>
                    <a:pt x="0" y="3"/>
                  </a:cubicBezTo>
                  <a:cubicBezTo>
                    <a:pt x="0" y="2"/>
                    <a:pt x="1" y="0"/>
                    <a:pt x="3" y="0"/>
                  </a:cubicBezTo>
                  <a:cubicBezTo>
                    <a:pt x="4" y="0"/>
                    <a:pt x="6" y="2"/>
                    <a:pt x="6" y="3"/>
                  </a:cubicBezTo>
                  <a:cubicBezTo>
                    <a:pt x="6" y="63"/>
                    <a:pt x="6" y="63"/>
                    <a:pt x="6" y="63"/>
                  </a:cubicBezTo>
                  <a:cubicBezTo>
                    <a:pt x="6" y="65"/>
                    <a:pt x="4" y="66"/>
                    <a:pt x="3" y="6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2" name="Oval 282">
              <a:extLst>
                <a:ext uri="{FF2B5EF4-FFF2-40B4-BE49-F238E27FC236}">
                  <a16:creationId xmlns:a16="http://schemas.microsoft.com/office/drawing/2014/main" id="{D099FEB1-85F0-446A-FA66-0462729A18CA}"/>
                </a:ext>
              </a:extLst>
            </p:cNvPr>
            <p:cNvSpPr>
              <a:spLocks noChangeArrowheads="1"/>
            </p:cNvSpPr>
            <p:nvPr/>
          </p:nvSpPr>
          <p:spPr bwMode="auto">
            <a:xfrm>
              <a:off x="712562" y="3562132"/>
              <a:ext cx="41148"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Oval 283">
              <a:extLst>
                <a:ext uri="{FF2B5EF4-FFF2-40B4-BE49-F238E27FC236}">
                  <a16:creationId xmlns:a16="http://schemas.microsoft.com/office/drawing/2014/main" id="{29B75F10-78AB-8C44-358D-55C70E9E49FC}"/>
                </a:ext>
              </a:extLst>
            </p:cNvPr>
            <p:cNvSpPr>
              <a:spLocks noChangeArrowheads="1"/>
            </p:cNvSpPr>
            <p:nvPr/>
          </p:nvSpPr>
          <p:spPr bwMode="auto">
            <a:xfrm>
              <a:off x="932933" y="3585906"/>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Oval 284">
              <a:extLst>
                <a:ext uri="{FF2B5EF4-FFF2-40B4-BE49-F238E27FC236}">
                  <a16:creationId xmlns:a16="http://schemas.microsoft.com/office/drawing/2014/main" id="{37A78C1A-66DD-09CC-EFBA-917BC8EFDFCB}"/>
                </a:ext>
              </a:extLst>
            </p:cNvPr>
            <p:cNvSpPr>
              <a:spLocks noChangeArrowheads="1"/>
            </p:cNvSpPr>
            <p:nvPr/>
          </p:nvSpPr>
          <p:spPr bwMode="auto">
            <a:xfrm>
              <a:off x="1024373" y="3675517"/>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Oval 285">
              <a:extLst>
                <a:ext uri="{FF2B5EF4-FFF2-40B4-BE49-F238E27FC236}">
                  <a16:creationId xmlns:a16="http://schemas.microsoft.com/office/drawing/2014/main" id="{4B6A6E95-83F3-F784-9F90-0C41DC52F74E}"/>
                </a:ext>
              </a:extLst>
            </p:cNvPr>
            <p:cNvSpPr>
              <a:spLocks noChangeArrowheads="1"/>
            </p:cNvSpPr>
            <p:nvPr/>
          </p:nvSpPr>
          <p:spPr bwMode="auto">
            <a:xfrm>
              <a:off x="748224" y="3675517"/>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6" name="Freeform 286">
              <a:extLst>
                <a:ext uri="{FF2B5EF4-FFF2-40B4-BE49-F238E27FC236}">
                  <a16:creationId xmlns:a16="http://schemas.microsoft.com/office/drawing/2014/main" id="{0682F6A2-C275-B726-7BB5-7DB76940FEB8}"/>
                </a:ext>
              </a:extLst>
            </p:cNvPr>
            <p:cNvSpPr>
              <a:spLocks noEditPoints="1"/>
            </p:cNvSpPr>
            <p:nvPr/>
          </p:nvSpPr>
          <p:spPr bwMode="auto">
            <a:xfrm>
              <a:off x="740909" y="3642599"/>
              <a:ext cx="254204" cy="277977"/>
            </a:xfrm>
            <a:custGeom>
              <a:avLst/>
              <a:gdLst>
                <a:gd name="T0" fmla="*/ 70 w 139"/>
                <a:gd name="T1" fmla="*/ 152 h 152"/>
                <a:gd name="T2" fmla="*/ 25 w 139"/>
                <a:gd name="T3" fmla="*/ 152 h 152"/>
                <a:gd name="T4" fmla="*/ 23 w 139"/>
                <a:gd name="T5" fmla="*/ 150 h 152"/>
                <a:gd name="T6" fmla="*/ 23 w 139"/>
                <a:gd name="T7" fmla="*/ 148 h 152"/>
                <a:gd name="T8" fmla="*/ 5 w 139"/>
                <a:gd name="T9" fmla="*/ 148 h 152"/>
                <a:gd name="T10" fmla="*/ 0 w 139"/>
                <a:gd name="T11" fmla="*/ 145 h 152"/>
                <a:gd name="T12" fmla="*/ 7 w 139"/>
                <a:gd name="T13" fmla="*/ 111 h 152"/>
                <a:gd name="T14" fmla="*/ 45 w 139"/>
                <a:gd name="T15" fmla="*/ 81 h 152"/>
                <a:gd name="T16" fmla="*/ 51 w 139"/>
                <a:gd name="T17" fmla="*/ 74 h 152"/>
                <a:gd name="T18" fmla="*/ 45 w 139"/>
                <a:gd name="T19" fmla="*/ 62 h 152"/>
                <a:gd name="T20" fmla="*/ 39 w 139"/>
                <a:gd name="T21" fmla="*/ 52 h 152"/>
                <a:gd name="T22" fmla="*/ 39 w 139"/>
                <a:gd name="T23" fmla="*/ 43 h 152"/>
                <a:gd name="T24" fmla="*/ 70 w 139"/>
                <a:gd name="T25" fmla="*/ 3 h 152"/>
                <a:gd name="T26" fmla="*/ 70 w 139"/>
                <a:gd name="T27" fmla="*/ 3 h 152"/>
                <a:gd name="T28" fmla="*/ 100 w 139"/>
                <a:gd name="T29" fmla="*/ 43 h 152"/>
                <a:gd name="T30" fmla="*/ 100 w 139"/>
                <a:gd name="T31" fmla="*/ 52 h 152"/>
                <a:gd name="T32" fmla="*/ 94 w 139"/>
                <a:gd name="T33" fmla="*/ 62 h 152"/>
                <a:gd name="T34" fmla="*/ 88 w 139"/>
                <a:gd name="T35" fmla="*/ 74 h 152"/>
                <a:gd name="T36" fmla="*/ 94 w 139"/>
                <a:gd name="T37" fmla="*/ 81 h 152"/>
                <a:gd name="T38" fmla="*/ 133 w 139"/>
                <a:gd name="T39" fmla="*/ 111 h 152"/>
                <a:gd name="T40" fmla="*/ 139 w 139"/>
                <a:gd name="T41" fmla="*/ 145 h 152"/>
                <a:gd name="T42" fmla="*/ 134 w 139"/>
                <a:gd name="T43" fmla="*/ 148 h 152"/>
                <a:gd name="T44" fmla="*/ 116 w 139"/>
                <a:gd name="T45" fmla="*/ 148 h 152"/>
                <a:gd name="T46" fmla="*/ 116 w 139"/>
                <a:gd name="T47" fmla="*/ 150 h 152"/>
                <a:gd name="T48" fmla="*/ 114 w 139"/>
                <a:gd name="T49" fmla="*/ 152 h 152"/>
                <a:gd name="T50" fmla="*/ 69 w 139"/>
                <a:gd name="T51" fmla="*/ 152 h 152"/>
                <a:gd name="T52" fmla="*/ 70 w 139"/>
                <a:gd name="T53" fmla="*/ 152 h 152"/>
                <a:gd name="T54" fmla="*/ 79 w 139"/>
                <a:gd name="T55" fmla="*/ 29 h 152"/>
                <a:gd name="T56" fmla="*/ 48 w 139"/>
                <a:gd name="T57" fmla="*/ 43 h 152"/>
                <a:gd name="T58" fmla="*/ 69 w 139"/>
                <a:gd name="T59" fmla="*/ 78 h 152"/>
                <a:gd name="T60" fmla="*/ 92 w 139"/>
                <a:gd name="T61" fmla="*/ 39 h 152"/>
                <a:gd name="T62" fmla="*/ 79 w 139"/>
                <a:gd name="T63" fmla="*/ 29 h 152"/>
                <a:gd name="T64" fmla="*/ 55 w 139"/>
                <a:gd name="T65" fmla="*/ 79 h 152"/>
                <a:gd name="T66" fmla="*/ 51 w 139"/>
                <a:gd name="T67" fmla="*/ 85 h 152"/>
                <a:gd name="T68" fmla="*/ 46 w 139"/>
                <a:gd name="T69" fmla="*/ 88 h 152"/>
                <a:gd name="T70" fmla="*/ 42 w 139"/>
                <a:gd name="T71" fmla="*/ 89 h 152"/>
                <a:gd name="T72" fmla="*/ 63 w 139"/>
                <a:gd name="T73" fmla="*/ 144 h 152"/>
                <a:gd name="T74" fmla="*/ 66 w 139"/>
                <a:gd name="T75" fmla="*/ 104 h 152"/>
                <a:gd name="T76" fmla="*/ 74 w 139"/>
                <a:gd name="T77" fmla="*/ 104 h 152"/>
                <a:gd name="T78" fmla="*/ 76 w 139"/>
                <a:gd name="T79" fmla="*/ 145 h 152"/>
                <a:gd name="T80" fmla="*/ 97 w 139"/>
                <a:gd name="T81" fmla="*/ 89 h 152"/>
                <a:gd name="T82" fmla="*/ 93 w 139"/>
                <a:gd name="T83" fmla="*/ 88 h 152"/>
                <a:gd name="T84" fmla="*/ 88 w 139"/>
                <a:gd name="T85" fmla="*/ 85 h 152"/>
                <a:gd name="T86" fmla="*/ 84 w 139"/>
                <a:gd name="T87" fmla="*/ 79 h 152"/>
                <a:gd name="T88" fmla="*/ 55 w 139"/>
                <a:gd name="T89" fmla="*/ 79 h 152"/>
                <a:gd name="T90" fmla="*/ 75 w 139"/>
                <a:gd name="T91" fmla="*/ 90 h 152"/>
                <a:gd name="T92" fmla="*/ 77 w 139"/>
                <a:gd name="T93" fmla="*/ 96 h 152"/>
                <a:gd name="T94" fmla="*/ 74 w 139"/>
                <a:gd name="T95" fmla="*/ 101 h 152"/>
                <a:gd name="T96" fmla="*/ 66 w 139"/>
                <a:gd name="T97" fmla="*/ 101 h 152"/>
                <a:gd name="T98" fmla="*/ 62 w 139"/>
                <a:gd name="T99" fmla="*/ 96 h 152"/>
                <a:gd name="T100" fmla="*/ 64 w 139"/>
                <a:gd name="T101" fmla="*/ 90 h 152"/>
                <a:gd name="T102" fmla="*/ 64 w 139"/>
                <a:gd name="T103" fmla="*/ 90 h 152"/>
                <a:gd name="T104" fmla="*/ 75 w 139"/>
                <a:gd name="T105" fmla="*/ 9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9" h="152">
                  <a:moveTo>
                    <a:pt x="70" y="152"/>
                  </a:moveTo>
                  <a:cubicBezTo>
                    <a:pt x="25" y="152"/>
                    <a:pt x="25" y="152"/>
                    <a:pt x="25" y="152"/>
                  </a:cubicBezTo>
                  <a:cubicBezTo>
                    <a:pt x="24" y="152"/>
                    <a:pt x="23" y="151"/>
                    <a:pt x="23" y="150"/>
                  </a:cubicBezTo>
                  <a:cubicBezTo>
                    <a:pt x="23" y="148"/>
                    <a:pt x="23" y="148"/>
                    <a:pt x="23" y="148"/>
                  </a:cubicBezTo>
                  <a:cubicBezTo>
                    <a:pt x="23" y="148"/>
                    <a:pt x="7" y="148"/>
                    <a:pt x="5" y="148"/>
                  </a:cubicBezTo>
                  <a:cubicBezTo>
                    <a:pt x="2" y="148"/>
                    <a:pt x="0" y="148"/>
                    <a:pt x="0" y="145"/>
                  </a:cubicBezTo>
                  <a:cubicBezTo>
                    <a:pt x="0" y="140"/>
                    <a:pt x="1" y="128"/>
                    <a:pt x="7" y="111"/>
                  </a:cubicBezTo>
                  <a:cubicBezTo>
                    <a:pt x="15" y="87"/>
                    <a:pt x="45" y="81"/>
                    <a:pt x="45" y="81"/>
                  </a:cubicBezTo>
                  <a:cubicBezTo>
                    <a:pt x="51" y="74"/>
                    <a:pt x="51" y="74"/>
                    <a:pt x="51" y="74"/>
                  </a:cubicBezTo>
                  <a:cubicBezTo>
                    <a:pt x="48" y="70"/>
                    <a:pt x="46" y="64"/>
                    <a:pt x="45" y="62"/>
                  </a:cubicBezTo>
                  <a:cubicBezTo>
                    <a:pt x="44" y="60"/>
                    <a:pt x="40" y="57"/>
                    <a:pt x="39" y="52"/>
                  </a:cubicBezTo>
                  <a:cubicBezTo>
                    <a:pt x="37" y="47"/>
                    <a:pt x="38" y="46"/>
                    <a:pt x="39" y="43"/>
                  </a:cubicBezTo>
                  <a:cubicBezTo>
                    <a:pt x="35" y="0"/>
                    <a:pt x="70" y="3"/>
                    <a:pt x="70" y="3"/>
                  </a:cubicBezTo>
                  <a:cubicBezTo>
                    <a:pt x="70" y="3"/>
                    <a:pt x="70" y="3"/>
                    <a:pt x="70" y="3"/>
                  </a:cubicBezTo>
                  <a:cubicBezTo>
                    <a:pt x="70" y="3"/>
                    <a:pt x="104" y="0"/>
                    <a:pt x="100" y="43"/>
                  </a:cubicBezTo>
                  <a:cubicBezTo>
                    <a:pt x="101" y="46"/>
                    <a:pt x="102" y="47"/>
                    <a:pt x="100" y="52"/>
                  </a:cubicBezTo>
                  <a:cubicBezTo>
                    <a:pt x="99" y="57"/>
                    <a:pt x="95" y="60"/>
                    <a:pt x="94" y="62"/>
                  </a:cubicBezTo>
                  <a:cubicBezTo>
                    <a:pt x="93" y="64"/>
                    <a:pt x="91" y="70"/>
                    <a:pt x="88" y="74"/>
                  </a:cubicBezTo>
                  <a:cubicBezTo>
                    <a:pt x="94" y="81"/>
                    <a:pt x="94" y="81"/>
                    <a:pt x="94" y="81"/>
                  </a:cubicBezTo>
                  <a:cubicBezTo>
                    <a:pt x="94" y="81"/>
                    <a:pt x="124" y="87"/>
                    <a:pt x="133" y="111"/>
                  </a:cubicBezTo>
                  <a:cubicBezTo>
                    <a:pt x="139" y="128"/>
                    <a:pt x="139" y="140"/>
                    <a:pt x="139" y="145"/>
                  </a:cubicBezTo>
                  <a:cubicBezTo>
                    <a:pt x="139" y="148"/>
                    <a:pt x="137" y="148"/>
                    <a:pt x="134" y="148"/>
                  </a:cubicBezTo>
                  <a:cubicBezTo>
                    <a:pt x="132" y="148"/>
                    <a:pt x="116" y="148"/>
                    <a:pt x="116" y="148"/>
                  </a:cubicBezTo>
                  <a:cubicBezTo>
                    <a:pt x="116" y="150"/>
                    <a:pt x="116" y="150"/>
                    <a:pt x="116" y="150"/>
                  </a:cubicBezTo>
                  <a:cubicBezTo>
                    <a:pt x="116" y="151"/>
                    <a:pt x="115" y="152"/>
                    <a:pt x="114" y="152"/>
                  </a:cubicBezTo>
                  <a:cubicBezTo>
                    <a:pt x="69" y="152"/>
                    <a:pt x="69" y="152"/>
                    <a:pt x="69" y="152"/>
                  </a:cubicBezTo>
                  <a:lnTo>
                    <a:pt x="70" y="152"/>
                  </a:lnTo>
                  <a:close/>
                  <a:moveTo>
                    <a:pt x="79" y="29"/>
                  </a:moveTo>
                  <a:cubicBezTo>
                    <a:pt x="79" y="29"/>
                    <a:pt x="67" y="43"/>
                    <a:pt x="48" y="43"/>
                  </a:cubicBezTo>
                  <a:cubicBezTo>
                    <a:pt x="48" y="49"/>
                    <a:pt x="54" y="78"/>
                    <a:pt x="69" y="78"/>
                  </a:cubicBezTo>
                  <a:cubicBezTo>
                    <a:pt x="82" y="78"/>
                    <a:pt x="89" y="66"/>
                    <a:pt x="92" y="39"/>
                  </a:cubicBezTo>
                  <a:cubicBezTo>
                    <a:pt x="85" y="35"/>
                    <a:pt x="83" y="34"/>
                    <a:pt x="79" y="29"/>
                  </a:cubicBezTo>
                  <a:close/>
                  <a:moveTo>
                    <a:pt x="55" y="79"/>
                  </a:moveTo>
                  <a:cubicBezTo>
                    <a:pt x="51" y="85"/>
                    <a:pt x="51" y="85"/>
                    <a:pt x="51" y="85"/>
                  </a:cubicBezTo>
                  <a:cubicBezTo>
                    <a:pt x="49" y="86"/>
                    <a:pt x="48" y="88"/>
                    <a:pt x="46" y="88"/>
                  </a:cubicBezTo>
                  <a:cubicBezTo>
                    <a:pt x="42" y="89"/>
                    <a:pt x="42" y="89"/>
                    <a:pt x="42" y="89"/>
                  </a:cubicBezTo>
                  <a:cubicBezTo>
                    <a:pt x="63" y="144"/>
                    <a:pt x="63" y="144"/>
                    <a:pt x="63" y="144"/>
                  </a:cubicBezTo>
                  <a:cubicBezTo>
                    <a:pt x="66" y="104"/>
                    <a:pt x="66" y="104"/>
                    <a:pt x="66" y="104"/>
                  </a:cubicBezTo>
                  <a:cubicBezTo>
                    <a:pt x="74" y="104"/>
                    <a:pt x="74" y="104"/>
                    <a:pt x="74" y="104"/>
                  </a:cubicBezTo>
                  <a:cubicBezTo>
                    <a:pt x="76" y="145"/>
                    <a:pt x="76" y="145"/>
                    <a:pt x="76" y="145"/>
                  </a:cubicBezTo>
                  <a:cubicBezTo>
                    <a:pt x="97" y="89"/>
                    <a:pt x="97" y="89"/>
                    <a:pt x="97" y="89"/>
                  </a:cubicBezTo>
                  <a:cubicBezTo>
                    <a:pt x="93" y="88"/>
                    <a:pt x="93" y="88"/>
                    <a:pt x="93" y="88"/>
                  </a:cubicBezTo>
                  <a:cubicBezTo>
                    <a:pt x="91" y="88"/>
                    <a:pt x="89" y="86"/>
                    <a:pt x="88" y="85"/>
                  </a:cubicBezTo>
                  <a:cubicBezTo>
                    <a:pt x="84" y="79"/>
                    <a:pt x="84" y="79"/>
                    <a:pt x="84" y="79"/>
                  </a:cubicBezTo>
                  <a:cubicBezTo>
                    <a:pt x="75" y="87"/>
                    <a:pt x="65" y="88"/>
                    <a:pt x="55" y="79"/>
                  </a:cubicBezTo>
                  <a:close/>
                  <a:moveTo>
                    <a:pt x="75" y="90"/>
                  </a:moveTo>
                  <a:cubicBezTo>
                    <a:pt x="77" y="96"/>
                    <a:pt x="77" y="96"/>
                    <a:pt x="77" y="96"/>
                  </a:cubicBezTo>
                  <a:cubicBezTo>
                    <a:pt x="74" y="101"/>
                    <a:pt x="74" y="101"/>
                    <a:pt x="74" y="101"/>
                  </a:cubicBezTo>
                  <a:cubicBezTo>
                    <a:pt x="66" y="101"/>
                    <a:pt x="66" y="101"/>
                    <a:pt x="66" y="101"/>
                  </a:cubicBezTo>
                  <a:cubicBezTo>
                    <a:pt x="62" y="96"/>
                    <a:pt x="62" y="96"/>
                    <a:pt x="62" y="96"/>
                  </a:cubicBezTo>
                  <a:cubicBezTo>
                    <a:pt x="64" y="90"/>
                    <a:pt x="64" y="90"/>
                    <a:pt x="64" y="90"/>
                  </a:cubicBezTo>
                  <a:cubicBezTo>
                    <a:pt x="64" y="90"/>
                    <a:pt x="64" y="90"/>
                    <a:pt x="64" y="90"/>
                  </a:cubicBezTo>
                  <a:lnTo>
                    <a:pt x="75" y="9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97" name="Group 296">
            <a:extLst>
              <a:ext uri="{FF2B5EF4-FFF2-40B4-BE49-F238E27FC236}">
                <a16:creationId xmlns:a16="http://schemas.microsoft.com/office/drawing/2014/main" id="{0F30B3CD-54D6-C019-D025-0B6D0F158C1D}"/>
              </a:ext>
            </a:extLst>
          </p:cNvPr>
          <p:cNvGrpSpPr/>
          <p:nvPr/>
        </p:nvGrpSpPr>
        <p:grpSpPr>
          <a:xfrm>
            <a:off x="980144" y="5556174"/>
            <a:ext cx="350022" cy="320038"/>
            <a:chOff x="702609" y="4157721"/>
            <a:chExt cx="350022" cy="320038"/>
          </a:xfrm>
        </p:grpSpPr>
        <p:sp>
          <p:nvSpPr>
            <p:cNvPr id="298" name="Freeform 101">
              <a:extLst>
                <a:ext uri="{FF2B5EF4-FFF2-40B4-BE49-F238E27FC236}">
                  <a16:creationId xmlns:a16="http://schemas.microsoft.com/office/drawing/2014/main" id="{3CE0737A-208F-3F2C-40B5-7CC4B627171C}"/>
                </a:ext>
              </a:extLst>
            </p:cNvPr>
            <p:cNvSpPr>
              <a:spLocks/>
            </p:cNvSpPr>
            <p:nvPr/>
          </p:nvSpPr>
          <p:spPr bwMode="auto">
            <a:xfrm>
              <a:off x="816535" y="4157721"/>
              <a:ext cx="133413" cy="51716"/>
            </a:xfrm>
            <a:custGeom>
              <a:avLst/>
              <a:gdLst>
                <a:gd name="T0" fmla="*/ 75 w 75"/>
                <a:gd name="T1" fmla="*/ 29 h 29"/>
                <a:gd name="T2" fmla="*/ 62 w 75"/>
                <a:gd name="T3" fmla="*/ 29 h 29"/>
                <a:gd name="T4" fmla="*/ 62 w 75"/>
                <a:gd name="T5" fmla="*/ 15 h 29"/>
                <a:gd name="T6" fmla="*/ 60 w 75"/>
                <a:gd name="T7" fmla="*/ 14 h 29"/>
                <a:gd name="T8" fmla="*/ 15 w 75"/>
                <a:gd name="T9" fmla="*/ 14 h 29"/>
                <a:gd name="T10" fmla="*/ 14 w 75"/>
                <a:gd name="T11" fmla="*/ 15 h 29"/>
                <a:gd name="T12" fmla="*/ 14 w 75"/>
                <a:gd name="T13" fmla="*/ 29 h 29"/>
                <a:gd name="T14" fmla="*/ 0 w 75"/>
                <a:gd name="T15" fmla="*/ 29 h 29"/>
                <a:gd name="T16" fmla="*/ 0 w 75"/>
                <a:gd name="T17" fmla="*/ 15 h 29"/>
                <a:gd name="T18" fmla="*/ 15 w 75"/>
                <a:gd name="T19" fmla="*/ 0 h 29"/>
                <a:gd name="T20" fmla="*/ 60 w 75"/>
                <a:gd name="T21" fmla="*/ 0 h 29"/>
                <a:gd name="T22" fmla="*/ 75 w 75"/>
                <a:gd name="T23" fmla="*/ 15 h 29"/>
                <a:gd name="T24" fmla="*/ 75 w 75"/>
                <a:gd name="T2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29">
                  <a:moveTo>
                    <a:pt x="75" y="29"/>
                  </a:moveTo>
                  <a:cubicBezTo>
                    <a:pt x="62" y="29"/>
                    <a:pt x="62" y="29"/>
                    <a:pt x="62" y="29"/>
                  </a:cubicBezTo>
                  <a:cubicBezTo>
                    <a:pt x="62" y="15"/>
                    <a:pt x="62" y="15"/>
                    <a:pt x="62" y="15"/>
                  </a:cubicBezTo>
                  <a:cubicBezTo>
                    <a:pt x="62" y="14"/>
                    <a:pt x="61" y="14"/>
                    <a:pt x="60" y="14"/>
                  </a:cubicBezTo>
                  <a:cubicBezTo>
                    <a:pt x="15" y="14"/>
                    <a:pt x="15" y="14"/>
                    <a:pt x="15" y="14"/>
                  </a:cubicBezTo>
                  <a:cubicBezTo>
                    <a:pt x="14" y="14"/>
                    <a:pt x="14" y="14"/>
                    <a:pt x="14" y="15"/>
                  </a:cubicBezTo>
                  <a:cubicBezTo>
                    <a:pt x="14" y="29"/>
                    <a:pt x="14" y="29"/>
                    <a:pt x="14" y="29"/>
                  </a:cubicBezTo>
                  <a:cubicBezTo>
                    <a:pt x="0" y="29"/>
                    <a:pt x="0" y="29"/>
                    <a:pt x="0" y="29"/>
                  </a:cubicBezTo>
                  <a:cubicBezTo>
                    <a:pt x="0" y="15"/>
                    <a:pt x="0" y="15"/>
                    <a:pt x="0" y="15"/>
                  </a:cubicBezTo>
                  <a:cubicBezTo>
                    <a:pt x="0" y="7"/>
                    <a:pt x="7" y="0"/>
                    <a:pt x="15" y="0"/>
                  </a:cubicBezTo>
                  <a:cubicBezTo>
                    <a:pt x="60" y="0"/>
                    <a:pt x="60" y="0"/>
                    <a:pt x="60" y="0"/>
                  </a:cubicBezTo>
                  <a:cubicBezTo>
                    <a:pt x="68" y="0"/>
                    <a:pt x="75" y="7"/>
                    <a:pt x="75" y="15"/>
                  </a:cubicBezTo>
                  <a:lnTo>
                    <a:pt x="75" y="2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102">
              <a:extLst>
                <a:ext uri="{FF2B5EF4-FFF2-40B4-BE49-F238E27FC236}">
                  <a16:creationId xmlns:a16="http://schemas.microsoft.com/office/drawing/2014/main" id="{EAA2D592-6E19-D3F8-B1CD-350120335191}"/>
                </a:ext>
              </a:extLst>
            </p:cNvPr>
            <p:cNvSpPr>
              <a:spLocks noEditPoints="1"/>
            </p:cNvSpPr>
            <p:nvPr/>
          </p:nvSpPr>
          <p:spPr bwMode="auto">
            <a:xfrm>
              <a:off x="702609" y="4219930"/>
              <a:ext cx="350022" cy="257829"/>
            </a:xfrm>
            <a:custGeom>
              <a:avLst/>
              <a:gdLst>
                <a:gd name="T0" fmla="*/ 190 w 197"/>
                <a:gd name="T1" fmla="*/ 145 h 145"/>
                <a:gd name="T2" fmla="*/ 7 w 197"/>
                <a:gd name="T3" fmla="*/ 145 h 145"/>
                <a:gd name="T4" fmla="*/ 0 w 197"/>
                <a:gd name="T5" fmla="*/ 138 h 145"/>
                <a:gd name="T6" fmla="*/ 0 w 197"/>
                <a:gd name="T7" fmla="*/ 7 h 145"/>
                <a:gd name="T8" fmla="*/ 7 w 197"/>
                <a:gd name="T9" fmla="*/ 0 h 145"/>
                <a:gd name="T10" fmla="*/ 190 w 197"/>
                <a:gd name="T11" fmla="*/ 0 h 145"/>
                <a:gd name="T12" fmla="*/ 197 w 197"/>
                <a:gd name="T13" fmla="*/ 7 h 145"/>
                <a:gd name="T14" fmla="*/ 197 w 197"/>
                <a:gd name="T15" fmla="*/ 138 h 145"/>
                <a:gd name="T16" fmla="*/ 190 w 197"/>
                <a:gd name="T17" fmla="*/ 145 h 145"/>
                <a:gd name="T18" fmla="*/ 99 w 197"/>
                <a:gd name="T19" fmla="*/ 16 h 145"/>
                <a:gd name="T20" fmla="*/ 41 w 197"/>
                <a:gd name="T21" fmla="*/ 73 h 145"/>
                <a:gd name="T22" fmla="*/ 99 w 197"/>
                <a:gd name="T23" fmla="*/ 130 h 145"/>
                <a:gd name="T24" fmla="*/ 156 w 197"/>
                <a:gd name="T25" fmla="*/ 73 h 145"/>
                <a:gd name="T26" fmla="*/ 99 w 197"/>
                <a:gd name="T27" fmla="*/ 16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7" h="145">
                  <a:moveTo>
                    <a:pt x="190" y="145"/>
                  </a:moveTo>
                  <a:cubicBezTo>
                    <a:pt x="7" y="145"/>
                    <a:pt x="7" y="145"/>
                    <a:pt x="7" y="145"/>
                  </a:cubicBezTo>
                  <a:cubicBezTo>
                    <a:pt x="3" y="145"/>
                    <a:pt x="0" y="142"/>
                    <a:pt x="0" y="138"/>
                  </a:cubicBezTo>
                  <a:cubicBezTo>
                    <a:pt x="0" y="7"/>
                    <a:pt x="0" y="7"/>
                    <a:pt x="0" y="7"/>
                  </a:cubicBezTo>
                  <a:cubicBezTo>
                    <a:pt x="0" y="3"/>
                    <a:pt x="3" y="0"/>
                    <a:pt x="7" y="0"/>
                  </a:cubicBezTo>
                  <a:cubicBezTo>
                    <a:pt x="190" y="0"/>
                    <a:pt x="190" y="0"/>
                    <a:pt x="190" y="0"/>
                  </a:cubicBezTo>
                  <a:cubicBezTo>
                    <a:pt x="194" y="0"/>
                    <a:pt x="197" y="3"/>
                    <a:pt x="197" y="7"/>
                  </a:cubicBezTo>
                  <a:cubicBezTo>
                    <a:pt x="197" y="138"/>
                    <a:pt x="197" y="138"/>
                    <a:pt x="197" y="138"/>
                  </a:cubicBezTo>
                  <a:cubicBezTo>
                    <a:pt x="197" y="142"/>
                    <a:pt x="194" y="145"/>
                    <a:pt x="190" y="145"/>
                  </a:cubicBezTo>
                  <a:close/>
                  <a:moveTo>
                    <a:pt x="99" y="16"/>
                  </a:moveTo>
                  <a:cubicBezTo>
                    <a:pt x="67" y="16"/>
                    <a:pt x="41" y="41"/>
                    <a:pt x="41" y="73"/>
                  </a:cubicBezTo>
                  <a:cubicBezTo>
                    <a:pt x="41" y="105"/>
                    <a:pt x="67" y="130"/>
                    <a:pt x="99" y="130"/>
                  </a:cubicBezTo>
                  <a:cubicBezTo>
                    <a:pt x="130" y="130"/>
                    <a:pt x="156" y="105"/>
                    <a:pt x="156" y="73"/>
                  </a:cubicBezTo>
                  <a:cubicBezTo>
                    <a:pt x="156" y="41"/>
                    <a:pt x="130" y="16"/>
                    <a:pt x="99"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103">
              <a:extLst>
                <a:ext uri="{FF2B5EF4-FFF2-40B4-BE49-F238E27FC236}">
                  <a16:creationId xmlns:a16="http://schemas.microsoft.com/office/drawing/2014/main" id="{AD6F1B00-BBAF-3758-3878-B0FB848105FE}"/>
                </a:ext>
              </a:extLst>
            </p:cNvPr>
            <p:cNvSpPr>
              <a:spLocks/>
            </p:cNvSpPr>
            <p:nvPr/>
          </p:nvSpPr>
          <p:spPr bwMode="auto">
            <a:xfrm>
              <a:off x="814286" y="4271646"/>
              <a:ext cx="128167" cy="165641"/>
            </a:xfrm>
            <a:custGeom>
              <a:avLst/>
              <a:gdLst>
                <a:gd name="T0" fmla="*/ 63 w 72"/>
                <a:gd name="T1" fmla="*/ 78 h 93"/>
                <a:gd name="T2" fmla="*/ 63 w 72"/>
                <a:gd name="T3" fmla="*/ 78 h 93"/>
                <a:gd name="T4" fmla="*/ 42 w 72"/>
                <a:gd name="T5" fmla="*/ 86 h 93"/>
                <a:gd name="T6" fmla="*/ 42 w 72"/>
                <a:gd name="T7" fmla="*/ 93 h 93"/>
                <a:gd name="T8" fmla="*/ 29 w 72"/>
                <a:gd name="T9" fmla="*/ 93 h 93"/>
                <a:gd name="T10" fmla="*/ 29 w 72"/>
                <a:gd name="T11" fmla="*/ 86 h 93"/>
                <a:gd name="T12" fmla="*/ 8 w 72"/>
                <a:gd name="T13" fmla="*/ 78 h 93"/>
                <a:gd name="T14" fmla="*/ 2 w 72"/>
                <a:gd name="T15" fmla="*/ 57 h 93"/>
                <a:gd name="T16" fmla="*/ 29 w 72"/>
                <a:gd name="T17" fmla="*/ 57 h 93"/>
                <a:gd name="T18" fmla="*/ 29 w 72"/>
                <a:gd name="T19" fmla="*/ 69 h 93"/>
                <a:gd name="T20" fmla="*/ 33 w 72"/>
                <a:gd name="T21" fmla="*/ 74 h 93"/>
                <a:gd name="T22" fmla="*/ 39 w 72"/>
                <a:gd name="T23" fmla="*/ 72 h 93"/>
                <a:gd name="T24" fmla="*/ 40 w 72"/>
                <a:gd name="T25" fmla="*/ 67 h 93"/>
                <a:gd name="T26" fmla="*/ 39 w 72"/>
                <a:gd name="T27" fmla="*/ 60 h 93"/>
                <a:gd name="T28" fmla="*/ 31 w 72"/>
                <a:gd name="T29" fmla="*/ 54 h 93"/>
                <a:gd name="T30" fmla="*/ 5 w 72"/>
                <a:gd name="T31" fmla="*/ 37 h 93"/>
                <a:gd name="T32" fmla="*/ 5 w 72"/>
                <a:gd name="T33" fmla="*/ 16 h 93"/>
                <a:gd name="T34" fmla="*/ 29 w 72"/>
                <a:gd name="T35" fmla="*/ 7 h 93"/>
                <a:gd name="T36" fmla="*/ 29 w 72"/>
                <a:gd name="T37" fmla="*/ 0 h 93"/>
                <a:gd name="T38" fmla="*/ 42 w 72"/>
                <a:gd name="T39" fmla="*/ 0 h 93"/>
                <a:gd name="T40" fmla="*/ 42 w 72"/>
                <a:gd name="T41" fmla="*/ 7 h 93"/>
                <a:gd name="T42" fmla="*/ 67 w 72"/>
                <a:gd name="T43" fmla="*/ 30 h 93"/>
                <a:gd name="T44" fmla="*/ 39 w 72"/>
                <a:gd name="T45" fmla="*/ 30 h 93"/>
                <a:gd name="T46" fmla="*/ 36 w 72"/>
                <a:gd name="T47" fmla="*/ 19 h 93"/>
                <a:gd name="T48" fmla="*/ 31 w 72"/>
                <a:gd name="T49" fmla="*/ 19 h 93"/>
                <a:gd name="T50" fmla="*/ 30 w 72"/>
                <a:gd name="T51" fmla="*/ 29 h 93"/>
                <a:gd name="T52" fmla="*/ 37 w 72"/>
                <a:gd name="T53" fmla="*/ 33 h 93"/>
                <a:gd name="T54" fmla="*/ 55 w 72"/>
                <a:gd name="T55" fmla="*/ 41 h 93"/>
                <a:gd name="T56" fmla="*/ 67 w 72"/>
                <a:gd name="T57" fmla="*/ 51 h 93"/>
                <a:gd name="T58" fmla="*/ 63 w 72"/>
                <a:gd name="T59" fmla="*/ 7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2" h="93">
                  <a:moveTo>
                    <a:pt x="63" y="78"/>
                  </a:moveTo>
                  <a:cubicBezTo>
                    <a:pt x="63" y="78"/>
                    <a:pt x="63" y="78"/>
                    <a:pt x="63" y="78"/>
                  </a:cubicBezTo>
                  <a:cubicBezTo>
                    <a:pt x="57" y="83"/>
                    <a:pt x="49" y="85"/>
                    <a:pt x="42" y="86"/>
                  </a:cubicBezTo>
                  <a:cubicBezTo>
                    <a:pt x="42" y="93"/>
                    <a:pt x="42" y="93"/>
                    <a:pt x="42" y="93"/>
                  </a:cubicBezTo>
                  <a:cubicBezTo>
                    <a:pt x="29" y="93"/>
                    <a:pt x="29" y="93"/>
                    <a:pt x="29" y="93"/>
                  </a:cubicBezTo>
                  <a:cubicBezTo>
                    <a:pt x="29" y="86"/>
                    <a:pt x="29" y="86"/>
                    <a:pt x="29" y="86"/>
                  </a:cubicBezTo>
                  <a:cubicBezTo>
                    <a:pt x="22" y="85"/>
                    <a:pt x="14" y="83"/>
                    <a:pt x="8" y="78"/>
                  </a:cubicBezTo>
                  <a:cubicBezTo>
                    <a:pt x="2" y="73"/>
                    <a:pt x="2" y="65"/>
                    <a:pt x="2" y="57"/>
                  </a:cubicBezTo>
                  <a:cubicBezTo>
                    <a:pt x="29" y="57"/>
                    <a:pt x="29" y="57"/>
                    <a:pt x="29" y="57"/>
                  </a:cubicBezTo>
                  <a:cubicBezTo>
                    <a:pt x="29" y="61"/>
                    <a:pt x="29" y="65"/>
                    <a:pt x="29" y="69"/>
                  </a:cubicBezTo>
                  <a:cubicBezTo>
                    <a:pt x="30" y="71"/>
                    <a:pt x="30" y="74"/>
                    <a:pt x="33" y="74"/>
                  </a:cubicBezTo>
                  <a:cubicBezTo>
                    <a:pt x="35" y="74"/>
                    <a:pt x="37" y="74"/>
                    <a:pt x="39" y="72"/>
                  </a:cubicBezTo>
                  <a:cubicBezTo>
                    <a:pt x="40" y="71"/>
                    <a:pt x="40" y="69"/>
                    <a:pt x="40" y="67"/>
                  </a:cubicBezTo>
                  <a:cubicBezTo>
                    <a:pt x="39" y="65"/>
                    <a:pt x="39" y="62"/>
                    <a:pt x="39" y="60"/>
                  </a:cubicBezTo>
                  <a:cubicBezTo>
                    <a:pt x="38" y="57"/>
                    <a:pt x="34" y="55"/>
                    <a:pt x="31" y="54"/>
                  </a:cubicBezTo>
                  <a:cubicBezTo>
                    <a:pt x="22" y="49"/>
                    <a:pt x="11" y="46"/>
                    <a:pt x="5" y="37"/>
                  </a:cubicBezTo>
                  <a:cubicBezTo>
                    <a:pt x="1" y="31"/>
                    <a:pt x="0" y="22"/>
                    <a:pt x="5" y="16"/>
                  </a:cubicBezTo>
                  <a:cubicBezTo>
                    <a:pt x="11" y="9"/>
                    <a:pt x="21" y="7"/>
                    <a:pt x="29" y="7"/>
                  </a:cubicBezTo>
                  <a:cubicBezTo>
                    <a:pt x="29" y="0"/>
                    <a:pt x="29" y="0"/>
                    <a:pt x="29" y="0"/>
                  </a:cubicBezTo>
                  <a:cubicBezTo>
                    <a:pt x="42" y="0"/>
                    <a:pt x="42" y="0"/>
                    <a:pt x="42" y="0"/>
                  </a:cubicBezTo>
                  <a:cubicBezTo>
                    <a:pt x="42" y="7"/>
                    <a:pt x="42" y="7"/>
                    <a:pt x="42" y="7"/>
                  </a:cubicBezTo>
                  <a:cubicBezTo>
                    <a:pt x="56" y="8"/>
                    <a:pt x="69" y="14"/>
                    <a:pt x="67" y="30"/>
                  </a:cubicBezTo>
                  <a:cubicBezTo>
                    <a:pt x="39" y="30"/>
                    <a:pt x="39" y="30"/>
                    <a:pt x="39" y="30"/>
                  </a:cubicBezTo>
                  <a:cubicBezTo>
                    <a:pt x="39" y="27"/>
                    <a:pt x="40" y="19"/>
                    <a:pt x="36" y="19"/>
                  </a:cubicBezTo>
                  <a:cubicBezTo>
                    <a:pt x="35" y="18"/>
                    <a:pt x="33" y="18"/>
                    <a:pt x="31" y="19"/>
                  </a:cubicBezTo>
                  <a:cubicBezTo>
                    <a:pt x="29" y="21"/>
                    <a:pt x="29" y="26"/>
                    <a:pt x="30" y="29"/>
                  </a:cubicBezTo>
                  <a:cubicBezTo>
                    <a:pt x="32" y="31"/>
                    <a:pt x="35" y="32"/>
                    <a:pt x="37" y="33"/>
                  </a:cubicBezTo>
                  <a:cubicBezTo>
                    <a:pt x="43" y="36"/>
                    <a:pt x="50" y="39"/>
                    <a:pt x="55" y="41"/>
                  </a:cubicBezTo>
                  <a:cubicBezTo>
                    <a:pt x="60" y="44"/>
                    <a:pt x="65" y="46"/>
                    <a:pt x="67" y="51"/>
                  </a:cubicBezTo>
                  <a:cubicBezTo>
                    <a:pt x="72" y="60"/>
                    <a:pt x="70" y="72"/>
                    <a:pt x="63" y="7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9728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F90C6-B744-BDB8-DAA9-C44340DC707A}"/>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1824381-A17F-4DB1-603A-15031AE4F2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F1824381-A17F-4DB1-603A-15031AE4F26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A94088-2907-7E5E-FAFA-CC7DD4317352}"/>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D38C548C-24D5-6541-C9DF-49F3CE2B74B9}"/>
              </a:ext>
            </a:extLst>
          </p:cNvPr>
          <p:cNvSpPr>
            <a:spLocks noGrp="1"/>
          </p:cNvSpPr>
          <p:nvPr>
            <p:ph type="subTitle" idx="1"/>
          </p:nvPr>
        </p:nvSpPr>
        <p:spPr/>
        <p:txBody>
          <a:bodyPr/>
          <a:lstStyle/>
          <a:p>
            <a:r>
              <a:rPr lang="en-US" dirty="0"/>
              <a:t>Subtitle</a:t>
            </a:r>
          </a:p>
        </p:txBody>
      </p:sp>
      <p:sp>
        <p:nvSpPr>
          <p:cNvPr id="31" name="Rectangle 30">
            <a:extLst>
              <a:ext uri="{FF2B5EF4-FFF2-40B4-BE49-F238E27FC236}">
                <a16:creationId xmlns:a16="http://schemas.microsoft.com/office/drawing/2014/main" id="{9700E136-EEBC-3A97-CDAC-64461170B702}"/>
              </a:ext>
            </a:extLst>
          </p:cNvPr>
          <p:cNvSpPr/>
          <p:nvPr/>
        </p:nvSpPr>
        <p:spPr>
          <a:xfrm>
            <a:off x="8756638" y="1496350"/>
            <a:ext cx="2880626" cy="4826515"/>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2" name="TextBox 31">
            <a:extLst>
              <a:ext uri="{FF2B5EF4-FFF2-40B4-BE49-F238E27FC236}">
                <a16:creationId xmlns:a16="http://schemas.microsoft.com/office/drawing/2014/main" id="{695BF9CB-80A7-605F-0E6E-7F669F67B12C}"/>
              </a:ext>
            </a:extLst>
          </p:cNvPr>
          <p:cNvSpPr txBox="1"/>
          <p:nvPr/>
        </p:nvSpPr>
        <p:spPr>
          <a:xfrm>
            <a:off x="9360834" y="2292221"/>
            <a:ext cx="1758439" cy="558904"/>
          </a:xfrm>
          <a:prstGeom prst="rect">
            <a:avLst/>
          </a:prstGeom>
        </p:spPr>
        <p:txBody>
          <a:bodyPr vert="horz" wrap="square" lIns="0" tIns="0" rIns="0" bIns="0" rtlCol="0" anchor="t" anchorCtr="0">
            <a:noAutofit/>
          </a:bodyPr>
          <a:lstStyle/>
          <a:p>
            <a:pPr algn="l">
              <a:spcAft>
                <a:spcPts val="600"/>
              </a:spcAft>
            </a:pPr>
            <a:r>
              <a:rPr lang="en-US" sz="2000" b="1" dirty="0">
                <a:solidFill>
                  <a:schemeClr val="accent4">
                    <a:lumMod val="20000"/>
                    <a:lumOff val="80000"/>
                  </a:schemeClr>
                </a:solidFill>
                <a:latin typeface="+mj-lt"/>
              </a:rPr>
              <a:t>Stage 4</a:t>
            </a:r>
          </a:p>
          <a:p>
            <a:pPr>
              <a:spcAft>
                <a:spcPts val="600"/>
              </a:spcAft>
            </a:pPr>
            <a:r>
              <a:rPr lang="en-US" sz="2800" b="1" dirty="0">
                <a:solidFill>
                  <a:schemeClr val="accent4">
                    <a:lumMod val="20000"/>
                    <a:lumOff val="80000"/>
                  </a:schemeClr>
                </a:solidFill>
                <a:latin typeface="+mj-lt"/>
              </a:rPr>
              <a:t>Bullet Title #4</a:t>
            </a:r>
          </a:p>
        </p:txBody>
      </p:sp>
      <p:sp>
        <p:nvSpPr>
          <p:cNvPr id="33" name="TextBox 32">
            <a:extLst>
              <a:ext uri="{FF2B5EF4-FFF2-40B4-BE49-F238E27FC236}">
                <a16:creationId xmlns:a16="http://schemas.microsoft.com/office/drawing/2014/main" id="{391018B4-B389-57B8-968C-E42762849386}"/>
              </a:ext>
            </a:extLst>
          </p:cNvPr>
          <p:cNvSpPr txBox="1"/>
          <p:nvPr/>
        </p:nvSpPr>
        <p:spPr>
          <a:xfrm>
            <a:off x="9356132" y="3859537"/>
            <a:ext cx="1950355" cy="558904"/>
          </a:xfrm>
          <a:prstGeom prst="rect">
            <a:avLst/>
          </a:prstGeom>
        </p:spPr>
        <p:txBody>
          <a:bodyPr vert="horz" wrap="square" lIns="0" tIns="0" rIns="0" bIns="0" rtlCol="0" anchor="t" anchorCtr="0">
            <a:noAutofit/>
          </a:bodyPr>
          <a:lstStyle/>
          <a:p>
            <a:pPr>
              <a:spcAft>
                <a:spcPts val="600"/>
              </a:spcAft>
            </a:pPr>
            <a:r>
              <a:rPr lang="en-US" sz="1050" dirty="0">
                <a:solidFill>
                  <a:schemeClr val="bg1"/>
                </a:solidFill>
              </a:rPr>
              <a:t>Bullet Subtitle #4</a:t>
            </a:r>
          </a:p>
        </p:txBody>
      </p:sp>
      <p:sp>
        <p:nvSpPr>
          <p:cNvPr id="34" name="Isosceles Triangle 65">
            <a:extLst>
              <a:ext uri="{FF2B5EF4-FFF2-40B4-BE49-F238E27FC236}">
                <a16:creationId xmlns:a16="http://schemas.microsoft.com/office/drawing/2014/main" id="{8D8D0DC5-0893-78F0-8C1F-056D586416B2}"/>
              </a:ext>
            </a:extLst>
          </p:cNvPr>
          <p:cNvSpPr/>
          <p:nvPr/>
        </p:nvSpPr>
        <p:spPr>
          <a:xfrm rot="5400000">
            <a:off x="8654028" y="5431626"/>
            <a:ext cx="786681" cy="205308"/>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5" name="Rectangle 34">
            <a:extLst>
              <a:ext uri="{FF2B5EF4-FFF2-40B4-BE49-F238E27FC236}">
                <a16:creationId xmlns:a16="http://schemas.microsoft.com/office/drawing/2014/main" id="{53E9A4B9-983C-B2D3-D4F2-01396BBDBF5C}"/>
              </a:ext>
            </a:extLst>
          </p:cNvPr>
          <p:cNvSpPr/>
          <p:nvPr/>
        </p:nvSpPr>
        <p:spPr>
          <a:xfrm>
            <a:off x="6096000" y="1496350"/>
            <a:ext cx="2880626" cy="4826515"/>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6" name="TextBox 35">
            <a:extLst>
              <a:ext uri="{FF2B5EF4-FFF2-40B4-BE49-F238E27FC236}">
                <a16:creationId xmlns:a16="http://schemas.microsoft.com/office/drawing/2014/main" id="{0C730E6E-20B9-42B0-B584-136A0E5476B5}"/>
              </a:ext>
            </a:extLst>
          </p:cNvPr>
          <p:cNvSpPr txBox="1"/>
          <p:nvPr/>
        </p:nvSpPr>
        <p:spPr>
          <a:xfrm>
            <a:off x="6649887" y="2292221"/>
            <a:ext cx="1710890" cy="558904"/>
          </a:xfrm>
          <a:prstGeom prst="rect">
            <a:avLst/>
          </a:prstGeom>
        </p:spPr>
        <p:txBody>
          <a:bodyPr vert="horz" wrap="square" lIns="0" tIns="0" rIns="0" bIns="0" rtlCol="0" anchor="t" anchorCtr="0">
            <a:noAutofit/>
          </a:bodyPr>
          <a:lstStyle/>
          <a:p>
            <a:pPr algn="l">
              <a:spcAft>
                <a:spcPts val="600"/>
              </a:spcAft>
            </a:pPr>
            <a:r>
              <a:rPr lang="en-US" sz="2000" b="1" dirty="0">
                <a:solidFill>
                  <a:schemeClr val="accent4">
                    <a:lumMod val="20000"/>
                    <a:lumOff val="80000"/>
                  </a:schemeClr>
                </a:solidFill>
                <a:latin typeface="+mj-lt"/>
              </a:rPr>
              <a:t>Stage 3</a:t>
            </a:r>
          </a:p>
          <a:p>
            <a:pPr>
              <a:spcAft>
                <a:spcPts val="600"/>
              </a:spcAft>
            </a:pPr>
            <a:r>
              <a:rPr lang="en-US" sz="2800" b="1" dirty="0">
                <a:solidFill>
                  <a:schemeClr val="accent4">
                    <a:lumMod val="20000"/>
                    <a:lumOff val="80000"/>
                  </a:schemeClr>
                </a:solidFill>
                <a:latin typeface="+mj-lt"/>
              </a:rPr>
              <a:t>Bullet Title #3</a:t>
            </a:r>
          </a:p>
        </p:txBody>
      </p:sp>
      <p:sp>
        <p:nvSpPr>
          <p:cNvPr id="37" name="TextBox 36">
            <a:extLst>
              <a:ext uri="{FF2B5EF4-FFF2-40B4-BE49-F238E27FC236}">
                <a16:creationId xmlns:a16="http://schemas.microsoft.com/office/drawing/2014/main" id="{3CD41518-A153-F7E4-F2DF-F2EC7E507738}"/>
              </a:ext>
            </a:extLst>
          </p:cNvPr>
          <p:cNvSpPr txBox="1"/>
          <p:nvPr/>
        </p:nvSpPr>
        <p:spPr>
          <a:xfrm>
            <a:off x="6645185" y="3859537"/>
            <a:ext cx="2100973" cy="558904"/>
          </a:xfrm>
          <a:prstGeom prst="rect">
            <a:avLst/>
          </a:prstGeom>
        </p:spPr>
        <p:txBody>
          <a:bodyPr vert="horz" wrap="square" lIns="0" tIns="0" rIns="0" bIns="0" rtlCol="0" anchor="t" anchorCtr="0">
            <a:noAutofit/>
          </a:bodyPr>
          <a:lstStyle/>
          <a:p>
            <a:pPr>
              <a:spcAft>
                <a:spcPts val="600"/>
              </a:spcAft>
            </a:pPr>
            <a:r>
              <a:rPr lang="en-US" sz="1050" dirty="0">
                <a:solidFill>
                  <a:schemeClr val="bg1"/>
                </a:solidFill>
              </a:rPr>
              <a:t>Bullet Subtitle #3</a:t>
            </a:r>
          </a:p>
        </p:txBody>
      </p:sp>
      <p:sp>
        <p:nvSpPr>
          <p:cNvPr id="38" name="Rectangle 37">
            <a:extLst>
              <a:ext uri="{FF2B5EF4-FFF2-40B4-BE49-F238E27FC236}">
                <a16:creationId xmlns:a16="http://schemas.microsoft.com/office/drawing/2014/main" id="{46B548A7-FAAF-D535-76EA-E3D7E9FBCB16}"/>
              </a:ext>
            </a:extLst>
          </p:cNvPr>
          <p:cNvSpPr/>
          <p:nvPr/>
        </p:nvSpPr>
        <p:spPr>
          <a:xfrm>
            <a:off x="3380351" y="1496350"/>
            <a:ext cx="2880626" cy="4826515"/>
          </a:xfrm>
          <a:prstGeom prst="rect">
            <a:avLst/>
          </a:prstGeom>
          <a:solidFill>
            <a:schemeClr val="accent2">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9" name="TextBox 38">
            <a:extLst>
              <a:ext uri="{FF2B5EF4-FFF2-40B4-BE49-F238E27FC236}">
                <a16:creationId xmlns:a16="http://schemas.microsoft.com/office/drawing/2014/main" id="{EB154F96-4C42-7B4D-F355-05A5D939ECCD}"/>
              </a:ext>
            </a:extLst>
          </p:cNvPr>
          <p:cNvSpPr txBox="1"/>
          <p:nvPr/>
        </p:nvSpPr>
        <p:spPr>
          <a:xfrm>
            <a:off x="822895" y="3075879"/>
            <a:ext cx="1465985" cy="558904"/>
          </a:xfrm>
          <a:prstGeom prst="rect">
            <a:avLst/>
          </a:prstGeom>
        </p:spPr>
        <p:txBody>
          <a:bodyPr vert="horz" wrap="square" lIns="0" tIns="0" rIns="0" bIns="0" rtlCol="0" anchor="t" anchorCtr="0">
            <a:noAutofit/>
          </a:bodyPr>
          <a:lstStyle/>
          <a:p>
            <a:pPr algn="l">
              <a:spcAft>
                <a:spcPts val="600"/>
              </a:spcAft>
            </a:pPr>
            <a:r>
              <a:rPr lang="en-US" sz="1050">
                <a:solidFill>
                  <a:schemeClr val="bg1"/>
                </a:solidFill>
              </a:rPr>
              <a:t>Build a clean, real-time data pipeline that feeds every decision without latency or gaps</a:t>
            </a:r>
          </a:p>
        </p:txBody>
      </p:sp>
      <p:sp>
        <p:nvSpPr>
          <p:cNvPr id="40" name="Rectangle 39">
            <a:extLst>
              <a:ext uri="{FF2B5EF4-FFF2-40B4-BE49-F238E27FC236}">
                <a16:creationId xmlns:a16="http://schemas.microsoft.com/office/drawing/2014/main" id="{BA7D8FE0-6000-BF2B-4593-4DCB580D2F49}"/>
              </a:ext>
            </a:extLst>
          </p:cNvPr>
          <p:cNvSpPr/>
          <p:nvPr/>
        </p:nvSpPr>
        <p:spPr>
          <a:xfrm>
            <a:off x="554736" y="1496350"/>
            <a:ext cx="2880626" cy="4826515"/>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1" name="Isosceles Triangle 33">
            <a:extLst>
              <a:ext uri="{FF2B5EF4-FFF2-40B4-BE49-F238E27FC236}">
                <a16:creationId xmlns:a16="http://schemas.microsoft.com/office/drawing/2014/main" id="{1580105F-8817-1E88-4202-5D13E00EE4B4}"/>
              </a:ext>
            </a:extLst>
          </p:cNvPr>
          <p:cNvSpPr/>
          <p:nvPr/>
        </p:nvSpPr>
        <p:spPr>
          <a:xfrm rot="5400000">
            <a:off x="3089665" y="5431625"/>
            <a:ext cx="786681" cy="205308"/>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2" name="Isosceles Triangle 34">
            <a:extLst>
              <a:ext uri="{FF2B5EF4-FFF2-40B4-BE49-F238E27FC236}">
                <a16:creationId xmlns:a16="http://schemas.microsoft.com/office/drawing/2014/main" id="{D224E123-D2AB-F872-6D4A-BDFFCC804B56}"/>
              </a:ext>
            </a:extLst>
          </p:cNvPr>
          <p:cNvSpPr/>
          <p:nvPr/>
        </p:nvSpPr>
        <p:spPr>
          <a:xfrm rot="5400000">
            <a:off x="5930984" y="5431626"/>
            <a:ext cx="786681" cy="205308"/>
          </a:xfrm>
          <a:prstGeom prst="triangle">
            <a:avLst/>
          </a:prstGeom>
          <a:solidFill>
            <a:srgbClr val="00266A"/>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3" name="TextBox 42">
            <a:extLst>
              <a:ext uri="{FF2B5EF4-FFF2-40B4-BE49-F238E27FC236}">
                <a16:creationId xmlns:a16="http://schemas.microsoft.com/office/drawing/2014/main" id="{5EA02262-9200-828F-8BAE-07885F1FC9CD}"/>
              </a:ext>
            </a:extLst>
          </p:cNvPr>
          <p:cNvSpPr txBox="1"/>
          <p:nvPr/>
        </p:nvSpPr>
        <p:spPr>
          <a:xfrm>
            <a:off x="946880" y="2292220"/>
            <a:ext cx="1917141" cy="868229"/>
          </a:xfrm>
          <a:prstGeom prst="rect">
            <a:avLst/>
          </a:prstGeom>
        </p:spPr>
        <p:txBody>
          <a:bodyPr vert="horz" wrap="square" lIns="0" tIns="0" rIns="0" bIns="0" rtlCol="0" anchor="t" anchorCtr="0">
            <a:noAutofit/>
          </a:bodyPr>
          <a:lstStyle/>
          <a:p>
            <a:pPr algn="l">
              <a:spcAft>
                <a:spcPts val="600"/>
              </a:spcAft>
            </a:pPr>
            <a:r>
              <a:rPr lang="en-US" sz="2000" b="1" dirty="0">
                <a:solidFill>
                  <a:schemeClr val="accent4">
                    <a:lumMod val="20000"/>
                    <a:lumOff val="80000"/>
                  </a:schemeClr>
                </a:solidFill>
                <a:latin typeface="+mj-lt"/>
              </a:rPr>
              <a:t>Stage 1</a:t>
            </a:r>
          </a:p>
          <a:p>
            <a:pPr algn="l">
              <a:spcAft>
                <a:spcPts val="600"/>
              </a:spcAft>
            </a:pPr>
            <a:r>
              <a:rPr lang="en-US" sz="2800" b="1" dirty="0">
                <a:solidFill>
                  <a:schemeClr val="accent4">
                    <a:lumMod val="20000"/>
                    <a:lumOff val="80000"/>
                  </a:schemeClr>
                </a:solidFill>
                <a:latin typeface="+mj-lt"/>
              </a:rPr>
              <a:t>Bullet Title #1</a:t>
            </a:r>
          </a:p>
        </p:txBody>
      </p:sp>
      <p:sp>
        <p:nvSpPr>
          <p:cNvPr id="44" name="TextBox 43">
            <a:extLst>
              <a:ext uri="{FF2B5EF4-FFF2-40B4-BE49-F238E27FC236}">
                <a16:creationId xmlns:a16="http://schemas.microsoft.com/office/drawing/2014/main" id="{A662346A-9617-29D0-B6F7-10673E0B94ED}"/>
              </a:ext>
            </a:extLst>
          </p:cNvPr>
          <p:cNvSpPr txBox="1"/>
          <p:nvPr/>
        </p:nvSpPr>
        <p:spPr>
          <a:xfrm>
            <a:off x="3845026" y="2292221"/>
            <a:ext cx="1888632" cy="558904"/>
          </a:xfrm>
          <a:prstGeom prst="rect">
            <a:avLst/>
          </a:prstGeom>
        </p:spPr>
        <p:txBody>
          <a:bodyPr vert="horz" wrap="square" lIns="0" tIns="0" rIns="0" bIns="0" rtlCol="0" anchor="t" anchorCtr="0">
            <a:noAutofit/>
          </a:bodyPr>
          <a:lstStyle/>
          <a:p>
            <a:pPr algn="l">
              <a:spcAft>
                <a:spcPts val="600"/>
              </a:spcAft>
            </a:pPr>
            <a:r>
              <a:rPr lang="en-US" sz="2000" b="1" dirty="0">
                <a:solidFill>
                  <a:schemeClr val="accent4">
                    <a:lumMod val="20000"/>
                    <a:lumOff val="80000"/>
                  </a:schemeClr>
                </a:solidFill>
                <a:latin typeface="+mj-lt"/>
              </a:rPr>
              <a:t>Stage 2</a:t>
            </a:r>
          </a:p>
          <a:p>
            <a:pPr>
              <a:spcAft>
                <a:spcPts val="600"/>
              </a:spcAft>
            </a:pPr>
            <a:r>
              <a:rPr lang="en-US" sz="2800" b="1" dirty="0">
                <a:solidFill>
                  <a:schemeClr val="accent4">
                    <a:lumMod val="20000"/>
                    <a:lumOff val="80000"/>
                  </a:schemeClr>
                </a:solidFill>
                <a:latin typeface="+mj-lt"/>
              </a:rPr>
              <a:t>Bullet Title #2</a:t>
            </a:r>
          </a:p>
        </p:txBody>
      </p:sp>
      <p:sp>
        <p:nvSpPr>
          <p:cNvPr id="45" name="TextBox 44">
            <a:extLst>
              <a:ext uri="{FF2B5EF4-FFF2-40B4-BE49-F238E27FC236}">
                <a16:creationId xmlns:a16="http://schemas.microsoft.com/office/drawing/2014/main" id="{30887EC8-E61D-C1B8-A51D-F018409A73A2}"/>
              </a:ext>
            </a:extLst>
          </p:cNvPr>
          <p:cNvSpPr txBox="1"/>
          <p:nvPr/>
        </p:nvSpPr>
        <p:spPr>
          <a:xfrm>
            <a:off x="942179" y="3859537"/>
            <a:ext cx="2028510" cy="558904"/>
          </a:xfrm>
          <a:prstGeom prst="rect">
            <a:avLst/>
          </a:prstGeom>
        </p:spPr>
        <p:txBody>
          <a:bodyPr vert="horz" wrap="square" lIns="0" tIns="0" rIns="0" bIns="0" rtlCol="0" anchor="t" anchorCtr="0">
            <a:noAutofit/>
          </a:bodyPr>
          <a:lstStyle/>
          <a:p>
            <a:pPr algn="l">
              <a:spcAft>
                <a:spcPts val="600"/>
              </a:spcAft>
            </a:pPr>
            <a:r>
              <a:rPr lang="en-US" sz="1050" dirty="0">
                <a:solidFill>
                  <a:schemeClr val="bg1"/>
                </a:solidFill>
              </a:rPr>
              <a:t>Bullet Subtitle #1</a:t>
            </a:r>
          </a:p>
          <a:p>
            <a:pPr algn="l">
              <a:spcAft>
                <a:spcPts val="600"/>
              </a:spcAft>
            </a:pPr>
            <a:endParaRPr lang="en-US" sz="1050" dirty="0">
              <a:solidFill>
                <a:schemeClr val="bg1"/>
              </a:solidFill>
            </a:endParaRPr>
          </a:p>
        </p:txBody>
      </p:sp>
      <p:sp>
        <p:nvSpPr>
          <p:cNvPr id="46" name="TextBox 45">
            <a:extLst>
              <a:ext uri="{FF2B5EF4-FFF2-40B4-BE49-F238E27FC236}">
                <a16:creationId xmlns:a16="http://schemas.microsoft.com/office/drawing/2014/main" id="{D2593BB5-9CE1-A3EE-214C-6BEA752D5AB5}"/>
              </a:ext>
            </a:extLst>
          </p:cNvPr>
          <p:cNvSpPr txBox="1"/>
          <p:nvPr/>
        </p:nvSpPr>
        <p:spPr>
          <a:xfrm>
            <a:off x="3840323" y="3859537"/>
            <a:ext cx="1924075" cy="558904"/>
          </a:xfrm>
          <a:prstGeom prst="rect">
            <a:avLst/>
          </a:prstGeom>
        </p:spPr>
        <p:txBody>
          <a:bodyPr vert="horz" wrap="square" lIns="0" tIns="0" rIns="0" bIns="0" rtlCol="0" anchor="t" anchorCtr="0">
            <a:noAutofit/>
          </a:bodyPr>
          <a:lstStyle/>
          <a:p>
            <a:pPr>
              <a:spcAft>
                <a:spcPts val="600"/>
              </a:spcAft>
            </a:pPr>
            <a:r>
              <a:rPr lang="en-US" sz="1050" dirty="0">
                <a:solidFill>
                  <a:schemeClr val="bg1"/>
                </a:solidFill>
              </a:rPr>
              <a:t>Bullet Subtitle #2</a:t>
            </a:r>
          </a:p>
        </p:txBody>
      </p:sp>
      <p:sp>
        <p:nvSpPr>
          <p:cNvPr id="47" name="TextBox 46">
            <a:extLst>
              <a:ext uri="{FF2B5EF4-FFF2-40B4-BE49-F238E27FC236}">
                <a16:creationId xmlns:a16="http://schemas.microsoft.com/office/drawing/2014/main" id="{29275212-F88B-2FC4-A304-19858094B0EE}"/>
              </a:ext>
            </a:extLst>
          </p:cNvPr>
          <p:cNvSpPr txBox="1"/>
          <p:nvPr/>
        </p:nvSpPr>
        <p:spPr>
          <a:xfrm>
            <a:off x="942179" y="4717604"/>
            <a:ext cx="2028510" cy="558904"/>
          </a:xfrm>
          <a:prstGeom prst="rect">
            <a:avLst/>
          </a:prstGeom>
        </p:spPr>
        <p:txBody>
          <a:bodyPr vert="horz" wrap="square" lIns="0" tIns="0" rIns="0" bIns="0" rtlCol="0" anchor="t" anchorCtr="0">
            <a:noAutofit/>
          </a:bodyPr>
          <a:lstStyle/>
          <a:p>
            <a:pPr marL="171450" indent="-171450" algn="l">
              <a:spcAft>
                <a:spcPts val="600"/>
              </a:spcAft>
              <a:buFont typeface="Arial" panose="020B0604020202020204" pitchFamily="34" charset="0"/>
              <a:buChar char="•"/>
            </a:pPr>
            <a:r>
              <a:rPr lang="en-US" sz="900" b="1" dirty="0">
                <a:solidFill>
                  <a:schemeClr val="bg1"/>
                </a:solidFill>
              </a:rPr>
              <a:t>Bullet Bullet #1</a:t>
            </a:r>
          </a:p>
          <a:p>
            <a:pPr marL="171450" indent="-171450">
              <a:spcAft>
                <a:spcPts val="600"/>
              </a:spcAft>
              <a:buFont typeface="Arial" panose="020B0604020202020204" pitchFamily="34" charset="0"/>
              <a:buChar char="•"/>
            </a:pPr>
            <a:r>
              <a:rPr lang="en-US" sz="900" b="1" dirty="0">
                <a:solidFill>
                  <a:schemeClr val="bg1"/>
                </a:solidFill>
              </a:rPr>
              <a:t>Bullet Bullet #1</a:t>
            </a:r>
          </a:p>
          <a:p>
            <a:pPr marL="171450" indent="-171450">
              <a:spcAft>
                <a:spcPts val="600"/>
              </a:spcAft>
              <a:buFont typeface="Arial" panose="020B0604020202020204" pitchFamily="34" charset="0"/>
              <a:buChar char="•"/>
            </a:pPr>
            <a:r>
              <a:rPr lang="en-US" sz="900" b="1" dirty="0">
                <a:solidFill>
                  <a:schemeClr val="bg1"/>
                </a:solidFill>
              </a:rPr>
              <a:t>Bullet Bullet #1</a:t>
            </a:r>
          </a:p>
          <a:p>
            <a:pPr marL="171450" indent="-171450">
              <a:spcAft>
                <a:spcPts val="600"/>
              </a:spcAft>
              <a:buFont typeface="Arial" panose="020B0604020202020204" pitchFamily="34" charset="0"/>
              <a:buChar char="•"/>
            </a:pPr>
            <a:r>
              <a:rPr lang="en-US" sz="900" b="1" dirty="0">
                <a:solidFill>
                  <a:schemeClr val="bg1"/>
                </a:solidFill>
              </a:rPr>
              <a:t>Bullet Bullet #1</a:t>
            </a:r>
          </a:p>
          <a:p>
            <a:pPr marL="171450" indent="-171450" algn="l">
              <a:spcAft>
                <a:spcPts val="600"/>
              </a:spcAft>
              <a:buFont typeface="Arial" panose="020B0604020202020204" pitchFamily="34" charset="0"/>
              <a:buChar char="•"/>
            </a:pPr>
            <a:endParaRPr lang="en-US" sz="900" b="1" dirty="0">
              <a:solidFill>
                <a:schemeClr val="bg1"/>
              </a:solidFill>
            </a:endParaRPr>
          </a:p>
        </p:txBody>
      </p:sp>
      <p:sp>
        <p:nvSpPr>
          <p:cNvPr id="48" name="TextBox 47">
            <a:extLst>
              <a:ext uri="{FF2B5EF4-FFF2-40B4-BE49-F238E27FC236}">
                <a16:creationId xmlns:a16="http://schemas.microsoft.com/office/drawing/2014/main" id="{D3D9283B-08C6-FED5-4EB0-772910477FC8}"/>
              </a:ext>
            </a:extLst>
          </p:cNvPr>
          <p:cNvSpPr txBox="1"/>
          <p:nvPr/>
        </p:nvSpPr>
        <p:spPr>
          <a:xfrm>
            <a:off x="3841350" y="4717604"/>
            <a:ext cx="2034691" cy="558904"/>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r>
              <a:rPr lang="en-US" sz="900" b="1" dirty="0">
                <a:solidFill>
                  <a:schemeClr val="bg1"/>
                </a:solidFill>
              </a:rPr>
              <a:t>Bullet Bullet #2</a:t>
            </a:r>
          </a:p>
          <a:p>
            <a:pPr marL="171450" indent="-171450">
              <a:spcAft>
                <a:spcPts val="600"/>
              </a:spcAft>
              <a:buFont typeface="Arial" panose="020B0604020202020204" pitchFamily="34" charset="0"/>
              <a:buChar char="•"/>
            </a:pPr>
            <a:endParaRPr lang="en-US" sz="900" b="1" dirty="0">
              <a:solidFill>
                <a:schemeClr val="bg1"/>
              </a:solidFill>
            </a:endParaRPr>
          </a:p>
        </p:txBody>
      </p:sp>
      <p:sp>
        <p:nvSpPr>
          <p:cNvPr id="49" name="TextBox 48">
            <a:extLst>
              <a:ext uri="{FF2B5EF4-FFF2-40B4-BE49-F238E27FC236}">
                <a16:creationId xmlns:a16="http://schemas.microsoft.com/office/drawing/2014/main" id="{E58D9E99-9844-4CEA-D8F0-6DEE2E4FCCF9}"/>
              </a:ext>
            </a:extLst>
          </p:cNvPr>
          <p:cNvSpPr txBox="1"/>
          <p:nvPr/>
        </p:nvSpPr>
        <p:spPr>
          <a:xfrm>
            <a:off x="6654333" y="4717604"/>
            <a:ext cx="2060140" cy="558904"/>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900" b="1" dirty="0">
                <a:solidFill>
                  <a:schemeClr val="bg1"/>
                </a:solidFill>
              </a:rPr>
              <a:t>Bullet Bullet #3</a:t>
            </a:r>
          </a:p>
          <a:p>
            <a:pPr marL="171450" indent="-171450">
              <a:spcAft>
                <a:spcPts val="600"/>
              </a:spcAft>
              <a:buFont typeface="Arial" panose="020B0604020202020204" pitchFamily="34" charset="0"/>
              <a:buChar char="•"/>
            </a:pPr>
            <a:r>
              <a:rPr lang="en-US" sz="900" b="1" dirty="0">
                <a:solidFill>
                  <a:schemeClr val="bg1"/>
                </a:solidFill>
              </a:rPr>
              <a:t>Bullet Bullet #3</a:t>
            </a:r>
          </a:p>
          <a:p>
            <a:pPr marL="171450" indent="-171450">
              <a:spcAft>
                <a:spcPts val="600"/>
              </a:spcAft>
              <a:buFont typeface="Arial" panose="020B0604020202020204" pitchFamily="34" charset="0"/>
              <a:buChar char="•"/>
            </a:pPr>
            <a:r>
              <a:rPr lang="en-US" sz="900" b="1" dirty="0">
                <a:solidFill>
                  <a:schemeClr val="bg1"/>
                </a:solidFill>
              </a:rPr>
              <a:t>Bullet Bullet #3</a:t>
            </a:r>
          </a:p>
          <a:p>
            <a:pPr marL="171450" indent="-171450">
              <a:spcAft>
                <a:spcPts val="600"/>
              </a:spcAft>
              <a:buFont typeface="Arial" panose="020B0604020202020204" pitchFamily="34" charset="0"/>
              <a:buChar char="•"/>
            </a:pPr>
            <a:r>
              <a:rPr lang="en-US" sz="900" b="1" dirty="0">
                <a:solidFill>
                  <a:schemeClr val="bg1"/>
                </a:solidFill>
              </a:rPr>
              <a:t>Bullet Bullet #3</a:t>
            </a:r>
          </a:p>
          <a:p>
            <a:pPr marL="171450" indent="-171450">
              <a:spcAft>
                <a:spcPts val="600"/>
              </a:spcAft>
              <a:buFont typeface="Arial" panose="020B0604020202020204" pitchFamily="34" charset="0"/>
              <a:buChar char="•"/>
            </a:pPr>
            <a:endParaRPr lang="en-US" sz="900" b="1" dirty="0">
              <a:solidFill>
                <a:schemeClr val="bg1"/>
              </a:solidFill>
            </a:endParaRPr>
          </a:p>
        </p:txBody>
      </p:sp>
      <p:sp>
        <p:nvSpPr>
          <p:cNvPr id="50" name="TextBox 49">
            <a:extLst>
              <a:ext uri="{FF2B5EF4-FFF2-40B4-BE49-F238E27FC236}">
                <a16:creationId xmlns:a16="http://schemas.microsoft.com/office/drawing/2014/main" id="{845BE112-206E-E877-D204-610EFA46C707}"/>
              </a:ext>
            </a:extLst>
          </p:cNvPr>
          <p:cNvSpPr txBox="1"/>
          <p:nvPr/>
        </p:nvSpPr>
        <p:spPr>
          <a:xfrm>
            <a:off x="9369982" y="4717604"/>
            <a:ext cx="1879839" cy="558904"/>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900" b="1" dirty="0">
                <a:solidFill>
                  <a:schemeClr val="bg1"/>
                </a:solidFill>
              </a:rPr>
              <a:t>Bullet Bullet #4</a:t>
            </a:r>
          </a:p>
          <a:p>
            <a:pPr marL="171450" indent="-171450">
              <a:spcAft>
                <a:spcPts val="600"/>
              </a:spcAft>
              <a:buFont typeface="Arial" panose="020B0604020202020204" pitchFamily="34" charset="0"/>
              <a:buChar char="•"/>
            </a:pPr>
            <a:r>
              <a:rPr lang="en-US" sz="900" b="1" dirty="0">
                <a:solidFill>
                  <a:schemeClr val="bg1"/>
                </a:solidFill>
              </a:rPr>
              <a:t>Bullet Bullet #4</a:t>
            </a:r>
          </a:p>
          <a:p>
            <a:pPr marL="171450" indent="-171450">
              <a:spcAft>
                <a:spcPts val="600"/>
              </a:spcAft>
              <a:buFont typeface="Arial" panose="020B0604020202020204" pitchFamily="34" charset="0"/>
              <a:buChar char="•"/>
            </a:pPr>
            <a:r>
              <a:rPr lang="en-US" sz="900" b="1" dirty="0">
                <a:solidFill>
                  <a:schemeClr val="bg1"/>
                </a:solidFill>
              </a:rPr>
              <a:t>Bullet Bullet #4</a:t>
            </a:r>
          </a:p>
          <a:p>
            <a:pPr marL="171450" indent="-171450">
              <a:spcAft>
                <a:spcPts val="600"/>
              </a:spcAft>
              <a:buFont typeface="Arial" panose="020B0604020202020204" pitchFamily="34" charset="0"/>
              <a:buChar char="•"/>
            </a:pPr>
            <a:r>
              <a:rPr lang="en-US" sz="900" b="1" dirty="0">
                <a:solidFill>
                  <a:schemeClr val="bg1"/>
                </a:solidFill>
              </a:rPr>
              <a:t>Bullet Bullet #4</a:t>
            </a:r>
          </a:p>
          <a:p>
            <a:pPr marL="171450" indent="-171450">
              <a:spcAft>
                <a:spcPts val="600"/>
              </a:spcAft>
              <a:buFont typeface="Arial" panose="020B0604020202020204" pitchFamily="34" charset="0"/>
              <a:buChar char="•"/>
            </a:pPr>
            <a:endParaRPr lang="en-US" sz="900" b="1" dirty="0">
              <a:solidFill>
                <a:schemeClr val="bg1"/>
              </a:solidFill>
            </a:endParaRPr>
          </a:p>
        </p:txBody>
      </p:sp>
      <p:pic>
        <p:nvPicPr>
          <p:cNvPr id="51" name="Graphic 50">
            <a:extLst>
              <a:ext uri="{FF2B5EF4-FFF2-40B4-BE49-F238E27FC236}">
                <a16:creationId xmlns:a16="http://schemas.microsoft.com/office/drawing/2014/main" id="{66481158-941F-697B-BEC6-F73DDBAF2FE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51531" y="1819844"/>
            <a:ext cx="360000" cy="360000"/>
          </a:xfrm>
          <a:prstGeom prst="rect">
            <a:avLst/>
          </a:prstGeom>
        </p:spPr>
      </p:pic>
      <p:pic>
        <p:nvPicPr>
          <p:cNvPr id="52" name="Graphic 51">
            <a:extLst>
              <a:ext uri="{FF2B5EF4-FFF2-40B4-BE49-F238E27FC236}">
                <a16:creationId xmlns:a16="http://schemas.microsoft.com/office/drawing/2014/main" id="{AA9700C0-8390-AC62-FC4C-3B321F8EE6AD}"/>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46880" y="1819844"/>
            <a:ext cx="360000" cy="360000"/>
          </a:xfrm>
          <a:prstGeom prst="rect">
            <a:avLst/>
          </a:prstGeom>
        </p:spPr>
      </p:pic>
      <p:pic>
        <p:nvPicPr>
          <p:cNvPr id="53" name="Graphic 52">
            <a:extLst>
              <a:ext uri="{FF2B5EF4-FFF2-40B4-BE49-F238E27FC236}">
                <a16:creationId xmlns:a16="http://schemas.microsoft.com/office/drawing/2014/main" id="{E3060E02-66AE-12D8-DC08-F7040F403D73}"/>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62718" y="1819844"/>
            <a:ext cx="360000" cy="360000"/>
          </a:xfrm>
          <a:prstGeom prst="rect">
            <a:avLst/>
          </a:prstGeom>
        </p:spPr>
      </p:pic>
      <p:pic>
        <p:nvPicPr>
          <p:cNvPr id="54" name="Graphic 53">
            <a:extLst>
              <a:ext uri="{FF2B5EF4-FFF2-40B4-BE49-F238E27FC236}">
                <a16:creationId xmlns:a16="http://schemas.microsoft.com/office/drawing/2014/main" id="{2E8B7064-7C67-3AC6-623E-0F8367E1C9BA}"/>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360834" y="1819844"/>
            <a:ext cx="360000" cy="360000"/>
          </a:xfrm>
          <a:prstGeom prst="rect">
            <a:avLst/>
          </a:prstGeom>
        </p:spPr>
      </p:pic>
    </p:spTree>
    <p:extLst>
      <p:ext uri="{BB962C8B-B14F-4D97-AF65-F5344CB8AC3E}">
        <p14:creationId xmlns:p14="http://schemas.microsoft.com/office/powerpoint/2010/main" val="1446828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901DD-9A40-A57D-AB49-9DF6A30F9631}"/>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C426652-5AE9-E5A5-99A3-619D10B73828}"/>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C426652-5AE9-E5A5-99A3-619D10B7382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298664D-1A83-3BE2-487F-B47E4AFB96EE}"/>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D037698D-6166-DC88-19D1-A1A899423BD5}"/>
              </a:ext>
            </a:extLst>
          </p:cNvPr>
          <p:cNvSpPr>
            <a:spLocks noGrp="1"/>
          </p:cNvSpPr>
          <p:nvPr>
            <p:ph type="subTitle" idx="1"/>
          </p:nvPr>
        </p:nvSpPr>
        <p:spPr/>
        <p:txBody>
          <a:bodyPr/>
          <a:lstStyle/>
          <a:p>
            <a:r>
              <a:rPr lang="en-US" dirty="0"/>
              <a:t>Subtitle</a:t>
            </a:r>
          </a:p>
        </p:txBody>
      </p:sp>
      <p:sp>
        <p:nvSpPr>
          <p:cNvPr id="4" name="Rectangle 3">
            <a:extLst>
              <a:ext uri="{FF2B5EF4-FFF2-40B4-BE49-F238E27FC236}">
                <a16:creationId xmlns:a16="http://schemas.microsoft.com/office/drawing/2014/main" id="{42021095-A74E-D0F7-6F40-B32DCB388A63}"/>
              </a:ext>
            </a:extLst>
          </p:cNvPr>
          <p:cNvSpPr/>
          <p:nvPr/>
        </p:nvSpPr>
        <p:spPr>
          <a:xfrm>
            <a:off x="554736" y="1702338"/>
            <a:ext cx="2941981" cy="4651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005EB8"/>
                </a:solidFill>
                <a:effectLst/>
                <a:uLnTx/>
                <a:uFillTx/>
                <a:latin typeface="Arial"/>
                <a:ea typeface="+mn-ea"/>
                <a:cs typeface="+mn-cs"/>
              </a:rPr>
              <a:t>Client Ask</a:t>
            </a:r>
          </a:p>
        </p:txBody>
      </p:sp>
      <p:grpSp>
        <p:nvGrpSpPr>
          <p:cNvPr id="6" name="Group 5">
            <a:extLst>
              <a:ext uri="{FF2B5EF4-FFF2-40B4-BE49-F238E27FC236}">
                <a16:creationId xmlns:a16="http://schemas.microsoft.com/office/drawing/2014/main" id="{D2E5BC21-8D39-9D06-62D0-3A217BAFF404}"/>
              </a:ext>
            </a:extLst>
          </p:cNvPr>
          <p:cNvGrpSpPr/>
          <p:nvPr/>
        </p:nvGrpSpPr>
        <p:grpSpPr>
          <a:xfrm>
            <a:off x="719526" y="2301142"/>
            <a:ext cx="2556996" cy="1815053"/>
            <a:chOff x="819234" y="2438398"/>
            <a:chExt cx="2556996" cy="1815053"/>
          </a:xfrm>
        </p:grpSpPr>
        <p:sp>
          <p:nvSpPr>
            <p:cNvPr id="7" name="Rectangle 6">
              <a:extLst>
                <a:ext uri="{FF2B5EF4-FFF2-40B4-BE49-F238E27FC236}">
                  <a16:creationId xmlns:a16="http://schemas.microsoft.com/office/drawing/2014/main" id="{4892D86D-85CA-49BC-F1D4-D1C3BA0CE9B2}"/>
                </a:ext>
              </a:extLst>
            </p:cNvPr>
            <p:cNvSpPr/>
            <p:nvPr/>
          </p:nvSpPr>
          <p:spPr>
            <a:xfrm>
              <a:off x="962847" y="2618682"/>
              <a:ext cx="2413383" cy="1634769"/>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a:ea typeface="+mn-ea"/>
                  <a:cs typeface="+mn-cs"/>
                </a:rPr>
                <a:t>Ask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Ask #1 Description</a:t>
              </a:r>
            </a:p>
          </p:txBody>
        </p:sp>
        <p:sp>
          <p:nvSpPr>
            <p:cNvPr id="8" name="Oval 7">
              <a:extLst>
                <a:ext uri="{FF2B5EF4-FFF2-40B4-BE49-F238E27FC236}">
                  <a16:creationId xmlns:a16="http://schemas.microsoft.com/office/drawing/2014/main" id="{E14FF28A-D14B-8BB4-2256-D239F1357B3F}"/>
                </a:ext>
              </a:extLst>
            </p:cNvPr>
            <p:cNvSpPr/>
            <p:nvPr/>
          </p:nvSpPr>
          <p:spPr>
            <a:xfrm>
              <a:off x="819234" y="2438398"/>
              <a:ext cx="457200" cy="457200"/>
            </a:xfrm>
            <a:prstGeom prst="ellipse">
              <a:avLst/>
            </a:prstGeom>
            <a:solidFill>
              <a:srgbClr val="005EB8"/>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a:ea typeface="+mn-ea"/>
                  <a:cs typeface="+mn-cs"/>
                </a:rPr>
                <a:t>1</a:t>
              </a:r>
            </a:p>
          </p:txBody>
        </p:sp>
      </p:grpSp>
      <p:grpSp>
        <p:nvGrpSpPr>
          <p:cNvPr id="9" name="Group 8">
            <a:extLst>
              <a:ext uri="{FF2B5EF4-FFF2-40B4-BE49-F238E27FC236}">
                <a16:creationId xmlns:a16="http://schemas.microsoft.com/office/drawing/2014/main" id="{2777AE29-1322-C11C-F2A9-B5BDDFCB5884}"/>
              </a:ext>
            </a:extLst>
          </p:cNvPr>
          <p:cNvGrpSpPr/>
          <p:nvPr/>
        </p:nvGrpSpPr>
        <p:grpSpPr>
          <a:xfrm>
            <a:off x="732438" y="4408654"/>
            <a:ext cx="2586575" cy="1747413"/>
            <a:chOff x="819234" y="4524694"/>
            <a:chExt cx="2586575" cy="1747413"/>
          </a:xfrm>
        </p:grpSpPr>
        <p:sp>
          <p:nvSpPr>
            <p:cNvPr id="10" name="Rectangle 9">
              <a:extLst>
                <a:ext uri="{FF2B5EF4-FFF2-40B4-BE49-F238E27FC236}">
                  <a16:creationId xmlns:a16="http://schemas.microsoft.com/office/drawing/2014/main" id="{CABA82E9-86A6-C003-5745-FDAAB62D4080}"/>
                </a:ext>
              </a:extLst>
            </p:cNvPr>
            <p:cNvSpPr/>
            <p:nvPr/>
          </p:nvSpPr>
          <p:spPr>
            <a:xfrm>
              <a:off x="992426" y="4637338"/>
              <a:ext cx="2413383" cy="1634769"/>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a:ea typeface="+mn-ea"/>
                  <a:cs typeface="+mn-cs"/>
                </a:rPr>
                <a:t>Ask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Ask #2 Description</a:t>
              </a:r>
            </a:p>
          </p:txBody>
        </p:sp>
        <p:sp>
          <p:nvSpPr>
            <p:cNvPr id="11" name="Oval 10">
              <a:extLst>
                <a:ext uri="{FF2B5EF4-FFF2-40B4-BE49-F238E27FC236}">
                  <a16:creationId xmlns:a16="http://schemas.microsoft.com/office/drawing/2014/main" id="{57E421C1-67E9-F799-2FD0-963DA7FB3DDD}"/>
                </a:ext>
              </a:extLst>
            </p:cNvPr>
            <p:cNvSpPr/>
            <p:nvPr/>
          </p:nvSpPr>
          <p:spPr>
            <a:xfrm>
              <a:off x="819234" y="4524694"/>
              <a:ext cx="457200" cy="457200"/>
            </a:xfrm>
            <a:prstGeom prst="ellipse">
              <a:avLst/>
            </a:prstGeom>
            <a:solidFill>
              <a:srgbClr val="005EB8"/>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a:ea typeface="+mn-ea"/>
                  <a:cs typeface="+mn-cs"/>
                </a:rPr>
                <a:t>2</a:t>
              </a:r>
            </a:p>
          </p:txBody>
        </p:sp>
      </p:grpSp>
      <p:sp>
        <p:nvSpPr>
          <p:cNvPr id="12" name="Rectangle 11">
            <a:extLst>
              <a:ext uri="{FF2B5EF4-FFF2-40B4-BE49-F238E27FC236}">
                <a16:creationId xmlns:a16="http://schemas.microsoft.com/office/drawing/2014/main" id="{6FA263E3-50FF-057D-5D4D-24C0E48C6428}"/>
              </a:ext>
            </a:extLst>
          </p:cNvPr>
          <p:cNvSpPr/>
          <p:nvPr/>
        </p:nvSpPr>
        <p:spPr>
          <a:xfrm>
            <a:off x="3996471" y="1702338"/>
            <a:ext cx="7491307" cy="46517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0C233C"/>
                </a:solidFill>
                <a:effectLst/>
                <a:uLnTx/>
                <a:uFillTx/>
                <a:latin typeface="Arial"/>
                <a:ea typeface="+mn-ea"/>
                <a:cs typeface="+mn-cs"/>
              </a:rPr>
              <a:t>KPMG’s Recommended Approach</a:t>
            </a:r>
          </a:p>
        </p:txBody>
      </p:sp>
      <p:grpSp>
        <p:nvGrpSpPr>
          <p:cNvPr id="13" name="Group 12">
            <a:extLst>
              <a:ext uri="{FF2B5EF4-FFF2-40B4-BE49-F238E27FC236}">
                <a16:creationId xmlns:a16="http://schemas.microsoft.com/office/drawing/2014/main" id="{6F2F4F04-0173-98B5-3A8C-21649D606D7C}"/>
              </a:ext>
            </a:extLst>
          </p:cNvPr>
          <p:cNvGrpSpPr/>
          <p:nvPr/>
        </p:nvGrpSpPr>
        <p:grpSpPr>
          <a:xfrm>
            <a:off x="4267185" y="2314489"/>
            <a:ext cx="6949879" cy="3988942"/>
            <a:chOff x="4422887" y="2593163"/>
            <a:chExt cx="6949879" cy="3988942"/>
          </a:xfrm>
        </p:grpSpPr>
        <p:sp>
          <p:nvSpPr>
            <p:cNvPr id="14" name="Rectangle 13">
              <a:extLst>
                <a:ext uri="{FF2B5EF4-FFF2-40B4-BE49-F238E27FC236}">
                  <a16:creationId xmlns:a16="http://schemas.microsoft.com/office/drawing/2014/main" id="{EAAF1A4F-8710-8C49-CFEB-96F09F9523CC}"/>
                </a:ext>
              </a:extLst>
            </p:cNvPr>
            <p:cNvSpPr/>
            <p:nvPr/>
          </p:nvSpPr>
          <p:spPr>
            <a:xfrm>
              <a:off x="8913167" y="2593163"/>
              <a:ext cx="2459599" cy="880732"/>
            </a:xfrm>
            <a:prstGeom prst="rect">
              <a:avLst/>
            </a:prstGeom>
            <a:solidFill>
              <a:schemeClr val="accent3">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C233C"/>
                  </a:solidFill>
                  <a:effectLst/>
                  <a:uLnTx/>
                  <a:uFillTx/>
                  <a:latin typeface="Arial"/>
                  <a:ea typeface="+mn-ea"/>
                  <a:cs typeface="+mn-cs"/>
                </a:rPr>
                <a:t>Outcome</a:t>
              </a:r>
              <a:endParaRPr kumimoji="0" lang="en-US" sz="1050" b="0" i="0" u="none" strike="noStrike" kern="1200" cap="none" spc="0" normalizeH="0" baseline="0" noProof="0" dirty="0">
                <a:ln>
                  <a:noFill/>
                </a:ln>
                <a:solidFill>
                  <a:srgbClr val="0C233C"/>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94B6F72E-0006-C631-1ECD-48BBB301C181}"/>
                </a:ext>
              </a:extLst>
            </p:cNvPr>
            <p:cNvSpPr/>
            <p:nvPr/>
          </p:nvSpPr>
          <p:spPr>
            <a:xfrm>
              <a:off x="8913166" y="3623638"/>
              <a:ext cx="2459599" cy="880732"/>
            </a:xfrm>
            <a:prstGeom prst="rect">
              <a:avLst/>
            </a:prstGeom>
            <a:solidFill>
              <a:schemeClr val="accent3">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lvl="0" algn="ctr">
                <a:spcAft>
                  <a:spcPts val="600"/>
                </a:spcAft>
                <a:defRPr/>
              </a:pPr>
              <a:r>
                <a:rPr lang="en-US" sz="1100" dirty="0">
                  <a:solidFill>
                    <a:srgbClr val="0C233C"/>
                  </a:solidFill>
                </a:rPr>
                <a:t>Outcome</a:t>
              </a:r>
              <a:endParaRPr lang="en-US" sz="1050" dirty="0">
                <a:solidFill>
                  <a:srgbClr val="0C233C"/>
                </a:solidFill>
              </a:endParaRPr>
            </a:p>
          </p:txBody>
        </p:sp>
        <p:sp>
          <p:nvSpPr>
            <p:cNvPr id="16" name="Rectangle 15">
              <a:extLst>
                <a:ext uri="{FF2B5EF4-FFF2-40B4-BE49-F238E27FC236}">
                  <a16:creationId xmlns:a16="http://schemas.microsoft.com/office/drawing/2014/main" id="{FFD8665C-28E6-1973-0CDE-B037F415F023}"/>
                </a:ext>
              </a:extLst>
            </p:cNvPr>
            <p:cNvSpPr/>
            <p:nvPr/>
          </p:nvSpPr>
          <p:spPr>
            <a:xfrm>
              <a:off x="8913165" y="4654116"/>
              <a:ext cx="2459599" cy="880732"/>
            </a:xfrm>
            <a:prstGeom prst="rect">
              <a:avLst/>
            </a:prstGeom>
            <a:solidFill>
              <a:schemeClr val="accent3">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lvl="0" algn="ctr">
                <a:spcAft>
                  <a:spcPts val="600"/>
                </a:spcAft>
                <a:defRPr/>
              </a:pPr>
              <a:r>
                <a:rPr lang="en-US" sz="1100" dirty="0">
                  <a:solidFill>
                    <a:srgbClr val="0C233C"/>
                  </a:solidFill>
                </a:rPr>
                <a:t>Outcome</a:t>
              </a:r>
              <a:endParaRPr lang="en-US" sz="1050" dirty="0">
                <a:solidFill>
                  <a:srgbClr val="0C233C"/>
                </a:solidFill>
              </a:endParaRPr>
            </a:p>
          </p:txBody>
        </p:sp>
        <p:sp>
          <p:nvSpPr>
            <p:cNvPr id="17" name="Rectangle 16">
              <a:extLst>
                <a:ext uri="{FF2B5EF4-FFF2-40B4-BE49-F238E27FC236}">
                  <a16:creationId xmlns:a16="http://schemas.microsoft.com/office/drawing/2014/main" id="{C89B4F96-E42D-9183-9848-CDAC23DFFA5B}"/>
                </a:ext>
              </a:extLst>
            </p:cNvPr>
            <p:cNvSpPr/>
            <p:nvPr/>
          </p:nvSpPr>
          <p:spPr>
            <a:xfrm>
              <a:off x="8913165" y="5684594"/>
              <a:ext cx="2459599" cy="880732"/>
            </a:xfrm>
            <a:prstGeom prst="rect">
              <a:avLst/>
            </a:prstGeom>
            <a:solidFill>
              <a:schemeClr val="accent3">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lvl="0" algn="ctr">
                <a:spcAft>
                  <a:spcPts val="600"/>
                </a:spcAft>
                <a:defRPr/>
              </a:pPr>
              <a:r>
                <a:rPr lang="en-US" sz="1100" dirty="0">
                  <a:solidFill>
                    <a:srgbClr val="0C233C"/>
                  </a:solidFill>
                </a:rPr>
                <a:t>Outcome</a:t>
              </a:r>
              <a:endParaRPr lang="en-US" sz="1050" dirty="0">
                <a:solidFill>
                  <a:srgbClr val="0C233C"/>
                </a:solidFill>
              </a:endParaRPr>
            </a:p>
          </p:txBody>
        </p:sp>
        <p:sp>
          <p:nvSpPr>
            <p:cNvPr id="18" name="Flowchart: Extract 40">
              <a:extLst>
                <a:ext uri="{FF2B5EF4-FFF2-40B4-BE49-F238E27FC236}">
                  <a16:creationId xmlns:a16="http://schemas.microsoft.com/office/drawing/2014/main" id="{F1B01FA1-991C-40DE-0796-464FC75C683E}"/>
                </a:ext>
              </a:extLst>
            </p:cNvPr>
            <p:cNvSpPr/>
            <p:nvPr/>
          </p:nvSpPr>
          <p:spPr>
            <a:xfrm rot="5400000">
              <a:off x="8239606" y="2881542"/>
              <a:ext cx="880730" cy="303975"/>
            </a:xfrm>
            <a:prstGeom prst="flowChartExtract">
              <a:avLst/>
            </a:prstGeom>
            <a:solidFill>
              <a:schemeClr val="accent3">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srgbClr val="FFFFFF"/>
                </a:solidFill>
                <a:effectLst/>
                <a:uLnTx/>
                <a:uFillTx/>
                <a:latin typeface="Arial"/>
                <a:ea typeface="+mn-ea"/>
                <a:cs typeface="+mn-cs"/>
              </a:endParaRPr>
            </a:p>
          </p:txBody>
        </p:sp>
        <p:sp>
          <p:nvSpPr>
            <p:cNvPr id="19" name="Flowchart: Extract 41">
              <a:extLst>
                <a:ext uri="{FF2B5EF4-FFF2-40B4-BE49-F238E27FC236}">
                  <a16:creationId xmlns:a16="http://schemas.microsoft.com/office/drawing/2014/main" id="{289F2394-AAE9-E8C3-801C-099F1182E592}"/>
                </a:ext>
              </a:extLst>
            </p:cNvPr>
            <p:cNvSpPr/>
            <p:nvPr/>
          </p:nvSpPr>
          <p:spPr>
            <a:xfrm rot="5400000">
              <a:off x="8239605" y="3912017"/>
              <a:ext cx="880730" cy="303975"/>
            </a:xfrm>
            <a:prstGeom prst="flowChartExtract">
              <a:avLst/>
            </a:prstGeom>
            <a:solidFill>
              <a:schemeClr val="accent3">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srgbClr val="FFFFFF"/>
                </a:solidFill>
                <a:effectLst/>
                <a:uLnTx/>
                <a:uFillTx/>
                <a:latin typeface="Arial"/>
                <a:ea typeface="+mn-ea"/>
                <a:cs typeface="+mn-cs"/>
              </a:endParaRPr>
            </a:p>
          </p:txBody>
        </p:sp>
        <p:sp>
          <p:nvSpPr>
            <p:cNvPr id="20" name="Flowchart: Extract 42">
              <a:extLst>
                <a:ext uri="{FF2B5EF4-FFF2-40B4-BE49-F238E27FC236}">
                  <a16:creationId xmlns:a16="http://schemas.microsoft.com/office/drawing/2014/main" id="{9AE60B74-F81F-755C-AC15-18CD68FC8B1A}"/>
                </a:ext>
              </a:extLst>
            </p:cNvPr>
            <p:cNvSpPr/>
            <p:nvPr/>
          </p:nvSpPr>
          <p:spPr>
            <a:xfrm rot="5400000">
              <a:off x="8231216" y="4934106"/>
              <a:ext cx="897508" cy="303975"/>
            </a:xfrm>
            <a:prstGeom prst="flowChartExtract">
              <a:avLst/>
            </a:prstGeom>
            <a:solidFill>
              <a:schemeClr val="accent3">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srgbClr val="FFFFFF"/>
                </a:solidFill>
                <a:effectLst/>
                <a:uLnTx/>
                <a:uFillTx/>
                <a:latin typeface="Arial"/>
                <a:ea typeface="+mn-ea"/>
                <a:cs typeface="+mn-cs"/>
              </a:endParaRPr>
            </a:p>
          </p:txBody>
        </p:sp>
        <p:sp>
          <p:nvSpPr>
            <p:cNvPr id="21" name="Flowchart: Extract 43">
              <a:extLst>
                <a:ext uri="{FF2B5EF4-FFF2-40B4-BE49-F238E27FC236}">
                  <a16:creationId xmlns:a16="http://schemas.microsoft.com/office/drawing/2014/main" id="{42928126-1CAB-F7ED-CD0E-9EDCF49B0893}"/>
                </a:ext>
              </a:extLst>
            </p:cNvPr>
            <p:cNvSpPr/>
            <p:nvPr/>
          </p:nvSpPr>
          <p:spPr>
            <a:xfrm rot="5400000">
              <a:off x="8231215" y="5981362"/>
              <a:ext cx="897510" cy="303975"/>
            </a:xfrm>
            <a:prstGeom prst="flowChartExtract">
              <a:avLst/>
            </a:prstGeom>
            <a:solidFill>
              <a:schemeClr val="accent3">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srgbClr val="FFFFFF"/>
                </a:solidFill>
                <a:effectLst/>
                <a:uLnTx/>
                <a:uFillTx/>
                <a:latin typeface="Arial"/>
                <a:ea typeface="+mn-ea"/>
                <a:cs typeface="+mn-cs"/>
              </a:endParaRPr>
            </a:p>
          </p:txBody>
        </p:sp>
        <p:grpSp>
          <p:nvGrpSpPr>
            <p:cNvPr id="22" name="Group 21">
              <a:extLst>
                <a:ext uri="{FF2B5EF4-FFF2-40B4-BE49-F238E27FC236}">
                  <a16:creationId xmlns:a16="http://schemas.microsoft.com/office/drawing/2014/main" id="{1D3B4F96-D908-8D0D-E218-E97406DEB6A0}"/>
                </a:ext>
              </a:extLst>
            </p:cNvPr>
            <p:cNvGrpSpPr/>
            <p:nvPr/>
          </p:nvGrpSpPr>
          <p:grpSpPr>
            <a:xfrm>
              <a:off x="4422887" y="2593163"/>
              <a:ext cx="4023887" cy="880732"/>
              <a:chOff x="4422887" y="2593163"/>
              <a:chExt cx="4023887" cy="880732"/>
            </a:xfrm>
          </p:grpSpPr>
          <p:sp>
            <p:nvSpPr>
              <p:cNvPr id="59" name="Rectangle 58">
                <a:extLst>
                  <a:ext uri="{FF2B5EF4-FFF2-40B4-BE49-F238E27FC236}">
                    <a16:creationId xmlns:a16="http://schemas.microsoft.com/office/drawing/2014/main" id="{C210EBF9-9FD6-1D2D-0897-0748E9E2DC10}"/>
                  </a:ext>
                </a:extLst>
              </p:cNvPr>
              <p:cNvSpPr/>
              <p:nvPr/>
            </p:nvSpPr>
            <p:spPr>
              <a:xfrm>
                <a:off x="4863253" y="2593163"/>
                <a:ext cx="3583521" cy="8807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54610" rIns="54610" bIns="5461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a:ea typeface="+mn-ea"/>
                    <a:cs typeface="+mn-cs"/>
                  </a:rPr>
                  <a:t>Sub Ask #1 Bullet #1</a:t>
                </a:r>
              </a:p>
              <a:p>
                <a:pPr lvl="0">
                  <a:spcAft>
                    <a:spcPts val="600"/>
                  </a:spcAft>
                  <a:defRPr/>
                </a:pPr>
                <a:r>
                  <a:rPr lang="en-US" sz="1100" dirty="0">
                    <a:solidFill>
                      <a:srgbClr val="FFFFFF"/>
                    </a:solidFill>
                  </a:rPr>
                  <a:t>Sub Bullet</a:t>
                </a:r>
              </a:p>
            </p:txBody>
          </p:sp>
          <p:sp>
            <p:nvSpPr>
              <p:cNvPr id="60" name="Oval 59">
                <a:extLst>
                  <a:ext uri="{FF2B5EF4-FFF2-40B4-BE49-F238E27FC236}">
                    <a16:creationId xmlns:a16="http://schemas.microsoft.com/office/drawing/2014/main" id="{5A610507-1986-BF77-F0EF-01E3D85B2641}"/>
                  </a:ext>
                </a:extLst>
              </p:cNvPr>
              <p:cNvSpPr/>
              <p:nvPr/>
            </p:nvSpPr>
            <p:spPr>
              <a:xfrm>
                <a:off x="4422887" y="2593163"/>
                <a:ext cx="880732" cy="88073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srgbClr val="FFFFFF"/>
                  </a:solidFill>
                  <a:effectLst/>
                  <a:uLnTx/>
                  <a:uFillTx/>
                  <a:latin typeface="Arial"/>
                  <a:ea typeface="+mn-ea"/>
                  <a:cs typeface="+mn-cs"/>
                </a:endParaRPr>
              </a:p>
            </p:txBody>
          </p:sp>
          <p:pic>
            <p:nvPicPr>
              <p:cNvPr id="61" name="Picture 60">
                <a:extLst>
                  <a:ext uri="{FF2B5EF4-FFF2-40B4-BE49-F238E27FC236}">
                    <a16:creationId xmlns:a16="http://schemas.microsoft.com/office/drawing/2014/main" id="{78F5C020-5E38-6FF9-B72F-3E47F9E30FC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53846" y1="21961" x2="53846" y2="21961"/>
                            <a14:foregroundMark x1="55245" y1="41569" x2="55245" y2="41569"/>
                            <a14:foregroundMark x1="55944" y1="53333" x2="55944" y2="53333"/>
                            <a14:foregroundMark x1="81119" y1="84706" x2="81119" y2="84706"/>
                          </a14:backgroundRemoval>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604027" y="2730641"/>
                <a:ext cx="679419" cy="605775"/>
              </a:xfrm>
              <a:prstGeom prst="rect">
                <a:avLst/>
              </a:prstGeom>
            </p:spPr>
          </p:pic>
        </p:grpSp>
        <p:grpSp>
          <p:nvGrpSpPr>
            <p:cNvPr id="23" name="Group 22">
              <a:extLst>
                <a:ext uri="{FF2B5EF4-FFF2-40B4-BE49-F238E27FC236}">
                  <a16:creationId xmlns:a16="http://schemas.microsoft.com/office/drawing/2014/main" id="{DCC20B5A-B1FC-BB5E-57CA-0361D72D2C36}"/>
                </a:ext>
              </a:extLst>
            </p:cNvPr>
            <p:cNvGrpSpPr/>
            <p:nvPr/>
          </p:nvGrpSpPr>
          <p:grpSpPr>
            <a:xfrm>
              <a:off x="4422887" y="3623638"/>
              <a:ext cx="4023887" cy="880733"/>
              <a:chOff x="4422887" y="3623638"/>
              <a:chExt cx="4023887" cy="880733"/>
            </a:xfrm>
          </p:grpSpPr>
          <p:sp>
            <p:nvSpPr>
              <p:cNvPr id="56" name="Rectangle 55">
                <a:extLst>
                  <a:ext uri="{FF2B5EF4-FFF2-40B4-BE49-F238E27FC236}">
                    <a16:creationId xmlns:a16="http://schemas.microsoft.com/office/drawing/2014/main" id="{8B9C8C12-9788-8E0F-9252-07DB5FCAC103}"/>
                  </a:ext>
                </a:extLst>
              </p:cNvPr>
              <p:cNvSpPr/>
              <p:nvPr/>
            </p:nvSpPr>
            <p:spPr>
              <a:xfrm>
                <a:off x="4863253" y="3623639"/>
                <a:ext cx="3583521" cy="8807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54610" rIns="54610" bIns="54610" rtlCol="0" anchor="ctr"/>
              <a:lstStyle/>
              <a:p>
                <a:pPr lvl="0">
                  <a:spcAft>
                    <a:spcPts val="600"/>
                  </a:spcAft>
                  <a:defRPr/>
                </a:pPr>
                <a:r>
                  <a:rPr lang="en-US" sz="1200" b="1" dirty="0">
                    <a:solidFill>
                      <a:srgbClr val="FFFFFF"/>
                    </a:solidFill>
                  </a:rPr>
                  <a:t>Sub Ask #1 Bullet #2</a:t>
                </a:r>
              </a:p>
              <a:p>
                <a:pPr lvl="0">
                  <a:spcAft>
                    <a:spcPts val="600"/>
                  </a:spcAft>
                  <a:defRPr/>
                </a:pPr>
                <a:r>
                  <a:rPr lang="en-US" sz="1100" dirty="0">
                    <a:solidFill>
                      <a:srgbClr val="FFFFFF"/>
                    </a:solidFill>
                  </a:rPr>
                  <a:t>Sub Bullet</a:t>
                </a:r>
              </a:p>
            </p:txBody>
          </p:sp>
          <p:sp>
            <p:nvSpPr>
              <p:cNvPr id="57" name="Oval 56">
                <a:extLst>
                  <a:ext uri="{FF2B5EF4-FFF2-40B4-BE49-F238E27FC236}">
                    <a16:creationId xmlns:a16="http://schemas.microsoft.com/office/drawing/2014/main" id="{CC8025CD-11E8-5BAE-35D1-B43FC317F3C7}"/>
                  </a:ext>
                </a:extLst>
              </p:cNvPr>
              <p:cNvSpPr/>
              <p:nvPr/>
            </p:nvSpPr>
            <p:spPr>
              <a:xfrm>
                <a:off x="4422887" y="3623638"/>
                <a:ext cx="880732" cy="88073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srgbClr val="FFFFFF"/>
                  </a:solidFill>
                  <a:effectLst/>
                  <a:uLnTx/>
                  <a:uFillTx/>
                  <a:latin typeface="Arial"/>
                  <a:ea typeface="+mn-ea"/>
                  <a:cs typeface="+mn-cs"/>
                </a:endParaRPr>
              </a:p>
            </p:txBody>
          </p:sp>
          <p:pic>
            <p:nvPicPr>
              <p:cNvPr id="58" name="Picture 57">
                <a:extLst>
                  <a:ext uri="{FF2B5EF4-FFF2-40B4-BE49-F238E27FC236}">
                    <a16:creationId xmlns:a16="http://schemas.microsoft.com/office/drawing/2014/main" id="{A4BFDEFA-E0C3-EFF9-3D7F-32A446467276}"/>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34387" y1="27386" x2="34387" y2="27386"/>
                            <a14:foregroundMark x1="77866" y1="63485" x2="77866" y2="63485"/>
                          </a14:backgroundRemoval>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558190" y="3795452"/>
                <a:ext cx="610126" cy="581187"/>
              </a:xfrm>
              <a:prstGeom prst="rect">
                <a:avLst/>
              </a:prstGeom>
            </p:spPr>
          </p:pic>
        </p:grpSp>
        <p:grpSp>
          <p:nvGrpSpPr>
            <p:cNvPr id="24" name="Group 23">
              <a:extLst>
                <a:ext uri="{FF2B5EF4-FFF2-40B4-BE49-F238E27FC236}">
                  <a16:creationId xmlns:a16="http://schemas.microsoft.com/office/drawing/2014/main" id="{A40F7206-5DC9-89C0-331E-B0F663FD405D}"/>
                </a:ext>
              </a:extLst>
            </p:cNvPr>
            <p:cNvGrpSpPr/>
            <p:nvPr/>
          </p:nvGrpSpPr>
          <p:grpSpPr>
            <a:xfrm>
              <a:off x="4422887" y="4654116"/>
              <a:ext cx="4023887" cy="880732"/>
              <a:chOff x="4422887" y="4654116"/>
              <a:chExt cx="4023887" cy="880732"/>
            </a:xfrm>
          </p:grpSpPr>
          <p:sp>
            <p:nvSpPr>
              <p:cNvPr id="29" name="Rectangle 28">
                <a:extLst>
                  <a:ext uri="{FF2B5EF4-FFF2-40B4-BE49-F238E27FC236}">
                    <a16:creationId xmlns:a16="http://schemas.microsoft.com/office/drawing/2014/main" id="{D3CD7C71-2269-E037-BA43-943B92054FEE}"/>
                  </a:ext>
                </a:extLst>
              </p:cNvPr>
              <p:cNvSpPr/>
              <p:nvPr/>
            </p:nvSpPr>
            <p:spPr>
              <a:xfrm>
                <a:off x="4863253" y="4654116"/>
                <a:ext cx="3583521" cy="8807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54610" rIns="54610" bIns="54610" rtlCol="0" anchor="ctr"/>
              <a:lstStyle/>
              <a:p>
                <a:pPr lvl="0">
                  <a:spcAft>
                    <a:spcPts val="600"/>
                  </a:spcAft>
                  <a:defRPr/>
                </a:pPr>
                <a:r>
                  <a:rPr lang="en-US" sz="1200" b="1" dirty="0">
                    <a:solidFill>
                      <a:srgbClr val="FFFFFF"/>
                    </a:solidFill>
                  </a:rPr>
                  <a:t>Sub Ask #2 Bullet #1</a:t>
                </a:r>
              </a:p>
              <a:p>
                <a:pPr lvl="0">
                  <a:spcAft>
                    <a:spcPts val="600"/>
                  </a:spcAft>
                  <a:defRPr/>
                </a:pPr>
                <a:r>
                  <a:rPr lang="en-US" sz="1100" dirty="0">
                    <a:solidFill>
                      <a:srgbClr val="FFFFFF"/>
                    </a:solidFill>
                  </a:rPr>
                  <a:t>Sub Bullet</a:t>
                </a:r>
              </a:p>
            </p:txBody>
          </p:sp>
          <p:sp>
            <p:nvSpPr>
              <p:cNvPr id="30" name="Oval 29">
                <a:extLst>
                  <a:ext uri="{FF2B5EF4-FFF2-40B4-BE49-F238E27FC236}">
                    <a16:creationId xmlns:a16="http://schemas.microsoft.com/office/drawing/2014/main" id="{E048F125-7C08-924B-4448-E53B8920A6EB}"/>
                  </a:ext>
                </a:extLst>
              </p:cNvPr>
              <p:cNvSpPr/>
              <p:nvPr/>
            </p:nvSpPr>
            <p:spPr>
              <a:xfrm>
                <a:off x="4422887" y="4654116"/>
                <a:ext cx="880732" cy="88073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srgbClr val="FFFFFF"/>
                  </a:solidFill>
                  <a:effectLst/>
                  <a:uLnTx/>
                  <a:uFillTx/>
                  <a:latin typeface="Arial"/>
                  <a:ea typeface="+mn-ea"/>
                  <a:cs typeface="+mn-cs"/>
                </a:endParaRPr>
              </a:p>
            </p:txBody>
          </p:sp>
          <p:pic>
            <p:nvPicPr>
              <p:cNvPr id="55" name="Picture 54">
                <a:extLst>
                  <a:ext uri="{FF2B5EF4-FFF2-40B4-BE49-F238E27FC236}">
                    <a16:creationId xmlns:a16="http://schemas.microsoft.com/office/drawing/2014/main" id="{B45B6388-DA9E-FC54-B120-5E592E8C1229}"/>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5970" b="89552" l="9692" r="89868">
                            <a14:foregroundMark x1="45815" y1="16915" x2="45815" y2="16915"/>
                            <a14:foregroundMark x1="72687" y1="23881" x2="72687" y2="23881"/>
                            <a14:foregroundMark x1="41850" y1="87562" x2="41850" y2="87562"/>
                            <a14:foregroundMark x1="43612" y1="5970" x2="43612" y2="5970"/>
                          </a14:backgroundRemoval>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525060" y="4768752"/>
                <a:ext cx="720762" cy="638208"/>
              </a:xfrm>
              <a:prstGeom prst="rect">
                <a:avLst/>
              </a:prstGeom>
            </p:spPr>
          </p:pic>
        </p:grpSp>
        <p:grpSp>
          <p:nvGrpSpPr>
            <p:cNvPr id="25" name="Group 24">
              <a:extLst>
                <a:ext uri="{FF2B5EF4-FFF2-40B4-BE49-F238E27FC236}">
                  <a16:creationId xmlns:a16="http://schemas.microsoft.com/office/drawing/2014/main" id="{94F8DE23-0994-CD16-D48E-7CD01CA1A89D}"/>
                </a:ext>
              </a:extLst>
            </p:cNvPr>
            <p:cNvGrpSpPr/>
            <p:nvPr/>
          </p:nvGrpSpPr>
          <p:grpSpPr>
            <a:xfrm>
              <a:off x="4422887" y="5684593"/>
              <a:ext cx="4023887" cy="880733"/>
              <a:chOff x="4422887" y="5684593"/>
              <a:chExt cx="4023887" cy="880733"/>
            </a:xfrm>
          </p:grpSpPr>
          <p:sp>
            <p:nvSpPr>
              <p:cNvPr id="26" name="Rectangle 25">
                <a:extLst>
                  <a:ext uri="{FF2B5EF4-FFF2-40B4-BE49-F238E27FC236}">
                    <a16:creationId xmlns:a16="http://schemas.microsoft.com/office/drawing/2014/main" id="{BADF2E08-FBC5-9C2A-DDEE-2FC3445318C3}"/>
                  </a:ext>
                </a:extLst>
              </p:cNvPr>
              <p:cNvSpPr/>
              <p:nvPr/>
            </p:nvSpPr>
            <p:spPr>
              <a:xfrm>
                <a:off x="4863253" y="5684594"/>
                <a:ext cx="3583521" cy="8807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54610" rIns="54610" bIns="54610" rtlCol="0" anchor="ctr"/>
              <a:lstStyle/>
              <a:p>
                <a:pPr lvl="0">
                  <a:spcAft>
                    <a:spcPts val="600"/>
                  </a:spcAft>
                  <a:defRPr/>
                </a:pPr>
                <a:r>
                  <a:rPr lang="en-US" sz="1200" b="1" dirty="0">
                    <a:solidFill>
                      <a:srgbClr val="FFFFFF"/>
                    </a:solidFill>
                  </a:rPr>
                  <a:t>Sub Ask #2 Bullet #2</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Sub Bullet</a:t>
                </a:r>
              </a:p>
            </p:txBody>
          </p:sp>
          <p:sp>
            <p:nvSpPr>
              <p:cNvPr id="27" name="Oval 26">
                <a:extLst>
                  <a:ext uri="{FF2B5EF4-FFF2-40B4-BE49-F238E27FC236}">
                    <a16:creationId xmlns:a16="http://schemas.microsoft.com/office/drawing/2014/main" id="{737AAB95-2BCD-E70A-4940-EF86BBC25879}"/>
                  </a:ext>
                </a:extLst>
              </p:cNvPr>
              <p:cNvSpPr/>
              <p:nvPr/>
            </p:nvSpPr>
            <p:spPr>
              <a:xfrm>
                <a:off x="4422887" y="5684593"/>
                <a:ext cx="880732" cy="88073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srgbClr val="FFFFFF"/>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C55B8E49-34AA-8998-A164-3DF95CEC3937}"/>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7627" b="89831" l="9767" r="89767">
                            <a14:foregroundMark x1="66977" y1="7627" x2="66977" y2="7627"/>
                            <a14:foregroundMark x1="43256" y1="43644" x2="43256" y2="43644"/>
                            <a14:foregroundMark x1="32093" y1="33898" x2="32093" y2="33898"/>
                            <a14:foregroundMark x1="62326" y1="23305" x2="62326" y2="23305"/>
                            <a14:foregroundMark x1="88837" y1="57203" x2="88837" y2="57203"/>
                            <a14:foregroundMark x1="68837" y1="7627" x2="68837" y2="7627"/>
                          </a14:backgroundRemoval>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636876" y="5889054"/>
                <a:ext cx="497130" cy="545687"/>
              </a:xfrm>
              <a:prstGeom prst="rect">
                <a:avLst/>
              </a:prstGeom>
            </p:spPr>
          </p:pic>
        </p:grpSp>
      </p:grpSp>
      <p:cxnSp>
        <p:nvCxnSpPr>
          <p:cNvPr id="62" name="Connector: Elbow 64">
            <a:extLst>
              <a:ext uri="{FF2B5EF4-FFF2-40B4-BE49-F238E27FC236}">
                <a16:creationId xmlns:a16="http://schemas.microsoft.com/office/drawing/2014/main" id="{202C921D-36EB-6577-4798-F53F61AB3F92}"/>
              </a:ext>
            </a:extLst>
          </p:cNvPr>
          <p:cNvCxnSpPr>
            <a:cxnSpLocks/>
            <a:stCxn id="7" idx="3"/>
            <a:endCxn id="60" idx="2"/>
          </p:cNvCxnSpPr>
          <p:nvPr/>
        </p:nvCxnSpPr>
        <p:spPr>
          <a:xfrm flipV="1">
            <a:off x="3276522" y="2754855"/>
            <a:ext cx="990663" cy="543956"/>
          </a:xfrm>
          <a:prstGeom prst="bentConnector3">
            <a:avLst>
              <a:gd name="adj1" fmla="val 47325"/>
            </a:avLst>
          </a:prstGeom>
          <a:ln w="76200">
            <a:gradFill flip="none" rotWithShape="1">
              <a:gsLst>
                <a:gs pos="0">
                  <a:srgbClr val="005EB8"/>
                </a:gs>
                <a:gs pos="100000">
                  <a:schemeClr val="accent3"/>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5">
            <a:extLst>
              <a:ext uri="{FF2B5EF4-FFF2-40B4-BE49-F238E27FC236}">
                <a16:creationId xmlns:a16="http://schemas.microsoft.com/office/drawing/2014/main" id="{7EEBEA3B-F136-6AE3-0110-F43340B73838}"/>
              </a:ext>
            </a:extLst>
          </p:cNvPr>
          <p:cNvCxnSpPr>
            <a:cxnSpLocks/>
            <a:stCxn id="7" idx="3"/>
          </p:cNvCxnSpPr>
          <p:nvPr/>
        </p:nvCxnSpPr>
        <p:spPr>
          <a:xfrm>
            <a:off x="3276522" y="3298811"/>
            <a:ext cx="929971" cy="675498"/>
          </a:xfrm>
          <a:prstGeom prst="bentConnector3">
            <a:avLst/>
          </a:prstGeom>
          <a:ln w="76200">
            <a:gradFill flip="none" rotWithShape="1">
              <a:gsLst>
                <a:gs pos="0">
                  <a:srgbClr val="005EB8"/>
                </a:gs>
                <a:gs pos="100000">
                  <a:schemeClr val="accent3"/>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8">
            <a:extLst>
              <a:ext uri="{FF2B5EF4-FFF2-40B4-BE49-F238E27FC236}">
                <a16:creationId xmlns:a16="http://schemas.microsoft.com/office/drawing/2014/main" id="{19181621-7307-D888-D9E8-A1BE600B4899}"/>
              </a:ext>
            </a:extLst>
          </p:cNvPr>
          <p:cNvCxnSpPr>
            <a:cxnSpLocks/>
            <a:stCxn id="10" idx="3"/>
            <a:endCxn id="30" idx="2"/>
          </p:cNvCxnSpPr>
          <p:nvPr/>
        </p:nvCxnSpPr>
        <p:spPr>
          <a:xfrm flipV="1">
            <a:off x="3319013" y="4815808"/>
            <a:ext cx="948172" cy="522875"/>
          </a:xfrm>
          <a:prstGeom prst="bentConnector3">
            <a:avLst>
              <a:gd name="adj1" fmla="val 50000"/>
            </a:avLst>
          </a:prstGeom>
          <a:ln w="76200">
            <a:gradFill flip="none" rotWithShape="1">
              <a:gsLst>
                <a:gs pos="0">
                  <a:srgbClr val="005EB8"/>
                </a:gs>
                <a:gs pos="100000">
                  <a:schemeClr val="accent3"/>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71">
            <a:extLst>
              <a:ext uri="{FF2B5EF4-FFF2-40B4-BE49-F238E27FC236}">
                <a16:creationId xmlns:a16="http://schemas.microsoft.com/office/drawing/2014/main" id="{705925E2-DEB5-7ECD-CE3E-74D02625ACE0}"/>
              </a:ext>
            </a:extLst>
          </p:cNvPr>
          <p:cNvCxnSpPr>
            <a:cxnSpLocks/>
            <a:stCxn id="10" idx="3"/>
            <a:endCxn id="27" idx="2"/>
          </p:cNvCxnSpPr>
          <p:nvPr/>
        </p:nvCxnSpPr>
        <p:spPr>
          <a:xfrm>
            <a:off x="3319013" y="5338683"/>
            <a:ext cx="948172" cy="507602"/>
          </a:xfrm>
          <a:prstGeom prst="bentConnector3">
            <a:avLst>
              <a:gd name="adj1" fmla="val 50000"/>
            </a:avLst>
          </a:prstGeom>
          <a:ln w="76200">
            <a:gradFill flip="none" rotWithShape="1">
              <a:gsLst>
                <a:gs pos="0">
                  <a:srgbClr val="005EB8"/>
                </a:gs>
                <a:gs pos="100000">
                  <a:schemeClr val="accent3"/>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2476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35A92-FEF3-390A-4C7E-2B8B00C264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1E26F5-28DE-2ECB-C5C4-E48125582B70}"/>
              </a:ext>
            </a:extLst>
          </p:cNvPr>
          <p:cNvSpPr>
            <a:spLocks noGrp="1"/>
          </p:cNvSpPr>
          <p:nvPr>
            <p:ph type="ctrTitle"/>
          </p:nvPr>
        </p:nvSpPr>
        <p:spPr/>
        <p:txBody>
          <a:bodyPr/>
          <a:lstStyle/>
          <a:p>
            <a:r>
              <a:rPr lang="en-US" dirty="0"/>
              <a:t>5 – bullet slides</a:t>
            </a:r>
          </a:p>
        </p:txBody>
      </p:sp>
      <p:sp>
        <p:nvSpPr>
          <p:cNvPr id="6" name="Text Placeholder 5">
            <a:extLst>
              <a:ext uri="{FF2B5EF4-FFF2-40B4-BE49-F238E27FC236}">
                <a16:creationId xmlns:a16="http://schemas.microsoft.com/office/drawing/2014/main" id="{00EB0C0A-5671-2751-64E2-B31C74AFE2DF}"/>
              </a:ext>
            </a:extLst>
          </p:cNvPr>
          <p:cNvSpPr>
            <a:spLocks noGrp="1"/>
          </p:cNvSpPr>
          <p:nvPr>
            <p:ph type="body" sz="quarter" idx="14"/>
          </p:nvPr>
        </p:nvSpPr>
        <p:spPr/>
        <p:txBody>
          <a:bodyPr/>
          <a:lstStyle/>
          <a:p>
            <a:r>
              <a:rPr lang="en-US" dirty="0"/>
              <a:t>xx</a:t>
            </a:r>
          </a:p>
        </p:txBody>
      </p:sp>
    </p:spTree>
    <p:extLst>
      <p:ext uri="{BB962C8B-B14F-4D97-AF65-F5344CB8AC3E}">
        <p14:creationId xmlns:p14="http://schemas.microsoft.com/office/powerpoint/2010/main" val="1850049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A68B9-C7E4-0816-1E71-7665AB18DD45}"/>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E6A659F-8C69-FC9F-059B-E80824B0E04B}"/>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1E6A659F-8C69-FC9F-059B-E80824B0E04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52FB951-D0B7-C51B-200B-465C130B8CE7}"/>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1891AB65-B33F-109B-D016-F17F694C5946}"/>
              </a:ext>
            </a:extLst>
          </p:cNvPr>
          <p:cNvSpPr>
            <a:spLocks noGrp="1"/>
          </p:cNvSpPr>
          <p:nvPr>
            <p:ph type="subTitle" idx="1"/>
          </p:nvPr>
        </p:nvSpPr>
        <p:spPr/>
        <p:txBody>
          <a:bodyPr/>
          <a:lstStyle/>
          <a:p>
            <a:r>
              <a:rPr lang="en-US" dirty="0"/>
              <a:t>Subtitle</a:t>
            </a:r>
          </a:p>
        </p:txBody>
      </p:sp>
      <p:sp>
        <p:nvSpPr>
          <p:cNvPr id="8" name="Rectangle 7">
            <a:extLst>
              <a:ext uri="{FF2B5EF4-FFF2-40B4-BE49-F238E27FC236}">
                <a16:creationId xmlns:a16="http://schemas.microsoft.com/office/drawing/2014/main" id="{6AC9001A-EF69-0194-21EF-87F3B301278C}"/>
              </a:ext>
            </a:extLst>
          </p:cNvPr>
          <p:cNvSpPr/>
          <p:nvPr/>
        </p:nvSpPr>
        <p:spPr>
          <a:xfrm>
            <a:off x="0" y="5238780"/>
            <a:ext cx="12192000" cy="8729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54610" rIns="91440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a:ea typeface="+mn-ea"/>
                <a:cs typeface="+mn-cs"/>
              </a:rPr>
              <a:t>High value insight</a:t>
            </a:r>
          </a:p>
        </p:txBody>
      </p:sp>
      <p:sp>
        <p:nvSpPr>
          <p:cNvPr id="4" name="Left Brace 3">
            <a:extLst>
              <a:ext uri="{FF2B5EF4-FFF2-40B4-BE49-F238E27FC236}">
                <a16:creationId xmlns:a16="http://schemas.microsoft.com/office/drawing/2014/main" id="{AA57B94C-8F11-17CF-E3CA-519D2FB74728}"/>
              </a:ext>
            </a:extLst>
          </p:cNvPr>
          <p:cNvSpPr/>
          <p:nvPr/>
        </p:nvSpPr>
        <p:spPr>
          <a:xfrm rot="5400000">
            <a:off x="5940580" y="-3796075"/>
            <a:ext cx="310838" cy="11082527"/>
          </a:xfrm>
          <a:prstGeom prst="leftBrac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C4347CB1-2B9A-E88B-4C66-6D7DF113FF42}"/>
              </a:ext>
            </a:extLst>
          </p:cNvPr>
          <p:cNvSpPr/>
          <p:nvPr/>
        </p:nvSpPr>
        <p:spPr>
          <a:xfrm>
            <a:off x="4664133" y="1589770"/>
            <a:ext cx="2863733" cy="2822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R="4607" algn="ctr">
              <a:spcBef>
                <a:spcPts val="91"/>
              </a:spcBef>
              <a:defRPr/>
            </a:pPr>
            <a:r>
              <a:rPr lang="en-US" sz="1200" b="1" i="1" dirty="0">
                <a:solidFill>
                  <a:schemeClr val="tx2"/>
                </a:solidFill>
                <a:cs typeface="Arial" panose="020B0604020202020204" pitchFamily="34" charset="0"/>
              </a:rPr>
              <a:t>Key Bullets</a:t>
            </a:r>
          </a:p>
        </p:txBody>
      </p:sp>
      <p:grpSp>
        <p:nvGrpSpPr>
          <p:cNvPr id="11" name="Group 10">
            <a:extLst>
              <a:ext uri="{FF2B5EF4-FFF2-40B4-BE49-F238E27FC236}">
                <a16:creationId xmlns:a16="http://schemas.microsoft.com/office/drawing/2014/main" id="{6636508D-D0CB-374F-6C4E-908C22D6DA43}"/>
              </a:ext>
            </a:extLst>
          </p:cNvPr>
          <p:cNvGrpSpPr/>
          <p:nvPr/>
        </p:nvGrpSpPr>
        <p:grpSpPr>
          <a:xfrm>
            <a:off x="556461" y="2099566"/>
            <a:ext cx="1929287" cy="2254258"/>
            <a:chOff x="556461" y="2099566"/>
            <a:chExt cx="1929287" cy="2254258"/>
          </a:xfrm>
        </p:grpSpPr>
        <p:sp>
          <p:nvSpPr>
            <p:cNvPr id="13" name="Rectangle 12">
              <a:extLst>
                <a:ext uri="{FF2B5EF4-FFF2-40B4-BE49-F238E27FC236}">
                  <a16:creationId xmlns:a16="http://schemas.microsoft.com/office/drawing/2014/main" id="{9B8752F4-E68A-9D45-CB30-6BD48914745A}"/>
                </a:ext>
              </a:extLst>
            </p:cNvPr>
            <p:cNvSpPr/>
            <p:nvPr/>
          </p:nvSpPr>
          <p:spPr>
            <a:xfrm>
              <a:off x="556461" y="3206259"/>
              <a:ext cx="1808367"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#1</a:t>
              </a:r>
            </a:p>
          </p:txBody>
        </p:sp>
        <p:sp>
          <p:nvSpPr>
            <p:cNvPr id="17" name="TextBox 16">
              <a:extLst>
                <a:ext uri="{FF2B5EF4-FFF2-40B4-BE49-F238E27FC236}">
                  <a16:creationId xmlns:a16="http://schemas.microsoft.com/office/drawing/2014/main" id="{9E3AF3A5-ECDC-B800-BFD5-B32A46F35220}"/>
                </a:ext>
              </a:extLst>
            </p:cNvPr>
            <p:cNvSpPr txBox="1"/>
            <p:nvPr/>
          </p:nvSpPr>
          <p:spPr>
            <a:xfrm>
              <a:off x="556461" y="4184547"/>
              <a:ext cx="1929287"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latin typeface="Arial"/>
                  <a:ea typeface="+mn-ea"/>
                  <a:cs typeface="Calibri" panose="020F0502020204030204" pitchFamily="34" charset="0"/>
                  <a:sym typeface="Gotham Book" charset="0"/>
                </a:rPr>
                <a:t>Bullet #1 Description</a:t>
              </a:r>
            </a:p>
          </p:txBody>
        </p:sp>
        <p:sp>
          <p:nvSpPr>
            <p:cNvPr id="19" name="Rectangle 18">
              <a:extLst>
                <a:ext uri="{FF2B5EF4-FFF2-40B4-BE49-F238E27FC236}">
                  <a16:creationId xmlns:a16="http://schemas.microsoft.com/office/drawing/2014/main" id="{BC1E5256-C0CD-DCCB-C3E7-AEAD520C84B6}"/>
                </a:ext>
              </a:extLst>
            </p:cNvPr>
            <p:cNvSpPr/>
            <p:nvPr/>
          </p:nvSpPr>
          <p:spPr>
            <a:xfrm>
              <a:off x="556461"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25" name="TextBox 36">
              <a:extLst>
                <a:ext uri="{FF2B5EF4-FFF2-40B4-BE49-F238E27FC236}">
                  <a16:creationId xmlns:a16="http://schemas.microsoft.com/office/drawing/2014/main" id="{DD7D5ACD-C31F-5F9A-125E-D52D9ECA7552}"/>
                </a:ext>
              </a:extLst>
            </p:cNvPr>
            <p:cNvSpPr txBox="1">
              <a:spLocks noChangeArrowheads="1"/>
            </p:cNvSpPr>
            <p:nvPr/>
          </p:nvSpPr>
          <p:spPr bwMode="auto">
            <a:xfrm>
              <a:off x="565423" y="2099566"/>
              <a:ext cx="785328" cy="819979"/>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dirty="0">
                  <a:ln>
                    <a:noFill/>
                  </a:ln>
                  <a:solidFill>
                    <a:prstClr val="white"/>
                  </a:solidFill>
                  <a:effectLst/>
                  <a:uLnTx/>
                  <a:uFillTx/>
                  <a:latin typeface="KPMG Bold"/>
                  <a:ea typeface="+mn-ea"/>
                  <a:cs typeface="Arial" panose="020B0604020202020204" pitchFamily="34" charset="0"/>
                </a:rPr>
                <a:t>01</a:t>
              </a:r>
            </a:p>
          </p:txBody>
        </p:sp>
      </p:grpSp>
      <p:grpSp>
        <p:nvGrpSpPr>
          <p:cNvPr id="14" name="Group 13">
            <a:extLst>
              <a:ext uri="{FF2B5EF4-FFF2-40B4-BE49-F238E27FC236}">
                <a16:creationId xmlns:a16="http://schemas.microsoft.com/office/drawing/2014/main" id="{98B9E168-DA03-4B7E-2D48-03D665341580}"/>
              </a:ext>
            </a:extLst>
          </p:cNvPr>
          <p:cNvGrpSpPr/>
          <p:nvPr/>
        </p:nvGrpSpPr>
        <p:grpSpPr>
          <a:xfrm>
            <a:off x="2771719" y="2099566"/>
            <a:ext cx="1995590" cy="2254258"/>
            <a:chOff x="4471028" y="2099566"/>
            <a:chExt cx="1995590" cy="2254258"/>
          </a:xfrm>
        </p:grpSpPr>
        <p:sp>
          <p:nvSpPr>
            <p:cNvPr id="26" name="Rectangle 25">
              <a:extLst>
                <a:ext uri="{FF2B5EF4-FFF2-40B4-BE49-F238E27FC236}">
                  <a16:creationId xmlns:a16="http://schemas.microsoft.com/office/drawing/2014/main" id="{44A65D8C-F015-B947-B5A7-D36FF73D29B7}"/>
                </a:ext>
              </a:extLst>
            </p:cNvPr>
            <p:cNvSpPr/>
            <p:nvPr/>
          </p:nvSpPr>
          <p:spPr>
            <a:xfrm>
              <a:off x="4471029" y="3206259"/>
              <a:ext cx="1892414"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#2</a:t>
              </a:r>
            </a:p>
          </p:txBody>
        </p:sp>
        <p:sp>
          <p:nvSpPr>
            <p:cNvPr id="27" name="TextBox 26">
              <a:extLst>
                <a:ext uri="{FF2B5EF4-FFF2-40B4-BE49-F238E27FC236}">
                  <a16:creationId xmlns:a16="http://schemas.microsoft.com/office/drawing/2014/main" id="{827852A4-196F-AF66-44BD-DD9D9FAD613F}"/>
                </a:ext>
              </a:extLst>
            </p:cNvPr>
            <p:cNvSpPr txBox="1"/>
            <p:nvPr/>
          </p:nvSpPr>
          <p:spPr>
            <a:xfrm>
              <a:off x="4471028" y="4184547"/>
              <a:ext cx="1995590" cy="169277"/>
            </a:xfrm>
            <a:prstGeom prst="rect">
              <a:avLst/>
            </a:prstGeom>
            <a:noFill/>
          </p:spPr>
          <p:txBody>
            <a:bodyPr wrap="square" lIns="0" tIns="0" rIns="0" bIns="0" rtlCol="0">
              <a:spAutoFit/>
            </a:bodyPr>
            <a:lstStyle/>
            <a:p>
              <a:pPr lvl="0">
                <a:defRPr/>
              </a:pPr>
              <a:r>
                <a:rPr lang="en-US" sz="1100" kern="0" dirty="0">
                  <a:cs typeface="Calibri" panose="020F0502020204030204" pitchFamily="34" charset="0"/>
                  <a:sym typeface="Gotham Book" charset="0"/>
                </a:rPr>
                <a:t>Bullet #2 Description</a:t>
              </a:r>
            </a:p>
          </p:txBody>
        </p:sp>
        <p:sp>
          <p:nvSpPr>
            <p:cNvPr id="28" name="Rectangle 27">
              <a:extLst>
                <a:ext uri="{FF2B5EF4-FFF2-40B4-BE49-F238E27FC236}">
                  <a16:creationId xmlns:a16="http://schemas.microsoft.com/office/drawing/2014/main" id="{098D0350-3FD1-8583-2CF2-F5682087863A}"/>
                </a:ext>
              </a:extLst>
            </p:cNvPr>
            <p:cNvSpPr/>
            <p:nvPr/>
          </p:nvSpPr>
          <p:spPr>
            <a:xfrm>
              <a:off x="4471028"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29" name="TextBox 36">
              <a:extLst>
                <a:ext uri="{FF2B5EF4-FFF2-40B4-BE49-F238E27FC236}">
                  <a16:creationId xmlns:a16="http://schemas.microsoft.com/office/drawing/2014/main" id="{FB2BB3CE-196C-EB15-3D6E-C49216D3F5AB}"/>
                </a:ext>
              </a:extLst>
            </p:cNvPr>
            <p:cNvSpPr txBox="1">
              <a:spLocks noChangeArrowheads="1"/>
            </p:cNvSpPr>
            <p:nvPr/>
          </p:nvSpPr>
          <p:spPr bwMode="auto">
            <a:xfrm>
              <a:off x="4479990" y="2099566"/>
              <a:ext cx="785328" cy="819979"/>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a:ln>
                    <a:noFill/>
                  </a:ln>
                  <a:solidFill>
                    <a:prstClr val="white"/>
                  </a:solidFill>
                  <a:effectLst/>
                  <a:uLnTx/>
                  <a:uFillTx/>
                  <a:latin typeface="KPMG Bold"/>
                  <a:ea typeface="+mn-ea"/>
                  <a:cs typeface="Arial" panose="020B0604020202020204" pitchFamily="34" charset="0"/>
                </a:rPr>
                <a:t>02</a:t>
              </a:r>
            </a:p>
          </p:txBody>
        </p:sp>
      </p:grpSp>
      <p:grpSp>
        <p:nvGrpSpPr>
          <p:cNvPr id="15" name="Group 14">
            <a:extLst>
              <a:ext uri="{FF2B5EF4-FFF2-40B4-BE49-F238E27FC236}">
                <a16:creationId xmlns:a16="http://schemas.microsoft.com/office/drawing/2014/main" id="{FAB2B749-908C-37B4-3656-127FEA286789}"/>
              </a:ext>
            </a:extLst>
          </p:cNvPr>
          <p:cNvGrpSpPr/>
          <p:nvPr/>
        </p:nvGrpSpPr>
        <p:grpSpPr>
          <a:xfrm>
            <a:off x="4986977" y="2099566"/>
            <a:ext cx="1995589" cy="2254258"/>
            <a:chOff x="8385596" y="2099566"/>
            <a:chExt cx="1995589" cy="2254258"/>
          </a:xfrm>
        </p:grpSpPr>
        <p:sp>
          <p:nvSpPr>
            <p:cNvPr id="30" name="Rectangle 29">
              <a:extLst>
                <a:ext uri="{FF2B5EF4-FFF2-40B4-BE49-F238E27FC236}">
                  <a16:creationId xmlns:a16="http://schemas.microsoft.com/office/drawing/2014/main" id="{340FA1C5-2DCB-D40E-8728-FFFA151F09C3}"/>
                </a:ext>
              </a:extLst>
            </p:cNvPr>
            <p:cNvSpPr/>
            <p:nvPr/>
          </p:nvSpPr>
          <p:spPr>
            <a:xfrm>
              <a:off x="8385597" y="3206259"/>
              <a:ext cx="1892414"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#3</a:t>
              </a:r>
            </a:p>
          </p:txBody>
        </p:sp>
        <p:sp>
          <p:nvSpPr>
            <p:cNvPr id="31" name="TextBox 30">
              <a:extLst>
                <a:ext uri="{FF2B5EF4-FFF2-40B4-BE49-F238E27FC236}">
                  <a16:creationId xmlns:a16="http://schemas.microsoft.com/office/drawing/2014/main" id="{1FF91EE1-700F-C223-7A66-F41F340DFFA9}"/>
                </a:ext>
              </a:extLst>
            </p:cNvPr>
            <p:cNvSpPr txBox="1"/>
            <p:nvPr/>
          </p:nvSpPr>
          <p:spPr>
            <a:xfrm>
              <a:off x="8385596" y="4184547"/>
              <a:ext cx="1995589" cy="169277"/>
            </a:xfrm>
            <a:prstGeom prst="rect">
              <a:avLst/>
            </a:prstGeom>
            <a:noFill/>
          </p:spPr>
          <p:txBody>
            <a:bodyPr wrap="square" lIns="0" tIns="0" rIns="0" bIns="0" rtlCol="0">
              <a:spAutoFit/>
            </a:bodyPr>
            <a:lstStyle/>
            <a:p>
              <a:pPr lvl="0">
                <a:defRPr/>
              </a:pPr>
              <a:r>
                <a:rPr lang="en-US" sz="1100" kern="0" dirty="0">
                  <a:cs typeface="Calibri" panose="020F0502020204030204" pitchFamily="34" charset="0"/>
                  <a:sym typeface="Gotham Book" charset="0"/>
                </a:rPr>
                <a:t>Bullet #3 Description</a:t>
              </a:r>
            </a:p>
          </p:txBody>
        </p:sp>
        <p:sp>
          <p:nvSpPr>
            <p:cNvPr id="32" name="Rectangle 31">
              <a:extLst>
                <a:ext uri="{FF2B5EF4-FFF2-40B4-BE49-F238E27FC236}">
                  <a16:creationId xmlns:a16="http://schemas.microsoft.com/office/drawing/2014/main" id="{C10DA27E-9810-B436-7396-D40DE6CCDBF3}"/>
                </a:ext>
              </a:extLst>
            </p:cNvPr>
            <p:cNvSpPr/>
            <p:nvPr/>
          </p:nvSpPr>
          <p:spPr>
            <a:xfrm>
              <a:off x="8385596"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33" name="TextBox 36">
              <a:extLst>
                <a:ext uri="{FF2B5EF4-FFF2-40B4-BE49-F238E27FC236}">
                  <a16:creationId xmlns:a16="http://schemas.microsoft.com/office/drawing/2014/main" id="{99C44BFB-DBE2-E7B1-33E5-677137C544F3}"/>
                </a:ext>
              </a:extLst>
            </p:cNvPr>
            <p:cNvSpPr txBox="1">
              <a:spLocks noChangeArrowheads="1"/>
            </p:cNvSpPr>
            <p:nvPr/>
          </p:nvSpPr>
          <p:spPr bwMode="auto">
            <a:xfrm>
              <a:off x="8394558" y="2099566"/>
              <a:ext cx="785328" cy="819979"/>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a:ln>
                    <a:noFill/>
                  </a:ln>
                  <a:solidFill>
                    <a:prstClr val="white"/>
                  </a:solidFill>
                  <a:effectLst/>
                  <a:uLnTx/>
                  <a:uFillTx/>
                  <a:latin typeface="KPMG Bold"/>
                  <a:ea typeface="+mn-ea"/>
                  <a:cs typeface="Arial" panose="020B0604020202020204" pitchFamily="34" charset="0"/>
                </a:rPr>
                <a:t>03</a:t>
              </a:r>
            </a:p>
          </p:txBody>
        </p:sp>
      </p:grpSp>
      <p:grpSp>
        <p:nvGrpSpPr>
          <p:cNvPr id="16" name="Group 15">
            <a:extLst>
              <a:ext uri="{FF2B5EF4-FFF2-40B4-BE49-F238E27FC236}">
                <a16:creationId xmlns:a16="http://schemas.microsoft.com/office/drawing/2014/main" id="{ADC97160-925B-3979-3201-102C1C1E0741}"/>
              </a:ext>
            </a:extLst>
          </p:cNvPr>
          <p:cNvGrpSpPr/>
          <p:nvPr/>
        </p:nvGrpSpPr>
        <p:grpSpPr>
          <a:xfrm>
            <a:off x="7202234" y="2099566"/>
            <a:ext cx="1995589" cy="2254258"/>
            <a:chOff x="8385596" y="2099566"/>
            <a:chExt cx="1995589" cy="2254258"/>
          </a:xfrm>
        </p:grpSpPr>
        <p:sp>
          <p:nvSpPr>
            <p:cNvPr id="18" name="Rectangle 17">
              <a:extLst>
                <a:ext uri="{FF2B5EF4-FFF2-40B4-BE49-F238E27FC236}">
                  <a16:creationId xmlns:a16="http://schemas.microsoft.com/office/drawing/2014/main" id="{E69B2A25-626F-2D98-D619-2C73F5DB1096}"/>
                </a:ext>
              </a:extLst>
            </p:cNvPr>
            <p:cNvSpPr/>
            <p:nvPr/>
          </p:nvSpPr>
          <p:spPr>
            <a:xfrm>
              <a:off x="8385596" y="3206259"/>
              <a:ext cx="1892415"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#4</a:t>
              </a:r>
            </a:p>
          </p:txBody>
        </p:sp>
        <p:sp>
          <p:nvSpPr>
            <p:cNvPr id="20" name="TextBox 19">
              <a:extLst>
                <a:ext uri="{FF2B5EF4-FFF2-40B4-BE49-F238E27FC236}">
                  <a16:creationId xmlns:a16="http://schemas.microsoft.com/office/drawing/2014/main" id="{93DC7654-7F5C-3B4B-F1F6-73890DAA30CA}"/>
                </a:ext>
              </a:extLst>
            </p:cNvPr>
            <p:cNvSpPr txBox="1"/>
            <p:nvPr/>
          </p:nvSpPr>
          <p:spPr>
            <a:xfrm>
              <a:off x="8385596" y="4184547"/>
              <a:ext cx="1995589" cy="169277"/>
            </a:xfrm>
            <a:prstGeom prst="rect">
              <a:avLst/>
            </a:prstGeom>
            <a:noFill/>
          </p:spPr>
          <p:txBody>
            <a:bodyPr wrap="square" lIns="0" tIns="0" rIns="0" bIns="0" rtlCol="0">
              <a:spAutoFit/>
            </a:bodyPr>
            <a:lstStyle/>
            <a:p>
              <a:pPr lvl="0">
                <a:defRPr/>
              </a:pPr>
              <a:r>
                <a:rPr lang="en-US" sz="1100" kern="0" dirty="0">
                  <a:cs typeface="Calibri" panose="020F0502020204030204" pitchFamily="34" charset="0"/>
                  <a:sym typeface="Gotham Book" charset="0"/>
                </a:rPr>
                <a:t>Bullet #4 Description</a:t>
              </a:r>
            </a:p>
          </p:txBody>
        </p:sp>
        <p:sp>
          <p:nvSpPr>
            <p:cNvPr id="21" name="Rectangle 20">
              <a:extLst>
                <a:ext uri="{FF2B5EF4-FFF2-40B4-BE49-F238E27FC236}">
                  <a16:creationId xmlns:a16="http://schemas.microsoft.com/office/drawing/2014/main" id="{D930D6CC-B048-DA48-2B94-AFE058DAFE30}"/>
                </a:ext>
              </a:extLst>
            </p:cNvPr>
            <p:cNvSpPr/>
            <p:nvPr/>
          </p:nvSpPr>
          <p:spPr>
            <a:xfrm>
              <a:off x="8385596"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22" name="TextBox 36">
              <a:extLst>
                <a:ext uri="{FF2B5EF4-FFF2-40B4-BE49-F238E27FC236}">
                  <a16:creationId xmlns:a16="http://schemas.microsoft.com/office/drawing/2014/main" id="{BC989C50-3ED5-83E5-A1EA-DC2B91F035D4}"/>
                </a:ext>
              </a:extLst>
            </p:cNvPr>
            <p:cNvSpPr txBox="1">
              <a:spLocks noChangeArrowheads="1"/>
            </p:cNvSpPr>
            <p:nvPr/>
          </p:nvSpPr>
          <p:spPr bwMode="auto">
            <a:xfrm>
              <a:off x="8394558" y="2099566"/>
              <a:ext cx="785328" cy="677108"/>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dirty="0">
                  <a:ln>
                    <a:noFill/>
                  </a:ln>
                  <a:solidFill>
                    <a:prstClr val="white"/>
                  </a:solidFill>
                  <a:effectLst/>
                  <a:uLnTx/>
                  <a:uFillTx/>
                  <a:latin typeface="KPMG Bold"/>
                  <a:ea typeface="+mn-ea"/>
                  <a:cs typeface="Arial" panose="020B0604020202020204" pitchFamily="34" charset="0"/>
                </a:rPr>
                <a:t>04</a:t>
              </a:r>
            </a:p>
          </p:txBody>
        </p:sp>
      </p:grpSp>
      <p:grpSp>
        <p:nvGrpSpPr>
          <p:cNvPr id="24" name="Group 23">
            <a:extLst>
              <a:ext uri="{FF2B5EF4-FFF2-40B4-BE49-F238E27FC236}">
                <a16:creationId xmlns:a16="http://schemas.microsoft.com/office/drawing/2014/main" id="{4F4806DA-8702-BBA9-A871-ED3D28E4ECDA}"/>
              </a:ext>
            </a:extLst>
          </p:cNvPr>
          <p:cNvGrpSpPr/>
          <p:nvPr/>
        </p:nvGrpSpPr>
        <p:grpSpPr>
          <a:xfrm>
            <a:off x="9417491" y="2099566"/>
            <a:ext cx="2218049" cy="2254258"/>
            <a:chOff x="8385596" y="2099566"/>
            <a:chExt cx="2218049" cy="2254258"/>
          </a:xfrm>
        </p:grpSpPr>
        <p:sp>
          <p:nvSpPr>
            <p:cNvPr id="34" name="Rectangle 33">
              <a:extLst>
                <a:ext uri="{FF2B5EF4-FFF2-40B4-BE49-F238E27FC236}">
                  <a16:creationId xmlns:a16="http://schemas.microsoft.com/office/drawing/2014/main" id="{8059DA36-B18A-FF73-027B-D82701584CC9}"/>
                </a:ext>
              </a:extLst>
            </p:cNvPr>
            <p:cNvSpPr/>
            <p:nvPr/>
          </p:nvSpPr>
          <p:spPr>
            <a:xfrm>
              <a:off x="8385597" y="3206259"/>
              <a:ext cx="2218048" cy="295466"/>
            </a:xfrm>
            <a:prstGeom prst="rect">
              <a:avLst/>
            </a:prstGeom>
          </p:spPr>
          <p:txBody>
            <a:bodyPr wrap="square" lIns="0" tIns="0" rIns="0" bIns="0">
              <a:spAutoFit/>
            </a:bodyPr>
            <a:lstStyle/>
            <a:p>
              <a:pPr marL="0" marR="0" lvl="0" indent="0" algn="l" defTabSz="914400" rtl="0" eaLnBrk="1" fontAlgn="auto" latinLnBrk="0" hangingPunct="1">
                <a:lnSpc>
                  <a:spcPct val="80000"/>
                </a:lnSpc>
                <a:spcBef>
                  <a:spcPct val="20000"/>
                </a:spcBef>
                <a:spcAft>
                  <a:spcPts val="0"/>
                </a:spcAft>
                <a:buClrTx/>
                <a:buSzTx/>
                <a:buFontTx/>
                <a:buNone/>
                <a:tabLst/>
                <a:defRPr/>
              </a:pPr>
              <a:r>
                <a:rPr kumimoji="0" lang="en-US" sz="2400" b="1" u="none" strike="noStrike" kern="1200" cap="none" spc="0" normalizeH="0" baseline="0" noProof="0" dirty="0">
                  <a:ln>
                    <a:noFill/>
                  </a:ln>
                  <a:solidFill>
                    <a:schemeClr val="accent2"/>
                  </a:solidFill>
                  <a:effectLst/>
                  <a:uLnTx/>
                  <a:uFillTx/>
                  <a:latin typeface="KPMG Bold"/>
                  <a:ea typeface="+mn-ea"/>
                  <a:cs typeface="+mn-cs"/>
                  <a:sym typeface="Gotham Book" charset="0"/>
                </a:rPr>
                <a:t>Bullet #5</a:t>
              </a:r>
            </a:p>
          </p:txBody>
        </p:sp>
        <p:sp>
          <p:nvSpPr>
            <p:cNvPr id="35" name="TextBox 34">
              <a:extLst>
                <a:ext uri="{FF2B5EF4-FFF2-40B4-BE49-F238E27FC236}">
                  <a16:creationId xmlns:a16="http://schemas.microsoft.com/office/drawing/2014/main" id="{401DC724-EB22-E159-3EAE-AC542920E95E}"/>
                </a:ext>
              </a:extLst>
            </p:cNvPr>
            <p:cNvSpPr txBox="1"/>
            <p:nvPr/>
          </p:nvSpPr>
          <p:spPr>
            <a:xfrm>
              <a:off x="8385596" y="4184547"/>
              <a:ext cx="2218048" cy="169277"/>
            </a:xfrm>
            <a:prstGeom prst="rect">
              <a:avLst/>
            </a:prstGeom>
            <a:noFill/>
          </p:spPr>
          <p:txBody>
            <a:bodyPr wrap="square" lIns="0" tIns="0" rIns="0" bIns="0" rtlCol="0">
              <a:spAutoFit/>
            </a:bodyPr>
            <a:lstStyle/>
            <a:p>
              <a:pPr lvl="0">
                <a:defRPr/>
              </a:pPr>
              <a:r>
                <a:rPr lang="en-US" sz="1100" kern="0" dirty="0">
                  <a:cs typeface="Calibri" panose="020F0502020204030204" pitchFamily="34" charset="0"/>
                  <a:sym typeface="Gotham Book" charset="0"/>
                </a:rPr>
                <a:t>Bullet #5 Description</a:t>
              </a:r>
            </a:p>
          </p:txBody>
        </p:sp>
        <p:sp>
          <p:nvSpPr>
            <p:cNvPr id="36" name="Rectangle 35">
              <a:extLst>
                <a:ext uri="{FF2B5EF4-FFF2-40B4-BE49-F238E27FC236}">
                  <a16:creationId xmlns:a16="http://schemas.microsoft.com/office/drawing/2014/main" id="{FE289072-E892-776C-D9F7-B527170AC2A4}"/>
                </a:ext>
              </a:extLst>
            </p:cNvPr>
            <p:cNvSpPr/>
            <p:nvPr/>
          </p:nvSpPr>
          <p:spPr>
            <a:xfrm>
              <a:off x="8385596" y="2138519"/>
              <a:ext cx="803252" cy="894524"/>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Arial" panose="020B0604020202020204" pitchFamily="34" charset="0"/>
              </a:endParaRPr>
            </a:p>
          </p:txBody>
        </p:sp>
        <p:sp>
          <p:nvSpPr>
            <p:cNvPr id="37" name="TextBox 36">
              <a:extLst>
                <a:ext uri="{FF2B5EF4-FFF2-40B4-BE49-F238E27FC236}">
                  <a16:creationId xmlns:a16="http://schemas.microsoft.com/office/drawing/2014/main" id="{F08E4D44-3D07-A1BC-89A6-D8B4F6F45790}"/>
                </a:ext>
              </a:extLst>
            </p:cNvPr>
            <p:cNvSpPr txBox="1">
              <a:spLocks noChangeArrowheads="1"/>
            </p:cNvSpPr>
            <p:nvPr/>
          </p:nvSpPr>
          <p:spPr bwMode="auto">
            <a:xfrm>
              <a:off x="8394558" y="2099566"/>
              <a:ext cx="785328" cy="677108"/>
            </a:xfrm>
            <a:prstGeom prst="rect">
              <a:avLst/>
            </a:prstGeom>
            <a:noFill/>
            <a:ln>
              <a:noFill/>
            </a:ln>
          </p:spPr>
          <p:txBody>
            <a:bodyPr wrap="square" lIns="0" tIns="0" rIns="0" bIns="0">
              <a:spAutoFit/>
            </a:bodyPr>
            <a:lstStyle>
              <a:lvl1pPr eaLnBrk="0" hangingPunct="0">
                <a:spcBef>
                  <a:spcPts val="1200"/>
                </a:spcBef>
                <a:buFont typeface="Arial" panose="020B0604020202020204" pitchFamily="34" charset="0"/>
                <a:defRPr sz="1600" b="1">
                  <a:solidFill>
                    <a:srgbClr val="00338D"/>
                  </a:solidFill>
                  <a:latin typeface="Arial" panose="020B0604020202020204" pitchFamily="34" charset="0"/>
                  <a:cs typeface="Arial" panose="020B0604020202020204" pitchFamily="34" charset="0"/>
                </a:defRPr>
              </a:lvl1pPr>
              <a:lvl2pPr marL="742950" indent="-285750" eaLnBrk="0" hangingPunct="0">
                <a:spcBef>
                  <a:spcPts val="1200"/>
                </a:spcBef>
                <a:buFont typeface="Arial" panose="020B0604020202020204" pitchFamily="34" charset="0"/>
                <a:defRPr sz="1600">
                  <a:solidFill>
                    <a:schemeClr val="tx1"/>
                  </a:solidFill>
                  <a:latin typeface="Arial" panose="020B0604020202020204" pitchFamily="34" charset="0"/>
                  <a:cs typeface="Arial" panose="020B0604020202020204" pitchFamily="34" charset="0"/>
                </a:defRPr>
              </a:lvl2pPr>
              <a:lvl3pPr marL="11430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3pPr>
              <a:lvl4pPr marL="16002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4pPr>
              <a:lvl5pPr marL="2057400" indent="-228600" eaLnBrk="0" hangingPunct="0">
                <a:spcBef>
                  <a:spcPts val="1200"/>
                </a:spcBef>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1200"/>
                </a:spcBef>
                <a:spcAft>
                  <a:spcPct val="0"/>
                </a:spcAft>
                <a:buClr>
                  <a:srgbClr val="97989A"/>
                </a:buClr>
                <a:buFont typeface="Arial" panose="020B0604020202020204" pitchFamily="34" charset="0"/>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en-US" sz="4400" b="1" i="0" u="none" strike="noStrike" kern="1200" cap="none" spc="0" normalizeH="0" baseline="0" noProof="0" dirty="0">
                  <a:ln>
                    <a:noFill/>
                  </a:ln>
                  <a:solidFill>
                    <a:prstClr val="white"/>
                  </a:solidFill>
                  <a:effectLst/>
                  <a:uLnTx/>
                  <a:uFillTx/>
                  <a:latin typeface="KPMG Bold"/>
                  <a:ea typeface="+mn-ea"/>
                  <a:cs typeface="Arial" panose="020B0604020202020204" pitchFamily="34" charset="0"/>
                </a:rPr>
                <a:t>05</a:t>
              </a:r>
            </a:p>
          </p:txBody>
        </p:sp>
      </p:grpSp>
    </p:spTree>
    <p:extLst>
      <p:ext uri="{BB962C8B-B14F-4D97-AF65-F5344CB8AC3E}">
        <p14:creationId xmlns:p14="http://schemas.microsoft.com/office/powerpoint/2010/main" val="3955466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A037B-83E7-A916-8CFC-F8ABC53C2BAC}"/>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B284B37-B30E-EB0F-CC49-41BD32F32FC6}"/>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5B284B37-B30E-EB0F-CC49-41BD32F32FC6}"/>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338E43-67B1-4A0F-9A73-F92A2EAFFCAF}"/>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A25B7C88-FD80-4362-E476-3DB2C4FAA102}"/>
              </a:ext>
            </a:extLst>
          </p:cNvPr>
          <p:cNvSpPr>
            <a:spLocks noGrp="1"/>
          </p:cNvSpPr>
          <p:nvPr>
            <p:ph type="subTitle" idx="1"/>
          </p:nvPr>
        </p:nvSpPr>
        <p:spPr/>
        <p:txBody>
          <a:bodyPr/>
          <a:lstStyle/>
          <a:p>
            <a:r>
              <a:rPr lang="en-US" dirty="0"/>
              <a:t>Subtitle</a:t>
            </a:r>
          </a:p>
        </p:txBody>
      </p:sp>
      <p:sp>
        <p:nvSpPr>
          <p:cNvPr id="4" name="Rectangle 3">
            <a:extLst>
              <a:ext uri="{FF2B5EF4-FFF2-40B4-BE49-F238E27FC236}">
                <a16:creationId xmlns:a16="http://schemas.microsoft.com/office/drawing/2014/main" id="{D85ECDF4-F12E-FA41-0722-29AD0436466D}"/>
              </a:ext>
            </a:extLst>
          </p:cNvPr>
          <p:cNvSpPr/>
          <p:nvPr/>
        </p:nvSpPr>
        <p:spPr>
          <a:xfrm>
            <a:off x="554736" y="1536642"/>
            <a:ext cx="11082526" cy="90185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8" name="Rectangle 7">
            <a:extLst>
              <a:ext uri="{FF2B5EF4-FFF2-40B4-BE49-F238E27FC236}">
                <a16:creationId xmlns:a16="http://schemas.microsoft.com/office/drawing/2014/main" id="{CAE87897-CF8F-C092-9D46-E070CABA3E68}"/>
              </a:ext>
            </a:extLst>
          </p:cNvPr>
          <p:cNvSpPr/>
          <p:nvPr/>
        </p:nvSpPr>
        <p:spPr>
          <a:xfrm>
            <a:off x="554737" y="1536642"/>
            <a:ext cx="3377588" cy="901859"/>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2" name="Title 18">
            <a:extLst>
              <a:ext uri="{FF2B5EF4-FFF2-40B4-BE49-F238E27FC236}">
                <a16:creationId xmlns:a16="http://schemas.microsoft.com/office/drawing/2014/main" id="{4DE6B980-3178-8DD7-9B5E-A72EAABF0D45}"/>
              </a:ext>
            </a:extLst>
          </p:cNvPr>
          <p:cNvSpPr txBox="1">
            <a:spLocks/>
          </p:cNvSpPr>
          <p:nvPr/>
        </p:nvSpPr>
        <p:spPr>
          <a:xfrm>
            <a:off x="1805488" y="1751960"/>
            <a:ext cx="1981501"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#1</a:t>
            </a:r>
          </a:p>
        </p:txBody>
      </p:sp>
      <p:sp>
        <p:nvSpPr>
          <p:cNvPr id="13" name="Rectangle 12">
            <a:extLst>
              <a:ext uri="{FF2B5EF4-FFF2-40B4-BE49-F238E27FC236}">
                <a16:creationId xmlns:a16="http://schemas.microsoft.com/office/drawing/2014/main" id="{C5782758-4C1B-6709-CB50-A86AB169C27C}"/>
              </a:ext>
            </a:extLst>
          </p:cNvPr>
          <p:cNvSpPr/>
          <p:nvPr/>
        </p:nvSpPr>
        <p:spPr>
          <a:xfrm>
            <a:off x="554736" y="2523797"/>
            <a:ext cx="11082526" cy="90185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 name="Rectangle 16">
            <a:extLst>
              <a:ext uri="{FF2B5EF4-FFF2-40B4-BE49-F238E27FC236}">
                <a16:creationId xmlns:a16="http://schemas.microsoft.com/office/drawing/2014/main" id="{5A320186-D29D-1E1B-1F07-3B5DEC8C08C2}"/>
              </a:ext>
            </a:extLst>
          </p:cNvPr>
          <p:cNvSpPr/>
          <p:nvPr/>
        </p:nvSpPr>
        <p:spPr>
          <a:xfrm>
            <a:off x="554737" y="2527141"/>
            <a:ext cx="3377588" cy="901859"/>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9" name="Title 18">
            <a:extLst>
              <a:ext uri="{FF2B5EF4-FFF2-40B4-BE49-F238E27FC236}">
                <a16:creationId xmlns:a16="http://schemas.microsoft.com/office/drawing/2014/main" id="{DCB65949-BCA3-BBCB-DA81-7C1F1BF41726}"/>
              </a:ext>
            </a:extLst>
          </p:cNvPr>
          <p:cNvSpPr txBox="1">
            <a:spLocks/>
          </p:cNvSpPr>
          <p:nvPr/>
        </p:nvSpPr>
        <p:spPr>
          <a:xfrm>
            <a:off x="1805488" y="2742459"/>
            <a:ext cx="1981501"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#2</a:t>
            </a:r>
          </a:p>
        </p:txBody>
      </p:sp>
      <p:sp>
        <p:nvSpPr>
          <p:cNvPr id="25" name="Rectangle 24">
            <a:extLst>
              <a:ext uri="{FF2B5EF4-FFF2-40B4-BE49-F238E27FC236}">
                <a16:creationId xmlns:a16="http://schemas.microsoft.com/office/drawing/2014/main" id="{9354C028-CC47-4009-6D4A-EB2DDEEDFD18}"/>
              </a:ext>
            </a:extLst>
          </p:cNvPr>
          <p:cNvSpPr/>
          <p:nvPr/>
        </p:nvSpPr>
        <p:spPr>
          <a:xfrm>
            <a:off x="554737" y="3513130"/>
            <a:ext cx="11082526" cy="90185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6" name="Rectangle 25">
            <a:extLst>
              <a:ext uri="{FF2B5EF4-FFF2-40B4-BE49-F238E27FC236}">
                <a16:creationId xmlns:a16="http://schemas.microsoft.com/office/drawing/2014/main" id="{FEF9EA51-3F12-8918-A004-FB465CA21CFF}"/>
              </a:ext>
            </a:extLst>
          </p:cNvPr>
          <p:cNvSpPr/>
          <p:nvPr/>
        </p:nvSpPr>
        <p:spPr>
          <a:xfrm>
            <a:off x="554737" y="3513130"/>
            <a:ext cx="3377588" cy="901859"/>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7" name="Title 18">
            <a:extLst>
              <a:ext uri="{FF2B5EF4-FFF2-40B4-BE49-F238E27FC236}">
                <a16:creationId xmlns:a16="http://schemas.microsoft.com/office/drawing/2014/main" id="{2FA0647E-8F5D-C7F3-9A55-4320399BB1BB}"/>
              </a:ext>
            </a:extLst>
          </p:cNvPr>
          <p:cNvSpPr txBox="1">
            <a:spLocks/>
          </p:cNvSpPr>
          <p:nvPr/>
        </p:nvSpPr>
        <p:spPr>
          <a:xfrm>
            <a:off x="1805489" y="3728448"/>
            <a:ext cx="1706308"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#3</a:t>
            </a:r>
          </a:p>
        </p:txBody>
      </p:sp>
      <p:sp>
        <p:nvSpPr>
          <p:cNvPr id="28" name="Title 18">
            <a:extLst>
              <a:ext uri="{FF2B5EF4-FFF2-40B4-BE49-F238E27FC236}">
                <a16:creationId xmlns:a16="http://schemas.microsoft.com/office/drawing/2014/main" id="{369153F1-0FB9-8BA3-632D-6EB8CCBAD7BA}"/>
              </a:ext>
            </a:extLst>
          </p:cNvPr>
          <p:cNvSpPr txBox="1">
            <a:spLocks/>
          </p:cNvSpPr>
          <p:nvPr/>
        </p:nvSpPr>
        <p:spPr>
          <a:xfrm>
            <a:off x="4144075" y="1790872"/>
            <a:ext cx="6925082"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1 Description</a:t>
            </a:r>
          </a:p>
        </p:txBody>
      </p:sp>
      <p:sp>
        <p:nvSpPr>
          <p:cNvPr id="29" name="Title 18">
            <a:extLst>
              <a:ext uri="{FF2B5EF4-FFF2-40B4-BE49-F238E27FC236}">
                <a16:creationId xmlns:a16="http://schemas.microsoft.com/office/drawing/2014/main" id="{90D00E18-7433-ABAB-A38A-A706052E8655}"/>
              </a:ext>
            </a:extLst>
          </p:cNvPr>
          <p:cNvSpPr txBox="1">
            <a:spLocks/>
          </p:cNvSpPr>
          <p:nvPr/>
        </p:nvSpPr>
        <p:spPr>
          <a:xfrm>
            <a:off x="4144075" y="2781371"/>
            <a:ext cx="7189222"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2 Description</a:t>
            </a:r>
          </a:p>
        </p:txBody>
      </p:sp>
      <p:sp>
        <p:nvSpPr>
          <p:cNvPr id="30" name="Title 18">
            <a:extLst>
              <a:ext uri="{FF2B5EF4-FFF2-40B4-BE49-F238E27FC236}">
                <a16:creationId xmlns:a16="http://schemas.microsoft.com/office/drawing/2014/main" id="{4B3B9B30-1A5E-9851-0A38-C9A699D15C33}"/>
              </a:ext>
            </a:extLst>
          </p:cNvPr>
          <p:cNvSpPr txBox="1">
            <a:spLocks/>
          </p:cNvSpPr>
          <p:nvPr/>
        </p:nvSpPr>
        <p:spPr>
          <a:xfrm>
            <a:off x="4144075" y="3767360"/>
            <a:ext cx="6925082"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3 Description</a:t>
            </a:r>
          </a:p>
        </p:txBody>
      </p:sp>
      <p:grpSp>
        <p:nvGrpSpPr>
          <p:cNvPr id="31" name="Group 30">
            <a:extLst>
              <a:ext uri="{FF2B5EF4-FFF2-40B4-BE49-F238E27FC236}">
                <a16:creationId xmlns:a16="http://schemas.microsoft.com/office/drawing/2014/main" id="{1A5F14F4-8EBB-F46F-F011-A05849607182}"/>
              </a:ext>
            </a:extLst>
          </p:cNvPr>
          <p:cNvGrpSpPr/>
          <p:nvPr/>
        </p:nvGrpSpPr>
        <p:grpSpPr>
          <a:xfrm>
            <a:off x="949415" y="3769078"/>
            <a:ext cx="411480" cy="389963"/>
            <a:chOff x="678192" y="4779590"/>
            <a:chExt cx="411480" cy="389963"/>
          </a:xfrm>
        </p:grpSpPr>
        <p:sp>
          <p:nvSpPr>
            <p:cNvPr id="32" name="Oval 347">
              <a:extLst>
                <a:ext uri="{FF2B5EF4-FFF2-40B4-BE49-F238E27FC236}">
                  <a16:creationId xmlns:a16="http://schemas.microsoft.com/office/drawing/2014/main" id="{E4FF18B1-2EDD-6B91-0BA7-C104D4C41881}"/>
                </a:ext>
              </a:extLst>
            </p:cNvPr>
            <p:cNvSpPr>
              <a:spLocks noChangeArrowheads="1"/>
            </p:cNvSpPr>
            <p:nvPr/>
          </p:nvSpPr>
          <p:spPr bwMode="auto">
            <a:xfrm>
              <a:off x="840516" y="4779590"/>
              <a:ext cx="87001" cy="8700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348">
              <a:extLst>
                <a:ext uri="{FF2B5EF4-FFF2-40B4-BE49-F238E27FC236}">
                  <a16:creationId xmlns:a16="http://schemas.microsoft.com/office/drawing/2014/main" id="{7745AD67-260F-203B-06FB-71CB30676CDF}"/>
                </a:ext>
              </a:extLst>
            </p:cNvPr>
            <p:cNvSpPr>
              <a:spLocks/>
            </p:cNvSpPr>
            <p:nvPr/>
          </p:nvSpPr>
          <p:spPr bwMode="auto">
            <a:xfrm>
              <a:off x="811298" y="4873738"/>
              <a:ext cx="146066" cy="74230"/>
            </a:xfrm>
            <a:custGeom>
              <a:avLst/>
              <a:gdLst>
                <a:gd name="T0" fmla="*/ 77 w 77"/>
                <a:gd name="T1" fmla="*/ 23 h 39"/>
                <a:gd name="T2" fmla="*/ 54 w 77"/>
                <a:gd name="T3" fmla="*/ 0 h 39"/>
                <a:gd name="T4" fmla="*/ 23 w 77"/>
                <a:gd name="T5" fmla="*/ 0 h 39"/>
                <a:gd name="T6" fmla="*/ 0 w 77"/>
                <a:gd name="T7" fmla="*/ 23 h 39"/>
                <a:gd name="T8" fmla="*/ 0 w 77"/>
                <a:gd name="T9" fmla="*/ 39 h 39"/>
                <a:gd name="T10" fmla="*/ 77 w 77"/>
                <a:gd name="T11" fmla="*/ 39 h 39"/>
                <a:gd name="T12" fmla="*/ 77 w 77"/>
                <a:gd name="T13" fmla="*/ 23 h 39"/>
              </a:gdLst>
              <a:ahLst/>
              <a:cxnLst>
                <a:cxn ang="0">
                  <a:pos x="T0" y="T1"/>
                </a:cxn>
                <a:cxn ang="0">
                  <a:pos x="T2" y="T3"/>
                </a:cxn>
                <a:cxn ang="0">
                  <a:pos x="T4" y="T5"/>
                </a:cxn>
                <a:cxn ang="0">
                  <a:pos x="T6" y="T7"/>
                </a:cxn>
                <a:cxn ang="0">
                  <a:pos x="T8" y="T9"/>
                </a:cxn>
                <a:cxn ang="0">
                  <a:pos x="T10" y="T11"/>
                </a:cxn>
                <a:cxn ang="0">
                  <a:pos x="T12" y="T13"/>
                </a:cxn>
              </a:cxnLst>
              <a:rect l="0" t="0" r="r" b="b"/>
              <a:pathLst>
                <a:path w="77" h="39">
                  <a:moveTo>
                    <a:pt x="77" y="23"/>
                  </a:moveTo>
                  <a:cubicBezTo>
                    <a:pt x="77" y="11"/>
                    <a:pt x="67" y="0"/>
                    <a:pt x="54" y="0"/>
                  </a:cubicBezTo>
                  <a:cubicBezTo>
                    <a:pt x="23" y="0"/>
                    <a:pt x="23" y="0"/>
                    <a:pt x="23" y="0"/>
                  </a:cubicBezTo>
                  <a:cubicBezTo>
                    <a:pt x="10" y="0"/>
                    <a:pt x="0" y="11"/>
                    <a:pt x="0" y="23"/>
                  </a:cubicBezTo>
                  <a:cubicBezTo>
                    <a:pt x="0" y="39"/>
                    <a:pt x="0" y="39"/>
                    <a:pt x="0" y="39"/>
                  </a:cubicBezTo>
                  <a:cubicBezTo>
                    <a:pt x="77" y="39"/>
                    <a:pt x="77" y="39"/>
                    <a:pt x="77" y="39"/>
                  </a:cubicBezTo>
                  <a:lnTo>
                    <a:pt x="77"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Oval 349">
              <a:extLst>
                <a:ext uri="{FF2B5EF4-FFF2-40B4-BE49-F238E27FC236}">
                  <a16:creationId xmlns:a16="http://schemas.microsoft.com/office/drawing/2014/main" id="{3C309039-BF57-1B9A-C94F-21EAF2655D2B}"/>
                </a:ext>
              </a:extLst>
            </p:cNvPr>
            <p:cNvSpPr>
              <a:spLocks noChangeArrowheads="1"/>
            </p:cNvSpPr>
            <p:nvPr/>
          </p:nvSpPr>
          <p:spPr bwMode="auto">
            <a:xfrm>
              <a:off x="972811" y="5001162"/>
              <a:ext cx="87799" cy="8779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350">
              <a:extLst>
                <a:ext uri="{FF2B5EF4-FFF2-40B4-BE49-F238E27FC236}">
                  <a16:creationId xmlns:a16="http://schemas.microsoft.com/office/drawing/2014/main" id="{84B1D8C1-FA02-044B-7074-F1F4FBD3C896}"/>
                </a:ext>
              </a:extLst>
            </p:cNvPr>
            <p:cNvSpPr>
              <a:spLocks/>
            </p:cNvSpPr>
            <p:nvPr/>
          </p:nvSpPr>
          <p:spPr bwMode="auto">
            <a:xfrm>
              <a:off x="944404" y="5096121"/>
              <a:ext cx="145268" cy="73432"/>
            </a:xfrm>
            <a:custGeom>
              <a:avLst/>
              <a:gdLst>
                <a:gd name="T0" fmla="*/ 54 w 77"/>
                <a:gd name="T1" fmla="*/ 0 h 39"/>
                <a:gd name="T2" fmla="*/ 23 w 77"/>
                <a:gd name="T3" fmla="*/ 0 h 39"/>
                <a:gd name="T4" fmla="*/ 0 w 77"/>
                <a:gd name="T5" fmla="*/ 23 h 39"/>
                <a:gd name="T6" fmla="*/ 0 w 77"/>
                <a:gd name="T7" fmla="*/ 39 h 39"/>
                <a:gd name="T8" fmla="*/ 77 w 77"/>
                <a:gd name="T9" fmla="*/ 39 h 39"/>
                <a:gd name="T10" fmla="*/ 77 w 77"/>
                <a:gd name="T11" fmla="*/ 23 h 39"/>
                <a:gd name="T12" fmla="*/ 54 w 77"/>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7" h="39">
                  <a:moveTo>
                    <a:pt x="54" y="0"/>
                  </a:moveTo>
                  <a:cubicBezTo>
                    <a:pt x="23" y="0"/>
                    <a:pt x="23" y="0"/>
                    <a:pt x="23" y="0"/>
                  </a:cubicBezTo>
                  <a:cubicBezTo>
                    <a:pt x="10" y="0"/>
                    <a:pt x="0" y="11"/>
                    <a:pt x="0" y="23"/>
                  </a:cubicBezTo>
                  <a:cubicBezTo>
                    <a:pt x="0" y="39"/>
                    <a:pt x="0" y="39"/>
                    <a:pt x="0" y="39"/>
                  </a:cubicBezTo>
                  <a:cubicBezTo>
                    <a:pt x="77" y="39"/>
                    <a:pt x="77" y="39"/>
                    <a:pt x="77" y="39"/>
                  </a:cubicBezTo>
                  <a:cubicBezTo>
                    <a:pt x="77" y="23"/>
                    <a:pt x="77" y="23"/>
                    <a:pt x="77" y="23"/>
                  </a:cubicBezTo>
                  <a:cubicBezTo>
                    <a:pt x="77" y="11"/>
                    <a:pt x="67" y="0"/>
                    <a:pt x="5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Oval 351">
              <a:extLst>
                <a:ext uri="{FF2B5EF4-FFF2-40B4-BE49-F238E27FC236}">
                  <a16:creationId xmlns:a16="http://schemas.microsoft.com/office/drawing/2014/main" id="{B4023ADC-7EE5-8BFB-5BD0-BC192D68821C}"/>
                </a:ext>
              </a:extLst>
            </p:cNvPr>
            <p:cNvSpPr>
              <a:spLocks noChangeArrowheads="1"/>
            </p:cNvSpPr>
            <p:nvPr/>
          </p:nvSpPr>
          <p:spPr bwMode="auto">
            <a:xfrm>
              <a:off x="707410" y="5001162"/>
              <a:ext cx="87001" cy="8779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52">
              <a:extLst>
                <a:ext uri="{FF2B5EF4-FFF2-40B4-BE49-F238E27FC236}">
                  <a16:creationId xmlns:a16="http://schemas.microsoft.com/office/drawing/2014/main" id="{788A95DB-B98D-6D4A-E89C-BEC274A8EF0C}"/>
                </a:ext>
              </a:extLst>
            </p:cNvPr>
            <p:cNvSpPr>
              <a:spLocks/>
            </p:cNvSpPr>
            <p:nvPr/>
          </p:nvSpPr>
          <p:spPr bwMode="auto">
            <a:xfrm>
              <a:off x="678192" y="5096121"/>
              <a:ext cx="146066" cy="73432"/>
            </a:xfrm>
            <a:custGeom>
              <a:avLst/>
              <a:gdLst>
                <a:gd name="T0" fmla="*/ 54 w 77"/>
                <a:gd name="T1" fmla="*/ 0 h 39"/>
                <a:gd name="T2" fmla="*/ 23 w 77"/>
                <a:gd name="T3" fmla="*/ 0 h 39"/>
                <a:gd name="T4" fmla="*/ 0 w 77"/>
                <a:gd name="T5" fmla="*/ 23 h 39"/>
                <a:gd name="T6" fmla="*/ 0 w 77"/>
                <a:gd name="T7" fmla="*/ 39 h 39"/>
                <a:gd name="T8" fmla="*/ 77 w 77"/>
                <a:gd name="T9" fmla="*/ 39 h 39"/>
                <a:gd name="T10" fmla="*/ 77 w 77"/>
                <a:gd name="T11" fmla="*/ 23 h 39"/>
                <a:gd name="T12" fmla="*/ 54 w 77"/>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77" h="39">
                  <a:moveTo>
                    <a:pt x="54" y="0"/>
                  </a:moveTo>
                  <a:cubicBezTo>
                    <a:pt x="23" y="0"/>
                    <a:pt x="23" y="0"/>
                    <a:pt x="23" y="0"/>
                  </a:cubicBezTo>
                  <a:cubicBezTo>
                    <a:pt x="10" y="0"/>
                    <a:pt x="0" y="11"/>
                    <a:pt x="0" y="23"/>
                  </a:cubicBezTo>
                  <a:cubicBezTo>
                    <a:pt x="0" y="39"/>
                    <a:pt x="0" y="39"/>
                    <a:pt x="0" y="39"/>
                  </a:cubicBezTo>
                  <a:cubicBezTo>
                    <a:pt x="77" y="39"/>
                    <a:pt x="77" y="39"/>
                    <a:pt x="77" y="39"/>
                  </a:cubicBezTo>
                  <a:cubicBezTo>
                    <a:pt x="77" y="23"/>
                    <a:pt x="77" y="23"/>
                    <a:pt x="77" y="23"/>
                  </a:cubicBezTo>
                  <a:cubicBezTo>
                    <a:pt x="77" y="11"/>
                    <a:pt x="66" y="0"/>
                    <a:pt x="5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53">
              <a:extLst>
                <a:ext uri="{FF2B5EF4-FFF2-40B4-BE49-F238E27FC236}">
                  <a16:creationId xmlns:a16="http://schemas.microsoft.com/office/drawing/2014/main" id="{70B34093-0FD9-11AA-F19A-860D1FB0D374}"/>
                </a:ext>
              </a:extLst>
            </p:cNvPr>
            <p:cNvSpPr>
              <a:spLocks/>
            </p:cNvSpPr>
            <p:nvPr/>
          </p:nvSpPr>
          <p:spPr bwMode="auto">
            <a:xfrm>
              <a:off x="920867" y="4851012"/>
              <a:ext cx="110148" cy="143671"/>
            </a:xfrm>
            <a:custGeom>
              <a:avLst/>
              <a:gdLst>
                <a:gd name="T0" fmla="*/ 53 w 58"/>
                <a:gd name="T1" fmla="*/ 75 h 76"/>
                <a:gd name="T2" fmla="*/ 58 w 58"/>
                <a:gd name="T3" fmla="*/ 76 h 76"/>
                <a:gd name="T4" fmla="*/ 3 w 58"/>
                <a:gd name="T5" fmla="*/ 0 h 76"/>
                <a:gd name="T6" fmla="*/ 0 w 58"/>
                <a:gd name="T7" fmla="*/ 3 h 76"/>
                <a:gd name="T8" fmla="*/ 53 w 58"/>
                <a:gd name="T9" fmla="*/ 75 h 76"/>
              </a:gdLst>
              <a:ahLst/>
              <a:cxnLst>
                <a:cxn ang="0">
                  <a:pos x="T0" y="T1"/>
                </a:cxn>
                <a:cxn ang="0">
                  <a:pos x="T2" y="T3"/>
                </a:cxn>
                <a:cxn ang="0">
                  <a:pos x="T4" y="T5"/>
                </a:cxn>
                <a:cxn ang="0">
                  <a:pos x="T6" y="T7"/>
                </a:cxn>
                <a:cxn ang="0">
                  <a:pos x="T8" y="T9"/>
                </a:cxn>
              </a:cxnLst>
              <a:rect l="0" t="0" r="r" b="b"/>
              <a:pathLst>
                <a:path w="58" h="76">
                  <a:moveTo>
                    <a:pt x="53" y="75"/>
                  </a:moveTo>
                  <a:cubicBezTo>
                    <a:pt x="55" y="75"/>
                    <a:pt x="56" y="75"/>
                    <a:pt x="58" y="76"/>
                  </a:cubicBezTo>
                  <a:cubicBezTo>
                    <a:pt x="57" y="41"/>
                    <a:pt x="35" y="11"/>
                    <a:pt x="3" y="0"/>
                  </a:cubicBezTo>
                  <a:cubicBezTo>
                    <a:pt x="3" y="1"/>
                    <a:pt x="2" y="2"/>
                    <a:pt x="0" y="3"/>
                  </a:cubicBezTo>
                  <a:cubicBezTo>
                    <a:pt x="31" y="13"/>
                    <a:pt x="52" y="42"/>
                    <a:pt x="53" y="7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54">
              <a:extLst>
                <a:ext uri="{FF2B5EF4-FFF2-40B4-BE49-F238E27FC236}">
                  <a16:creationId xmlns:a16="http://schemas.microsoft.com/office/drawing/2014/main" id="{DE3B55BD-DB0C-F860-1B53-D6C904D3769B}"/>
                </a:ext>
              </a:extLst>
            </p:cNvPr>
            <p:cNvSpPr>
              <a:spLocks/>
            </p:cNvSpPr>
            <p:nvPr/>
          </p:nvSpPr>
          <p:spPr bwMode="auto">
            <a:xfrm>
              <a:off x="832400" y="5134267"/>
              <a:ext cx="105586" cy="23374"/>
            </a:xfrm>
            <a:custGeom>
              <a:avLst/>
              <a:gdLst>
                <a:gd name="T0" fmla="*/ 22 w 55"/>
                <a:gd name="T1" fmla="*/ 7 h 12"/>
                <a:gd name="T2" fmla="*/ 0 w 55"/>
                <a:gd name="T3" fmla="*/ 4 h 12"/>
                <a:gd name="T4" fmla="*/ 0 w 55"/>
                <a:gd name="T5" fmla="*/ 9 h 12"/>
                <a:gd name="T6" fmla="*/ 22 w 55"/>
                <a:gd name="T7" fmla="*/ 12 h 12"/>
                <a:gd name="T8" fmla="*/ 55 w 55"/>
                <a:gd name="T9" fmla="*/ 5 h 12"/>
                <a:gd name="T10" fmla="*/ 55 w 55"/>
                <a:gd name="T11" fmla="*/ 3 h 12"/>
                <a:gd name="T12" fmla="*/ 55 w 55"/>
                <a:gd name="T13" fmla="*/ 0 h 12"/>
                <a:gd name="T14" fmla="*/ 22 w 55"/>
                <a:gd name="T15" fmla="*/ 7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12">
                  <a:moveTo>
                    <a:pt x="22" y="7"/>
                  </a:moveTo>
                  <a:cubicBezTo>
                    <a:pt x="14" y="7"/>
                    <a:pt x="7" y="6"/>
                    <a:pt x="0" y="4"/>
                  </a:cubicBezTo>
                  <a:cubicBezTo>
                    <a:pt x="0" y="9"/>
                    <a:pt x="0" y="9"/>
                    <a:pt x="0" y="9"/>
                  </a:cubicBezTo>
                  <a:cubicBezTo>
                    <a:pt x="7" y="11"/>
                    <a:pt x="14" y="12"/>
                    <a:pt x="22" y="12"/>
                  </a:cubicBezTo>
                  <a:cubicBezTo>
                    <a:pt x="34" y="12"/>
                    <a:pt x="45" y="9"/>
                    <a:pt x="55" y="5"/>
                  </a:cubicBezTo>
                  <a:cubicBezTo>
                    <a:pt x="55" y="3"/>
                    <a:pt x="55" y="3"/>
                    <a:pt x="55" y="3"/>
                  </a:cubicBezTo>
                  <a:cubicBezTo>
                    <a:pt x="55" y="2"/>
                    <a:pt x="55" y="1"/>
                    <a:pt x="55" y="0"/>
                  </a:cubicBezTo>
                  <a:cubicBezTo>
                    <a:pt x="45" y="4"/>
                    <a:pt x="34" y="7"/>
                    <a:pt x="22"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55">
              <a:extLst>
                <a:ext uri="{FF2B5EF4-FFF2-40B4-BE49-F238E27FC236}">
                  <a16:creationId xmlns:a16="http://schemas.microsoft.com/office/drawing/2014/main" id="{B998B3D9-0B50-D361-97FB-ED6D19A6552B}"/>
                </a:ext>
              </a:extLst>
            </p:cNvPr>
            <p:cNvSpPr>
              <a:spLocks/>
            </p:cNvSpPr>
            <p:nvPr/>
          </p:nvSpPr>
          <p:spPr bwMode="auto">
            <a:xfrm>
              <a:off x="717150" y="4845331"/>
              <a:ext cx="124515" cy="161231"/>
            </a:xfrm>
            <a:custGeom>
              <a:avLst/>
              <a:gdLst>
                <a:gd name="T0" fmla="*/ 5 w 66"/>
                <a:gd name="T1" fmla="*/ 82 h 85"/>
                <a:gd name="T2" fmla="*/ 4 w 66"/>
                <a:gd name="T3" fmla="*/ 80 h 85"/>
                <a:gd name="T4" fmla="*/ 66 w 66"/>
                <a:gd name="T5" fmla="*/ 4 h 85"/>
                <a:gd name="T6" fmla="*/ 64 w 66"/>
                <a:gd name="T7" fmla="*/ 0 h 85"/>
                <a:gd name="T8" fmla="*/ 0 w 66"/>
                <a:gd name="T9" fmla="*/ 80 h 85"/>
                <a:gd name="T10" fmla="*/ 0 w 66"/>
                <a:gd name="T11" fmla="*/ 85 h 85"/>
                <a:gd name="T12" fmla="*/ 5 w 66"/>
                <a:gd name="T13" fmla="*/ 82 h 85"/>
              </a:gdLst>
              <a:ahLst/>
              <a:cxnLst>
                <a:cxn ang="0">
                  <a:pos x="T0" y="T1"/>
                </a:cxn>
                <a:cxn ang="0">
                  <a:pos x="T2" y="T3"/>
                </a:cxn>
                <a:cxn ang="0">
                  <a:pos x="T4" y="T5"/>
                </a:cxn>
                <a:cxn ang="0">
                  <a:pos x="T6" y="T7"/>
                </a:cxn>
                <a:cxn ang="0">
                  <a:pos x="T8" y="T9"/>
                </a:cxn>
                <a:cxn ang="0">
                  <a:pos x="T10" y="T11"/>
                </a:cxn>
                <a:cxn ang="0">
                  <a:pos x="T12" y="T13"/>
                </a:cxn>
              </a:cxnLst>
              <a:rect l="0" t="0" r="r" b="b"/>
              <a:pathLst>
                <a:path w="66" h="85">
                  <a:moveTo>
                    <a:pt x="5" y="82"/>
                  </a:moveTo>
                  <a:cubicBezTo>
                    <a:pt x="4" y="81"/>
                    <a:pt x="4" y="80"/>
                    <a:pt x="4" y="80"/>
                  </a:cubicBezTo>
                  <a:cubicBezTo>
                    <a:pt x="4" y="42"/>
                    <a:pt x="31" y="11"/>
                    <a:pt x="66" y="4"/>
                  </a:cubicBezTo>
                  <a:cubicBezTo>
                    <a:pt x="66" y="3"/>
                    <a:pt x="65" y="1"/>
                    <a:pt x="64" y="0"/>
                  </a:cubicBezTo>
                  <a:cubicBezTo>
                    <a:pt x="27" y="8"/>
                    <a:pt x="0" y="41"/>
                    <a:pt x="0" y="80"/>
                  </a:cubicBezTo>
                  <a:cubicBezTo>
                    <a:pt x="0" y="82"/>
                    <a:pt x="0" y="83"/>
                    <a:pt x="0" y="85"/>
                  </a:cubicBezTo>
                  <a:cubicBezTo>
                    <a:pt x="1" y="84"/>
                    <a:pt x="3" y="83"/>
                    <a:pt x="5" y="8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1" name="Group 40">
            <a:extLst>
              <a:ext uri="{FF2B5EF4-FFF2-40B4-BE49-F238E27FC236}">
                <a16:creationId xmlns:a16="http://schemas.microsoft.com/office/drawing/2014/main" id="{19ADD1E5-7464-13F9-9ECD-6715E498B570}"/>
              </a:ext>
            </a:extLst>
          </p:cNvPr>
          <p:cNvGrpSpPr/>
          <p:nvPr/>
        </p:nvGrpSpPr>
        <p:grpSpPr>
          <a:xfrm>
            <a:off x="969341" y="2818052"/>
            <a:ext cx="371628" cy="320037"/>
            <a:chOff x="691798" y="2937832"/>
            <a:chExt cx="371628" cy="320037"/>
          </a:xfrm>
        </p:grpSpPr>
        <p:sp>
          <p:nvSpPr>
            <p:cNvPr id="42" name="Freeform 225">
              <a:extLst>
                <a:ext uri="{FF2B5EF4-FFF2-40B4-BE49-F238E27FC236}">
                  <a16:creationId xmlns:a16="http://schemas.microsoft.com/office/drawing/2014/main" id="{0C50781E-31D3-13E0-96D8-80DAEA1C62D4}"/>
                </a:ext>
              </a:extLst>
            </p:cNvPr>
            <p:cNvSpPr>
              <a:spLocks/>
            </p:cNvSpPr>
            <p:nvPr/>
          </p:nvSpPr>
          <p:spPr bwMode="auto">
            <a:xfrm>
              <a:off x="691798" y="3241628"/>
              <a:ext cx="371628" cy="16241"/>
            </a:xfrm>
            <a:custGeom>
              <a:avLst/>
              <a:gdLst>
                <a:gd name="T0" fmla="*/ 5 w 164"/>
                <a:gd name="T1" fmla="*/ 7 h 7"/>
                <a:gd name="T2" fmla="*/ 157 w 164"/>
                <a:gd name="T3" fmla="*/ 7 h 7"/>
                <a:gd name="T4" fmla="*/ 157 w 164"/>
                <a:gd name="T5" fmla="*/ 7 h 7"/>
                <a:gd name="T6" fmla="*/ 161 w 164"/>
                <a:gd name="T7" fmla="*/ 0 h 7"/>
                <a:gd name="T8" fmla="*/ 157 w 164"/>
                <a:gd name="T9" fmla="*/ 1 h 7"/>
                <a:gd name="T10" fmla="*/ 5 w 164"/>
                <a:gd name="T11" fmla="*/ 1 h 7"/>
                <a:gd name="T12" fmla="*/ 1 w 164"/>
                <a:gd name="T13" fmla="*/ 0 h 7"/>
                <a:gd name="T14" fmla="*/ 5 w 164"/>
                <a:gd name="T15" fmla="*/ 7 h 7"/>
                <a:gd name="T16" fmla="*/ 5 w 164"/>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7">
                  <a:moveTo>
                    <a:pt x="5" y="7"/>
                  </a:moveTo>
                  <a:cubicBezTo>
                    <a:pt x="157" y="7"/>
                    <a:pt x="157" y="7"/>
                    <a:pt x="157" y="7"/>
                  </a:cubicBezTo>
                  <a:cubicBezTo>
                    <a:pt x="157" y="7"/>
                    <a:pt x="157" y="7"/>
                    <a:pt x="157" y="7"/>
                  </a:cubicBezTo>
                  <a:cubicBezTo>
                    <a:pt x="161" y="7"/>
                    <a:pt x="164" y="3"/>
                    <a:pt x="161" y="0"/>
                  </a:cubicBezTo>
                  <a:cubicBezTo>
                    <a:pt x="160" y="0"/>
                    <a:pt x="158" y="1"/>
                    <a:pt x="157" y="1"/>
                  </a:cubicBezTo>
                  <a:cubicBezTo>
                    <a:pt x="5" y="1"/>
                    <a:pt x="5" y="1"/>
                    <a:pt x="5" y="1"/>
                  </a:cubicBezTo>
                  <a:cubicBezTo>
                    <a:pt x="4" y="1"/>
                    <a:pt x="2" y="0"/>
                    <a:pt x="1" y="0"/>
                  </a:cubicBezTo>
                  <a:cubicBezTo>
                    <a:pt x="0" y="3"/>
                    <a:pt x="1" y="7"/>
                    <a:pt x="5" y="7"/>
                  </a:cubicBezTo>
                  <a:cubicBezTo>
                    <a:pt x="5" y="7"/>
                    <a:pt x="5" y="7"/>
                    <a:pt x="5"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26">
              <a:extLst>
                <a:ext uri="{FF2B5EF4-FFF2-40B4-BE49-F238E27FC236}">
                  <a16:creationId xmlns:a16="http://schemas.microsoft.com/office/drawing/2014/main" id="{42954702-F08B-535D-065C-7352456779E3}"/>
                </a:ext>
              </a:extLst>
            </p:cNvPr>
            <p:cNvSpPr>
              <a:spLocks noEditPoints="1"/>
            </p:cNvSpPr>
            <p:nvPr/>
          </p:nvSpPr>
          <p:spPr bwMode="auto">
            <a:xfrm>
              <a:off x="691798" y="3155648"/>
              <a:ext cx="367807" cy="74516"/>
            </a:xfrm>
            <a:custGeom>
              <a:avLst/>
              <a:gdLst>
                <a:gd name="T0" fmla="*/ 72 w 162"/>
                <a:gd name="T1" fmla="*/ 30 h 33"/>
                <a:gd name="T2" fmla="*/ 74 w 162"/>
                <a:gd name="T3" fmla="*/ 26 h 33"/>
                <a:gd name="T4" fmla="*/ 89 w 162"/>
                <a:gd name="T5" fmla="*/ 26 h 33"/>
                <a:gd name="T6" fmla="*/ 91 w 162"/>
                <a:gd name="T7" fmla="*/ 30 h 33"/>
                <a:gd name="T8" fmla="*/ 72 w 162"/>
                <a:gd name="T9" fmla="*/ 30 h 33"/>
                <a:gd name="T10" fmla="*/ 72 w 162"/>
                <a:gd name="T11" fmla="*/ 30 h 33"/>
                <a:gd name="T12" fmla="*/ 16 w 162"/>
                <a:gd name="T13" fmla="*/ 13 h 33"/>
                <a:gd name="T14" fmla="*/ 146 w 162"/>
                <a:gd name="T15" fmla="*/ 13 h 33"/>
                <a:gd name="T16" fmla="*/ 146 w 162"/>
                <a:gd name="T17" fmla="*/ 17 h 33"/>
                <a:gd name="T18" fmla="*/ 16 w 162"/>
                <a:gd name="T19" fmla="*/ 17 h 33"/>
                <a:gd name="T20" fmla="*/ 16 w 162"/>
                <a:gd name="T21" fmla="*/ 13 h 33"/>
                <a:gd name="T22" fmla="*/ 16 w 162"/>
                <a:gd name="T23" fmla="*/ 13 h 33"/>
                <a:gd name="T24" fmla="*/ 12 w 162"/>
                <a:gd name="T25" fmla="*/ 19 h 33"/>
                <a:gd name="T26" fmla="*/ 150 w 162"/>
                <a:gd name="T27" fmla="*/ 19 h 33"/>
                <a:gd name="T28" fmla="*/ 150 w 162"/>
                <a:gd name="T29" fmla="*/ 23 h 33"/>
                <a:gd name="T30" fmla="*/ 12 w 162"/>
                <a:gd name="T31" fmla="*/ 23 h 33"/>
                <a:gd name="T32" fmla="*/ 12 w 162"/>
                <a:gd name="T33" fmla="*/ 19 h 33"/>
                <a:gd name="T34" fmla="*/ 12 w 162"/>
                <a:gd name="T35" fmla="*/ 19 h 33"/>
                <a:gd name="T36" fmla="*/ 155 w 162"/>
                <a:gd name="T37" fmla="*/ 33 h 33"/>
                <a:gd name="T38" fmla="*/ 7 w 162"/>
                <a:gd name="T39" fmla="*/ 32 h 33"/>
                <a:gd name="T40" fmla="*/ 3 w 162"/>
                <a:gd name="T41" fmla="*/ 24 h 33"/>
                <a:gd name="T42" fmla="*/ 14 w 162"/>
                <a:gd name="T43" fmla="*/ 6 h 33"/>
                <a:gd name="T44" fmla="*/ 25 w 162"/>
                <a:gd name="T45" fmla="*/ 0 h 33"/>
                <a:gd name="T46" fmla="*/ 138 w 162"/>
                <a:gd name="T47" fmla="*/ 0 h 33"/>
                <a:gd name="T48" fmla="*/ 149 w 162"/>
                <a:gd name="T49" fmla="*/ 6 h 33"/>
                <a:gd name="T50" fmla="*/ 160 w 162"/>
                <a:gd name="T51" fmla="*/ 25 h 33"/>
                <a:gd name="T52" fmla="*/ 155 w 162"/>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2" h="33">
                  <a:moveTo>
                    <a:pt x="72" y="30"/>
                  </a:moveTo>
                  <a:cubicBezTo>
                    <a:pt x="74" y="26"/>
                    <a:pt x="74" y="26"/>
                    <a:pt x="74" y="26"/>
                  </a:cubicBezTo>
                  <a:cubicBezTo>
                    <a:pt x="89" y="26"/>
                    <a:pt x="89" y="26"/>
                    <a:pt x="89" y="26"/>
                  </a:cubicBezTo>
                  <a:cubicBezTo>
                    <a:pt x="91" y="30"/>
                    <a:pt x="91" y="30"/>
                    <a:pt x="91" y="30"/>
                  </a:cubicBezTo>
                  <a:cubicBezTo>
                    <a:pt x="72" y="30"/>
                    <a:pt x="72" y="30"/>
                    <a:pt x="72" y="30"/>
                  </a:cubicBezTo>
                  <a:cubicBezTo>
                    <a:pt x="72" y="30"/>
                    <a:pt x="72" y="30"/>
                    <a:pt x="72" y="30"/>
                  </a:cubicBezTo>
                  <a:close/>
                  <a:moveTo>
                    <a:pt x="16" y="13"/>
                  </a:moveTo>
                  <a:cubicBezTo>
                    <a:pt x="146" y="13"/>
                    <a:pt x="146" y="13"/>
                    <a:pt x="146" y="13"/>
                  </a:cubicBezTo>
                  <a:cubicBezTo>
                    <a:pt x="146" y="17"/>
                    <a:pt x="146" y="17"/>
                    <a:pt x="146" y="17"/>
                  </a:cubicBezTo>
                  <a:cubicBezTo>
                    <a:pt x="16" y="17"/>
                    <a:pt x="16" y="17"/>
                    <a:pt x="16" y="17"/>
                  </a:cubicBezTo>
                  <a:cubicBezTo>
                    <a:pt x="16" y="13"/>
                    <a:pt x="16" y="13"/>
                    <a:pt x="16" y="13"/>
                  </a:cubicBezTo>
                  <a:cubicBezTo>
                    <a:pt x="16" y="13"/>
                    <a:pt x="16" y="13"/>
                    <a:pt x="16" y="13"/>
                  </a:cubicBezTo>
                  <a:close/>
                  <a:moveTo>
                    <a:pt x="12" y="19"/>
                  </a:moveTo>
                  <a:cubicBezTo>
                    <a:pt x="150" y="19"/>
                    <a:pt x="150" y="19"/>
                    <a:pt x="150" y="19"/>
                  </a:cubicBezTo>
                  <a:cubicBezTo>
                    <a:pt x="150" y="23"/>
                    <a:pt x="150" y="23"/>
                    <a:pt x="150" y="23"/>
                  </a:cubicBezTo>
                  <a:cubicBezTo>
                    <a:pt x="12" y="23"/>
                    <a:pt x="12" y="23"/>
                    <a:pt x="12" y="23"/>
                  </a:cubicBezTo>
                  <a:cubicBezTo>
                    <a:pt x="12" y="19"/>
                    <a:pt x="12" y="19"/>
                    <a:pt x="12" y="19"/>
                  </a:cubicBezTo>
                  <a:cubicBezTo>
                    <a:pt x="12" y="19"/>
                    <a:pt x="12" y="19"/>
                    <a:pt x="12" y="19"/>
                  </a:cubicBezTo>
                  <a:close/>
                  <a:moveTo>
                    <a:pt x="155" y="33"/>
                  </a:moveTo>
                  <a:cubicBezTo>
                    <a:pt x="7" y="32"/>
                    <a:pt x="7" y="32"/>
                    <a:pt x="7" y="32"/>
                  </a:cubicBezTo>
                  <a:cubicBezTo>
                    <a:pt x="3" y="32"/>
                    <a:pt x="0" y="28"/>
                    <a:pt x="3" y="24"/>
                  </a:cubicBezTo>
                  <a:cubicBezTo>
                    <a:pt x="14" y="6"/>
                    <a:pt x="14" y="6"/>
                    <a:pt x="14" y="6"/>
                  </a:cubicBezTo>
                  <a:cubicBezTo>
                    <a:pt x="16" y="2"/>
                    <a:pt x="21" y="0"/>
                    <a:pt x="25" y="0"/>
                  </a:cubicBezTo>
                  <a:cubicBezTo>
                    <a:pt x="138" y="0"/>
                    <a:pt x="138" y="0"/>
                    <a:pt x="138" y="0"/>
                  </a:cubicBezTo>
                  <a:cubicBezTo>
                    <a:pt x="143" y="0"/>
                    <a:pt x="147" y="2"/>
                    <a:pt x="149" y="6"/>
                  </a:cubicBezTo>
                  <a:cubicBezTo>
                    <a:pt x="160" y="25"/>
                    <a:pt x="160" y="25"/>
                    <a:pt x="160" y="25"/>
                  </a:cubicBezTo>
                  <a:cubicBezTo>
                    <a:pt x="162" y="28"/>
                    <a:pt x="159" y="33"/>
                    <a:pt x="155"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27">
              <a:extLst>
                <a:ext uri="{FF2B5EF4-FFF2-40B4-BE49-F238E27FC236}">
                  <a16:creationId xmlns:a16="http://schemas.microsoft.com/office/drawing/2014/main" id="{778483BA-DD78-F464-846C-FD25ECB637B8}"/>
                </a:ext>
              </a:extLst>
            </p:cNvPr>
            <p:cNvSpPr>
              <a:spLocks noEditPoints="1"/>
            </p:cNvSpPr>
            <p:nvPr/>
          </p:nvSpPr>
          <p:spPr bwMode="auto">
            <a:xfrm>
              <a:off x="728101" y="2937832"/>
              <a:ext cx="303798" cy="206352"/>
            </a:xfrm>
            <a:custGeom>
              <a:avLst/>
              <a:gdLst>
                <a:gd name="T0" fmla="*/ 126 w 134"/>
                <a:gd name="T1" fmla="*/ 0 h 91"/>
                <a:gd name="T2" fmla="*/ 8 w 134"/>
                <a:gd name="T3" fmla="*/ 0 h 91"/>
                <a:gd name="T4" fmla="*/ 0 w 134"/>
                <a:gd name="T5" fmla="*/ 8 h 91"/>
                <a:gd name="T6" fmla="*/ 0 w 134"/>
                <a:gd name="T7" fmla="*/ 83 h 91"/>
                <a:gd name="T8" fmla="*/ 8 w 134"/>
                <a:gd name="T9" fmla="*/ 91 h 91"/>
                <a:gd name="T10" fmla="*/ 126 w 134"/>
                <a:gd name="T11" fmla="*/ 91 h 91"/>
                <a:gd name="T12" fmla="*/ 134 w 134"/>
                <a:gd name="T13" fmla="*/ 83 h 91"/>
                <a:gd name="T14" fmla="*/ 134 w 134"/>
                <a:gd name="T15" fmla="*/ 8 h 91"/>
                <a:gd name="T16" fmla="*/ 126 w 134"/>
                <a:gd name="T17" fmla="*/ 0 h 91"/>
                <a:gd name="T18" fmla="*/ 126 w 134"/>
                <a:gd name="T19" fmla="*/ 83 h 91"/>
                <a:gd name="T20" fmla="*/ 8 w 134"/>
                <a:gd name="T21" fmla="*/ 83 h 91"/>
                <a:gd name="T22" fmla="*/ 8 w 134"/>
                <a:gd name="T23" fmla="*/ 8 h 91"/>
                <a:gd name="T24" fmla="*/ 126 w 134"/>
                <a:gd name="T25" fmla="*/ 8 h 91"/>
                <a:gd name="T26" fmla="*/ 126 w 134"/>
                <a:gd name="T27" fmla="*/ 8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4" h="91">
                  <a:moveTo>
                    <a:pt x="126" y="0"/>
                  </a:moveTo>
                  <a:cubicBezTo>
                    <a:pt x="8" y="0"/>
                    <a:pt x="8" y="0"/>
                    <a:pt x="8" y="0"/>
                  </a:cubicBezTo>
                  <a:cubicBezTo>
                    <a:pt x="4" y="0"/>
                    <a:pt x="0" y="4"/>
                    <a:pt x="0" y="8"/>
                  </a:cubicBezTo>
                  <a:cubicBezTo>
                    <a:pt x="0" y="83"/>
                    <a:pt x="0" y="83"/>
                    <a:pt x="0" y="83"/>
                  </a:cubicBezTo>
                  <a:cubicBezTo>
                    <a:pt x="0" y="87"/>
                    <a:pt x="4" y="91"/>
                    <a:pt x="8" y="91"/>
                  </a:cubicBezTo>
                  <a:cubicBezTo>
                    <a:pt x="126" y="91"/>
                    <a:pt x="126" y="91"/>
                    <a:pt x="126" y="91"/>
                  </a:cubicBezTo>
                  <a:cubicBezTo>
                    <a:pt x="130" y="91"/>
                    <a:pt x="134" y="87"/>
                    <a:pt x="134" y="83"/>
                  </a:cubicBezTo>
                  <a:cubicBezTo>
                    <a:pt x="134" y="8"/>
                    <a:pt x="134" y="8"/>
                    <a:pt x="134" y="8"/>
                  </a:cubicBezTo>
                  <a:cubicBezTo>
                    <a:pt x="134" y="4"/>
                    <a:pt x="130" y="0"/>
                    <a:pt x="126" y="0"/>
                  </a:cubicBezTo>
                  <a:close/>
                  <a:moveTo>
                    <a:pt x="126" y="83"/>
                  </a:moveTo>
                  <a:cubicBezTo>
                    <a:pt x="8" y="83"/>
                    <a:pt x="8" y="83"/>
                    <a:pt x="8" y="83"/>
                  </a:cubicBezTo>
                  <a:cubicBezTo>
                    <a:pt x="8" y="8"/>
                    <a:pt x="8" y="8"/>
                    <a:pt x="8" y="8"/>
                  </a:cubicBezTo>
                  <a:cubicBezTo>
                    <a:pt x="126" y="8"/>
                    <a:pt x="126" y="8"/>
                    <a:pt x="126" y="8"/>
                  </a:cubicBezTo>
                  <a:lnTo>
                    <a:pt x="126"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28">
              <a:extLst>
                <a:ext uri="{FF2B5EF4-FFF2-40B4-BE49-F238E27FC236}">
                  <a16:creationId xmlns:a16="http://schemas.microsoft.com/office/drawing/2014/main" id="{51251B95-23CF-B6E8-846F-705E8E27738E}"/>
                </a:ext>
              </a:extLst>
            </p:cNvPr>
            <p:cNvSpPr>
              <a:spLocks/>
            </p:cNvSpPr>
            <p:nvPr/>
          </p:nvSpPr>
          <p:spPr bwMode="auto">
            <a:xfrm>
              <a:off x="898152" y="2998973"/>
              <a:ext cx="34392" cy="36303"/>
            </a:xfrm>
            <a:custGeom>
              <a:avLst/>
              <a:gdLst>
                <a:gd name="T0" fmla="*/ 9 w 15"/>
                <a:gd name="T1" fmla="*/ 16 h 16"/>
                <a:gd name="T2" fmla="*/ 15 w 15"/>
                <a:gd name="T3" fmla="*/ 16 h 16"/>
                <a:gd name="T4" fmla="*/ 2 w 15"/>
                <a:gd name="T5" fmla="*/ 0 h 16"/>
                <a:gd name="T6" fmla="*/ 0 w 15"/>
                <a:gd name="T7" fmla="*/ 5 h 16"/>
                <a:gd name="T8" fmla="*/ 0 w 15"/>
                <a:gd name="T9" fmla="*/ 6 h 16"/>
                <a:gd name="T10" fmla="*/ 9 w 15"/>
                <a:gd name="T11" fmla="*/ 16 h 16"/>
              </a:gdLst>
              <a:ahLst/>
              <a:cxnLst>
                <a:cxn ang="0">
                  <a:pos x="T0" y="T1"/>
                </a:cxn>
                <a:cxn ang="0">
                  <a:pos x="T2" y="T3"/>
                </a:cxn>
                <a:cxn ang="0">
                  <a:pos x="T4" y="T5"/>
                </a:cxn>
                <a:cxn ang="0">
                  <a:pos x="T6" y="T7"/>
                </a:cxn>
                <a:cxn ang="0">
                  <a:pos x="T8" y="T9"/>
                </a:cxn>
                <a:cxn ang="0">
                  <a:pos x="T10" y="T11"/>
                </a:cxn>
              </a:cxnLst>
              <a:rect l="0" t="0" r="r" b="b"/>
              <a:pathLst>
                <a:path w="15" h="16">
                  <a:moveTo>
                    <a:pt x="9" y="16"/>
                  </a:moveTo>
                  <a:cubicBezTo>
                    <a:pt x="11" y="16"/>
                    <a:pt x="13" y="16"/>
                    <a:pt x="15" y="16"/>
                  </a:cubicBezTo>
                  <a:cubicBezTo>
                    <a:pt x="13" y="9"/>
                    <a:pt x="9" y="3"/>
                    <a:pt x="2" y="0"/>
                  </a:cubicBezTo>
                  <a:cubicBezTo>
                    <a:pt x="2" y="1"/>
                    <a:pt x="1" y="3"/>
                    <a:pt x="0" y="5"/>
                  </a:cubicBezTo>
                  <a:cubicBezTo>
                    <a:pt x="0" y="5"/>
                    <a:pt x="0" y="5"/>
                    <a:pt x="0" y="6"/>
                  </a:cubicBezTo>
                  <a:cubicBezTo>
                    <a:pt x="4" y="8"/>
                    <a:pt x="7" y="12"/>
                    <a:pt x="9"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29">
              <a:extLst>
                <a:ext uri="{FF2B5EF4-FFF2-40B4-BE49-F238E27FC236}">
                  <a16:creationId xmlns:a16="http://schemas.microsoft.com/office/drawing/2014/main" id="{2A5F39D5-BE66-680E-AF8D-DFB96CCFFA09}"/>
                </a:ext>
              </a:extLst>
            </p:cNvPr>
            <p:cNvSpPr>
              <a:spLocks/>
            </p:cNvSpPr>
            <p:nvPr/>
          </p:nvSpPr>
          <p:spPr bwMode="auto">
            <a:xfrm>
              <a:off x="825546" y="2994196"/>
              <a:ext cx="65919" cy="64008"/>
            </a:xfrm>
            <a:custGeom>
              <a:avLst/>
              <a:gdLst>
                <a:gd name="T0" fmla="*/ 4 w 29"/>
                <a:gd name="T1" fmla="*/ 27 h 28"/>
                <a:gd name="T2" fmla="*/ 7 w 29"/>
                <a:gd name="T3" fmla="*/ 26 h 28"/>
                <a:gd name="T4" fmla="*/ 7 w 29"/>
                <a:gd name="T5" fmla="*/ 23 h 28"/>
                <a:gd name="T6" fmla="*/ 24 w 29"/>
                <a:gd name="T7" fmla="*/ 6 h 28"/>
                <a:gd name="T8" fmla="*/ 27 w 29"/>
                <a:gd name="T9" fmla="*/ 6 h 28"/>
                <a:gd name="T10" fmla="*/ 28 w 29"/>
                <a:gd name="T11" fmla="*/ 4 h 28"/>
                <a:gd name="T12" fmla="*/ 29 w 29"/>
                <a:gd name="T13" fmla="*/ 0 h 28"/>
                <a:gd name="T14" fmla="*/ 24 w 29"/>
                <a:gd name="T15" fmla="*/ 0 h 28"/>
                <a:gd name="T16" fmla="*/ 0 w 29"/>
                <a:gd name="T17" fmla="*/ 23 h 28"/>
                <a:gd name="T18" fmla="*/ 1 w 29"/>
                <a:gd name="T19" fmla="*/ 28 h 28"/>
                <a:gd name="T20" fmla="*/ 4 w 29"/>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28">
                  <a:moveTo>
                    <a:pt x="4" y="27"/>
                  </a:moveTo>
                  <a:cubicBezTo>
                    <a:pt x="5" y="26"/>
                    <a:pt x="6" y="26"/>
                    <a:pt x="7" y="26"/>
                  </a:cubicBezTo>
                  <a:cubicBezTo>
                    <a:pt x="7" y="25"/>
                    <a:pt x="7" y="24"/>
                    <a:pt x="7" y="23"/>
                  </a:cubicBezTo>
                  <a:cubicBezTo>
                    <a:pt x="7" y="14"/>
                    <a:pt x="15" y="6"/>
                    <a:pt x="24" y="6"/>
                  </a:cubicBezTo>
                  <a:cubicBezTo>
                    <a:pt x="25" y="6"/>
                    <a:pt x="26" y="6"/>
                    <a:pt x="27" y="6"/>
                  </a:cubicBezTo>
                  <a:cubicBezTo>
                    <a:pt x="27" y="5"/>
                    <a:pt x="27" y="5"/>
                    <a:pt x="28" y="4"/>
                  </a:cubicBezTo>
                  <a:cubicBezTo>
                    <a:pt x="28" y="3"/>
                    <a:pt x="29" y="1"/>
                    <a:pt x="29" y="0"/>
                  </a:cubicBezTo>
                  <a:cubicBezTo>
                    <a:pt x="28" y="0"/>
                    <a:pt x="26" y="0"/>
                    <a:pt x="24" y="0"/>
                  </a:cubicBezTo>
                  <a:cubicBezTo>
                    <a:pt x="11" y="0"/>
                    <a:pt x="0" y="10"/>
                    <a:pt x="0" y="23"/>
                  </a:cubicBezTo>
                  <a:cubicBezTo>
                    <a:pt x="0" y="25"/>
                    <a:pt x="1" y="26"/>
                    <a:pt x="1" y="28"/>
                  </a:cubicBezTo>
                  <a:cubicBezTo>
                    <a:pt x="2" y="27"/>
                    <a:pt x="3" y="27"/>
                    <a:pt x="4" y="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30">
              <a:extLst>
                <a:ext uri="{FF2B5EF4-FFF2-40B4-BE49-F238E27FC236}">
                  <a16:creationId xmlns:a16="http://schemas.microsoft.com/office/drawing/2014/main" id="{D531D141-56DC-D08E-9BEA-525823356EA9}"/>
                </a:ext>
              </a:extLst>
            </p:cNvPr>
            <p:cNvSpPr>
              <a:spLocks/>
            </p:cNvSpPr>
            <p:nvPr/>
          </p:nvSpPr>
          <p:spPr bwMode="auto">
            <a:xfrm>
              <a:off x="832233" y="3064891"/>
              <a:ext cx="61142" cy="36303"/>
            </a:xfrm>
            <a:custGeom>
              <a:avLst/>
              <a:gdLst>
                <a:gd name="T0" fmla="*/ 26 w 27"/>
                <a:gd name="T1" fmla="*/ 13 h 16"/>
                <a:gd name="T2" fmla="*/ 24 w 27"/>
                <a:gd name="T3" fmla="*/ 9 h 16"/>
                <a:gd name="T4" fmla="*/ 21 w 27"/>
                <a:gd name="T5" fmla="*/ 9 h 16"/>
                <a:gd name="T6" fmla="*/ 6 w 27"/>
                <a:gd name="T7" fmla="*/ 0 h 16"/>
                <a:gd name="T8" fmla="*/ 3 w 27"/>
                <a:gd name="T9" fmla="*/ 0 h 16"/>
                <a:gd name="T10" fmla="*/ 0 w 27"/>
                <a:gd name="T11" fmla="*/ 2 h 16"/>
                <a:gd name="T12" fmla="*/ 21 w 27"/>
                <a:gd name="T13" fmla="*/ 16 h 16"/>
                <a:gd name="T14" fmla="*/ 27 w 27"/>
                <a:gd name="T15" fmla="*/ 15 h 16"/>
                <a:gd name="T16" fmla="*/ 26 w 27"/>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6">
                  <a:moveTo>
                    <a:pt x="26" y="13"/>
                  </a:moveTo>
                  <a:cubicBezTo>
                    <a:pt x="25" y="12"/>
                    <a:pt x="24" y="10"/>
                    <a:pt x="24" y="9"/>
                  </a:cubicBezTo>
                  <a:cubicBezTo>
                    <a:pt x="23" y="9"/>
                    <a:pt x="22" y="9"/>
                    <a:pt x="21" y="9"/>
                  </a:cubicBezTo>
                  <a:cubicBezTo>
                    <a:pt x="14" y="9"/>
                    <a:pt x="8" y="5"/>
                    <a:pt x="6" y="0"/>
                  </a:cubicBezTo>
                  <a:cubicBezTo>
                    <a:pt x="5" y="0"/>
                    <a:pt x="4" y="0"/>
                    <a:pt x="3" y="0"/>
                  </a:cubicBezTo>
                  <a:cubicBezTo>
                    <a:pt x="2" y="1"/>
                    <a:pt x="1" y="1"/>
                    <a:pt x="0" y="2"/>
                  </a:cubicBezTo>
                  <a:cubicBezTo>
                    <a:pt x="3" y="10"/>
                    <a:pt x="11" y="16"/>
                    <a:pt x="21" y="16"/>
                  </a:cubicBezTo>
                  <a:cubicBezTo>
                    <a:pt x="23" y="16"/>
                    <a:pt x="25" y="15"/>
                    <a:pt x="27" y="15"/>
                  </a:cubicBezTo>
                  <a:cubicBezTo>
                    <a:pt x="27" y="14"/>
                    <a:pt x="26" y="14"/>
                    <a:pt x="26"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31">
              <a:extLst>
                <a:ext uri="{FF2B5EF4-FFF2-40B4-BE49-F238E27FC236}">
                  <a16:creationId xmlns:a16="http://schemas.microsoft.com/office/drawing/2014/main" id="{4D5E02C0-C4F3-5C3A-C309-26E3706A8773}"/>
                </a:ext>
              </a:extLst>
            </p:cNvPr>
            <p:cNvSpPr>
              <a:spLocks/>
            </p:cNvSpPr>
            <p:nvPr/>
          </p:nvSpPr>
          <p:spPr bwMode="auto">
            <a:xfrm>
              <a:off x="898152" y="3046740"/>
              <a:ext cx="36303" cy="47767"/>
            </a:xfrm>
            <a:custGeom>
              <a:avLst/>
              <a:gdLst>
                <a:gd name="T0" fmla="*/ 9 w 16"/>
                <a:gd name="T1" fmla="*/ 0 h 21"/>
                <a:gd name="T2" fmla="*/ 0 w 16"/>
                <a:gd name="T3" fmla="*/ 15 h 21"/>
                <a:gd name="T4" fmla="*/ 1 w 16"/>
                <a:gd name="T5" fmla="*/ 19 h 21"/>
                <a:gd name="T6" fmla="*/ 3 w 16"/>
                <a:gd name="T7" fmla="*/ 21 h 21"/>
                <a:gd name="T8" fmla="*/ 16 w 16"/>
                <a:gd name="T9" fmla="*/ 0 h 21"/>
                <a:gd name="T10" fmla="*/ 9 w 16"/>
                <a:gd name="T11" fmla="*/ 0 h 21"/>
              </a:gdLst>
              <a:ahLst/>
              <a:cxnLst>
                <a:cxn ang="0">
                  <a:pos x="T0" y="T1"/>
                </a:cxn>
                <a:cxn ang="0">
                  <a:pos x="T2" y="T3"/>
                </a:cxn>
                <a:cxn ang="0">
                  <a:pos x="T4" y="T5"/>
                </a:cxn>
                <a:cxn ang="0">
                  <a:pos x="T6" y="T7"/>
                </a:cxn>
                <a:cxn ang="0">
                  <a:pos x="T8" y="T9"/>
                </a:cxn>
                <a:cxn ang="0">
                  <a:pos x="T10" y="T11"/>
                </a:cxn>
              </a:cxnLst>
              <a:rect l="0" t="0" r="r" b="b"/>
              <a:pathLst>
                <a:path w="16" h="21">
                  <a:moveTo>
                    <a:pt x="9" y="0"/>
                  </a:moveTo>
                  <a:cubicBezTo>
                    <a:pt x="9" y="7"/>
                    <a:pt x="5" y="13"/>
                    <a:pt x="0" y="15"/>
                  </a:cubicBezTo>
                  <a:cubicBezTo>
                    <a:pt x="0" y="16"/>
                    <a:pt x="1" y="18"/>
                    <a:pt x="1" y="19"/>
                  </a:cubicBezTo>
                  <a:cubicBezTo>
                    <a:pt x="2" y="19"/>
                    <a:pt x="2" y="20"/>
                    <a:pt x="3" y="21"/>
                  </a:cubicBezTo>
                  <a:cubicBezTo>
                    <a:pt x="10" y="17"/>
                    <a:pt x="16" y="9"/>
                    <a:pt x="16" y="0"/>
                  </a:cubicBezTo>
                  <a:cubicBezTo>
                    <a:pt x="14" y="0"/>
                    <a:pt x="11" y="0"/>
                    <a:pt x="9"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9" name="Group 48">
            <a:extLst>
              <a:ext uri="{FF2B5EF4-FFF2-40B4-BE49-F238E27FC236}">
                <a16:creationId xmlns:a16="http://schemas.microsoft.com/office/drawing/2014/main" id="{99A1F8DB-EF5D-430F-F936-505477A7A522}"/>
              </a:ext>
            </a:extLst>
          </p:cNvPr>
          <p:cNvGrpSpPr/>
          <p:nvPr/>
        </p:nvGrpSpPr>
        <p:grpSpPr>
          <a:xfrm>
            <a:off x="963588" y="1781832"/>
            <a:ext cx="383135" cy="411479"/>
            <a:chOff x="683301" y="3509097"/>
            <a:chExt cx="383135" cy="411479"/>
          </a:xfrm>
        </p:grpSpPr>
        <p:sp>
          <p:nvSpPr>
            <p:cNvPr id="50" name="Freeform 269">
              <a:extLst>
                <a:ext uri="{FF2B5EF4-FFF2-40B4-BE49-F238E27FC236}">
                  <a16:creationId xmlns:a16="http://schemas.microsoft.com/office/drawing/2014/main" id="{9745DEBB-DFC5-0EED-4804-D54F5EB5D54F}"/>
                </a:ext>
              </a:extLst>
            </p:cNvPr>
            <p:cNvSpPr>
              <a:spLocks/>
            </p:cNvSpPr>
            <p:nvPr/>
          </p:nvSpPr>
          <p:spPr bwMode="auto">
            <a:xfrm>
              <a:off x="984140" y="3732210"/>
              <a:ext cx="65837" cy="96926"/>
            </a:xfrm>
            <a:custGeom>
              <a:avLst/>
              <a:gdLst>
                <a:gd name="T0" fmla="*/ 6 w 36"/>
                <a:gd name="T1" fmla="*/ 53 h 53"/>
                <a:gd name="T2" fmla="*/ 2 w 36"/>
                <a:gd name="T3" fmla="*/ 52 h 53"/>
                <a:gd name="T4" fmla="*/ 2 w 36"/>
                <a:gd name="T5" fmla="*/ 45 h 53"/>
                <a:gd name="T6" fmla="*/ 25 w 36"/>
                <a:gd name="T7" fmla="*/ 5 h 53"/>
                <a:gd name="T8" fmla="*/ 31 w 36"/>
                <a:gd name="T9" fmla="*/ 1 h 53"/>
                <a:gd name="T10" fmla="*/ 35 w 36"/>
                <a:gd name="T11" fmla="*/ 7 h 53"/>
                <a:gd name="T12" fmla="*/ 9 w 36"/>
                <a:gd name="T13" fmla="*/ 52 h 53"/>
                <a:gd name="T14" fmla="*/ 6 w 36"/>
                <a:gd name="T15" fmla="*/ 53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53">
                  <a:moveTo>
                    <a:pt x="6" y="53"/>
                  </a:moveTo>
                  <a:cubicBezTo>
                    <a:pt x="4" y="53"/>
                    <a:pt x="3" y="53"/>
                    <a:pt x="2" y="52"/>
                  </a:cubicBezTo>
                  <a:cubicBezTo>
                    <a:pt x="0" y="50"/>
                    <a:pt x="0" y="47"/>
                    <a:pt x="2" y="45"/>
                  </a:cubicBezTo>
                  <a:cubicBezTo>
                    <a:pt x="13" y="33"/>
                    <a:pt x="21" y="20"/>
                    <a:pt x="25" y="5"/>
                  </a:cubicBezTo>
                  <a:cubicBezTo>
                    <a:pt x="26" y="2"/>
                    <a:pt x="29" y="0"/>
                    <a:pt x="31" y="1"/>
                  </a:cubicBezTo>
                  <a:cubicBezTo>
                    <a:pt x="34" y="2"/>
                    <a:pt x="36" y="5"/>
                    <a:pt x="35" y="7"/>
                  </a:cubicBezTo>
                  <a:cubicBezTo>
                    <a:pt x="30" y="24"/>
                    <a:pt x="21" y="39"/>
                    <a:pt x="9" y="52"/>
                  </a:cubicBezTo>
                  <a:cubicBezTo>
                    <a:pt x="8" y="53"/>
                    <a:pt x="7" y="53"/>
                    <a:pt x="6" y="5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70">
              <a:extLst>
                <a:ext uri="{FF2B5EF4-FFF2-40B4-BE49-F238E27FC236}">
                  <a16:creationId xmlns:a16="http://schemas.microsoft.com/office/drawing/2014/main" id="{37F07ACE-848F-BFC7-D494-1E3CE05ED8AD}"/>
                </a:ext>
              </a:extLst>
            </p:cNvPr>
            <p:cNvSpPr>
              <a:spLocks/>
            </p:cNvSpPr>
            <p:nvPr/>
          </p:nvSpPr>
          <p:spPr bwMode="auto">
            <a:xfrm>
              <a:off x="755539" y="3509097"/>
              <a:ext cx="292609" cy="144475"/>
            </a:xfrm>
            <a:custGeom>
              <a:avLst/>
              <a:gdLst>
                <a:gd name="T0" fmla="*/ 154 w 160"/>
                <a:gd name="T1" fmla="*/ 79 h 79"/>
                <a:gd name="T2" fmla="*/ 150 w 160"/>
                <a:gd name="T3" fmla="*/ 76 h 79"/>
                <a:gd name="T4" fmla="*/ 62 w 160"/>
                <a:gd name="T5" fmla="*/ 10 h 79"/>
                <a:gd name="T6" fmla="*/ 9 w 160"/>
                <a:gd name="T7" fmla="*/ 27 h 79"/>
                <a:gd name="T8" fmla="*/ 2 w 160"/>
                <a:gd name="T9" fmla="*/ 26 h 79"/>
                <a:gd name="T10" fmla="*/ 3 w 160"/>
                <a:gd name="T11" fmla="*/ 19 h 79"/>
                <a:gd name="T12" fmla="*/ 62 w 160"/>
                <a:gd name="T13" fmla="*/ 0 h 79"/>
                <a:gd name="T14" fmla="*/ 159 w 160"/>
                <a:gd name="T15" fmla="*/ 73 h 79"/>
                <a:gd name="T16" fmla="*/ 156 w 160"/>
                <a:gd name="T17" fmla="*/ 79 h 79"/>
                <a:gd name="T18" fmla="*/ 154 w 160"/>
                <a:gd name="T1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0" h="79">
                  <a:moveTo>
                    <a:pt x="154" y="79"/>
                  </a:moveTo>
                  <a:cubicBezTo>
                    <a:pt x="152" y="79"/>
                    <a:pt x="150" y="78"/>
                    <a:pt x="150" y="76"/>
                  </a:cubicBezTo>
                  <a:cubicBezTo>
                    <a:pt x="138" y="37"/>
                    <a:pt x="102" y="10"/>
                    <a:pt x="62" y="10"/>
                  </a:cubicBezTo>
                  <a:cubicBezTo>
                    <a:pt x="42" y="10"/>
                    <a:pt x="24" y="16"/>
                    <a:pt x="9" y="27"/>
                  </a:cubicBezTo>
                  <a:cubicBezTo>
                    <a:pt x="6" y="29"/>
                    <a:pt x="3" y="28"/>
                    <a:pt x="2" y="26"/>
                  </a:cubicBezTo>
                  <a:cubicBezTo>
                    <a:pt x="0" y="24"/>
                    <a:pt x="0" y="20"/>
                    <a:pt x="3" y="19"/>
                  </a:cubicBezTo>
                  <a:cubicBezTo>
                    <a:pt x="20" y="7"/>
                    <a:pt x="40" y="0"/>
                    <a:pt x="62" y="0"/>
                  </a:cubicBezTo>
                  <a:cubicBezTo>
                    <a:pt x="106" y="0"/>
                    <a:pt x="146" y="30"/>
                    <a:pt x="159" y="73"/>
                  </a:cubicBezTo>
                  <a:cubicBezTo>
                    <a:pt x="160" y="75"/>
                    <a:pt x="159" y="78"/>
                    <a:pt x="156" y="79"/>
                  </a:cubicBezTo>
                  <a:cubicBezTo>
                    <a:pt x="155" y="79"/>
                    <a:pt x="155" y="79"/>
                    <a:pt x="154"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71">
              <a:extLst>
                <a:ext uri="{FF2B5EF4-FFF2-40B4-BE49-F238E27FC236}">
                  <a16:creationId xmlns:a16="http://schemas.microsoft.com/office/drawing/2014/main" id="{CC9F1AD3-6A48-DAEB-87F0-FBEA1DB802C8}"/>
                </a:ext>
              </a:extLst>
            </p:cNvPr>
            <p:cNvSpPr>
              <a:spLocks/>
            </p:cNvSpPr>
            <p:nvPr/>
          </p:nvSpPr>
          <p:spPr bwMode="auto">
            <a:xfrm>
              <a:off x="683301" y="3613338"/>
              <a:ext cx="64923" cy="212140"/>
            </a:xfrm>
            <a:custGeom>
              <a:avLst/>
              <a:gdLst>
                <a:gd name="T0" fmla="*/ 30 w 36"/>
                <a:gd name="T1" fmla="*/ 116 h 116"/>
                <a:gd name="T2" fmla="*/ 27 w 36"/>
                <a:gd name="T3" fmla="*/ 114 h 116"/>
                <a:gd name="T4" fmla="*/ 0 w 36"/>
                <a:gd name="T5" fmla="*/ 45 h 116"/>
                <a:gd name="T6" fmla="*/ 8 w 36"/>
                <a:gd name="T7" fmla="*/ 4 h 116"/>
                <a:gd name="T8" fmla="*/ 15 w 36"/>
                <a:gd name="T9" fmla="*/ 1 h 116"/>
                <a:gd name="T10" fmla="*/ 18 w 36"/>
                <a:gd name="T11" fmla="*/ 8 h 116"/>
                <a:gd name="T12" fmla="*/ 10 w 36"/>
                <a:gd name="T13" fmla="*/ 45 h 116"/>
                <a:gd name="T14" fmla="*/ 34 w 36"/>
                <a:gd name="T15" fmla="*/ 107 h 116"/>
                <a:gd name="T16" fmla="*/ 34 w 36"/>
                <a:gd name="T17" fmla="*/ 115 h 116"/>
                <a:gd name="T18" fmla="*/ 30 w 36"/>
                <a:gd name="T19"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16">
                  <a:moveTo>
                    <a:pt x="30" y="116"/>
                  </a:moveTo>
                  <a:cubicBezTo>
                    <a:pt x="29" y="116"/>
                    <a:pt x="28" y="115"/>
                    <a:pt x="27" y="114"/>
                  </a:cubicBezTo>
                  <a:cubicBezTo>
                    <a:pt x="9" y="95"/>
                    <a:pt x="0" y="71"/>
                    <a:pt x="0" y="45"/>
                  </a:cubicBezTo>
                  <a:cubicBezTo>
                    <a:pt x="0" y="31"/>
                    <a:pt x="3" y="17"/>
                    <a:pt x="8" y="4"/>
                  </a:cubicBezTo>
                  <a:cubicBezTo>
                    <a:pt x="9" y="1"/>
                    <a:pt x="12" y="0"/>
                    <a:pt x="15" y="1"/>
                  </a:cubicBezTo>
                  <a:cubicBezTo>
                    <a:pt x="17" y="2"/>
                    <a:pt x="19" y="5"/>
                    <a:pt x="18" y="8"/>
                  </a:cubicBezTo>
                  <a:cubicBezTo>
                    <a:pt x="12" y="20"/>
                    <a:pt x="10" y="32"/>
                    <a:pt x="10" y="45"/>
                  </a:cubicBezTo>
                  <a:cubicBezTo>
                    <a:pt x="10" y="68"/>
                    <a:pt x="18" y="90"/>
                    <a:pt x="34" y="107"/>
                  </a:cubicBezTo>
                  <a:cubicBezTo>
                    <a:pt x="36" y="109"/>
                    <a:pt x="36" y="113"/>
                    <a:pt x="34" y="115"/>
                  </a:cubicBezTo>
                  <a:cubicBezTo>
                    <a:pt x="33" y="115"/>
                    <a:pt x="32" y="116"/>
                    <a:pt x="30" y="1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72">
              <a:extLst>
                <a:ext uri="{FF2B5EF4-FFF2-40B4-BE49-F238E27FC236}">
                  <a16:creationId xmlns:a16="http://schemas.microsoft.com/office/drawing/2014/main" id="{5C6BD661-CE29-0909-BADC-D2CF01589197}"/>
                </a:ext>
              </a:extLst>
            </p:cNvPr>
            <p:cNvSpPr>
              <a:spLocks/>
            </p:cNvSpPr>
            <p:nvPr/>
          </p:nvSpPr>
          <p:spPr bwMode="auto">
            <a:xfrm>
              <a:off x="768341" y="3598708"/>
              <a:ext cx="144476" cy="27432"/>
            </a:xfrm>
            <a:custGeom>
              <a:avLst/>
              <a:gdLst>
                <a:gd name="T0" fmla="*/ 55 w 79"/>
                <a:gd name="T1" fmla="*/ 15 h 15"/>
                <a:gd name="T2" fmla="*/ 2 w 79"/>
                <a:gd name="T3" fmla="*/ 6 h 15"/>
                <a:gd name="T4" fmla="*/ 0 w 79"/>
                <a:gd name="T5" fmla="*/ 2 h 15"/>
                <a:gd name="T6" fmla="*/ 4 w 79"/>
                <a:gd name="T7" fmla="*/ 0 h 15"/>
                <a:gd name="T8" fmla="*/ 55 w 79"/>
                <a:gd name="T9" fmla="*/ 9 h 15"/>
                <a:gd name="T10" fmla="*/ 75 w 79"/>
                <a:gd name="T11" fmla="*/ 8 h 15"/>
                <a:gd name="T12" fmla="*/ 78 w 79"/>
                <a:gd name="T13" fmla="*/ 10 h 15"/>
                <a:gd name="T14" fmla="*/ 76 w 79"/>
                <a:gd name="T15" fmla="*/ 13 h 15"/>
                <a:gd name="T16" fmla="*/ 55 w 79"/>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5">
                  <a:moveTo>
                    <a:pt x="55" y="15"/>
                  </a:moveTo>
                  <a:cubicBezTo>
                    <a:pt x="36" y="15"/>
                    <a:pt x="18" y="12"/>
                    <a:pt x="2" y="6"/>
                  </a:cubicBezTo>
                  <a:cubicBezTo>
                    <a:pt x="1" y="5"/>
                    <a:pt x="0" y="3"/>
                    <a:pt x="0" y="2"/>
                  </a:cubicBezTo>
                  <a:cubicBezTo>
                    <a:pt x="1" y="0"/>
                    <a:pt x="3" y="0"/>
                    <a:pt x="4" y="0"/>
                  </a:cubicBezTo>
                  <a:cubicBezTo>
                    <a:pt x="19" y="6"/>
                    <a:pt x="37" y="9"/>
                    <a:pt x="55" y="9"/>
                  </a:cubicBezTo>
                  <a:cubicBezTo>
                    <a:pt x="61" y="9"/>
                    <a:pt x="68" y="8"/>
                    <a:pt x="75" y="8"/>
                  </a:cubicBezTo>
                  <a:cubicBezTo>
                    <a:pt x="77" y="7"/>
                    <a:pt x="78" y="8"/>
                    <a:pt x="78" y="10"/>
                  </a:cubicBezTo>
                  <a:cubicBezTo>
                    <a:pt x="79" y="12"/>
                    <a:pt x="77" y="13"/>
                    <a:pt x="76" y="13"/>
                  </a:cubicBezTo>
                  <a:cubicBezTo>
                    <a:pt x="69" y="14"/>
                    <a:pt x="62" y="15"/>
                    <a:pt x="55" y="1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73">
              <a:extLst>
                <a:ext uri="{FF2B5EF4-FFF2-40B4-BE49-F238E27FC236}">
                  <a16:creationId xmlns:a16="http://schemas.microsoft.com/office/drawing/2014/main" id="{FAD35BB6-20E2-FC12-0E3D-923DB0807A3A}"/>
                </a:ext>
              </a:extLst>
            </p:cNvPr>
            <p:cNvSpPr>
              <a:spLocks/>
            </p:cNvSpPr>
            <p:nvPr/>
          </p:nvSpPr>
          <p:spPr bwMode="auto">
            <a:xfrm>
              <a:off x="985969" y="3574934"/>
              <a:ext cx="23774" cy="20117"/>
            </a:xfrm>
            <a:custGeom>
              <a:avLst/>
              <a:gdLst>
                <a:gd name="T0" fmla="*/ 3 w 13"/>
                <a:gd name="T1" fmla="*/ 11 h 11"/>
                <a:gd name="T2" fmla="*/ 1 w 13"/>
                <a:gd name="T3" fmla="*/ 10 h 11"/>
                <a:gd name="T4" fmla="*/ 2 w 13"/>
                <a:gd name="T5" fmla="*/ 6 h 11"/>
                <a:gd name="T6" fmla="*/ 8 w 13"/>
                <a:gd name="T7" fmla="*/ 1 h 11"/>
                <a:gd name="T8" fmla="*/ 12 w 13"/>
                <a:gd name="T9" fmla="*/ 2 h 11"/>
                <a:gd name="T10" fmla="*/ 12 w 13"/>
                <a:gd name="T11" fmla="*/ 6 h 11"/>
                <a:gd name="T12" fmla="*/ 5 w 13"/>
                <a:gd name="T13" fmla="*/ 11 h 11"/>
                <a:gd name="T14" fmla="*/ 3 w 13"/>
                <a:gd name="T15" fmla="*/ 1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1">
                  <a:moveTo>
                    <a:pt x="3" y="11"/>
                  </a:moveTo>
                  <a:cubicBezTo>
                    <a:pt x="2" y="11"/>
                    <a:pt x="1" y="11"/>
                    <a:pt x="1" y="10"/>
                  </a:cubicBezTo>
                  <a:cubicBezTo>
                    <a:pt x="0" y="8"/>
                    <a:pt x="0" y="6"/>
                    <a:pt x="2" y="6"/>
                  </a:cubicBezTo>
                  <a:cubicBezTo>
                    <a:pt x="4" y="4"/>
                    <a:pt x="6" y="3"/>
                    <a:pt x="8" y="1"/>
                  </a:cubicBezTo>
                  <a:cubicBezTo>
                    <a:pt x="9" y="0"/>
                    <a:pt x="11" y="1"/>
                    <a:pt x="12" y="2"/>
                  </a:cubicBezTo>
                  <a:cubicBezTo>
                    <a:pt x="13" y="3"/>
                    <a:pt x="13" y="5"/>
                    <a:pt x="12" y="6"/>
                  </a:cubicBezTo>
                  <a:cubicBezTo>
                    <a:pt x="9" y="8"/>
                    <a:pt x="7" y="9"/>
                    <a:pt x="5" y="11"/>
                  </a:cubicBezTo>
                  <a:cubicBezTo>
                    <a:pt x="4" y="11"/>
                    <a:pt x="4" y="11"/>
                    <a:pt x="3"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74">
              <a:extLst>
                <a:ext uri="{FF2B5EF4-FFF2-40B4-BE49-F238E27FC236}">
                  <a16:creationId xmlns:a16="http://schemas.microsoft.com/office/drawing/2014/main" id="{ECD36733-B4D1-3427-4691-E74023A60045}"/>
                </a:ext>
              </a:extLst>
            </p:cNvPr>
            <p:cNvSpPr>
              <a:spLocks/>
            </p:cNvSpPr>
            <p:nvPr/>
          </p:nvSpPr>
          <p:spPr bwMode="auto">
            <a:xfrm>
              <a:off x="925618" y="3772444"/>
              <a:ext cx="84125" cy="43891"/>
            </a:xfrm>
            <a:custGeom>
              <a:avLst/>
              <a:gdLst>
                <a:gd name="T0" fmla="*/ 43 w 46"/>
                <a:gd name="T1" fmla="*/ 24 h 24"/>
                <a:gd name="T2" fmla="*/ 41 w 46"/>
                <a:gd name="T3" fmla="*/ 23 h 24"/>
                <a:gd name="T4" fmla="*/ 3 w 46"/>
                <a:gd name="T5" fmla="*/ 6 h 24"/>
                <a:gd name="T6" fmla="*/ 1 w 46"/>
                <a:gd name="T7" fmla="*/ 3 h 24"/>
                <a:gd name="T8" fmla="*/ 4 w 46"/>
                <a:gd name="T9" fmla="*/ 0 h 24"/>
                <a:gd name="T10" fmla="*/ 45 w 46"/>
                <a:gd name="T11" fmla="*/ 18 h 24"/>
                <a:gd name="T12" fmla="*/ 45 w 46"/>
                <a:gd name="T13" fmla="*/ 22 h 24"/>
                <a:gd name="T14" fmla="*/ 43 w 46"/>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24">
                  <a:moveTo>
                    <a:pt x="43" y="24"/>
                  </a:moveTo>
                  <a:cubicBezTo>
                    <a:pt x="42" y="24"/>
                    <a:pt x="42" y="23"/>
                    <a:pt x="41" y="23"/>
                  </a:cubicBezTo>
                  <a:cubicBezTo>
                    <a:pt x="31" y="16"/>
                    <a:pt x="18" y="10"/>
                    <a:pt x="3" y="6"/>
                  </a:cubicBezTo>
                  <a:cubicBezTo>
                    <a:pt x="1" y="6"/>
                    <a:pt x="0" y="4"/>
                    <a:pt x="1" y="3"/>
                  </a:cubicBezTo>
                  <a:cubicBezTo>
                    <a:pt x="1" y="1"/>
                    <a:pt x="3" y="0"/>
                    <a:pt x="4" y="0"/>
                  </a:cubicBezTo>
                  <a:cubicBezTo>
                    <a:pt x="20" y="4"/>
                    <a:pt x="34" y="10"/>
                    <a:pt x="45" y="18"/>
                  </a:cubicBezTo>
                  <a:cubicBezTo>
                    <a:pt x="46" y="19"/>
                    <a:pt x="46" y="21"/>
                    <a:pt x="45" y="22"/>
                  </a:cubicBezTo>
                  <a:cubicBezTo>
                    <a:pt x="45" y="23"/>
                    <a:pt x="44" y="24"/>
                    <a:pt x="43"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75">
              <a:extLst>
                <a:ext uri="{FF2B5EF4-FFF2-40B4-BE49-F238E27FC236}">
                  <a16:creationId xmlns:a16="http://schemas.microsoft.com/office/drawing/2014/main" id="{9A5E4BF5-E7DA-6A0F-B719-3776C2E33D06}"/>
                </a:ext>
              </a:extLst>
            </p:cNvPr>
            <p:cNvSpPr>
              <a:spLocks/>
            </p:cNvSpPr>
            <p:nvPr/>
          </p:nvSpPr>
          <p:spPr bwMode="auto">
            <a:xfrm>
              <a:off x="727192" y="3772444"/>
              <a:ext cx="86869" cy="43891"/>
            </a:xfrm>
            <a:custGeom>
              <a:avLst/>
              <a:gdLst>
                <a:gd name="T0" fmla="*/ 3 w 48"/>
                <a:gd name="T1" fmla="*/ 24 h 24"/>
                <a:gd name="T2" fmla="*/ 1 w 48"/>
                <a:gd name="T3" fmla="*/ 22 h 24"/>
                <a:gd name="T4" fmla="*/ 2 w 48"/>
                <a:gd name="T5" fmla="*/ 18 h 24"/>
                <a:gd name="T6" fmla="*/ 44 w 48"/>
                <a:gd name="T7" fmla="*/ 0 h 24"/>
                <a:gd name="T8" fmla="*/ 47 w 48"/>
                <a:gd name="T9" fmla="*/ 2 h 24"/>
                <a:gd name="T10" fmla="*/ 45 w 48"/>
                <a:gd name="T11" fmla="*/ 6 h 24"/>
                <a:gd name="T12" fmla="*/ 5 w 48"/>
                <a:gd name="T13" fmla="*/ 23 h 24"/>
                <a:gd name="T14" fmla="*/ 3 w 48"/>
                <a:gd name="T15" fmla="*/ 24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24">
                  <a:moveTo>
                    <a:pt x="3" y="24"/>
                  </a:moveTo>
                  <a:cubicBezTo>
                    <a:pt x="2" y="24"/>
                    <a:pt x="2" y="23"/>
                    <a:pt x="1" y="22"/>
                  </a:cubicBezTo>
                  <a:cubicBezTo>
                    <a:pt x="0" y="21"/>
                    <a:pt x="0" y="19"/>
                    <a:pt x="2" y="18"/>
                  </a:cubicBezTo>
                  <a:cubicBezTo>
                    <a:pt x="13" y="10"/>
                    <a:pt x="27" y="4"/>
                    <a:pt x="44" y="0"/>
                  </a:cubicBezTo>
                  <a:cubicBezTo>
                    <a:pt x="45" y="0"/>
                    <a:pt x="47" y="1"/>
                    <a:pt x="47" y="2"/>
                  </a:cubicBezTo>
                  <a:cubicBezTo>
                    <a:pt x="48" y="4"/>
                    <a:pt x="47" y="5"/>
                    <a:pt x="45" y="6"/>
                  </a:cubicBezTo>
                  <a:cubicBezTo>
                    <a:pt x="30" y="9"/>
                    <a:pt x="16" y="15"/>
                    <a:pt x="5" y="23"/>
                  </a:cubicBezTo>
                  <a:cubicBezTo>
                    <a:pt x="5" y="23"/>
                    <a:pt x="4" y="24"/>
                    <a:pt x="3"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76">
              <a:extLst>
                <a:ext uri="{FF2B5EF4-FFF2-40B4-BE49-F238E27FC236}">
                  <a16:creationId xmlns:a16="http://schemas.microsoft.com/office/drawing/2014/main" id="{95F638AF-177B-D493-C3BC-FA08CC1238C4}"/>
                </a:ext>
              </a:extLst>
            </p:cNvPr>
            <p:cNvSpPr>
              <a:spLocks/>
            </p:cNvSpPr>
            <p:nvPr/>
          </p:nvSpPr>
          <p:spPr bwMode="auto">
            <a:xfrm>
              <a:off x="766512" y="3512755"/>
              <a:ext cx="175565" cy="148132"/>
            </a:xfrm>
            <a:custGeom>
              <a:avLst/>
              <a:gdLst>
                <a:gd name="T0" fmla="*/ 3 w 96"/>
                <a:gd name="T1" fmla="*/ 81 h 81"/>
                <a:gd name="T2" fmla="*/ 3 w 96"/>
                <a:gd name="T3" fmla="*/ 81 h 81"/>
                <a:gd name="T4" fmla="*/ 0 w 96"/>
                <a:gd name="T5" fmla="*/ 77 h 81"/>
                <a:gd name="T6" fmla="*/ 56 w 96"/>
                <a:gd name="T7" fmla="*/ 0 h 81"/>
                <a:gd name="T8" fmla="*/ 95 w 96"/>
                <a:gd name="T9" fmla="*/ 28 h 81"/>
                <a:gd name="T10" fmla="*/ 94 w 96"/>
                <a:gd name="T11" fmla="*/ 32 h 81"/>
                <a:gd name="T12" fmla="*/ 90 w 96"/>
                <a:gd name="T13" fmla="*/ 31 h 81"/>
                <a:gd name="T14" fmla="*/ 56 w 96"/>
                <a:gd name="T15" fmla="*/ 6 h 81"/>
                <a:gd name="T16" fmla="*/ 6 w 96"/>
                <a:gd name="T17" fmla="*/ 78 h 81"/>
                <a:gd name="T18" fmla="*/ 3 w 96"/>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81">
                  <a:moveTo>
                    <a:pt x="3" y="81"/>
                  </a:moveTo>
                  <a:cubicBezTo>
                    <a:pt x="3" y="81"/>
                    <a:pt x="3" y="81"/>
                    <a:pt x="3" y="81"/>
                  </a:cubicBezTo>
                  <a:cubicBezTo>
                    <a:pt x="1" y="80"/>
                    <a:pt x="0" y="79"/>
                    <a:pt x="0" y="77"/>
                  </a:cubicBezTo>
                  <a:cubicBezTo>
                    <a:pt x="6" y="32"/>
                    <a:pt x="29" y="0"/>
                    <a:pt x="56" y="0"/>
                  </a:cubicBezTo>
                  <a:cubicBezTo>
                    <a:pt x="70" y="0"/>
                    <a:pt x="84" y="10"/>
                    <a:pt x="95" y="28"/>
                  </a:cubicBezTo>
                  <a:cubicBezTo>
                    <a:pt x="96" y="29"/>
                    <a:pt x="95" y="31"/>
                    <a:pt x="94" y="32"/>
                  </a:cubicBezTo>
                  <a:cubicBezTo>
                    <a:pt x="92" y="33"/>
                    <a:pt x="91" y="32"/>
                    <a:pt x="90" y="31"/>
                  </a:cubicBezTo>
                  <a:cubicBezTo>
                    <a:pt x="80" y="15"/>
                    <a:pt x="68" y="6"/>
                    <a:pt x="56" y="6"/>
                  </a:cubicBezTo>
                  <a:cubicBezTo>
                    <a:pt x="32" y="6"/>
                    <a:pt x="12" y="36"/>
                    <a:pt x="6" y="78"/>
                  </a:cubicBezTo>
                  <a:cubicBezTo>
                    <a:pt x="6" y="79"/>
                    <a:pt x="5" y="81"/>
                    <a:pt x="3" y="8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77">
              <a:extLst>
                <a:ext uri="{FF2B5EF4-FFF2-40B4-BE49-F238E27FC236}">
                  <a16:creationId xmlns:a16="http://schemas.microsoft.com/office/drawing/2014/main" id="{9332DBD8-90A2-3E4C-33D8-0CB3C6A711C5}"/>
                </a:ext>
              </a:extLst>
            </p:cNvPr>
            <p:cNvSpPr>
              <a:spLocks/>
            </p:cNvSpPr>
            <p:nvPr/>
          </p:nvSpPr>
          <p:spPr bwMode="auto">
            <a:xfrm>
              <a:off x="766512" y="3734039"/>
              <a:ext cx="21946" cy="56693"/>
            </a:xfrm>
            <a:custGeom>
              <a:avLst/>
              <a:gdLst>
                <a:gd name="T0" fmla="*/ 9 w 12"/>
                <a:gd name="T1" fmla="*/ 31 h 31"/>
                <a:gd name="T2" fmla="*/ 6 w 12"/>
                <a:gd name="T3" fmla="*/ 29 h 31"/>
                <a:gd name="T4" fmla="*/ 1 w 12"/>
                <a:gd name="T5" fmla="*/ 4 h 31"/>
                <a:gd name="T6" fmla="*/ 3 w 12"/>
                <a:gd name="T7" fmla="*/ 1 h 31"/>
                <a:gd name="T8" fmla="*/ 7 w 12"/>
                <a:gd name="T9" fmla="*/ 3 h 31"/>
                <a:gd name="T10" fmla="*/ 12 w 12"/>
                <a:gd name="T11" fmla="*/ 27 h 31"/>
                <a:gd name="T12" fmla="*/ 10 w 12"/>
                <a:gd name="T13" fmla="*/ 31 h 31"/>
                <a:gd name="T14" fmla="*/ 9 w 12"/>
                <a:gd name="T15" fmla="*/ 3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1">
                  <a:moveTo>
                    <a:pt x="9" y="31"/>
                  </a:moveTo>
                  <a:cubicBezTo>
                    <a:pt x="8" y="31"/>
                    <a:pt x="7" y="30"/>
                    <a:pt x="6" y="29"/>
                  </a:cubicBezTo>
                  <a:cubicBezTo>
                    <a:pt x="4" y="21"/>
                    <a:pt x="2" y="13"/>
                    <a:pt x="1" y="4"/>
                  </a:cubicBezTo>
                  <a:cubicBezTo>
                    <a:pt x="0" y="2"/>
                    <a:pt x="1" y="1"/>
                    <a:pt x="3" y="1"/>
                  </a:cubicBezTo>
                  <a:cubicBezTo>
                    <a:pt x="5" y="0"/>
                    <a:pt x="6" y="2"/>
                    <a:pt x="7" y="3"/>
                  </a:cubicBezTo>
                  <a:cubicBezTo>
                    <a:pt x="8" y="11"/>
                    <a:pt x="9" y="19"/>
                    <a:pt x="12" y="27"/>
                  </a:cubicBezTo>
                  <a:cubicBezTo>
                    <a:pt x="12" y="28"/>
                    <a:pt x="11" y="30"/>
                    <a:pt x="10" y="31"/>
                  </a:cubicBezTo>
                  <a:cubicBezTo>
                    <a:pt x="10" y="31"/>
                    <a:pt x="9" y="31"/>
                    <a:pt x="9"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78">
              <a:extLst>
                <a:ext uri="{FF2B5EF4-FFF2-40B4-BE49-F238E27FC236}">
                  <a16:creationId xmlns:a16="http://schemas.microsoft.com/office/drawing/2014/main" id="{514258E4-406D-1DAF-B4E0-64121142665D}"/>
                </a:ext>
              </a:extLst>
            </p:cNvPr>
            <p:cNvSpPr>
              <a:spLocks/>
            </p:cNvSpPr>
            <p:nvPr/>
          </p:nvSpPr>
          <p:spPr bwMode="auto">
            <a:xfrm>
              <a:off x="947564" y="3644428"/>
              <a:ext cx="23774" cy="144475"/>
            </a:xfrm>
            <a:custGeom>
              <a:avLst/>
              <a:gdLst>
                <a:gd name="T0" fmla="*/ 3 w 13"/>
                <a:gd name="T1" fmla="*/ 79 h 79"/>
                <a:gd name="T2" fmla="*/ 2 w 13"/>
                <a:gd name="T3" fmla="*/ 79 h 79"/>
                <a:gd name="T4" fmla="*/ 0 w 13"/>
                <a:gd name="T5" fmla="*/ 75 h 79"/>
                <a:gd name="T6" fmla="*/ 7 w 13"/>
                <a:gd name="T7" fmla="*/ 28 h 79"/>
                <a:gd name="T8" fmla="*/ 6 w 13"/>
                <a:gd name="T9" fmla="*/ 4 h 79"/>
                <a:gd name="T10" fmla="*/ 8 w 13"/>
                <a:gd name="T11" fmla="*/ 1 h 79"/>
                <a:gd name="T12" fmla="*/ 12 w 13"/>
                <a:gd name="T13" fmla="*/ 3 h 79"/>
                <a:gd name="T14" fmla="*/ 13 w 13"/>
                <a:gd name="T15" fmla="*/ 28 h 79"/>
                <a:gd name="T16" fmla="*/ 6 w 13"/>
                <a:gd name="T17" fmla="*/ 77 h 79"/>
                <a:gd name="T18" fmla="*/ 3 w 13"/>
                <a:gd name="T1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79">
                  <a:moveTo>
                    <a:pt x="3" y="79"/>
                  </a:moveTo>
                  <a:cubicBezTo>
                    <a:pt x="3" y="79"/>
                    <a:pt x="3" y="79"/>
                    <a:pt x="2" y="79"/>
                  </a:cubicBezTo>
                  <a:cubicBezTo>
                    <a:pt x="1" y="79"/>
                    <a:pt x="0" y="77"/>
                    <a:pt x="0" y="75"/>
                  </a:cubicBezTo>
                  <a:cubicBezTo>
                    <a:pt x="5" y="61"/>
                    <a:pt x="7" y="45"/>
                    <a:pt x="7" y="28"/>
                  </a:cubicBezTo>
                  <a:cubicBezTo>
                    <a:pt x="7" y="20"/>
                    <a:pt x="7" y="12"/>
                    <a:pt x="6" y="4"/>
                  </a:cubicBezTo>
                  <a:cubicBezTo>
                    <a:pt x="5" y="3"/>
                    <a:pt x="7" y="1"/>
                    <a:pt x="8" y="1"/>
                  </a:cubicBezTo>
                  <a:cubicBezTo>
                    <a:pt x="10" y="0"/>
                    <a:pt x="11" y="2"/>
                    <a:pt x="12" y="3"/>
                  </a:cubicBezTo>
                  <a:cubicBezTo>
                    <a:pt x="13" y="11"/>
                    <a:pt x="13" y="20"/>
                    <a:pt x="13" y="28"/>
                  </a:cubicBezTo>
                  <a:cubicBezTo>
                    <a:pt x="13" y="45"/>
                    <a:pt x="11" y="62"/>
                    <a:pt x="6" y="77"/>
                  </a:cubicBezTo>
                  <a:cubicBezTo>
                    <a:pt x="6" y="79"/>
                    <a:pt x="4" y="79"/>
                    <a:pt x="3"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9">
              <a:extLst>
                <a:ext uri="{FF2B5EF4-FFF2-40B4-BE49-F238E27FC236}">
                  <a16:creationId xmlns:a16="http://schemas.microsoft.com/office/drawing/2014/main" id="{28B13D28-2F4E-81CB-C1F7-AB4803831149}"/>
                </a:ext>
              </a:extLst>
            </p:cNvPr>
            <p:cNvSpPr>
              <a:spLocks/>
            </p:cNvSpPr>
            <p:nvPr/>
          </p:nvSpPr>
          <p:spPr bwMode="auto">
            <a:xfrm>
              <a:off x="938420" y="3690148"/>
              <a:ext cx="62179" cy="10973"/>
            </a:xfrm>
            <a:custGeom>
              <a:avLst/>
              <a:gdLst>
                <a:gd name="T0" fmla="*/ 31 w 34"/>
                <a:gd name="T1" fmla="*/ 6 h 6"/>
                <a:gd name="T2" fmla="*/ 3 w 34"/>
                <a:gd name="T3" fmla="*/ 6 h 6"/>
                <a:gd name="T4" fmla="*/ 0 w 34"/>
                <a:gd name="T5" fmla="*/ 3 h 6"/>
                <a:gd name="T6" fmla="*/ 3 w 34"/>
                <a:gd name="T7" fmla="*/ 0 h 6"/>
                <a:gd name="T8" fmla="*/ 31 w 34"/>
                <a:gd name="T9" fmla="*/ 0 h 6"/>
                <a:gd name="T10" fmla="*/ 34 w 34"/>
                <a:gd name="T11" fmla="*/ 3 h 6"/>
                <a:gd name="T12" fmla="*/ 31 w 34"/>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34" h="6">
                  <a:moveTo>
                    <a:pt x="31" y="6"/>
                  </a:moveTo>
                  <a:cubicBezTo>
                    <a:pt x="3" y="6"/>
                    <a:pt x="3" y="6"/>
                    <a:pt x="3" y="6"/>
                  </a:cubicBezTo>
                  <a:cubicBezTo>
                    <a:pt x="2" y="6"/>
                    <a:pt x="0" y="5"/>
                    <a:pt x="0" y="3"/>
                  </a:cubicBezTo>
                  <a:cubicBezTo>
                    <a:pt x="0" y="1"/>
                    <a:pt x="2" y="0"/>
                    <a:pt x="3" y="0"/>
                  </a:cubicBezTo>
                  <a:cubicBezTo>
                    <a:pt x="31" y="0"/>
                    <a:pt x="31" y="0"/>
                    <a:pt x="31" y="0"/>
                  </a:cubicBezTo>
                  <a:cubicBezTo>
                    <a:pt x="32" y="0"/>
                    <a:pt x="34" y="1"/>
                    <a:pt x="34" y="3"/>
                  </a:cubicBezTo>
                  <a:cubicBezTo>
                    <a:pt x="34" y="5"/>
                    <a:pt x="32" y="6"/>
                    <a:pt x="3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80">
              <a:extLst>
                <a:ext uri="{FF2B5EF4-FFF2-40B4-BE49-F238E27FC236}">
                  <a16:creationId xmlns:a16="http://schemas.microsoft.com/office/drawing/2014/main" id="{7C196B7A-E272-4B11-C23C-8932961B51E3}"/>
                </a:ext>
              </a:extLst>
            </p:cNvPr>
            <p:cNvSpPr>
              <a:spLocks/>
            </p:cNvSpPr>
            <p:nvPr/>
          </p:nvSpPr>
          <p:spPr bwMode="auto">
            <a:xfrm>
              <a:off x="686959" y="3690148"/>
              <a:ext cx="43891" cy="10973"/>
            </a:xfrm>
            <a:custGeom>
              <a:avLst/>
              <a:gdLst>
                <a:gd name="T0" fmla="*/ 21 w 24"/>
                <a:gd name="T1" fmla="*/ 6 h 6"/>
                <a:gd name="T2" fmla="*/ 3 w 24"/>
                <a:gd name="T3" fmla="*/ 6 h 6"/>
                <a:gd name="T4" fmla="*/ 0 w 24"/>
                <a:gd name="T5" fmla="*/ 3 h 6"/>
                <a:gd name="T6" fmla="*/ 3 w 24"/>
                <a:gd name="T7" fmla="*/ 0 h 6"/>
                <a:gd name="T8" fmla="*/ 21 w 24"/>
                <a:gd name="T9" fmla="*/ 0 h 6"/>
                <a:gd name="T10" fmla="*/ 24 w 24"/>
                <a:gd name="T11" fmla="*/ 3 h 6"/>
                <a:gd name="T12" fmla="*/ 21 w 24"/>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4" h="6">
                  <a:moveTo>
                    <a:pt x="21" y="6"/>
                  </a:moveTo>
                  <a:cubicBezTo>
                    <a:pt x="3" y="6"/>
                    <a:pt x="3" y="6"/>
                    <a:pt x="3" y="6"/>
                  </a:cubicBezTo>
                  <a:cubicBezTo>
                    <a:pt x="1" y="6"/>
                    <a:pt x="0" y="5"/>
                    <a:pt x="0" y="3"/>
                  </a:cubicBezTo>
                  <a:cubicBezTo>
                    <a:pt x="0" y="1"/>
                    <a:pt x="1" y="0"/>
                    <a:pt x="3" y="0"/>
                  </a:cubicBezTo>
                  <a:cubicBezTo>
                    <a:pt x="21" y="0"/>
                    <a:pt x="21" y="0"/>
                    <a:pt x="21" y="0"/>
                  </a:cubicBezTo>
                  <a:cubicBezTo>
                    <a:pt x="23" y="0"/>
                    <a:pt x="24" y="1"/>
                    <a:pt x="24" y="3"/>
                  </a:cubicBezTo>
                  <a:cubicBezTo>
                    <a:pt x="24" y="5"/>
                    <a:pt x="23" y="6"/>
                    <a:pt x="21"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81">
              <a:extLst>
                <a:ext uri="{FF2B5EF4-FFF2-40B4-BE49-F238E27FC236}">
                  <a16:creationId xmlns:a16="http://schemas.microsoft.com/office/drawing/2014/main" id="{3B3C519D-5694-F554-C12A-66B3B0D611D8}"/>
                </a:ext>
              </a:extLst>
            </p:cNvPr>
            <p:cNvSpPr>
              <a:spLocks/>
            </p:cNvSpPr>
            <p:nvPr/>
          </p:nvSpPr>
          <p:spPr bwMode="auto">
            <a:xfrm>
              <a:off x="863439" y="3512755"/>
              <a:ext cx="10973" cy="120701"/>
            </a:xfrm>
            <a:custGeom>
              <a:avLst/>
              <a:gdLst>
                <a:gd name="T0" fmla="*/ 3 w 6"/>
                <a:gd name="T1" fmla="*/ 66 h 66"/>
                <a:gd name="T2" fmla="*/ 0 w 6"/>
                <a:gd name="T3" fmla="*/ 63 h 66"/>
                <a:gd name="T4" fmla="*/ 0 w 6"/>
                <a:gd name="T5" fmla="*/ 3 h 66"/>
                <a:gd name="T6" fmla="*/ 3 w 6"/>
                <a:gd name="T7" fmla="*/ 0 h 66"/>
                <a:gd name="T8" fmla="*/ 6 w 6"/>
                <a:gd name="T9" fmla="*/ 3 h 66"/>
                <a:gd name="T10" fmla="*/ 6 w 6"/>
                <a:gd name="T11" fmla="*/ 63 h 66"/>
                <a:gd name="T12" fmla="*/ 3 w 6"/>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6" h="66">
                  <a:moveTo>
                    <a:pt x="3" y="66"/>
                  </a:moveTo>
                  <a:cubicBezTo>
                    <a:pt x="1" y="66"/>
                    <a:pt x="0" y="65"/>
                    <a:pt x="0" y="63"/>
                  </a:cubicBezTo>
                  <a:cubicBezTo>
                    <a:pt x="0" y="3"/>
                    <a:pt x="0" y="3"/>
                    <a:pt x="0" y="3"/>
                  </a:cubicBezTo>
                  <a:cubicBezTo>
                    <a:pt x="0" y="2"/>
                    <a:pt x="1" y="0"/>
                    <a:pt x="3" y="0"/>
                  </a:cubicBezTo>
                  <a:cubicBezTo>
                    <a:pt x="4" y="0"/>
                    <a:pt x="6" y="2"/>
                    <a:pt x="6" y="3"/>
                  </a:cubicBezTo>
                  <a:cubicBezTo>
                    <a:pt x="6" y="63"/>
                    <a:pt x="6" y="63"/>
                    <a:pt x="6" y="63"/>
                  </a:cubicBezTo>
                  <a:cubicBezTo>
                    <a:pt x="6" y="65"/>
                    <a:pt x="4" y="66"/>
                    <a:pt x="3" y="6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Oval 282">
              <a:extLst>
                <a:ext uri="{FF2B5EF4-FFF2-40B4-BE49-F238E27FC236}">
                  <a16:creationId xmlns:a16="http://schemas.microsoft.com/office/drawing/2014/main" id="{94E8CA66-85B1-D839-D523-7FA6DC4ACAA4}"/>
                </a:ext>
              </a:extLst>
            </p:cNvPr>
            <p:cNvSpPr>
              <a:spLocks noChangeArrowheads="1"/>
            </p:cNvSpPr>
            <p:nvPr/>
          </p:nvSpPr>
          <p:spPr bwMode="auto">
            <a:xfrm>
              <a:off x="712562" y="3562132"/>
              <a:ext cx="41148"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Oval 283">
              <a:extLst>
                <a:ext uri="{FF2B5EF4-FFF2-40B4-BE49-F238E27FC236}">
                  <a16:creationId xmlns:a16="http://schemas.microsoft.com/office/drawing/2014/main" id="{83C1B186-F34E-52C9-9DD7-39E35BDE60EE}"/>
                </a:ext>
              </a:extLst>
            </p:cNvPr>
            <p:cNvSpPr>
              <a:spLocks noChangeArrowheads="1"/>
            </p:cNvSpPr>
            <p:nvPr/>
          </p:nvSpPr>
          <p:spPr bwMode="auto">
            <a:xfrm>
              <a:off x="932933" y="3585906"/>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Oval 284">
              <a:extLst>
                <a:ext uri="{FF2B5EF4-FFF2-40B4-BE49-F238E27FC236}">
                  <a16:creationId xmlns:a16="http://schemas.microsoft.com/office/drawing/2014/main" id="{946CB95E-0E78-3035-77F1-3C8C6C5CC922}"/>
                </a:ext>
              </a:extLst>
            </p:cNvPr>
            <p:cNvSpPr>
              <a:spLocks noChangeArrowheads="1"/>
            </p:cNvSpPr>
            <p:nvPr/>
          </p:nvSpPr>
          <p:spPr bwMode="auto">
            <a:xfrm>
              <a:off x="1024373" y="3675517"/>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Oval 285">
              <a:extLst>
                <a:ext uri="{FF2B5EF4-FFF2-40B4-BE49-F238E27FC236}">
                  <a16:creationId xmlns:a16="http://schemas.microsoft.com/office/drawing/2014/main" id="{E12CFDC7-4098-39A7-F27B-87AEC8C23299}"/>
                </a:ext>
              </a:extLst>
            </p:cNvPr>
            <p:cNvSpPr>
              <a:spLocks noChangeArrowheads="1"/>
            </p:cNvSpPr>
            <p:nvPr/>
          </p:nvSpPr>
          <p:spPr bwMode="auto">
            <a:xfrm>
              <a:off x="748224" y="3675517"/>
              <a:ext cx="42063" cy="420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86">
              <a:extLst>
                <a:ext uri="{FF2B5EF4-FFF2-40B4-BE49-F238E27FC236}">
                  <a16:creationId xmlns:a16="http://schemas.microsoft.com/office/drawing/2014/main" id="{5F6BF23E-43E7-DBD8-0CF9-CB9F927FC7C9}"/>
                </a:ext>
              </a:extLst>
            </p:cNvPr>
            <p:cNvSpPr>
              <a:spLocks noEditPoints="1"/>
            </p:cNvSpPr>
            <p:nvPr/>
          </p:nvSpPr>
          <p:spPr bwMode="auto">
            <a:xfrm>
              <a:off x="740909" y="3642599"/>
              <a:ext cx="254204" cy="277977"/>
            </a:xfrm>
            <a:custGeom>
              <a:avLst/>
              <a:gdLst>
                <a:gd name="T0" fmla="*/ 70 w 139"/>
                <a:gd name="T1" fmla="*/ 152 h 152"/>
                <a:gd name="T2" fmla="*/ 25 w 139"/>
                <a:gd name="T3" fmla="*/ 152 h 152"/>
                <a:gd name="T4" fmla="*/ 23 w 139"/>
                <a:gd name="T5" fmla="*/ 150 h 152"/>
                <a:gd name="T6" fmla="*/ 23 w 139"/>
                <a:gd name="T7" fmla="*/ 148 h 152"/>
                <a:gd name="T8" fmla="*/ 5 w 139"/>
                <a:gd name="T9" fmla="*/ 148 h 152"/>
                <a:gd name="T10" fmla="*/ 0 w 139"/>
                <a:gd name="T11" fmla="*/ 145 h 152"/>
                <a:gd name="T12" fmla="*/ 7 w 139"/>
                <a:gd name="T13" fmla="*/ 111 h 152"/>
                <a:gd name="T14" fmla="*/ 45 w 139"/>
                <a:gd name="T15" fmla="*/ 81 h 152"/>
                <a:gd name="T16" fmla="*/ 51 w 139"/>
                <a:gd name="T17" fmla="*/ 74 h 152"/>
                <a:gd name="T18" fmla="*/ 45 w 139"/>
                <a:gd name="T19" fmla="*/ 62 h 152"/>
                <a:gd name="T20" fmla="*/ 39 w 139"/>
                <a:gd name="T21" fmla="*/ 52 h 152"/>
                <a:gd name="T22" fmla="*/ 39 w 139"/>
                <a:gd name="T23" fmla="*/ 43 h 152"/>
                <a:gd name="T24" fmla="*/ 70 w 139"/>
                <a:gd name="T25" fmla="*/ 3 h 152"/>
                <a:gd name="T26" fmla="*/ 70 w 139"/>
                <a:gd name="T27" fmla="*/ 3 h 152"/>
                <a:gd name="T28" fmla="*/ 100 w 139"/>
                <a:gd name="T29" fmla="*/ 43 h 152"/>
                <a:gd name="T30" fmla="*/ 100 w 139"/>
                <a:gd name="T31" fmla="*/ 52 h 152"/>
                <a:gd name="T32" fmla="*/ 94 w 139"/>
                <a:gd name="T33" fmla="*/ 62 h 152"/>
                <a:gd name="T34" fmla="*/ 88 w 139"/>
                <a:gd name="T35" fmla="*/ 74 h 152"/>
                <a:gd name="T36" fmla="*/ 94 w 139"/>
                <a:gd name="T37" fmla="*/ 81 h 152"/>
                <a:gd name="T38" fmla="*/ 133 w 139"/>
                <a:gd name="T39" fmla="*/ 111 h 152"/>
                <a:gd name="T40" fmla="*/ 139 w 139"/>
                <a:gd name="T41" fmla="*/ 145 h 152"/>
                <a:gd name="T42" fmla="*/ 134 w 139"/>
                <a:gd name="T43" fmla="*/ 148 h 152"/>
                <a:gd name="T44" fmla="*/ 116 w 139"/>
                <a:gd name="T45" fmla="*/ 148 h 152"/>
                <a:gd name="T46" fmla="*/ 116 w 139"/>
                <a:gd name="T47" fmla="*/ 150 h 152"/>
                <a:gd name="T48" fmla="*/ 114 w 139"/>
                <a:gd name="T49" fmla="*/ 152 h 152"/>
                <a:gd name="T50" fmla="*/ 69 w 139"/>
                <a:gd name="T51" fmla="*/ 152 h 152"/>
                <a:gd name="T52" fmla="*/ 70 w 139"/>
                <a:gd name="T53" fmla="*/ 152 h 152"/>
                <a:gd name="T54" fmla="*/ 79 w 139"/>
                <a:gd name="T55" fmla="*/ 29 h 152"/>
                <a:gd name="T56" fmla="*/ 48 w 139"/>
                <a:gd name="T57" fmla="*/ 43 h 152"/>
                <a:gd name="T58" fmla="*/ 69 w 139"/>
                <a:gd name="T59" fmla="*/ 78 h 152"/>
                <a:gd name="T60" fmla="*/ 92 w 139"/>
                <a:gd name="T61" fmla="*/ 39 h 152"/>
                <a:gd name="T62" fmla="*/ 79 w 139"/>
                <a:gd name="T63" fmla="*/ 29 h 152"/>
                <a:gd name="T64" fmla="*/ 55 w 139"/>
                <a:gd name="T65" fmla="*/ 79 h 152"/>
                <a:gd name="T66" fmla="*/ 51 w 139"/>
                <a:gd name="T67" fmla="*/ 85 h 152"/>
                <a:gd name="T68" fmla="*/ 46 w 139"/>
                <a:gd name="T69" fmla="*/ 88 h 152"/>
                <a:gd name="T70" fmla="*/ 42 w 139"/>
                <a:gd name="T71" fmla="*/ 89 h 152"/>
                <a:gd name="T72" fmla="*/ 63 w 139"/>
                <a:gd name="T73" fmla="*/ 144 h 152"/>
                <a:gd name="T74" fmla="*/ 66 w 139"/>
                <a:gd name="T75" fmla="*/ 104 h 152"/>
                <a:gd name="T76" fmla="*/ 74 w 139"/>
                <a:gd name="T77" fmla="*/ 104 h 152"/>
                <a:gd name="T78" fmla="*/ 76 w 139"/>
                <a:gd name="T79" fmla="*/ 145 h 152"/>
                <a:gd name="T80" fmla="*/ 97 w 139"/>
                <a:gd name="T81" fmla="*/ 89 h 152"/>
                <a:gd name="T82" fmla="*/ 93 w 139"/>
                <a:gd name="T83" fmla="*/ 88 h 152"/>
                <a:gd name="T84" fmla="*/ 88 w 139"/>
                <a:gd name="T85" fmla="*/ 85 h 152"/>
                <a:gd name="T86" fmla="*/ 84 w 139"/>
                <a:gd name="T87" fmla="*/ 79 h 152"/>
                <a:gd name="T88" fmla="*/ 55 w 139"/>
                <a:gd name="T89" fmla="*/ 79 h 152"/>
                <a:gd name="T90" fmla="*/ 75 w 139"/>
                <a:gd name="T91" fmla="*/ 90 h 152"/>
                <a:gd name="T92" fmla="*/ 77 w 139"/>
                <a:gd name="T93" fmla="*/ 96 h 152"/>
                <a:gd name="T94" fmla="*/ 74 w 139"/>
                <a:gd name="T95" fmla="*/ 101 h 152"/>
                <a:gd name="T96" fmla="*/ 66 w 139"/>
                <a:gd name="T97" fmla="*/ 101 h 152"/>
                <a:gd name="T98" fmla="*/ 62 w 139"/>
                <a:gd name="T99" fmla="*/ 96 h 152"/>
                <a:gd name="T100" fmla="*/ 64 w 139"/>
                <a:gd name="T101" fmla="*/ 90 h 152"/>
                <a:gd name="T102" fmla="*/ 64 w 139"/>
                <a:gd name="T103" fmla="*/ 90 h 152"/>
                <a:gd name="T104" fmla="*/ 75 w 139"/>
                <a:gd name="T105" fmla="*/ 9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9" h="152">
                  <a:moveTo>
                    <a:pt x="70" y="152"/>
                  </a:moveTo>
                  <a:cubicBezTo>
                    <a:pt x="25" y="152"/>
                    <a:pt x="25" y="152"/>
                    <a:pt x="25" y="152"/>
                  </a:cubicBezTo>
                  <a:cubicBezTo>
                    <a:pt x="24" y="152"/>
                    <a:pt x="23" y="151"/>
                    <a:pt x="23" y="150"/>
                  </a:cubicBezTo>
                  <a:cubicBezTo>
                    <a:pt x="23" y="148"/>
                    <a:pt x="23" y="148"/>
                    <a:pt x="23" y="148"/>
                  </a:cubicBezTo>
                  <a:cubicBezTo>
                    <a:pt x="23" y="148"/>
                    <a:pt x="7" y="148"/>
                    <a:pt x="5" y="148"/>
                  </a:cubicBezTo>
                  <a:cubicBezTo>
                    <a:pt x="2" y="148"/>
                    <a:pt x="0" y="148"/>
                    <a:pt x="0" y="145"/>
                  </a:cubicBezTo>
                  <a:cubicBezTo>
                    <a:pt x="0" y="140"/>
                    <a:pt x="1" y="128"/>
                    <a:pt x="7" y="111"/>
                  </a:cubicBezTo>
                  <a:cubicBezTo>
                    <a:pt x="15" y="87"/>
                    <a:pt x="45" y="81"/>
                    <a:pt x="45" y="81"/>
                  </a:cubicBezTo>
                  <a:cubicBezTo>
                    <a:pt x="51" y="74"/>
                    <a:pt x="51" y="74"/>
                    <a:pt x="51" y="74"/>
                  </a:cubicBezTo>
                  <a:cubicBezTo>
                    <a:pt x="48" y="70"/>
                    <a:pt x="46" y="64"/>
                    <a:pt x="45" y="62"/>
                  </a:cubicBezTo>
                  <a:cubicBezTo>
                    <a:pt x="44" y="60"/>
                    <a:pt x="40" y="57"/>
                    <a:pt x="39" y="52"/>
                  </a:cubicBezTo>
                  <a:cubicBezTo>
                    <a:pt x="37" y="47"/>
                    <a:pt x="38" y="46"/>
                    <a:pt x="39" y="43"/>
                  </a:cubicBezTo>
                  <a:cubicBezTo>
                    <a:pt x="35" y="0"/>
                    <a:pt x="70" y="3"/>
                    <a:pt x="70" y="3"/>
                  </a:cubicBezTo>
                  <a:cubicBezTo>
                    <a:pt x="70" y="3"/>
                    <a:pt x="70" y="3"/>
                    <a:pt x="70" y="3"/>
                  </a:cubicBezTo>
                  <a:cubicBezTo>
                    <a:pt x="70" y="3"/>
                    <a:pt x="104" y="0"/>
                    <a:pt x="100" y="43"/>
                  </a:cubicBezTo>
                  <a:cubicBezTo>
                    <a:pt x="101" y="46"/>
                    <a:pt x="102" y="47"/>
                    <a:pt x="100" y="52"/>
                  </a:cubicBezTo>
                  <a:cubicBezTo>
                    <a:pt x="99" y="57"/>
                    <a:pt x="95" y="60"/>
                    <a:pt x="94" y="62"/>
                  </a:cubicBezTo>
                  <a:cubicBezTo>
                    <a:pt x="93" y="64"/>
                    <a:pt x="91" y="70"/>
                    <a:pt x="88" y="74"/>
                  </a:cubicBezTo>
                  <a:cubicBezTo>
                    <a:pt x="94" y="81"/>
                    <a:pt x="94" y="81"/>
                    <a:pt x="94" y="81"/>
                  </a:cubicBezTo>
                  <a:cubicBezTo>
                    <a:pt x="94" y="81"/>
                    <a:pt x="124" y="87"/>
                    <a:pt x="133" y="111"/>
                  </a:cubicBezTo>
                  <a:cubicBezTo>
                    <a:pt x="139" y="128"/>
                    <a:pt x="139" y="140"/>
                    <a:pt x="139" y="145"/>
                  </a:cubicBezTo>
                  <a:cubicBezTo>
                    <a:pt x="139" y="148"/>
                    <a:pt x="137" y="148"/>
                    <a:pt x="134" y="148"/>
                  </a:cubicBezTo>
                  <a:cubicBezTo>
                    <a:pt x="132" y="148"/>
                    <a:pt x="116" y="148"/>
                    <a:pt x="116" y="148"/>
                  </a:cubicBezTo>
                  <a:cubicBezTo>
                    <a:pt x="116" y="150"/>
                    <a:pt x="116" y="150"/>
                    <a:pt x="116" y="150"/>
                  </a:cubicBezTo>
                  <a:cubicBezTo>
                    <a:pt x="116" y="151"/>
                    <a:pt x="115" y="152"/>
                    <a:pt x="114" y="152"/>
                  </a:cubicBezTo>
                  <a:cubicBezTo>
                    <a:pt x="69" y="152"/>
                    <a:pt x="69" y="152"/>
                    <a:pt x="69" y="152"/>
                  </a:cubicBezTo>
                  <a:lnTo>
                    <a:pt x="70" y="152"/>
                  </a:lnTo>
                  <a:close/>
                  <a:moveTo>
                    <a:pt x="79" y="29"/>
                  </a:moveTo>
                  <a:cubicBezTo>
                    <a:pt x="79" y="29"/>
                    <a:pt x="67" y="43"/>
                    <a:pt x="48" y="43"/>
                  </a:cubicBezTo>
                  <a:cubicBezTo>
                    <a:pt x="48" y="49"/>
                    <a:pt x="54" y="78"/>
                    <a:pt x="69" y="78"/>
                  </a:cubicBezTo>
                  <a:cubicBezTo>
                    <a:pt x="82" y="78"/>
                    <a:pt x="89" y="66"/>
                    <a:pt x="92" y="39"/>
                  </a:cubicBezTo>
                  <a:cubicBezTo>
                    <a:pt x="85" y="35"/>
                    <a:pt x="83" y="34"/>
                    <a:pt x="79" y="29"/>
                  </a:cubicBezTo>
                  <a:close/>
                  <a:moveTo>
                    <a:pt x="55" y="79"/>
                  </a:moveTo>
                  <a:cubicBezTo>
                    <a:pt x="51" y="85"/>
                    <a:pt x="51" y="85"/>
                    <a:pt x="51" y="85"/>
                  </a:cubicBezTo>
                  <a:cubicBezTo>
                    <a:pt x="49" y="86"/>
                    <a:pt x="48" y="88"/>
                    <a:pt x="46" y="88"/>
                  </a:cubicBezTo>
                  <a:cubicBezTo>
                    <a:pt x="42" y="89"/>
                    <a:pt x="42" y="89"/>
                    <a:pt x="42" y="89"/>
                  </a:cubicBezTo>
                  <a:cubicBezTo>
                    <a:pt x="63" y="144"/>
                    <a:pt x="63" y="144"/>
                    <a:pt x="63" y="144"/>
                  </a:cubicBezTo>
                  <a:cubicBezTo>
                    <a:pt x="66" y="104"/>
                    <a:pt x="66" y="104"/>
                    <a:pt x="66" y="104"/>
                  </a:cubicBezTo>
                  <a:cubicBezTo>
                    <a:pt x="74" y="104"/>
                    <a:pt x="74" y="104"/>
                    <a:pt x="74" y="104"/>
                  </a:cubicBezTo>
                  <a:cubicBezTo>
                    <a:pt x="76" y="145"/>
                    <a:pt x="76" y="145"/>
                    <a:pt x="76" y="145"/>
                  </a:cubicBezTo>
                  <a:cubicBezTo>
                    <a:pt x="97" y="89"/>
                    <a:pt x="97" y="89"/>
                    <a:pt x="97" y="89"/>
                  </a:cubicBezTo>
                  <a:cubicBezTo>
                    <a:pt x="93" y="88"/>
                    <a:pt x="93" y="88"/>
                    <a:pt x="93" y="88"/>
                  </a:cubicBezTo>
                  <a:cubicBezTo>
                    <a:pt x="91" y="88"/>
                    <a:pt x="89" y="86"/>
                    <a:pt x="88" y="85"/>
                  </a:cubicBezTo>
                  <a:cubicBezTo>
                    <a:pt x="84" y="79"/>
                    <a:pt x="84" y="79"/>
                    <a:pt x="84" y="79"/>
                  </a:cubicBezTo>
                  <a:cubicBezTo>
                    <a:pt x="75" y="87"/>
                    <a:pt x="65" y="88"/>
                    <a:pt x="55" y="79"/>
                  </a:cubicBezTo>
                  <a:close/>
                  <a:moveTo>
                    <a:pt x="75" y="90"/>
                  </a:moveTo>
                  <a:cubicBezTo>
                    <a:pt x="77" y="96"/>
                    <a:pt x="77" y="96"/>
                    <a:pt x="77" y="96"/>
                  </a:cubicBezTo>
                  <a:cubicBezTo>
                    <a:pt x="74" y="101"/>
                    <a:pt x="74" y="101"/>
                    <a:pt x="74" y="101"/>
                  </a:cubicBezTo>
                  <a:cubicBezTo>
                    <a:pt x="66" y="101"/>
                    <a:pt x="66" y="101"/>
                    <a:pt x="66" y="101"/>
                  </a:cubicBezTo>
                  <a:cubicBezTo>
                    <a:pt x="62" y="96"/>
                    <a:pt x="62" y="96"/>
                    <a:pt x="62" y="96"/>
                  </a:cubicBezTo>
                  <a:cubicBezTo>
                    <a:pt x="64" y="90"/>
                    <a:pt x="64" y="90"/>
                    <a:pt x="64" y="90"/>
                  </a:cubicBezTo>
                  <a:cubicBezTo>
                    <a:pt x="64" y="90"/>
                    <a:pt x="64" y="90"/>
                    <a:pt x="64" y="90"/>
                  </a:cubicBezTo>
                  <a:lnTo>
                    <a:pt x="75" y="9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60" name="Rectangle 259">
            <a:extLst>
              <a:ext uri="{FF2B5EF4-FFF2-40B4-BE49-F238E27FC236}">
                <a16:creationId xmlns:a16="http://schemas.microsoft.com/office/drawing/2014/main" id="{1D2CBDB8-EA28-E316-F2AF-8D6B0C04FB81}"/>
              </a:ext>
            </a:extLst>
          </p:cNvPr>
          <p:cNvSpPr/>
          <p:nvPr/>
        </p:nvSpPr>
        <p:spPr>
          <a:xfrm>
            <a:off x="554737" y="4489593"/>
            <a:ext cx="11082526" cy="90185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61" name="Rectangle 260">
            <a:extLst>
              <a:ext uri="{FF2B5EF4-FFF2-40B4-BE49-F238E27FC236}">
                <a16:creationId xmlns:a16="http://schemas.microsoft.com/office/drawing/2014/main" id="{CA0A6D2F-B62E-6B22-BEB6-E4FFC122B49B}"/>
              </a:ext>
            </a:extLst>
          </p:cNvPr>
          <p:cNvSpPr/>
          <p:nvPr/>
        </p:nvSpPr>
        <p:spPr>
          <a:xfrm>
            <a:off x="554737" y="4480067"/>
            <a:ext cx="3377588" cy="901859"/>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62" name="Title 18">
            <a:extLst>
              <a:ext uri="{FF2B5EF4-FFF2-40B4-BE49-F238E27FC236}">
                <a16:creationId xmlns:a16="http://schemas.microsoft.com/office/drawing/2014/main" id="{6C117E8E-537E-5529-1E2E-EBEAAD0F2257}"/>
              </a:ext>
            </a:extLst>
          </p:cNvPr>
          <p:cNvSpPr txBox="1">
            <a:spLocks/>
          </p:cNvSpPr>
          <p:nvPr/>
        </p:nvSpPr>
        <p:spPr>
          <a:xfrm>
            <a:off x="1805489" y="4714436"/>
            <a:ext cx="1469543"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#4</a:t>
            </a:r>
          </a:p>
        </p:txBody>
      </p:sp>
      <p:sp>
        <p:nvSpPr>
          <p:cNvPr id="263" name="Title 18">
            <a:extLst>
              <a:ext uri="{FF2B5EF4-FFF2-40B4-BE49-F238E27FC236}">
                <a16:creationId xmlns:a16="http://schemas.microsoft.com/office/drawing/2014/main" id="{7948D3D8-17EE-D242-238E-C2918281659F}"/>
              </a:ext>
            </a:extLst>
          </p:cNvPr>
          <p:cNvSpPr txBox="1">
            <a:spLocks/>
          </p:cNvSpPr>
          <p:nvPr/>
        </p:nvSpPr>
        <p:spPr>
          <a:xfrm>
            <a:off x="4144075" y="4753348"/>
            <a:ext cx="6925082"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4 Description</a:t>
            </a:r>
          </a:p>
        </p:txBody>
      </p:sp>
      <p:grpSp>
        <p:nvGrpSpPr>
          <p:cNvPr id="264" name="Group 263">
            <a:extLst>
              <a:ext uri="{FF2B5EF4-FFF2-40B4-BE49-F238E27FC236}">
                <a16:creationId xmlns:a16="http://schemas.microsoft.com/office/drawing/2014/main" id="{A9E9A15A-31A7-5D99-3BC2-D15F94412E10}"/>
              </a:ext>
            </a:extLst>
          </p:cNvPr>
          <p:cNvGrpSpPr/>
          <p:nvPr/>
        </p:nvGrpSpPr>
        <p:grpSpPr>
          <a:xfrm>
            <a:off x="980144" y="4790028"/>
            <a:ext cx="350022" cy="320038"/>
            <a:chOff x="702609" y="4157721"/>
            <a:chExt cx="350022" cy="320038"/>
          </a:xfrm>
        </p:grpSpPr>
        <p:sp>
          <p:nvSpPr>
            <p:cNvPr id="265" name="Freeform 101">
              <a:extLst>
                <a:ext uri="{FF2B5EF4-FFF2-40B4-BE49-F238E27FC236}">
                  <a16:creationId xmlns:a16="http://schemas.microsoft.com/office/drawing/2014/main" id="{AE22954C-DB9E-45AB-F14C-B18B42957383}"/>
                </a:ext>
              </a:extLst>
            </p:cNvPr>
            <p:cNvSpPr>
              <a:spLocks/>
            </p:cNvSpPr>
            <p:nvPr/>
          </p:nvSpPr>
          <p:spPr bwMode="auto">
            <a:xfrm>
              <a:off x="816535" y="4157721"/>
              <a:ext cx="133413" cy="51716"/>
            </a:xfrm>
            <a:custGeom>
              <a:avLst/>
              <a:gdLst>
                <a:gd name="T0" fmla="*/ 75 w 75"/>
                <a:gd name="T1" fmla="*/ 29 h 29"/>
                <a:gd name="T2" fmla="*/ 62 w 75"/>
                <a:gd name="T3" fmla="*/ 29 h 29"/>
                <a:gd name="T4" fmla="*/ 62 w 75"/>
                <a:gd name="T5" fmla="*/ 15 h 29"/>
                <a:gd name="T6" fmla="*/ 60 w 75"/>
                <a:gd name="T7" fmla="*/ 14 h 29"/>
                <a:gd name="T8" fmla="*/ 15 w 75"/>
                <a:gd name="T9" fmla="*/ 14 h 29"/>
                <a:gd name="T10" fmla="*/ 14 w 75"/>
                <a:gd name="T11" fmla="*/ 15 h 29"/>
                <a:gd name="T12" fmla="*/ 14 w 75"/>
                <a:gd name="T13" fmla="*/ 29 h 29"/>
                <a:gd name="T14" fmla="*/ 0 w 75"/>
                <a:gd name="T15" fmla="*/ 29 h 29"/>
                <a:gd name="T16" fmla="*/ 0 w 75"/>
                <a:gd name="T17" fmla="*/ 15 h 29"/>
                <a:gd name="T18" fmla="*/ 15 w 75"/>
                <a:gd name="T19" fmla="*/ 0 h 29"/>
                <a:gd name="T20" fmla="*/ 60 w 75"/>
                <a:gd name="T21" fmla="*/ 0 h 29"/>
                <a:gd name="T22" fmla="*/ 75 w 75"/>
                <a:gd name="T23" fmla="*/ 15 h 29"/>
                <a:gd name="T24" fmla="*/ 75 w 75"/>
                <a:gd name="T2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29">
                  <a:moveTo>
                    <a:pt x="75" y="29"/>
                  </a:moveTo>
                  <a:cubicBezTo>
                    <a:pt x="62" y="29"/>
                    <a:pt x="62" y="29"/>
                    <a:pt x="62" y="29"/>
                  </a:cubicBezTo>
                  <a:cubicBezTo>
                    <a:pt x="62" y="15"/>
                    <a:pt x="62" y="15"/>
                    <a:pt x="62" y="15"/>
                  </a:cubicBezTo>
                  <a:cubicBezTo>
                    <a:pt x="62" y="14"/>
                    <a:pt x="61" y="14"/>
                    <a:pt x="60" y="14"/>
                  </a:cubicBezTo>
                  <a:cubicBezTo>
                    <a:pt x="15" y="14"/>
                    <a:pt x="15" y="14"/>
                    <a:pt x="15" y="14"/>
                  </a:cubicBezTo>
                  <a:cubicBezTo>
                    <a:pt x="14" y="14"/>
                    <a:pt x="14" y="14"/>
                    <a:pt x="14" y="15"/>
                  </a:cubicBezTo>
                  <a:cubicBezTo>
                    <a:pt x="14" y="29"/>
                    <a:pt x="14" y="29"/>
                    <a:pt x="14" y="29"/>
                  </a:cubicBezTo>
                  <a:cubicBezTo>
                    <a:pt x="0" y="29"/>
                    <a:pt x="0" y="29"/>
                    <a:pt x="0" y="29"/>
                  </a:cubicBezTo>
                  <a:cubicBezTo>
                    <a:pt x="0" y="15"/>
                    <a:pt x="0" y="15"/>
                    <a:pt x="0" y="15"/>
                  </a:cubicBezTo>
                  <a:cubicBezTo>
                    <a:pt x="0" y="7"/>
                    <a:pt x="7" y="0"/>
                    <a:pt x="15" y="0"/>
                  </a:cubicBezTo>
                  <a:cubicBezTo>
                    <a:pt x="60" y="0"/>
                    <a:pt x="60" y="0"/>
                    <a:pt x="60" y="0"/>
                  </a:cubicBezTo>
                  <a:cubicBezTo>
                    <a:pt x="68" y="0"/>
                    <a:pt x="75" y="7"/>
                    <a:pt x="75" y="15"/>
                  </a:cubicBezTo>
                  <a:lnTo>
                    <a:pt x="75" y="2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102">
              <a:extLst>
                <a:ext uri="{FF2B5EF4-FFF2-40B4-BE49-F238E27FC236}">
                  <a16:creationId xmlns:a16="http://schemas.microsoft.com/office/drawing/2014/main" id="{EACCA413-0EAC-A513-CF53-70DAD9D3D8B9}"/>
                </a:ext>
              </a:extLst>
            </p:cNvPr>
            <p:cNvSpPr>
              <a:spLocks noEditPoints="1"/>
            </p:cNvSpPr>
            <p:nvPr/>
          </p:nvSpPr>
          <p:spPr bwMode="auto">
            <a:xfrm>
              <a:off x="702609" y="4219930"/>
              <a:ext cx="350022" cy="257829"/>
            </a:xfrm>
            <a:custGeom>
              <a:avLst/>
              <a:gdLst>
                <a:gd name="T0" fmla="*/ 190 w 197"/>
                <a:gd name="T1" fmla="*/ 145 h 145"/>
                <a:gd name="T2" fmla="*/ 7 w 197"/>
                <a:gd name="T3" fmla="*/ 145 h 145"/>
                <a:gd name="T4" fmla="*/ 0 w 197"/>
                <a:gd name="T5" fmla="*/ 138 h 145"/>
                <a:gd name="T6" fmla="*/ 0 w 197"/>
                <a:gd name="T7" fmla="*/ 7 h 145"/>
                <a:gd name="T8" fmla="*/ 7 w 197"/>
                <a:gd name="T9" fmla="*/ 0 h 145"/>
                <a:gd name="T10" fmla="*/ 190 w 197"/>
                <a:gd name="T11" fmla="*/ 0 h 145"/>
                <a:gd name="T12" fmla="*/ 197 w 197"/>
                <a:gd name="T13" fmla="*/ 7 h 145"/>
                <a:gd name="T14" fmla="*/ 197 w 197"/>
                <a:gd name="T15" fmla="*/ 138 h 145"/>
                <a:gd name="T16" fmla="*/ 190 w 197"/>
                <a:gd name="T17" fmla="*/ 145 h 145"/>
                <a:gd name="T18" fmla="*/ 99 w 197"/>
                <a:gd name="T19" fmla="*/ 16 h 145"/>
                <a:gd name="T20" fmla="*/ 41 w 197"/>
                <a:gd name="T21" fmla="*/ 73 h 145"/>
                <a:gd name="T22" fmla="*/ 99 w 197"/>
                <a:gd name="T23" fmla="*/ 130 h 145"/>
                <a:gd name="T24" fmla="*/ 156 w 197"/>
                <a:gd name="T25" fmla="*/ 73 h 145"/>
                <a:gd name="T26" fmla="*/ 99 w 197"/>
                <a:gd name="T27" fmla="*/ 16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7" h="145">
                  <a:moveTo>
                    <a:pt x="190" y="145"/>
                  </a:moveTo>
                  <a:cubicBezTo>
                    <a:pt x="7" y="145"/>
                    <a:pt x="7" y="145"/>
                    <a:pt x="7" y="145"/>
                  </a:cubicBezTo>
                  <a:cubicBezTo>
                    <a:pt x="3" y="145"/>
                    <a:pt x="0" y="142"/>
                    <a:pt x="0" y="138"/>
                  </a:cubicBezTo>
                  <a:cubicBezTo>
                    <a:pt x="0" y="7"/>
                    <a:pt x="0" y="7"/>
                    <a:pt x="0" y="7"/>
                  </a:cubicBezTo>
                  <a:cubicBezTo>
                    <a:pt x="0" y="3"/>
                    <a:pt x="3" y="0"/>
                    <a:pt x="7" y="0"/>
                  </a:cubicBezTo>
                  <a:cubicBezTo>
                    <a:pt x="190" y="0"/>
                    <a:pt x="190" y="0"/>
                    <a:pt x="190" y="0"/>
                  </a:cubicBezTo>
                  <a:cubicBezTo>
                    <a:pt x="194" y="0"/>
                    <a:pt x="197" y="3"/>
                    <a:pt x="197" y="7"/>
                  </a:cubicBezTo>
                  <a:cubicBezTo>
                    <a:pt x="197" y="138"/>
                    <a:pt x="197" y="138"/>
                    <a:pt x="197" y="138"/>
                  </a:cubicBezTo>
                  <a:cubicBezTo>
                    <a:pt x="197" y="142"/>
                    <a:pt x="194" y="145"/>
                    <a:pt x="190" y="145"/>
                  </a:cubicBezTo>
                  <a:close/>
                  <a:moveTo>
                    <a:pt x="99" y="16"/>
                  </a:moveTo>
                  <a:cubicBezTo>
                    <a:pt x="67" y="16"/>
                    <a:pt x="41" y="41"/>
                    <a:pt x="41" y="73"/>
                  </a:cubicBezTo>
                  <a:cubicBezTo>
                    <a:pt x="41" y="105"/>
                    <a:pt x="67" y="130"/>
                    <a:pt x="99" y="130"/>
                  </a:cubicBezTo>
                  <a:cubicBezTo>
                    <a:pt x="130" y="130"/>
                    <a:pt x="156" y="105"/>
                    <a:pt x="156" y="73"/>
                  </a:cubicBezTo>
                  <a:cubicBezTo>
                    <a:pt x="156" y="41"/>
                    <a:pt x="130" y="16"/>
                    <a:pt x="99"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103">
              <a:extLst>
                <a:ext uri="{FF2B5EF4-FFF2-40B4-BE49-F238E27FC236}">
                  <a16:creationId xmlns:a16="http://schemas.microsoft.com/office/drawing/2014/main" id="{5D378F3B-450A-7F85-B38A-75F79D0FC924}"/>
                </a:ext>
              </a:extLst>
            </p:cNvPr>
            <p:cNvSpPr>
              <a:spLocks/>
            </p:cNvSpPr>
            <p:nvPr/>
          </p:nvSpPr>
          <p:spPr bwMode="auto">
            <a:xfrm>
              <a:off x="814286" y="4271646"/>
              <a:ext cx="128167" cy="165641"/>
            </a:xfrm>
            <a:custGeom>
              <a:avLst/>
              <a:gdLst>
                <a:gd name="T0" fmla="*/ 63 w 72"/>
                <a:gd name="T1" fmla="*/ 78 h 93"/>
                <a:gd name="T2" fmla="*/ 63 w 72"/>
                <a:gd name="T3" fmla="*/ 78 h 93"/>
                <a:gd name="T4" fmla="*/ 42 w 72"/>
                <a:gd name="T5" fmla="*/ 86 h 93"/>
                <a:gd name="T6" fmla="*/ 42 w 72"/>
                <a:gd name="T7" fmla="*/ 93 h 93"/>
                <a:gd name="T8" fmla="*/ 29 w 72"/>
                <a:gd name="T9" fmla="*/ 93 h 93"/>
                <a:gd name="T10" fmla="*/ 29 w 72"/>
                <a:gd name="T11" fmla="*/ 86 h 93"/>
                <a:gd name="T12" fmla="*/ 8 w 72"/>
                <a:gd name="T13" fmla="*/ 78 h 93"/>
                <a:gd name="T14" fmla="*/ 2 w 72"/>
                <a:gd name="T15" fmla="*/ 57 h 93"/>
                <a:gd name="T16" fmla="*/ 29 w 72"/>
                <a:gd name="T17" fmla="*/ 57 h 93"/>
                <a:gd name="T18" fmla="*/ 29 w 72"/>
                <a:gd name="T19" fmla="*/ 69 h 93"/>
                <a:gd name="T20" fmla="*/ 33 w 72"/>
                <a:gd name="T21" fmla="*/ 74 h 93"/>
                <a:gd name="T22" fmla="*/ 39 w 72"/>
                <a:gd name="T23" fmla="*/ 72 h 93"/>
                <a:gd name="T24" fmla="*/ 40 w 72"/>
                <a:gd name="T25" fmla="*/ 67 h 93"/>
                <a:gd name="T26" fmla="*/ 39 w 72"/>
                <a:gd name="T27" fmla="*/ 60 h 93"/>
                <a:gd name="T28" fmla="*/ 31 w 72"/>
                <a:gd name="T29" fmla="*/ 54 h 93"/>
                <a:gd name="T30" fmla="*/ 5 w 72"/>
                <a:gd name="T31" fmla="*/ 37 h 93"/>
                <a:gd name="T32" fmla="*/ 5 w 72"/>
                <a:gd name="T33" fmla="*/ 16 h 93"/>
                <a:gd name="T34" fmla="*/ 29 w 72"/>
                <a:gd name="T35" fmla="*/ 7 h 93"/>
                <a:gd name="T36" fmla="*/ 29 w 72"/>
                <a:gd name="T37" fmla="*/ 0 h 93"/>
                <a:gd name="T38" fmla="*/ 42 w 72"/>
                <a:gd name="T39" fmla="*/ 0 h 93"/>
                <a:gd name="T40" fmla="*/ 42 w 72"/>
                <a:gd name="T41" fmla="*/ 7 h 93"/>
                <a:gd name="T42" fmla="*/ 67 w 72"/>
                <a:gd name="T43" fmla="*/ 30 h 93"/>
                <a:gd name="T44" fmla="*/ 39 w 72"/>
                <a:gd name="T45" fmla="*/ 30 h 93"/>
                <a:gd name="T46" fmla="*/ 36 w 72"/>
                <a:gd name="T47" fmla="*/ 19 h 93"/>
                <a:gd name="T48" fmla="*/ 31 w 72"/>
                <a:gd name="T49" fmla="*/ 19 h 93"/>
                <a:gd name="T50" fmla="*/ 30 w 72"/>
                <a:gd name="T51" fmla="*/ 29 h 93"/>
                <a:gd name="T52" fmla="*/ 37 w 72"/>
                <a:gd name="T53" fmla="*/ 33 h 93"/>
                <a:gd name="T54" fmla="*/ 55 w 72"/>
                <a:gd name="T55" fmla="*/ 41 h 93"/>
                <a:gd name="T56" fmla="*/ 67 w 72"/>
                <a:gd name="T57" fmla="*/ 51 h 93"/>
                <a:gd name="T58" fmla="*/ 63 w 72"/>
                <a:gd name="T59" fmla="*/ 7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2" h="93">
                  <a:moveTo>
                    <a:pt x="63" y="78"/>
                  </a:moveTo>
                  <a:cubicBezTo>
                    <a:pt x="63" y="78"/>
                    <a:pt x="63" y="78"/>
                    <a:pt x="63" y="78"/>
                  </a:cubicBezTo>
                  <a:cubicBezTo>
                    <a:pt x="57" y="83"/>
                    <a:pt x="49" y="85"/>
                    <a:pt x="42" y="86"/>
                  </a:cubicBezTo>
                  <a:cubicBezTo>
                    <a:pt x="42" y="93"/>
                    <a:pt x="42" y="93"/>
                    <a:pt x="42" y="93"/>
                  </a:cubicBezTo>
                  <a:cubicBezTo>
                    <a:pt x="29" y="93"/>
                    <a:pt x="29" y="93"/>
                    <a:pt x="29" y="93"/>
                  </a:cubicBezTo>
                  <a:cubicBezTo>
                    <a:pt x="29" y="86"/>
                    <a:pt x="29" y="86"/>
                    <a:pt x="29" y="86"/>
                  </a:cubicBezTo>
                  <a:cubicBezTo>
                    <a:pt x="22" y="85"/>
                    <a:pt x="14" y="83"/>
                    <a:pt x="8" y="78"/>
                  </a:cubicBezTo>
                  <a:cubicBezTo>
                    <a:pt x="2" y="73"/>
                    <a:pt x="2" y="65"/>
                    <a:pt x="2" y="57"/>
                  </a:cubicBezTo>
                  <a:cubicBezTo>
                    <a:pt x="29" y="57"/>
                    <a:pt x="29" y="57"/>
                    <a:pt x="29" y="57"/>
                  </a:cubicBezTo>
                  <a:cubicBezTo>
                    <a:pt x="29" y="61"/>
                    <a:pt x="29" y="65"/>
                    <a:pt x="29" y="69"/>
                  </a:cubicBezTo>
                  <a:cubicBezTo>
                    <a:pt x="30" y="71"/>
                    <a:pt x="30" y="74"/>
                    <a:pt x="33" y="74"/>
                  </a:cubicBezTo>
                  <a:cubicBezTo>
                    <a:pt x="35" y="74"/>
                    <a:pt x="37" y="74"/>
                    <a:pt x="39" y="72"/>
                  </a:cubicBezTo>
                  <a:cubicBezTo>
                    <a:pt x="40" y="71"/>
                    <a:pt x="40" y="69"/>
                    <a:pt x="40" y="67"/>
                  </a:cubicBezTo>
                  <a:cubicBezTo>
                    <a:pt x="39" y="65"/>
                    <a:pt x="39" y="62"/>
                    <a:pt x="39" y="60"/>
                  </a:cubicBezTo>
                  <a:cubicBezTo>
                    <a:pt x="38" y="57"/>
                    <a:pt x="34" y="55"/>
                    <a:pt x="31" y="54"/>
                  </a:cubicBezTo>
                  <a:cubicBezTo>
                    <a:pt x="22" y="49"/>
                    <a:pt x="11" y="46"/>
                    <a:pt x="5" y="37"/>
                  </a:cubicBezTo>
                  <a:cubicBezTo>
                    <a:pt x="1" y="31"/>
                    <a:pt x="0" y="22"/>
                    <a:pt x="5" y="16"/>
                  </a:cubicBezTo>
                  <a:cubicBezTo>
                    <a:pt x="11" y="9"/>
                    <a:pt x="21" y="7"/>
                    <a:pt x="29" y="7"/>
                  </a:cubicBezTo>
                  <a:cubicBezTo>
                    <a:pt x="29" y="0"/>
                    <a:pt x="29" y="0"/>
                    <a:pt x="29" y="0"/>
                  </a:cubicBezTo>
                  <a:cubicBezTo>
                    <a:pt x="42" y="0"/>
                    <a:pt x="42" y="0"/>
                    <a:pt x="42" y="0"/>
                  </a:cubicBezTo>
                  <a:cubicBezTo>
                    <a:pt x="42" y="7"/>
                    <a:pt x="42" y="7"/>
                    <a:pt x="42" y="7"/>
                  </a:cubicBezTo>
                  <a:cubicBezTo>
                    <a:pt x="56" y="8"/>
                    <a:pt x="69" y="14"/>
                    <a:pt x="67" y="30"/>
                  </a:cubicBezTo>
                  <a:cubicBezTo>
                    <a:pt x="39" y="30"/>
                    <a:pt x="39" y="30"/>
                    <a:pt x="39" y="30"/>
                  </a:cubicBezTo>
                  <a:cubicBezTo>
                    <a:pt x="39" y="27"/>
                    <a:pt x="40" y="19"/>
                    <a:pt x="36" y="19"/>
                  </a:cubicBezTo>
                  <a:cubicBezTo>
                    <a:pt x="35" y="18"/>
                    <a:pt x="33" y="18"/>
                    <a:pt x="31" y="19"/>
                  </a:cubicBezTo>
                  <a:cubicBezTo>
                    <a:pt x="29" y="21"/>
                    <a:pt x="29" y="26"/>
                    <a:pt x="30" y="29"/>
                  </a:cubicBezTo>
                  <a:cubicBezTo>
                    <a:pt x="32" y="31"/>
                    <a:pt x="35" y="32"/>
                    <a:pt x="37" y="33"/>
                  </a:cubicBezTo>
                  <a:cubicBezTo>
                    <a:pt x="43" y="36"/>
                    <a:pt x="50" y="39"/>
                    <a:pt x="55" y="41"/>
                  </a:cubicBezTo>
                  <a:cubicBezTo>
                    <a:pt x="60" y="44"/>
                    <a:pt x="65" y="46"/>
                    <a:pt x="67" y="51"/>
                  </a:cubicBezTo>
                  <a:cubicBezTo>
                    <a:pt x="72" y="60"/>
                    <a:pt x="70" y="72"/>
                    <a:pt x="63" y="7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68" name="Rectangle 267">
            <a:extLst>
              <a:ext uri="{FF2B5EF4-FFF2-40B4-BE49-F238E27FC236}">
                <a16:creationId xmlns:a16="http://schemas.microsoft.com/office/drawing/2014/main" id="{C3C9AD13-DD57-F7B5-A38F-D49788458695}"/>
              </a:ext>
            </a:extLst>
          </p:cNvPr>
          <p:cNvSpPr/>
          <p:nvPr/>
        </p:nvSpPr>
        <p:spPr>
          <a:xfrm>
            <a:off x="554737" y="5485108"/>
            <a:ext cx="11082526" cy="901859"/>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69" name="Rectangle 268">
            <a:extLst>
              <a:ext uri="{FF2B5EF4-FFF2-40B4-BE49-F238E27FC236}">
                <a16:creationId xmlns:a16="http://schemas.microsoft.com/office/drawing/2014/main" id="{4C47A2B7-91FB-EE2F-FA1C-1F49EE9FCB7E}"/>
              </a:ext>
            </a:extLst>
          </p:cNvPr>
          <p:cNvSpPr/>
          <p:nvPr/>
        </p:nvSpPr>
        <p:spPr>
          <a:xfrm>
            <a:off x="554737" y="5485107"/>
            <a:ext cx="3377588" cy="901859"/>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70" name="Title 18">
            <a:extLst>
              <a:ext uri="{FF2B5EF4-FFF2-40B4-BE49-F238E27FC236}">
                <a16:creationId xmlns:a16="http://schemas.microsoft.com/office/drawing/2014/main" id="{E16A1170-3356-8F9D-CEBB-11C7CF318C55}"/>
              </a:ext>
            </a:extLst>
          </p:cNvPr>
          <p:cNvSpPr txBox="1">
            <a:spLocks/>
          </p:cNvSpPr>
          <p:nvPr/>
        </p:nvSpPr>
        <p:spPr>
          <a:xfrm>
            <a:off x="1805489" y="5700426"/>
            <a:ext cx="1890458"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2000" dirty="0">
                <a:solidFill>
                  <a:schemeClr val="bg1"/>
                </a:solidFill>
              </a:rPr>
              <a:t>Bullet #5</a:t>
            </a:r>
          </a:p>
        </p:txBody>
      </p:sp>
      <p:sp>
        <p:nvSpPr>
          <p:cNvPr id="271" name="Title 18">
            <a:extLst>
              <a:ext uri="{FF2B5EF4-FFF2-40B4-BE49-F238E27FC236}">
                <a16:creationId xmlns:a16="http://schemas.microsoft.com/office/drawing/2014/main" id="{E112B846-9912-7D77-F3B3-A19C9FBB1F65}"/>
              </a:ext>
            </a:extLst>
          </p:cNvPr>
          <p:cNvSpPr txBox="1">
            <a:spLocks/>
          </p:cNvSpPr>
          <p:nvPr/>
        </p:nvSpPr>
        <p:spPr>
          <a:xfrm>
            <a:off x="4144075" y="5739338"/>
            <a:ext cx="6925082" cy="393398"/>
          </a:xfrm>
          <a:prstGeom prst="rect">
            <a:avLst/>
          </a:prstGeom>
        </p:spPr>
        <p:txBody>
          <a:bodyPr vert="horz" lIns="0" tIns="0" rIns="0" bIns="0" rtlCol="0" anchor="ctr" anchorCtr="0">
            <a:noAutofit/>
          </a:bodyPr>
          <a:lstStyle>
            <a:lvl1pPr algn="l" defTabSz="914400" rtl="0" eaLnBrk="1" latinLnBrk="0" hangingPunct="1">
              <a:lnSpc>
                <a:spcPct val="70000"/>
              </a:lnSpc>
              <a:spcBef>
                <a:spcPct val="0"/>
              </a:spcBef>
              <a:buNone/>
              <a:defRPr sz="3600" kern="1200">
                <a:solidFill>
                  <a:schemeClr val="accent2"/>
                </a:solidFill>
                <a:latin typeface="+mj-lt"/>
                <a:ea typeface="+mj-ea"/>
                <a:cs typeface="+mj-cs"/>
              </a:defRPr>
            </a:lvl1pPr>
          </a:lstStyle>
          <a:p>
            <a:pPr>
              <a:lnSpc>
                <a:spcPct val="100000"/>
              </a:lnSpc>
            </a:pPr>
            <a:r>
              <a:rPr lang="en-US" sz="1200" dirty="0">
                <a:solidFill>
                  <a:schemeClr val="tx1"/>
                </a:solidFill>
                <a:latin typeface="+mn-lt"/>
              </a:rPr>
              <a:t>Bullet 5 Description</a:t>
            </a:r>
          </a:p>
        </p:txBody>
      </p:sp>
      <p:sp>
        <p:nvSpPr>
          <p:cNvPr id="272" name="Freeform: Shape 145">
            <a:extLst>
              <a:ext uri="{FF2B5EF4-FFF2-40B4-BE49-F238E27FC236}">
                <a16:creationId xmlns:a16="http://schemas.microsoft.com/office/drawing/2014/main" id="{A02D0F85-DB9C-E1B4-87A8-2FC955733084}"/>
              </a:ext>
            </a:extLst>
          </p:cNvPr>
          <p:cNvSpPr>
            <a:spLocks noChangeAspect="1"/>
          </p:cNvSpPr>
          <p:nvPr/>
        </p:nvSpPr>
        <p:spPr>
          <a:xfrm>
            <a:off x="918701" y="5730296"/>
            <a:ext cx="411465" cy="411480"/>
          </a:xfrm>
          <a:custGeom>
            <a:avLst/>
            <a:gdLst>
              <a:gd name="connsiteX0" fmla="*/ 669733 w 915294"/>
              <a:gd name="connsiteY0" fmla="*/ 785812 h 915327"/>
              <a:gd name="connsiteX1" fmla="*/ 580436 w 915294"/>
              <a:gd name="connsiteY1" fmla="*/ 785812 h 915327"/>
              <a:gd name="connsiteX2" fmla="*/ 580436 w 915294"/>
              <a:gd name="connsiteY2" fmla="*/ 892968 h 915327"/>
              <a:gd name="connsiteX3" fmla="*/ 558112 w 915294"/>
              <a:gd name="connsiteY3" fmla="*/ 915293 h 915327"/>
              <a:gd name="connsiteX4" fmla="*/ 357191 w 915294"/>
              <a:gd name="connsiteY4" fmla="*/ 915293 h 915327"/>
              <a:gd name="connsiteX5" fmla="*/ 334867 w 915294"/>
              <a:gd name="connsiteY5" fmla="*/ 892968 h 915327"/>
              <a:gd name="connsiteX6" fmla="*/ 334867 w 915294"/>
              <a:gd name="connsiteY6" fmla="*/ 785812 h 915327"/>
              <a:gd name="connsiteX7" fmla="*/ 245570 w 915294"/>
              <a:gd name="connsiteY7" fmla="*/ 785812 h 915327"/>
              <a:gd name="connsiteX8" fmla="*/ 245570 w 915294"/>
              <a:gd name="connsiteY8" fmla="*/ 892968 h 915327"/>
              <a:gd name="connsiteX9" fmla="*/ 223245 w 915294"/>
              <a:gd name="connsiteY9" fmla="*/ 915293 h 915327"/>
              <a:gd name="connsiteX10" fmla="*/ 22325 w 915294"/>
              <a:gd name="connsiteY10" fmla="*/ 915293 h 915327"/>
              <a:gd name="connsiteX11" fmla="*/ 0 w 915294"/>
              <a:gd name="connsiteY11" fmla="*/ 892968 h 915327"/>
              <a:gd name="connsiteX12" fmla="*/ 0 w 915294"/>
              <a:gd name="connsiteY12" fmla="*/ 756865 h 915327"/>
              <a:gd name="connsiteX13" fmla="*/ 22325 w 915294"/>
              <a:gd name="connsiteY13" fmla="*/ 734540 h 915327"/>
              <a:gd name="connsiteX14" fmla="*/ 111659 w 915294"/>
              <a:gd name="connsiteY14" fmla="*/ 734540 h 915327"/>
              <a:gd name="connsiteX15" fmla="*/ 111622 w 915294"/>
              <a:gd name="connsiteY15" fmla="*/ 682785 h 915327"/>
              <a:gd name="connsiteX16" fmla="*/ 162297 w 915294"/>
              <a:gd name="connsiteY16" fmla="*/ 632110 h 915327"/>
              <a:gd name="connsiteX17" fmla="*/ 177664 w 915294"/>
              <a:gd name="connsiteY17" fmla="*/ 632110 h 915327"/>
              <a:gd name="connsiteX18" fmla="*/ 177627 w 915294"/>
              <a:gd name="connsiteY18" fmla="*/ 38026 h 915327"/>
              <a:gd name="connsiteX19" fmla="*/ 215690 w 915294"/>
              <a:gd name="connsiteY19" fmla="*/ 0 h 915327"/>
              <a:gd name="connsiteX20" fmla="*/ 570344 w 915294"/>
              <a:gd name="connsiteY20" fmla="*/ 0 h 915327"/>
              <a:gd name="connsiteX21" fmla="*/ 578790 w 915294"/>
              <a:gd name="connsiteY21" fmla="*/ 3870 h 915327"/>
              <a:gd name="connsiteX22" fmla="*/ 733723 w 915294"/>
              <a:gd name="connsiteY22" fmla="*/ 158613 h 915327"/>
              <a:gd name="connsiteX23" fmla="*/ 737630 w 915294"/>
              <a:gd name="connsiteY23" fmla="*/ 167096 h 915327"/>
              <a:gd name="connsiteX24" fmla="*/ 737630 w 915294"/>
              <a:gd name="connsiteY24" fmla="*/ 632145 h 915327"/>
              <a:gd name="connsiteX25" fmla="*/ 752997 w 915294"/>
              <a:gd name="connsiteY25" fmla="*/ 632145 h 915327"/>
              <a:gd name="connsiteX26" fmla="*/ 803673 w 915294"/>
              <a:gd name="connsiteY26" fmla="*/ 682821 h 915327"/>
              <a:gd name="connsiteX27" fmla="*/ 803673 w 915294"/>
              <a:gd name="connsiteY27" fmla="*/ 734576 h 915327"/>
              <a:gd name="connsiteX28" fmla="*/ 892970 w 915294"/>
              <a:gd name="connsiteY28" fmla="*/ 734576 h 915327"/>
              <a:gd name="connsiteX29" fmla="*/ 915294 w 915294"/>
              <a:gd name="connsiteY29" fmla="*/ 756900 h 915327"/>
              <a:gd name="connsiteX30" fmla="*/ 915294 w 915294"/>
              <a:gd name="connsiteY30" fmla="*/ 893003 h 915327"/>
              <a:gd name="connsiteX31" fmla="*/ 892970 w 915294"/>
              <a:gd name="connsiteY31" fmla="*/ 915328 h 915327"/>
              <a:gd name="connsiteX32" fmla="*/ 692049 w 915294"/>
              <a:gd name="connsiteY32" fmla="*/ 915328 h 915327"/>
              <a:gd name="connsiteX33" fmla="*/ 669725 w 915294"/>
              <a:gd name="connsiteY33" fmla="*/ 893003 h 915327"/>
              <a:gd name="connsiteX34" fmla="*/ 468775 w 915294"/>
              <a:gd name="connsiteY34" fmla="*/ 552040 h 915327"/>
              <a:gd name="connsiteX35" fmla="*/ 468775 w 915294"/>
              <a:gd name="connsiteY35" fmla="*/ 632147 h 915327"/>
              <a:gd name="connsiteX36" fmla="*/ 715310 w 915294"/>
              <a:gd name="connsiteY36" fmla="*/ 632147 h 915327"/>
              <a:gd name="connsiteX37" fmla="*/ 715310 w 915294"/>
              <a:gd name="connsiteY37" fmla="*/ 178261 h 915327"/>
              <a:gd name="connsiteX38" fmla="*/ 614517 w 915294"/>
              <a:gd name="connsiteY38" fmla="*/ 178261 h 915327"/>
              <a:gd name="connsiteX39" fmla="*/ 559190 w 915294"/>
              <a:gd name="connsiteY39" fmla="*/ 122934 h 915327"/>
              <a:gd name="connsiteX40" fmla="*/ 559190 w 915294"/>
              <a:gd name="connsiteY40" fmla="*/ 22331 h 915327"/>
              <a:gd name="connsiteX41" fmla="*/ 215699 w 915294"/>
              <a:gd name="connsiteY41" fmla="*/ 22331 h 915327"/>
              <a:gd name="connsiteX42" fmla="*/ 199998 w 915294"/>
              <a:gd name="connsiteY42" fmla="*/ 38032 h 915327"/>
              <a:gd name="connsiteX43" fmla="*/ 199998 w 915294"/>
              <a:gd name="connsiteY43" fmla="*/ 632154 h 915327"/>
              <a:gd name="connsiteX44" fmla="*/ 446572 w 915294"/>
              <a:gd name="connsiteY44" fmla="*/ 632154 h 915327"/>
              <a:gd name="connsiteX45" fmla="*/ 446572 w 915294"/>
              <a:gd name="connsiteY45" fmla="*/ 552047 h 915327"/>
              <a:gd name="connsiteX46" fmla="*/ 442293 w 915294"/>
              <a:gd name="connsiteY46" fmla="*/ 552047 h 915327"/>
              <a:gd name="connsiteX47" fmla="*/ 419969 w 915294"/>
              <a:gd name="connsiteY47" fmla="*/ 531732 h 915327"/>
              <a:gd name="connsiteX48" fmla="*/ 419969 w 915294"/>
              <a:gd name="connsiteY48" fmla="*/ 509222 h 915327"/>
              <a:gd name="connsiteX49" fmla="*/ 380827 w 915294"/>
              <a:gd name="connsiteY49" fmla="*/ 492963 h 915327"/>
              <a:gd name="connsiteX50" fmla="*/ 364902 w 915294"/>
              <a:gd name="connsiteY50" fmla="*/ 508925 h 915327"/>
              <a:gd name="connsiteX51" fmla="*/ 336178 w 915294"/>
              <a:gd name="connsiteY51" fmla="*/ 508925 h 915327"/>
              <a:gd name="connsiteX52" fmla="*/ 311548 w 915294"/>
              <a:gd name="connsiteY52" fmla="*/ 484294 h 915327"/>
              <a:gd name="connsiteX53" fmla="*/ 311585 w 915294"/>
              <a:gd name="connsiteY53" fmla="*/ 484257 h 915327"/>
              <a:gd name="connsiteX54" fmla="*/ 311548 w 915294"/>
              <a:gd name="connsiteY54" fmla="*/ 455570 h 915327"/>
              <a:gd name="connsiteX55" fmla="*/ 327472 w 915294"/>
              <a:gd name="connsiteY55" fmla="*/ 439645 h 915327"/>
              <a:gd name="connsiteX56" fmla="*/ 311213 w 915294"/>
              <a:gd name="connsiteY56" fmla="*/ 400503 h 915327"/>
              <a:gd name="connsiteX57" fmla="*/ 288703 w 915294"/>
              <a:gd name="connsiteY57" fmla="*/ 400503 h 915327"/>
              <a:gd name="connsiteX58" fmla="*/ 268388 w 915294"/>
              <a:gd name="connsiteY58" fmla="*/ 380188 h 915327"/>
              <a:gd name="connsiteX59" fmla="*/ 268388 w 915294"/>
              <a:gd name="connsiteY59" fmla="*/ 345363 h 915327"/>
              <a:gd name="connsiteX60" fmla="*/ 274341 w 915294"/>
              <a:gd name="connsiteY60" fmla="*/ 331001 h 915327"/>
              <a:gd name="connsiteX61" fmla="*/ 274378 w 915294"/>
              <a:gd name="connsiteY61" fmla="*/ 331039 h 915327"/>
              <a:gd name="connsiteX62" fmla="*/ 288703 w 915294"/>
              <a:gd name="connsiteY62" fmla="*/ 325048 h 915327"/>
              <a:gd name="connsiteX63" fmla="*/ 311213 w 915294"/>
              <a:gd name="connsiteY63" fmla="*/ 325048 h 915327"/>
              <a:gd name="connsiteX64" fmla="*/ 327472 w 915294"/>
              <a:gd name="connsiteY64" fmla="*/ 285906 h 915327"/>
              <a:gd name="connsiteX65" fmla="*/ 311548 w 915294"/>
              <a:gd name="connsiteY65" fmla="*/ 269981 h 915327"/>
              <a:gd name="connsiteX66" fmla="*/ 311585 w 915294"/>
              <a:gd name="connsiteY66" fmla="*/ 269944 h 915327"/>
              <a:gd name="connsiteX67" fmla="*/ 311548 w 915294"/>
              <a:gd name="connsiteY67" fmla="*/ 241258 h 915327"/>
              <a:gd name="connsiteX68" fmla="*/ 336178 w 915294"/>
              <a:gd name="connsiteY68" fmla="*/ 216627 h 915327"/>
              <a:gd name="connsiteX69" fmla="*/ 364902 w 915294"/>
              <a:gd name="connsiteY69" fmla="*/ 216627 h 915327"/>
              <a:gd name="connsiteX70" fmla="*/ 380827 w 915294"/>
              <a:gd name="connsiteY70" fmla="*/ 232552 h 915327"/>
              <a:gd name="connsiteX71" fmla="*/ 419969 w 915294"/>
              <a:gd name="connsiteY71" fmla="*/ 216293 h 915327"/>
              <a:gd name="connsiteX72" fmla="*/ 419969 w 915294"/>
              <a:gd name="connsiteY72" fmla="*/ 193782 h 915327"/>
              <a:gd name="connsiteX73" fmla="*/ 440284 w 915294"/>
              <a:gd name="connsiteY73" fmla="*/ 173467 h 915327"/>
              <a:gd name="connsiteX74" fmla="*/ 475109 w 915294"/>
              <a:gd name="connsiteY74" fmla="*/ 173467 h 915327"/>
              <a:gd name="connsiteX75" fmla="*/ 495424 w 915294"/>
              <a:gd name="connsiteY75" fmla="*/ 193782 h 915327"/>
              <a:gd name="connsiteX76" fmla="*/ 495424 w 915294"/>
              <a:gd name="connsiteY76" fmla="*/ 216293 h 915327"/>
              <a:gd name="connsiteX77" fmla="*/ 534566 w 915294"/>
              <a:gd name="connsiteY77" fmla="*/ 232552 h 915327"/>
              <a:gd name="connsiteX78" fmla="*/ 550491 w 915294"/>
              <a:gd name="connsiteY78" fmla="*/ 216627 h 915327"/>
              <a:gd name="connsiteX79" fmla="*/ 550528 w 915294"/>
              <a:gd name="connsiteY79" fmla="*/ 216664 h 915327"/>
              <a:gd name="connsiteX80" fmla="*/ 579214 w 915294"/>
              <a:gd name="connsiteY80" fmla="*/ 216664 h 915327"/>
              <a:gd name="connsiteX81" fmla="*/ 603845 w 915294"/>
              <a:gd name="connsiteY81" fmla="*/ 241295 h 915327"/>
              <a:gd name="connsiteX82" fmla="*/ 603845 w 915294"/>
              <a:gd name="connsiteY82" fmla="*/ 270019 h 915327"/>
              <a:gd name="connsiteX83" fmla="*/ 587920 w 915294"/>
              <a:gd name="connsiteY83" fmla="*/ 285943 h 915327"/>
              <a:gd name="connsiteX84" fmla="*/ 604179 w 915294"/>
              <a:gd name="connsiteY84" fmla="*/ 325085 h 915327"/>
              <a:gd name="connsiteX85" fmla="*/ 626690 w 915294"/>
              <a:gd name="connsiteY85" fmla="*/ 325085 h 915327"/>
              <a:gd name="connsiteX86" fmla="*/ 647005 w 915294"/>
              <a:gd name="connsiteY86" fmla="*/ 345400 h 915327"/>
              <a:gd name="connsiteX87" fmla="*/ 647005 w 915294"/>
              <a:gd name="connsiteY87" fmla="*/ 380226 h 915327"/>
              <a:gd name="connsiteX88" fmla="*/ 626690 w 915294"/>
              <a:gd name="connsiteY88" fmla="*/ 400541 h 915327"/>
              <a:gd name="connsiteX89" fmla="*/ 604179 w 915294"/>
              <a:gd name="connsiteY89" fmla="*/ 400541 h 915327"/>
              <a:gd name="connsiteX90" fmla="*/ 587920 w 915294"/>
              <a:gd name="connsiteY90" fmla="*/ 439683 h 915327"/>
              <a:gd name="connsiteX91" fmla="*/ 603845 w 915294"/>
              <a:gd name="connsiteY91" fmla="*/ 455607 h 915327"/>
              <a:gd name="connsiteX92" fmla="*/ 603845 w 915294"/>
              <a:gd name="connsiteY92" fmla="*/ 484331 h 915327"/>
              <a:gd name="connsiteX93" fmla="*/ 579214 w 915294"/>
              <a:gd name="connsiteY93" fmla="*/ 508962 h 915327"/>
              <a:gd name="connsiteX94" fmla="*/ 550491 w 915294"/>
              <a:gd name="connsiteY94" fmla="*/ 508962 h 915327"/>
              <a:gd name="connsiteX95" fmla="*/ 534566 w 915294"/>
              <a:gd name="connsiteY95" fmla="*/ 493037 h 915327"/>
              <a:gd name="connsiteX96" fmla="*/ 495424 w 915294"/>
              <a:gd name="connsiteY96" fmla="*/ 509296 h 915327"/>
              <a:gd name="connsiteX97" fmla="*/ 495424 w 915294"/>
              <a:gd name="connsiteY97" fmla="*/ 531807 h 915327"/>
              <a:gd name="connsiteX98" fmla="*/ 475109 w 915294"/>
              <a:gd name="connsiteY98" fmla="*/ 552121 h 915327"/>
              <a:gd name="connsiteX99" fmla="*/ 468820 w 915294"/>
              <a:gd name="connsiteY99" fmla="*/ 552121 h 915327"/>
              <a:gd name="connsiteX100" fmla="*/ 468775 w 915294"/>
              <a:gd name="connsiteY100" fmla="*/ 654471 h 915327"/>
              <a:gd name="connsiteX101" fmla="*/ 468775 w 915294"/>
              <a:gd name="connsiteY101" fmla="*/ 734579 h 915327"/>
              <a:gd name="connsiteX102" fmla="*/ 558109 w 915294"/>
              <a:gd name="connsiteY102" fmla="*/ 734579 h 915327"/>
              <a:gd name="connsiteX103" fmla="*/ 580434 w 915294"/>
              <a:gd name="connsiteY103" fmla="*/ 763526 h 915327"/>
              <a:gd name="connsiteX104" fmla="*/ 669730 w 915294"/>
              <a:gd name="connsiteY104" fmla="*/ 763526 h 915327"/>
              <a:gd name="connsiteX105" fmla="*/ 676316 w 915294"/>
              <a:gd name="connsiteY105" fmla="*/ 741127 h 915327"/>
              <a:gd name="connsiteX106" fmla="*/ 692054 w 915294"/>
              <a:gd name="connsiteY106" fmla="*/ 734579 h 915327"/>
              <a:gd name="connsiteX107" fmla="*/ 715308 w 915294"/>
              <a:gd name="connsiteY107" fmla="*/ 734579 h 915327"/>
              <a:gd name="connsiteX108" fmla="*/ 715308 w 915294"/>
              <a:gd name="connsiteY108" fmla="*/ 654471 h 915327"/>
              <a:gd name="connsiteX109" fmla="*/ 446525 w 915294"/>
              <a:gd name="connsiteY109" fmla="*/ 734540 h 915327"/>
              <a:gd name="connsiteX110" fmla="*/ 446525 w 915294"/>
              <a:gd name="connsiteY110" fmla="*/ 654433 h 915327"/>
              <a:gd name="connsiteX111" fmla="*/ 199952 w 915294"/>
              <a:gd name="connsiteY111" fmla="*/ 654470 h 915327"/>
              <a:gd name="connsiteX112" fmla="*/ 199952 w 915294"/>
              <a:gd name="connsiteY112" fmla="*/ 734578 h 915327"/>
              <a:gd name="connsiteX113" fmla="*/ 223243 w 915294"/>
              <a:gd name="connsiteY113" fmla="*/ 734578 h 915327"/>
              <a:gd name="connsiteX114" fmla="*/ 245568 w 915294"/>
              <a:gd name="connsiteY114" fmla="*/ 763525 h 915327"/>
              <a:gd name="connsiteX115" fmla="*/ 334865 w 915294"/>
              <a:gd name="connsiteY115" fmla="*/ 763525 h 915327"/>
              <a:gd name="connsiteX116" fmla="*/ 341450 w 915294"/>
              <a:gd name="connsiteY116" fmla="*/ 741126 h 915327"/>
              <a:gd name="connsiteX117" fmla="*/ 357188 w 915294"/>
              <a:gd name="connsiteY117" fmla="*/ 734578 h 915327"/>
              <a:gd name="connsiteX118" fmla="*/ 446522 w 915294"/>
              <a:gd name="connsiteY118" fmla="*/ 734578 h 915327"/>
              <a:gd name="connsiteX119" fmla="*/ 133915 w 915294"/>
              <a:gd name="connsiteY119" fmla="*/ 734540 h 915327"/>
              <a:gd name="connsiteX120" fmla="*/ 177671 w 915294"/>
              <a:gd name="connsiteY120" fmla="*/ 734540 h 915327"/>
              <a:gd name="connsiteX121" fmla="*/ 177671 w 915294"/>
              <a:gd name="connsiteY121" fmla="*/ 654433 h 915327"/>
              <a:gd name="connsiteX122" fmla="*/ 162304 w 915294"/>
              <a:gd name="connsiteY122" fmla="*/ 654433 h 915327"/>
              <a:gd name="connsiteX123" fmla="*/ 133952 w 915294"/>
              <a:gd name="connsiteY123" fmla="*/ 682785 h 915327"/>
              <a:gd name="connsiteX124" fmla="*/ 737638 w 915294"/>
              <a:gd name="connsiteY124" fmla="*/ 654471 h 915327"/>
              <a:gd name="connsiteX125" fmla="*/ 737638 w 915294"/>
              <a:gd name="connsiteY125" fmla="*/ 734579 h 915327"/>
              <a:gd name="connsiteX126" fmla="*/ 781356 w 915294"/>
              <a:gd name="connsiteY126" fmla="*/ 734579 h 915327"/>
              <a:gd name="connsiteX127" fmla="*/ 781356 w 915294"/>
              <a:gd name="connsiteY127" fmla="*/ 682823 h 915327"/>
              <a:gd name="connsiteX128" fmla="*/ 753004 w 915294"/>
              <a:gd name="connsiteY128" fmla="*/ 654471 h 915327"/>
              <a:gd name="connsiteX129" fmla="*/ 722755 w 915294"/>
              <a:gd name="connsiteY129" fmla="*/ 809700 h 915327"/>
              <a:gd name="connsiteX130" fmla="*/ 862277 w 915294"/>
              <a:gd name="connsiteY130" fmla="*/ 809700 h 915327"/>
              <a:gd name="connsiteX131" fmla="*/ 873440 w 915294"/>
              <a:gd name="connsiteY131" fmla="*/ 798538 h 915327"/>
              <a:gd name="connsiteX132" fmla="*/ 862277 w 915294"/>
              <a:gd name="connsiteY132" fmla="*/ 787376 h 915327"/>
              <a:gd name="connsiteX133" fmla="*/ 722755 w 915294"/>
              <a:gd name="connsiteY133" fmla="*/ 787376 h 915327"/>
              <a:gd name="connsiteX134" fmla="*/ 711593 w 915294"/>
              <a:gd name="connsiteY134" fmla="*/ 798538 h 915327"/>
              <a:gd name="connsiteX135" fmla="*/ 722755 w 915294"/>
              <a:gd name="connsiteY135" fmla="*/ 809700 h 915327"/>
              <a:gd name="connsiteX136" fmla="*/ 722755 w 915294"/>
              <a:gd name="connsiteY136" fmla="*/ 862497 h 915327"/>
              <a:gd name="connsiteX137" fmla="*/ 862277 w 915294"/>
              <a:gd name="connsiteY137" fmla="*/ 862497 h 915327"/>
              <a:gd name="connsiteX138" fmla="*/ 873440 w 915294"/>
              <a:gd name="connsiteY138" fmla="*/ 851335 h 915327"/>
              <a:gd name="connsiteX139" fmla="*/ 862277 w 915294"/>
              <a:gd name="connsiteY139" fmla="*/ 840173 h 915327"/>
              <a:gd name="connsiteX140" fmla="*/ 722755 w 915294"/>
              <a:gd name="connsiteY140" fmla="*/ 840173 h 915327"/>
              <a:gd name="connsiteX141" fmla="*/ 711593 w 915294"/>
              <a:gd name="connsiteY141" fmla="*/ 851335 h 915327"/>
              <a:gd name="connsiteX142" fmla="*/ 722755 w 915294"/>
              <a:gd name="connsiteY142" fmla="*/ 862497 h 915327"/>
              <a:gd name="connsiteX143" fmla="*/ 387894 w 915294"/>
              <a:gd name="connsiteY143" fmla="*/ 809700 h 915327"/>
              <a:gd name="connsiteX144" fmla="*/ 527416 w 915294"/>
              <a:gd name="connsiteY144" fmla="*/ 809700 h 915327"/>
              <a:gd name="connsiteX145" fmla="*/ 538579 w 915294"/>
              <a:gd name="connsiteY145" fmla="*/ 798538 h 915327"/>
              <a:gd name="connsiteX146" fmla="*/ 527416 w 915294"/>
              <a:gd name="connsiteY146" fmla="*/ 787376 h 915327"/>
              <a:gd name="connsiteX147" fmla="*/ 387894 w 915294"/>
              <a:gd name="connsiteY147" fmla="*/ 787376 h 915327"/>
              <a:gd name="connsiteX148" fmla="*/ 376732 w 915294"/>
              <a:gd name="connsiteY148" fmla="*/ 798538 h 915327"/>
              <a:gd name="connsiteX149" fmla="*/ 387894 w 915294"/>
              <a:gd name="connsiteY149" fmla="*/ 809700 h 915327"/>
              <a:gd name="connsiteX150" fmla="*/ 387894 w 915294"/>
              <a:gd name="connsiteY150" fmla="*/ 862497 h 915327"/>
              <a:gd name="connsiteX151" fmla="*/ 527416 w 915294"/>
              <a:gd name="connsiteY151" fmla="*/ 862497 h 915327"/>
              <a:gd name="connsiteX152" fmla="*/ 538579 w 915294"/>
              <a:gd name="connsiteY152" fmla="*/ 851335 h 915327"/>
              <a:gd name="connsiteX153" fmla="*/ 527416 w 915294"/>
              <a:gd name="connsiteY153" fmla="*/ 840173 h 915327"/>
              <a:gd name="connsiteX154" fmla="*/ 387894 w 915294"/>
              <a:gd name="connsiteY154" fmla="*/ 840173 h 915327"/>
              <a:gd name="connsiteX155" fmla="*/ 376732 w 915294"/>
              <a:gd name="connsiteY155" fmla="*/ 851335 h 915327"/>
              <a:gd name="connsiteX156" fmla="*/ 387894 w 915294"/>
              <a:gd name="connsiteY156" fmla="*/ 862497 h 915327"/>
              <a:gd name="connsiteX157" fmla="*/ 53033 w 915294"/>
              <a:gd name="connsiteY157" fmla="*/ 809700 h 915327"/>
              <a:gd name="connsiteX158" fmla="*/ 192556 w 915294"/>
              <a:gd name="connsiteY158" fmla="*/ 809700 h 915327"/>
              <a:gd name="connsiteX159" fmla="*/ 203718 w 915294"/>
              <a:gd name="connsiteY159" fmla="*/ 798538 h 915327"/>
              <a:gd name="connsiteX160" fmla="*/ 192556 w 915294"/>
              <a:gd name="connsiteY160" fmla="*/ 787376 h 915327"/>
              <a:gd name="connsiteX161" fmla="*/ 53033 w 915294"/>
              <a:gd name="connsiteY161" fmla="*/ 787376 h 915327"/>
              <a:gd name="connsiteX162" fmla="*/ 41871 w 915294"/>
              <a:gd name="connsiteY162" fmla="*/ 798538 h 915327"/>
              <a:gd name="connsiteX163" fmla="*/ 53033 w 915294"/>
              <a:gd name="connsiteY163" fmla="*/ 809700 h 915327"/>
              <a:gd name="connsiteX164" fmla="*/ 53033 w 915294"/>
              <a:gd name="connsiteY164" fmla="*/ 862497 h 915327"/>
              <a:gd name="connsiteX165" fmla="*/ 192556 w 915294"/>
              <a:gd name="connsiteY165" fmla="*/ 862497 h 915327"/>
              <a:gd name="connsiteX166" fmla="*/ 203718 w 915294"/>
              <a:gd name="connsiteY166" fmla="*/ 851335 h 915327"/>
              <a:gd name="connsiteX167" fmla="*/ 192556 w 915294"/>
              <a:gd name="connsiteY167" fmla="*/ 840173 h 915327"/>
              <a:gd name="connsiteX168" fmla="*/ 53033 w 915294"/>
              <a:gd name="connsiteY168" fmla="*/ 840173 h 915327"/>
              <a:gd name="connsiteX169" fmla="*/ 41871 w 915294"/>
              <a:gd name="connsiteY169" fmla="*/ 851335 h 915327"/>
              <a:gd name="connsiteX170" fmla="*/ 53033 w 915294"/>
              <a:gd name="connsiteY170" fmla="*/ 862497 h 915327"/>
              <a:gd name="connsiteX171" fmla="*/ 892986 w 915294"/>
              <a:gd name="connsiteY171" fmla="*/ 892970 h 915327"/>
              <a:gd name="connsiteX172" fmla="*/ 892986 w 915294"/>
              <a:gd name="connsiteY172" fmla="*/ 756867 h 915327"/>
              <a:gd name="connsiteX173" fmla="*/ 692066 w 915294"/>
              <a:gd name="connsiteY173" fmla="*/ 756867 h 915327"/>
              <a:gd name="connsiteX174" fmla="*/ 692066 w 915294"/>
              <a:gd name="connsiteY174" fmla="*/ 892970 h 915327"/>
              <a:gd name="connsiteX175" fmla="*/ 558125 w 915294"/>
              <a:gd name="connsiteY175" fmla="*/ 892970 h 915327"/>
              <a:gd name="connsiteX176" fmla="*/ 558125 w 915294"/>
              <a:gd name="connsiteY176" fmla="*/ 756867 h 915327"/>
              <a:gd name="connsiteX177" fmla="*/ 357205 w 915294"/>
              <a:gd name="connsiteY177" fmla="*/ 756867 h 915327"/>
              <a:gd name="connsiteX178" fmla="*/ 357205 w 915294"/>
              <a:gd name="connsiteY178" fmla="*/ 892970 h 915327"/>
              <a:gd name="connsiteX179" fmla="*/ 223264 w 915294"/>
              <a:gd name="connsiteY179" fmla="*/ 892970 h 915327"/>
              <a:gd name="connsiteX180" fmla="*/ 223264 w 915294"/>
              <a:gd name="connsiteY180" fmla="*/ 756867 h 915327"/>
              <a:gd name="connsiteX181" fmla="*/ 22344 w 915294"/>
              <a:gd name="connsiteY181" fmla="*/ 756867 h 915327"/>
              <a:gd name="connsiteX182" fmla="*/ 22344 w 915294"/>
              <a:gd name="connsiteY182" fmla="*/ 892970 h 915327"/>
              <a:gd name="connsiteX183" fmla="*/ 482782 w 915294"/>
              <a:gd name="connsiteY183" fmla="*/ 489234 h 915327"/>
              <a:gd name="connsiteX184" fmla="*/ 529923 w 915294"/>
              <a:gd name="connsiteY184" fmla="*/ 469588 h 915327"/>
              <a:gd name="connsiteX185" fmla="*/ 544025 w 915294"/>
              <a:gd name="connsiteY185" fmla="*/ 470927 h 915327"/>
              <a:gd name="connsiteX186" fmla="*/ 544062 w 915294"/>
              <a:gd name="connsiteY186" fmla="*/ 470890 h 915327"/>
              <a:gd name="connsiteX187" fmla="*/ 564861 w 915294"/>
              <a:gd name="connsiteY187" fmla="*/ 491689 h 915327"/>
              <a:gd name="connsiteX188" fmla="*/ 586628 w 915294"/>
              <a:gd name="connsiteY188" fmla="*/ 469923 h 915327"/>
              <a:gd name="connsiteX189" fmla="*/ 565829 w 915294"/>
              <a:gd name="connsiteY189" fmla="*/ 449124 h 915327"/>
              <a:gd name="connsiteX190" fmla="*/ 565085 w 915294"/>
              <a:gd name="connsiteY190" fmla="*/ 434167 h 915327"/>
              <a:gd name="connsiteX191" fmla="*/ 576843 w 915294"/>
              <a:gd name="connsiteY191" fmla="*/ 412103 h 915327"/>
              <a:gd name="connsiteX192" fmla="*/ 584284 w 915294"/>
              <a:gd name="connsiteY192" fmla="*/ 387174 h 915327"/>
              <a:gd name="connsiteX193" fmla="*/ 595222 w 915294"/>
              <a:gd name="connsiteY193" fmla="*/ 378133 h 915327"/>
              <a:gd name="connsiteX194" fmla="*/ 624652 w 915294"/>
              <a:gd name="connsiteY194" fmla="*/ 378133 h 915327"/>
              <a:gd name="connsiteX195" fmla="*/ 624652 w 915294"/>
              <a:gd name="connsiteY195" fmla="*/ 347325 h 915327"/>
              <a:gd name="connsiteX196" fmla="*/ 595222 w 915294"/>
              <a:gd name="connsiteY196" fmla="*/ 347325 h 915327"/>
              <a:gd name="connsiteX197" fmla="*/ 584171 w 915294"/>
              <a:gd name="connsiteY197" fmla="*/ 337615 h 915327"/>
              <a:gd name="connsiteX198" fmla="*/ 564526 w 915294"/>
              <a:gd name="connsiteY198" fmla="*/ 290473 h 915327"/>
              <a:gd name="connsiteX199" fmla="*/ 565866 w 915294"/>
              <a:gd name="connsiteY199" fmla="*/ 276372 h 915327"/>
              <a:gd name="connsiteX200" fmla="*/ 565828 w 915294"/>
              <a:gd name="connsiteY200" fmla="*/ 276335 h 915327"/>
              <a:gd name="connsiteX201" fmla="*/ 586627 w 915294"/>
              <a:gd name="connsiteY201" fmla="*/ 255536 h 915327"/>
              <a:gd name="connsiteX202" fmla="*/ 564860 w 915294"/>
              <a:gd name="connsiteY202" fmla="*/ 233769 h 915327"/>
              <a:gd name="connsiteX203" fmla="*/ 544061 w 915294"/>
              <a:gd name="connsiteY203" fmla="*/ 254568 h 915327"/>
              <a:gd name="connsiteX204" fmla="*/ 529104 w 915294"/>
              <a:gd name="connsiteY204" fmla="*/ 255312 h 915327"/>
              <a:gd name="connsiteX205" fmla="*/ 507041 w 915294"/>
              <a:gd name="connsiteY205" fmla="*/ 243554 h 915327"/>
              <a:gd name="connsiteX206" fmla="*/ 482149 w 915294"/>
              <a:gd name="connsiteY206" fmla="*/ 236113 h 915327"/>
              <a:gd name="connsiteX207" fmla="*/ 473108 w 915294"/>
              <a:gd name="connsiteY207" fmla="*/ 225175 h 915327"/>
              <a:gd name="connsiteX208" fmla="*/ 473108 w 915294"/>
              <a:gd name="connsiteY208" fmla="*/ 195744 h 915327"/>
              <a:gd name="connsiteX209" fmla="*/ 442300 w 915294"/>
              <a:gd name="connsiteY209" fmla="*/ 195744 h 915327"/>
              <a:gd name="connsiteX210" fmla="*/ 442300 w 915294"/>
              <a:gd name="connsiteY210" fmla="*/ 225175 h 915327"/>
              <a:gd name="connsiteX211" fmla="*/ 432589 w 915294"/>
              <a:gd name="connsiteY211" fmla="*/ 236226 h 915327"/>
              <a:gd name="connsiteX212" fmla="*/ 385448 w 915294"/>
              <a:gd name="connsiteY212" fmla="*/ 255871 h 915327"/>
              <a:gd name="connsiteX213" fmla="*/ 371346 w 915294"/>
              <a:gd name="connsiteY213" fmla="*/ 254531 h 915327"/>
              <a:gd name="connsiteX214" fmla="*/ 371309 w 915294"/>
              <a:gd name="connsiteY214" fmla="*/ 254568 h 915327"/>
              <a:gd name="connsiteX215" fmla="*/ 350510 w 915294"/>
              <a:gd name="connsiteY215" fmla="*/ 233769 h 915327"/>
              <a:gd name="connsiteX216" fmla="*/ 328744 w 915294"/>
              <a:gd name="connsiteY216" fmla="*/ 255536 h 915327"/>
              <a:gd name="connsiteX217" fmla="*/ 349543 w 915294"/>
              <a:gd name="connsiteY217" fmla="*/ 276335 h 915327"/>
              <a:gd name="connsiteX218" fmla="*/ 350287 w 915294"/>
              <a:gd name="connsiteY218" fmla="*/ 291293 h 915327"/>
              <a:gd name="connsiteX219" fmla="*/ 338529 w 915294"/>
              <a:gd name="connsiteY219" fmla="*/ 313355 h 915327"/>
              <a:gd name="connsiteX220" fmla="*/ 331088 w 915294"/>
              <a:gd name="connsiteY220" fmla="*/ 338247 h 915327"/>
              <a:gd name="connsiteX221" fmla="*/ 320150 w 915294"/>
              <a:gd name="connsiteY221" fmla="*/ 347289 h 915327"/>
              <a:gd name="connsiteX222" fmla="*/ 290719 w 915294"/>
              <a:gd name="connsiteY222" fmla="*/ 347289 h 915327"/>
              <a:gd name="connsiteX223" fmla="*/ 290719 w 915294"/>
              <a:gd name="connsiteY223" fmla="*/ 378097 h 915327"/>
              <a:gd name="connsiteX224" fmla="*/ 320150 w 915294"/>
              <a:gd name="connsiteY224" fmla="*/ 378097 h 915327"/>
              <a:gd name="connsiteX225" fmla="*/ 331200 w 915294"/>
              <a:gd name="connsiteY225" fmla="*/ 387808 h 915327"/>
              <a:gd name="connsiteX226" fmla="*/ 350846 w 915294"/>
              <a:gd name="connsiteY226" fmla="*/ 434949 h 915327"/>
              <a:gd name="connsiteX227" fmla="*/ 349507 w 915294"/>
              <a:gd name="connsiteY227" fmla="*/ 449050 h 915327"/>
              <a:gd name="connsiteX228" fmla="*/ 349544 w 915294"/>
              <a:gd name="connsiteY228" fmla="*/ 449088 h 915327"/>
              <a:gd name="connsiteX229" fmla="*/ 328745 w 915294"/>
              <a:gd name="connsiteY229" fmla="*/ 469886 h 915327"/>
              <a:gd name="connsiteX230" fmla="*/ 350511 w 915294"/>
              <a:gd name="connsiteY230" fmla="*/ 491653 h 915327"/>
              <a:gd name="connsiteX231" fmla="*/ 371310 w 915294"/>
              <a:gd name="connsiteY231" fmla="*/ 470854 h 915327"/>
              <a:gd name="connsiteX232" fmla="*/ 386267 w 915294"/>
              <a:gd name="connsiteY232" fmla="*/ 470109 h 915327"/>
              <a:gd name="connsiteX233" fmla="*/ 408331 w 915294"/>
              <a:gd name="connsiteY233" fmla="*/ 481868 h 915327"/>
              <a:gd name="connsiteX234" fmla="*/ 433223 w 915294"/>
              <a:gd name="connsiteY234" fmla="*/ 489309 h 915327"/>
              <a:gd name="connsiteX235" fmla="*/ 442264 w 915294"/>
              <a:gd name="connsiteY235" fmla="*/ 500247 h 915327"/>
              <a:gd name="connsiteX236" fmla="*/ 442264 w 915294"/>
              <a:gd name="connsiteY236" fmla="*/ 529678 h 915327"/>
              <a:gd name="connsiteX237" fmla="*/ 473072 w 915294"/>
              <a:gd name="connsiteY237" fmla="*/ 529678 h 915327"/>
              <a:gd name="connsiteX238" fmla="*/ 473072 w 915294"/>
              <a:gd name="connsiteY238" fmla="*/ 500247 h 915327"/>
              <a:gd name="connsiteX239" fmla="*/ 482782 w 915294"/>
              <a:gd name="connsiteY239" fmla="*/ 489196 h 915327"/>
              <a:gd name="connsiteX240" fmla="*/ 457668 w 915294"/>
              <a:gd name="connsiteY240" fmla="*/ 431414 h 915327"/>
              <a:gd name="connsiteX241" fmla="*/ 526352 w 915294"/>
              <a:gd name="connsiteY241" fmla="*/ 362730 h 915327"/>
              <a:gd name="connsiteX242" fmla="*/ 457668 w 915294"/>
              <a:gd name="connsiteY242" fmla="*/ 294046 h 915327"/>
              <a:gd name="connsiteX243" fmla="*/ 388984 w 915294"/>
              <a:gd name="connsiteY243" fmla="*/ 362730 h 915327"/>
              <a:gd name="connsiteX244" fmla="*/ 457668 w 915294"/>
              <a:gd name="connsiteY244" fmla="*/ 431414 h 915327"/>
              <a:gd name="connsiteX245" fmla="*/ 457668 w 915294"/>
              <a:gd name="connsiteY245" fmla="*/ 453739 h 915327"/>
              <a:gd name="connsiteX246" fmla="*/ 548676 w 915294"/>
              <a:gd name="connsiteY246" fmla="*/ 362730 h 915327"/>
              <a:gd name="connsiteX247" fmla="*/ 457668 w 915294"/>
              <a:gd name="connsiteY247" fmla="*/ 271722 h 915327"/>
              <a:gd name="connsiteX248" fmla="*/ 366659 w 915294"/>
              <a:gd name="connsiteY248" fmla="*/ 362730 h 915327"/>
              <a:gd name="connsiteX249" fmla="*/ 457668 w 915294"/>
              <a:gd name="connsiteY249" fmla="*/ 453739 h 915327"/>
              <a:gd name="connsiteX250" fmla="*/ 699584 w 915294"/>
              <a:gd name="connsiteY250" fmla="*/ 155930 h 915327"/>
              <a:gd name="connsiteX251" fmla="*/ 581559 w 915294"/>
              <a:gd name="connsiteY251" fmla="*/ 38058 h 915327"/>
              <a:gd name="connsiteX252" fmla="*/ 581559 w 915294"/>
              <a:gd name="connsiteY252" fmla="*/ 122928 h 915327"/>
              <a:gd name="connsiteX253" fmla="*/ 614562 w 915294"/>
              <a:gd name="connsiteY253" fmla="*/ 155930 h 915327"/>
              <a:gd name="connsiteX254" fmla="*/ 699617 w 915294"/>
              <a:gd name="connsiteY254" fmla="*/ 155930 h 915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915294" h="915327">
                <a:moveTo>
                  <a:pt x="669733" y="785812"/>
                </a:moveTo>
                <a:lnTo>
                  <a:pt x="580436" y="785812"/>
                </a:lnTo>
                <a:lnTo>
                  <a:pt x="580436" y="892968"/>
                </a:lnTo>
                <a:cubicBezTo>
                  <a:pt x="580436" y="905284"/>
                  <a:pt x="570428" y="915293"/>
                  <a:pt x="558112" y="915293"/>
                </a:cubicBezTo>
                <a:lnTo>
                  <a:pt x="357191" y="915293"/>
                </a:lnTo>
                <a:cubicBezTo>
                  <a:pt x="344950" y="915293"/>
                  <a:pt x="334867" y="905247"/>
                  <a:pt x="334867" y="892968"/>
                </a:cubicBezTo>
                <a:lnTo>
                  <a:pt x="334867" y="785812"/>
                </a:lnTo>
                <a:lnTo>
                  <a:pt x="245570" y="785812"/>
                </a:lnTo>
                <a:lnTo>
                  <a:pt x="245570" y="892968"/>
                </a:lnTo>
                <a:cubicBezTo>
                  <a:pt x="245570" y="905284"/>
                  <a:pt x="235561" y="915293"/>
                  <a:pt x="223245" y="915293"/>
                </a:cubicBezTo>
                <a:lnTo>
                  <a:pt x="22325" y="915293"/>
                </a:lnTo>
                <a:cubicBezTo>
                  <a:pt x="10083" y="915293"/>
                  <a:pt x="0" y="905247"/>
                  <a:pt x="0" y="892968"/>
                </a:cubicBezTo>
                <a:lnTo>
                  <a:pt x="0" y="756865"/>
                </a:lnTo>
                <a:cubicBezTo>
                  <a:pt x="0" y="744624"/>
                  <a:pt x="10083" y="734540"/>
                  <a:pt x="22325" y="734540"/>
                </a:cubicBezTo>
                <a:lnTo>
                  <a:pt x="111659" y="734540"/>
                </a:lnTo>
                <a:lnTo>
                  <a:pt x="111622" y="682785"/>
                </a:lnTo>
                <a:cubicBezTo>
                  <a:pt x="111622" y="654806"/>
                  <a:pt x="134318" y="632110"/>
                  <a:pt x="162297" y="632110"/>
                </a:cubicBezTo>
                <a:lnTo>
                  <a:pt x="177664" y="632110"/>
                </a:lnTo>
                <a:lnTo>
                  <a:pt x="177627" y="38026"/>
                </a:lnTo>
                <a:cubicBezTo>
                  <a:pt x="177627" y="17190"/>
                  <a:pt x="194780" y="0"/>
                  <a:pt x="215690" y="0"/>
                </a:cubicBezTo>
                <a:lnTo>
                  <a:pt x="570344" y="0"/>
                </a:lnTo>
                <a:cubicBezTo>
                  <a:pt x="573804" y="0"/>
                  <a:pt x="576520" y="1414"/>
                  <a:pt x="578790" y="3870"/>
                </a:cubicBezTo>
                <a:lnTo>
                  <a:pt x="733723" y="158613"/>
                </a:lnTo>
                <a:cubicBezTo>
                  <a:pt x="736104" y="160659"/>
                  <a:pt x="737630" y="163710"/>
                  <a:pt x="737630" y="167096"/>
                </a:cubicBezTo>
                <a:lnTo>
                  <a:pt x="737630" y="632145"/>
                </a:lnTo>
                <a:lnTo>
                  <a:pt x="752997" y="632145"/>
                </a:lnTo>
                <a:cubicBezTo>
                  <a:pt x="780977" y="632145"/>
                  <a:pt x="803673" y="654841"/>
                  <a:pt x="803673" y="682821"/>
                </a:cubicBezTo>
                <a:lnTo>
                  <a:pt x="803673" y="734576"/>
                </a:lnTo>
                <a:lnTo>
                  <a:pt x="892970" y="734576"/>
                </a:lnTo>
                <a:cubicBezTo>
                  <a:pt x="905248" y="734576"/>
                  <a:pt x="915294" y="744622"/>
                  <a:pt x="915294" y="756900"/>
                </a:cubicBezTo>
                <a:lnTo>
                  <a:pt x="915294" y="893003"/>
                </a:lnTo>
                <a:cubicBezTo>
                  <a:pt x="915294" y="905319"/>
                  <a:pt x="905286" y="915328"/>
                  <a:pt x="892970" y="915328"/>
                </a:cubicBezTo>
                <a:lnTo>
                  <a:pt x="692049" y="915328"/>
                </a:lnTo>
                <a:cubicBezTo>
                  <a:pt x="679808" y="915328"/>
                  <a:pt x="669725" y="905282"/>
                  <a:pt x="669725" y="893003"/>
                </a:cubicBezTo>
                <a:close/>
                <a:moveTo>
                  <a:pt x="468775" y="552040"/>
                </a:moveTo>
                <a:lnTo>
                  <a:pt x="468775" y="632147"/>
                </a:lnTo>
                <a:lnTo>
                  <a:pt x="715310" y="632147"/>
                </a:lnTo>
                <a:lnTo>
                  <a:pt x="715310" y="178261"/>
                </a:lnTo>
                <a:lnTo>
                  <a:pt x="614517" y="178261"/>
                </a:lnTo>
                <a:cubicBezTo>
                  <a:pt x="584082" y="178261"/>
                  <a:pt x="559190" y="153370"/>
                  <a:pt x="559190" y="122934"/>
                </a:cubicBezTo>
                <a:lnTo>
                  <a:pt x="559190" y="22331"/>
                </a:lnTo>
                <a:lnTo>
                  <a:pt x="215699" y="22331"/>
                </a:lnTo>
                <a:cubicBezTo>
                  <a:pt x="207068" y="22331"/>
                  <a:pt x="199998" y="29326"/>
                  <a:pt x="199998" y="38032"/>
                </a:cubicBezTo>
                <a:lnTo>
                  <a:pt x="199998" y="632154"/>
                </a:lnTo>
                <a:lnTo>
                  <a:pt x="446572" y="632154"/>
                </a:lnTo>
                <a:lnTo>
                  <a:pt x="446572" y="552047"/>
                </a:lnTo>
                <a:lnTo>
                  <a:pt x="442293" y="552047"/>
                </a:lnTo>
                <a:cubicBezTo>
                  <a:pt x="430164" y="551936"/>
                  <a:pt x="419969" y="544681"/>
                  <a:pt x="419969" y="531732"/>
                </a:cubicBezTo>
                <a:lnTo>
                  <a:pt x="419969" y="509222"/>
                </a:lnTo>
                <a:cubicBezTo>
                  <a:pt x="406202" y="505687"/>
                  <a:pt x="393031" y="500181"/>
                  <a:pt x="380827" y="492963"/>
                </a:cubicBezTo>
                <a:lnTo>
                  <a:pt x="364902" y="508925"/>
                </a:lnTo>
                <a:cubicBezTo>
                  <a:pt x="357051" y="516775"/>
                  <a:pt x="344029" y="516775"/>
                  <a:pt x="336178" y="508925"/>
                </a:cubicBezTo>
                <a:lnTo>
                  <a:pt x="311548" y="484294"/>
                </a:lnTo>
                <a:lnTo>
                  <a:pt x="311585" y="484257"/>
                </a:lnTo>
                <a:cubicBezTo>
                  <a:pt x="303585" y="476258"/>
                  <a:pt x="303697" y="463421"/>
                  <a:pt x="311548" y="455570"/>
                </a:cubicBezTo>
                <a:lnTo>
                  <a:pt x="327472" y="439645"/>
                </a:lnTo>
                <a:cubicBezTo>
                  <a:pt x="320254" y="427442"/>
                  <a:pt x="314785" y="414270"/>
                  <a:pt x="311213" y="400503"/>
                </a:cubicBezTo>
                <a:lnTo>
                  <a:pt x="288703" y="400503"/>
                </a:lnTo>
                <a:cubicBezTo>
                  <a:pt x="277540" y="400503"/>
                  <a:pt x="268388" y="391388"/>
                  <a:pt x="268388" y="380188"/>
                </a:cubicBezTo>
                <a:lnTo>
                  <a:pt x="268388" y="345363"/>
                </a:lnTo>
                <a:cubicBezTo>
                  <a:pt x="268388" y="339745"/>
                  <a:pt x="270658" y="334685"/>
                  <a:pt x="274341" y="331001"/>
                </a:cubicBezTo>
                <a:lnTo>
                  <a:pt x="274378" y="331039"/>
                </a:lnTo>
                <a:cubicBezTo>
                  <a:pt x="278061" y="327355"/>
                  <a:pt x="283159" y="325048"/>
                  <a:pt x="288703" y="325048"/>
                </a:cubicBezTo>
                <a:lnTo>
                  <a:pt x="311213" y="325048"/>
                </a:lnTo>
                <a:cubicBezTo>
                  <a:pt x="314748" y="311282"/>
                  <a:pt x="320254" y="298111"/>
                  <a:pt x="327472" y="285906"/>
                </a:cubicBezTo>
                <a:lnTo>
                  <a:pt x="311548" y="269981"/>
                </a:lnTo>
                <a:lnTo>
                  <a:pt x="311585" y="269944"/>
                </a:lnTo>
                <a:cubicBezTo>
                  <a:pt x="303623" y="261981"/>
                  <a:pt x="303660" y="249145"/>
                  <a:pt x="311548" y="241258"/>
                </a:cubicBezTo>
                <a:lnTo>
                  <a:pt x="336178" y="216627"/>
                </a:lnTo>
                <a:cubicBezTo>
                  <a:pt x="344029" y="208777"/>
                  <a:pt x="357051" y="208739"/>
                  <a:pt x="364902" y="216627"/>
                </a:cubicBezTo>
                <a:lnTo>
                  <a:pt x="380827" y="232552"/>
                </a:lnTo>
                <a:cubicBezTo>
                  <a:pt x="393030" y="225334"/>
                  <a:pt x="406202" y="219865"/>
                  <a:pt x="419969" y="216293"/>
                </a:cubicBezTo>
                <a:lnTo>
                  <a:pt x="419969" y="193782"/>
                </a:lnTo>
                <a:cubicBezTo>
                  <a:pt x="419969" y="182620"/>
                  <a:pt x="429084" y="173467"/>
                  <a:pt x="440284" y="173467"/>
                </a:cubicBezTo>
                <a:lnTo>
                  <a:pt x="475109" y="173467"/>
                </a:lnTo>
                <a:cubicBezTo>
                  <a:pt x="486271" y="173467"/>
                  <a:pt x="495424" y="182657"/>
                  <a:pt x="495424" y="193782"/>
                </a:cubicBezTo>
                <a:lnTo>
                  <a:pt x="495424" y="216293"/>
                </a:lnTo>
                <a:cubicBezTo>
                  <a:pt x="509190" y="219827"/>
                  <a:pt x="522361" y="225334"/>
                  <a:pt x="534566" y="232552"/>
                </a:cubicBezTo>
                <a:lnTo>
                  <a:pt x="550491" y="216627"/>
                </a:lnTo>
                <a:lnTo>
                  <a:pt x="550528" y="216664"/>
                </a:lnTo>
                <a:cubicBezTo>
                  <a:pt x="558490" y="208702"/>
                  <a:pt x="571327" y="208739"/>
                  <a:pt x="579214" y="216664"/>
                </a:cubicBezTo>
                <a:lnTo>
                  <a:pt x="603845" y="241295"/>
                </a:lnTo>
                <a:cubicBezTo>
                  <a:pt x="611696" y="249145"/>
                  <a:pt x="611733" y="262168"/>
                  <a:pt x="603845" y="270019"/>
                </a:cubicBezTo>
                <a:lnTo>
                  <a:pt x="587920" y="285943"/>
                </a:lnTo>
                <a:cubicBezTo>
                  <a:pt x="595138" y="298147"/>
                  <a:pt x="600607" y="311319"/>
                  <a:pt x="604179" y="325085"/>
                </a:cubicBezTo>
                <a:lnTo>
                  <a:pt x="626690" y="325085"/>
                </a:lnTo>
                <a:cubicBezTo>
                  <a:pt x="637852" y="325085"/>
                  <a:pt x="647005" y="334201"/>
                  <a:pt x="647005" y="345400"/>
                </a:cubicBezTo>
                <a:lnTo>
                  <a:pt x="647005" y="380226"/>
                </a:lnTo>
                <a:cubicBezTo>
                  <a:pt x="647005" y="391388"/>
                  <a:pt x="637815" y="400541"/>
                  <a:pt x="626690" y="400541"/>
                </a:cubicBezTo>
                <a:lnTo>
                  <a:pt x="604179" y="400541"/>
                </a:lnTo>
                <a:cubicBezTo>
                  <a:pt x="600645" y="414307"/>
                  <a:pt x="595175" y="427478"/>
                  <a:pt x="587920" y="439683"/>
                </a:cubicBezTo>
                <a:lnTo>
                  <a:pt x="603845" y="455607"/>
                </a:lnTo>
                <a:cubicBezTo>
                  <a:pt x="611696" y="463458"/>
                  <a:pt x="611696" y="476481"/>
                  <a:pt x="603845" y="484331"/>
                </a:cubicBezTo>
                <a:lnTo>
                  <a:pt x="579214" y="508962"/>
                </a:lnTo>
                <a:cubicBezTo>
                  <a:pt x="571364" y="516812"/>
                  <a:pt x="558378" y="516849"/>
                  <a:pt x="550491" y="508962"/>
                </a:cubicBezTo>
                <a:lnTo>
                  <a:pt x="534566" y="493037"/>
                </a:lnTo>
                <a:cubicBezTo>
                  <a:pt x="522362" y="500255"/>
                  <a:pt x="509190" y="505724"/>
                  <a:pt x="495424" y="509296"/>
                </a:cubicBezTo>
                <a:lnTo>
                  <a:pt x="495424" y="531807"/>
                </a:lnTo>
                <a:cubicBezTo>
                  <a:pt x="495424" y="542969"/>
                  <a:pt x="486308" y="552121"/>
                  <a:pt x="475109" y="552121"/>
                </a:cubicBezTo>
                <a:lnTo>
                  <a:pt x="468820" y="552121"/>
                </a:lnTo>
                <a:close/>
                <a:moveTo>
                  <a:pt x="468775" y="654471"/>
                </a:moveTo>
                <a:lnTo>
                  <a:pt x="468775" y="734579"/>
                </a:lnTo>
                <a:lnTo>
                  <a:pt x="558109" y="734579"/>
                </a:lnTo>
                <a:cubicBezTo>
                  <a:pt x="575410" y="734579"/>
                  <a:pt x="580434" y="748717"/>
                  <a:pt x="580434" y="763526"/>
                </a:cubicBezTo>
                <a:lnTo>
                  <a:pt x="669730" y="763526"/>
                </a:lnTo>
                <a:cubicBezTo>
                  <a:pt x="669730" y="754893"/>
                  <a:pt x="669209" y="748234"/>
                  <a:pt x="676316" y="741127"/>
                </a:cubicBezTo>
                <a:cubicBezTo>
                  <a:pt x="680372" y="737071"/>
                  <a:pt x="685915" y="734579"/>
                  <a:pt x="692054" y="734579"/>
                </a:cubicBezTo>
                <a:lnTo>
                  <a:pt x="715308" y="734579"/>
                </a:lnTo>
                <a:lnTo>
                  <a:pt x="715308" y="654471"/>
                </a:lnTo>
                <a:close/>
                <a:moveTo>
                  <a:pt x="446525" y="734540"/>
                </a:moveTo>
                <a:lnTo>
                  <a:pt x="446525" y="654433"/>
                </a:lnTo>
                <a:lnTo>
                  <a:pt x="199952" y="654470"/>
                </a:lnTo>
                <a:lnTo>
                  <a:pt x="199952" y="734578"/>
                </a:lnTo>
                <a:lnTo>
                  <a:pt x="223243" y="734578"/>
                </a:lnTo>
                <a:cubicBezTo>
                  <a:pt x="240544" y="734578"/>
                  <a:pt x="245568" y="748716"/>
                  <a:pt x="245568" y="763525"/>
                </a:cubicBezTo>
                <a:lnTo>
                  <a:pt x="334865" y="763525"/>
                </a:lnTo>
                <a:cubicBezTo>
                  <a:pt x="334865" y="754893"/>
                  <a:pt x="334344" y="748233"/>
                  <a:pt x="341450" y="741126"/>
                </a:cubicBezTo>
                <a:cubicBezTo>
                  <a:pt x="345506" y="737070"/>
                  <a:pt x="351050" y="734578"/>
                  <a:pt x="357188" y="734578"/>
                </a:cubicBezTo>
                <a:lnTo>
                  <a:pt x="446522" y="734578"/>
                </a:lnTo>
                <a:close/>
                <a:moveTo>
                  <a:pt x="133915" y="734540"/>
                </a:moveTo>
                <a:lnTo>
                  <a:pt x="177671" y="734540"/>
                </a:lnTo>
                <a:lnTo>
                  <a:pt x="177671" y="654433"/>
                </a:lnTo>
                <a:lnTo>
                  <a:pt x="162304" y="654433"/>
                </a:lnTo>
                <a:cubicBezTo>
                  <a:pt x="146640" y="654433"/>
                  <a:pt x="133952" y="667121"/>
                  <a:pt x="133952" y="682785"/>
                </a:cubicBezTo>
                <a:close/>
                <a:moveTo>
                  <a:pt x="737638" y="654471"/>
                </a:moveTo>
                <a:lnTo>
                  <a:pt x="737638" y="734579"/>
                </a:lnTo>
                <a:lnTo>
                  <a:pt x="781356" y="734579"/>
                </a:lnTo>
                <a:lnTo>
                  <a:pt x="781356" y="682823"/>
                </a:lnTo>
                <a:cubicBezTo>
                  <a:pt x="781356" y="667160"/>
                  <a:pt x="768668" y="654471"/>
                  <a:pt x="753004" y="654471"/>
                </a:cubicBezTo>
                <a:close/>
                <a:moveTo>
                  <a:pt x="722755" y="809700"/>
                </a:moveTo>
                <a:lnTo>
                  <a:pt x="862277" y="809700"/>
                </a:lnTo>
                <a:cubicBezTo>
                  <a:pt x="868453" y="809700"/>
                  <a:pt x="873440" y="804715"/>
                  <a:pt x="873440" y="798538"/>
                </a:cubicBezTo>
                <a:cubicBezTo>
                  <a:pt x="873440" y="792362"/>
                  <a:pt x="868454" y="787376"/>
                  <a:pt x="862277" y="787376"/>
                </a:cubicBezTo>
                <a:lnTo>
                  <a:pt x="722755" y="787376"/>
                </a:lnTo>
                <a:cubicBezTo>
                  <a:pt x="716579" y="787376"/>
                  <a:pt x="711593" y="792361"/>
                  <a:pt x="711593" y="798538"/>
                </a:cubicBezTo>
                <a:cubicBezTo>
                  <a:pt x="711593" y="804714"/>
                  <a:pt x="716578" y="809700"/>
                  <a:pt x="722755" y="809700"/>
                </a:cubicBezTo>
                <a:close/>
                <a:moveTo>
                  <a:pt x="722755" y="862497"/>
                </a:moveTo>
                <a:lnTo>
                  <a:pt x="862277" y="862497"/>
                </a:lnTo>
                <a:cubicBezTo>
                  <a:pt x="868453" y="862497"/>
                  <a:pt x="873440" y="857512"/>
                  <a:pt x="873440" y="851335"/>
                </a:cubicBezTo>
                <a:cubicBezTo>
                  <a:pt x="873440" y="845159"/>
                  <a:pt x="868454" y="840173"/>
                  <a:pt x="862277" y="840173"/>
                </a:cubicBezTo>
                <a:lnTo>
                  <a:pt x="722755" y="840173"/>
                </a:lnTo>
                <a:cubicBezTo>
                  <a:pt x="716579" y="840173"/>
                  <a:pt x="711593" y="845158"/>
                  <a:pt x="711593" y="851335"/>
                </a:cubicBezTo>
                <a:cubicBezTo>
                  <a:pt x="711593" y="857511"/>
                  <a:pt x="716578" y="862497"/>
                  <a:pt x="722755" y="862497"/>
                </a:cubicBezTo>
                <a:close/>
                <a:moveTo>
                  <a:pt x="387894" y="809700"/>
                </a:moveTo>
                <a:lnTo>
                  <a:pt x="527416" y="809700"/>
                </a:lnTo>
                <a:cubicBezTo>
                  <a:pt x="533592" y="809700"/>
                  <a:pt x="538579" y="804715"/>
                  <a:pt x="538579" y="798538"/>
                </a:cubicBezTo>
                <a:cubicBezTo>
                  <a:pt x="538579" y="792362"/>
                  <a:pt x="533593" y="787376"/>
                  <a:pt x="527416" y="787376"/>
                </a:cubicBezTo>
                <a:lnTo>
                  <a:pt x="387894" y="787376"/>
                </a:lnTo>
                <a:cubicBezTo>
                  <a:pt x="381718" y="787376"/>
                  <a:pt x="376732" y="792361"/>
                  <a:pt x="376732" y="798538"/>
                </a:cubicBezTo>
                <a:cubicBezTo>
                  <a:pt x="376732" y="804714"/>
                  <a:pt x="381717" y="809700"/>
                  <a:pt x="387894" y="809700"/>
                </a:cubicBezTo>
                <a:close/>
                <a:moveTo>
                  <a:pt x="387894" y="862497"/>
                </a:moveTo>
                <a:lnTo>
                  <a:pt x="527416" y="862497"/>
                </a:lnTo>
                <a:cubicBezTo>
                  <a:pt x="533592" y="862497"/>
                  <a:pt x="538579" y="857512"/>
                  <a:pt x="538579" y="851335"/>
                </a:cubicBezTo>
                <a:cubicBezTo>
                  <a:pt x="538579" y="845159"/>
                  <a:pt x="533593" y="840173"/>
                  <a:pt x="527416" y="840173"/>
                </a:cubicBezTo>
                <a:lnTo>
                  <a:pt x="387894" y="840173"/>
                </a:lnTo>
                <a:cubicBezTo>
                  <a:pt x="381718" y="840173"/>
                  <a:pt x="376732" y="845158"/>
                  <a:pt x="376732" y="851335"/>
                </a:cubicBezTo>
                <a:cubicBezTo>
                  <a:pt x="376732" y="857511"/>
                  <a:pt x="381717" y="862497"/>
                  <a:pt x="387894" y="862497"/>
                </a:cubicBezTo>
                <a:close/>
                <a:moveTo>
                  <a:pt x="53033" y="809700"/>
                </a:moveTo>
                <a:lnTo>
                  <a:pt x="192556" y="809700"/>
                </a:lnTo>
                <a:cubicBezTo>
                  <a:pt x="198732" y="809700"/>
                  <a:pt x="203718" y="804715"/>
                  <a:pt x="203718" y="798538"/>
                </a:cubicBezTo>
                <a:cubicBezTo>
                  <a:pt x="203718" y="792362"/>
                  <a:pt x="198732" y="787376"/>
                  <a:pt x="192556" y="787376"/>
                </a:cubicBezTo>
                <a:lnTo>
                  <a:pt x="53033" y="787376"/>
                </a:lnTo>
                <a:cubicBezTo>
                  <a:pt x="46857" y="787376"/>
                  <a:pt x="41871" y="792361"/>
                  <a:pt x="41871" y="798538"/>
                </a:cubicBezTo>
                <a:cubicBezTo>
                  <a:pt x="41871" y="804714"/>
                  <a:pt x="46857" y="809700"/>
                  <a:pt x="53033" y="809700"/>
                </a:cubicBezTo>
                <a:close/>
                <a:moveTo>
                  <a:pt x="53033" y="862497"/>
                </a:moveTo>
                <a:lnTo>
                  <a:pt x="192556" y="862497"/>
                </a:lnTo>
                <a:cubicBezTo>
                  <a:pt x="198732" y="862497"/>
                  <a:pt x="203718" y="857512"/>
                  <a:pt x="203718" y="851335"/>
                </a:cubicBezTo>
                <a:cubicBezTo>
                  <a:pt x="203718" y="845159"/>
                  <a:pt x="198732" y="840173"/>
                  <a:pt x="192556" y="840173"/>
                </a:cubicBezTo>
                <a:lnTo>
                  <a:pt x="53033" y="840173"/>
                </a:lnTo>
                <a:cubicBezTo>
                  <a:pt x="46857" y="840173"/>
                  <a:pt x="41871" y="845158"/>
                  <a:pt x="41871" y="851335"/>
                </a:cubicBezTo>
                <a:cubicBezTo>
                  <a:pt x="41871" y="857511"/>
                  <a:pt x="46857" y="862497"/>
                  <a:pt x="53033" y="862497"/>
                </a:cubicBezTo>
                <a:close/>
                <a:moveTo>
                  <a:pt x="892986" y="892970"/>
                </a:moveTo>
                <a:lnTo>
                  <a:pt x="892986" y="756867"/>
                </a:lnTo>
                <a:lnTo>
                  <a:pt x="692066" y="756867"/>
                </a:lnTo>
                <a:lnTo>
                  <a:pt x="692066" y="892970"/>
                </a:lnTo>
                <a:close/>
                <a:moveTo>
                  <a:pt x="558125" y="892970"/>
                </a:moveTo>
                <a:lnTo>
                  <a:pt x="558125" y="756867"/>
                </a:lnTo>
                <a:lnTo>
                  <a:pt x="357205" y="756867"/>
                </a:lnTo>
                <a:lnTo>
                  <a:pt x="357205" y="892970"/>
                </a:lnTo>
                <a:close/>
                <a:moveTo>
                  <a:pt x="223264" y="892970"/>
                </a:moveTo>
                <a:lnTo>
                  <a:pt x="223264" y="756867"/>
                </a:lnTo>
                <a:lnTo>
                  <a:pt x="22344" y="756867"/>
                </a:lnTo>
                <a:lnTo>
                  <a:pt x="22344" y="892970"/>
                </a:lnTo>
                <a:close/>
                <a:moveTo>
                  <a:pt x="482782" y="489234"/>
                </a:moveTo>
                <a:cubicBezTo>
                  <a:pt x="499786" y="485885"/>
                  <a:pt x="515747" y="479188"/>
                  <a:pt x="529923" y="469588"/>
                </a:cubicBezTo>
                <a:cubicBezTo>
                  <a:pt x="534426" y="466537"/>
                  <a:pt x="540342" y="467244"/>
                  <a:pt x="544025" y="470927"/>
                </a:cubicBezTo>
                <a:lnTo>
                  <a:pt x="544062" y="470890"/>
                </a:lnTo>
                <a:lnTo>
                  <a:pt x="564861" y="491689"/>
                </a:lnTo>
                <a:lnTo>
                  <a:pt x="586628" y="469923"/>
                </a:lnTo>
                <a:lnTo>
                  <a:pt x="565829" y="449124"/>
                </a:lnTo>
                <a:cubicBezTo>
                  <a:pt x="561736" y="445031"/>
                  <a:pt x="561476" y="438557"/>
                  <a:pt x="565085" y="434167"/>
                </a:cubicBezTo>
                <a:cubicBezTo>
                  <a:pt x="569662" y="427284"/>
                  <a:pt x="573642" y="419916"/>
                  <a:pt x="576843" y="412103"/>
                </a:cubicBezTo>
                <a:cubicBezTo>
                  <a:pt x="580116" y="404215"/>
                  <a:pt x="582610" y="395881"/>
                  <a:pt x="584284" y="387174"/>
                </a:cubicBezTo>
                <a:cubicBezTo>
                  <a:pt x="585288" y="381816"/>
                  <a:pt x="589977" y="378133"/>
                  <a:pt x="595222" y="378133"/>
                </a:cubicBezTo>
                <a:lnTo>
                  <a:pt x="624652" y="378133"/>
                </a:lnTo>
                <a:lnTo>
                  <a:pt x="624652" y="347325"/>
                </a:lnTo>
                <a:lnTo>
                  <a:pt x="595222" y="347325"/>
                </a:lnTo>
                <a:cubicBezTo>
                  <a:pt x="589567" y="347325"/>
                  <a:pt x="584879" y="343084"/>
                  <a:pt x="584171" y="337615"/>
                </a:cubicBezTo>
                <a:cubicBezTo>
                  <a:pt x="581604" y="321988"/>
                  <a:pt x="573344" y="303496"/>
                  <a:pt x="564526" y="290473"/>
                </a:cubicBezTo>
                <a:cubicBezTo>
                  <a:pt x="561475" y="285971"/>
                  <a:pt x="562182" y="280055"/>
                  <a:pt x="565866" y="276372"/>
                </a:cubicBezTo>
                <a:lnTo>
                  <a:pt x="565828" y="276335"/>
                </a:lnTo>
                <a:lnTo>
                  <a:pt x="586627" y="255536"/>
                </a:lnTo>
                <a:lnTo>
                  <a:pt x="564860" y="233769"/>
                </a:lnTo>
                <a:lnTo>
                  <a:pt x="544061" y="254568"/>
                </a:lnTo>
                <a:cubicBezTo>
                  <a:pt x="539969" y="258661"/>
                  <a:pt x="533494" y="258921"/>
                  <a:pt x="529104" y="255312"/>
                </a:cubicBezTo>
                <a:cubicBezTo>
                  <a:pt x="522221" y="250735"/>
                  <a:pt x="514817" y="246755"/>
                  <a:pt x="507041" y="243554"/>
                </a:cubicBezTo>
                <a:cubicBezTo>
                  <a:pt x="499153" y="240281"/>
                  <a:pt x="490819" y="237787"/>
                  <a:pt x="482149" y="236113"/>
                </a:cubicBezTo>
                <a:cubicBezTo>
                  <a:pt x="476791" y="235108"/>
                  <a:pt x="473108" y="230420"/>
                  <a:pt x="473108" y="225175"/>
                </a:cubicBezTo>
                <a:lnTo>
                  <a:pt x="473108" y="195744"/>
                </a:lnTo>
                <a:lnTo>
                  <a:pt x="442300" y="195744"/>
                </a:lnTo>
                <a:lnTo>
                  <a:pt x="442300" y="225175"/>
                </a:lnTo>
                <a:cubicBezTo>
                  <a:pt x="442300" y="230830"/>
                  <a:pt x="438059" y="235518"/>
                  <a:pt x="432589" y="236226"/>
                </a:cubicBezTo>
                <a:cubicBezTo>
                  <a:pt x="416963" y="238793"/>
                  <a:pt x="398471" y="247053"/>
                  <a:pt x="385448" y="255871"/>
                </a:cubicBezTo>
                <a:cubicBezTo>
                  <a:pt x="380947" y="258922"/>
                  <a:pt x="375030" y="258215"/>
                  <a:pt x="371346" y="254531"/>
                </a:cubicBezTo>
                <a:lnTo>
                  <a:pt x="371309" y="254568"/>
                </a:lnTo>
                <a:lnTo>
                  <a:pt x="350510" y="233769"/>
                </a:lnTo>
                <a:lnTo>
                  <a:pt x="328744" y="255536"/>
                </a:lnTo>
                <a:lnTo>
                  <a:pt x="349543" y="276335"/>
                </a:lnTo>
                <a:cubicBezTo>
                  <a:pt x="353636" y="280427"/>
                  <a:pt x="353897" y="286903"/>
                  <a:pt x="350287" y="291293"/>
                </a:cubicBezTo>
                <a:cubicBezTo>
                  <a:pt x="345711" y="298175"/>
                  <a:pt x="341729" y="305580"/>
                  <a:pt x="338529" y="313355"/>
                </a:cubicBezTo>
                <a:cubicBezTo>
                  <a:pt x="335255" y="321244"/>
                  <a:pt x="332763" y="329577"/>
                  <a:pt x="331088" y="338247"/>
                </a:cubicBezTo>
                <a:cubicBezTo>
                  <a:pt x="330083" y="343605"/>
                  <a:pt x="325395" y="347289"/>
                  <a:pt x="320150" y="347289"/>
                </a:cubicBezTo>
                <a:lnTo>
                  <a:pt x="290719" y="347289"/>
                </a:lnTo>
                <a:lnTo>
                  <a:pt x="290719" y="378097"/>
                </a:lnTo>
                <a:lnTo>
                  <a:pt x="320150" y="378097"/>
                </a:lnTo>
                <a:cubicBezTo>
                  <a:pt x="325805" y="378097"/>
                  <a:pt x="330493" y="382338"/>
                  <a:pt x="331200" y="387808"/>
                </a:cubicBezTo>
                <a:cubicBezTo>
                  <a:pt x="333767" y="403434"/>
                  <a:pt x="342028" y="421926"/>
                  <a:pt x="350846" y="434949"/>
                </a:cubicBezTo>
                <a:cubicBezTo>
                  <a:pt x="353897" y="439450"/>
                  <a:pt x="353190" y="445367"/>
                  <a:pt x="349507" y="449050"/>
                </a:cubicBezTo>
                <a:lnTo>
                  <a:pt x="349544" y="449088"/>
                </a:lnTo>
                <a:lnTo>
                  <a:pt x="328745" y="469886"/>
                </a:lnTo>
                <a:lnTo>
                  <a:pt x="350511" y="491653"/>
                </a:lnTo>
                <a:lnTo>
                  <a:pt x="371310" y="470854"/>
                </a:lnTo>
                <a:cubicBezTo>
                  <a:pt x="375403" y="466761"/>
                  <a:pt x="381877" y="466500"/>
                  <a:pt x="386267" y="470109"/>
                </a:cubicBezTo>
                <a:cubicBezTo>
                  <a:pt x="393150" y="474686"/>
                  <a:pt x="400555" y="478667"/>
                  <a:pt x="408331" y="481868"/>
                </a:cubicBezTo>
                <a:cubicBezTo>
                  <a:pt x="416219" y="485142"/>
                  <a:pt x="424553" y="487634"/>
                  <a:pt x="433223" y="489309"/>
                </a:cubicBezTo>
                <a:cubicBezTo>
                  <a:pt x="438581" y="490314"/>
                  <a:pt x="442264" y="495002"/>
                  <a:pt x="442264" y="500247"/>
                </a:cubicBezTo>
                <a:lnTo>
                  <a:pt x="442264" y="529678"/>
                </a:lnTo>
                <a:lnTo>
                  <a:pt x="473072" y="529678"/>
                </a:lnTo>
                <a:lnTo>
                  <a:pt x="473072" y="500247"/>
                </a:lnTo>
                <a:cubicBezTo>
                  <a:pt x="473072" y="494591"/>
                  <a:pt x="477313" y="489904"/>
                  <a:pt x="482782" y="489196"/>
                </a:cubicBezTo>
                <a:close/>
                <a:moveTo>
                  <a:pt x="457668" y="431414"/>
                </a:moveTo>
                <a:cubicBezTo>
                  <a:pt x="495619" y="431414"/>
                  <a:pt x="526352" y="400681"/>
                  <a:pt x="526352" y="362730"/>
                </a:cubicBezTo>
                <a:cubicBezTo>
                  <a:pt x="526352" y="324816"/>
                  <a:pt x="495618" y="294046"/>
                  <a:pt x="457668" y="294046"/>
                </a:cubicBezTo>
                <a:cubicBezTo>
                  <a:pt x="419753" y="294046"/>
                  <a:pt x="388984" y="324780"/>
                  <a:pt x="388984" y="362730"/>
                </a:cubicBezTo>
                <a:cubicBezTo>
                  <a:pt x="388984" y="400644"/>
                  <a:pt x="419717" y="431414"/>
                  <a:pt x="457668" y="431414"/>
                </a:cubicBezTo>
                <a:close/>
                <a:moveTo>
                  <a:pt x="457668" y="453739"/>
                </a:moveTo>
                <a:cubicBezTo>
                  <a:pt x="507934" y="453739"/>
                  <a:pt x="548676" y="412997"/>
                  <a:pt x="548676" y="362730"/>
                </a:cubicBezTo>
                <a:cubicBezTo>
                  <a:pt x="548676" y="312463"/>
                  <a:pt x="507935" y="271722"/>
                  <a:pt x="457668" y="271722"/>
                </a:cubicBezTo>
                <a:cubicBezTo>
                  <a:pt x="407400" y="271722"/>
                  <a:pt x="366659" y="312463"/>
                  <a:pt x="366659" y="362730"/>
                </a:cubicBezTo>
                <a:cubicBezTo>
                  <a:pt x="366659" y="412997"/>
                  <a:pt x="407400" y="453739"/>
                  <a:pt x="457668" y="453739"/>
                </a:cubicBezTo>
                <a:close/>
                <a:moveTo>
                  <a:pt x="699584" y="155930"/>
                </a:moveTo>
                <a:lnTo>
                  <a:pt x="581559" y="38058"/>
                </a:lnTo>
                <a:lnTo>
                  <a:pt x="581559" y="122928"/>
                </a:lnTo>
                <a:cubicBezTo>
                  <a:pt x="581559" y="141084"/>
                  <a:pt x="596405" y="155930"/>
                  <a:pt x="614562" y="155930"/>
                </a:cubicBezTo>
                <a:lnTo>
                  <a:pt x="699617" y="155930"/>
                </a:lnTo>
                <a:close/>
              </a:path>
            </a:pathLst>
          </a:custGeom>
          <a:solidFill>
            <a:schemeClr val="bg1"/>
          </a:solidFill>
          <a:ln w="3175" cap="flat">
            <a:solidFill>
              <a:schemeClr val="bg1"/>
            </a:solidFill>
            <a:prstDash val="solid"/>
            <a:miter/>
          </a:ln>
        </p:spPr>
        <p:txBody>
          <a:bodyPr rtlCol="0" anchor="ctr"/>
          <a:lstStyle/>
          <a:p>
            <a:endParaRPr lang="en-US"/>
          </a:p>
        </p:txBody>
      </p:sp>
    </p:spTree>
    <p:extLst>
      <p:ext uri="{BB962C8B-B14F-4D97-AF65-F5344CB8AC3E}">
        <p14:creationId xmlns:p14="http://schemas.microsoft.com/office/powerpoint/2010/main" val="3295416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DC4BC-64A4-11DB-38B1-8C01732DE50F}"/>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C5CD9B8-F5F2-6B83-8A60-FEB049D8C26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8C5CD9B8-F5F2-6B83-8A60-FEB049D8C26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0F4E204-ABAB-AB83-B114-0A61D607E1D4}"/>
              </a:ext>
            </a:extLst>
          </p:cNvPr>
          <p:cNvSpPr>
            <a:spLocks noGrp="1"/>
          </p:cNvSpPr>
          <p:nvPr>
            <p:ph type="title"/>
          </p:nvPr>
        </p:nvSpPr>
        <p:spPr/>
        <p:txBody>
          <a:bodyPr vert="horz"/>
          <a:lstStyle/>
          <a:p>
            <a:r>
              <a:rPr lang="en-US" dirty="0"/>
              <a:t>Title</a:t>
            </a:r>
            <a:endParaRPr lang="en-DK"/>
          </a:p>
        </p:txBody>
      </p:sp>
      <p:sp>
        <p:nvSpPr>
          <p:cNvPr id="3" name="Subtitle 2">
            <a:extLst>
              <a:ext uri="{FF2B5EF4-FFF2-40B4-BE49-F238E27FC236}">
                <a16:creationId xmlns:a16="http://schemas.microsoft.com/office/drawing/2014/main" id="{6B49EE45-F534-7212-1E84-D1817A0D4539}"/>
              </a:ext>
            </a:extLst>
          </p:cNvPr>
          <p:cNvSpPr>
            <a:spLocks noGrp="1"/>
          </p:cNvSpPr>
          <p:nvPr>
            <p:ph type="subTitle" idx="1"/>
          </p:nvPr>
        </p:nvSpPr>
        <p:spPr/>
        <p:txBody>
          <a:bodyPr/>
          <a:lstStyle/>
          <a:p>
            <a:r>
              <a:rPr lang="en-US" dirty="0"/>
              <a:t>Subtitle</a:t>
            </a:r>
          </a:p>
        </p:txBody>
      </p:sp>
      <p:grpSp>
        <p:nvGrpSpPr>
          <p:cNvPr id="293" name="Group 292">
            <a:extLst>
              <a:ext uri="{FF2B5EF4-FFF2-40B4-BE49-F238E27FC236}">
                <a16:creationId xmlns:a16="http://schemas.microsoft.com/office/drawing/2014/main" id="{7608726A-AF5E-DC77-E377-CFBBF57BEADE}"/>
              </a:ext>
            </a:extLst>
          </p:cNvPr>
          <p:cNvGrpSpPr/>
          <p:nvPr/>
        </p:nvGrpSpPr>
        <p:grpSpPr>
          <a:xfrm>
            <a:off x="554736" y="1543246"/>
            <a:ext cx="11082528" cy="4795410"/>
            <a:chOff x="995363" y="1543246"/>
            <a:chExt cx="10199904" cy="4478460"/>
          </a:xfrm>
        </p:grpSpPr>
        <p:sp>
          <p:nvSpPr>
            <p:cNvPr id="6" name="Rectangle 5">
              <a:extLst>
                <a:ext uri="{FF2B5EF4-FFF2-40B4-BE49-F238E27FC236}">
                  <a16:creationId xmlns:a16="http://schemas.microsoft.com/office/drawing/2014/main" id="{95771777-AA7D-315A-FEA9-6F861469E4BC}"/>
                </a:ext>
              </a:extLst>
            </p:cNvPr>
            <p:cNvSpPr/>
            <p:nvPr/>
          </p:nvSpPr>
          <p:spPr>
            <a:xfrm>
              <a:off x="10331311" y="1543246"/>
              <a:ext cx="860708" cy="10752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B03B1689-0ECE-F006-201A-E264B1374EB3}"/>
                </a:ext>
              </a:extLst>
            </p:cNvPr>
            <p:cNvSpPr/>
            <p:nvPr/>
          </p:nvSpPr>
          <p:spPr>
            <a:xfrm>
              <a:off x="6160043" y="1543246"/>
              <a:ext cx="860708" cy="10752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9" name="Rectangle 8">
              <a:extLst>
                <a:ext uri="{FF2B5EF4-FFF2-40B4-BE49-F238E27FC236}">
                  <a16:creationId xmlns:a16="http://schemas.microsoft.com/office/drawing/2014/main" id="{B9A3E57E-0BA8-5150-8D8F-7A538667149B}"/>
                </a:ext>
              </a:extLst>
            </p:cNvPr>
            <p:cNvSpPr/>
            <p:nvPr/>
          </p:nvSpPr>
          <p:spPr>
            <a:xfrm>
              <a:off x="8226228" y="1543246"/>
              <a:ext cx="860708" cy="10752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51468F76-4396-541C-8932-F643F1D4C89A}"/>
                </a:ext>
              </a:extLst>
            </p:cNvPr>
            <p:cNvSpPr/>
            <p:nvPr/>
          </p:nvSpPr>
          <p:spPr>
            <a:xfrm>
              <a:off x="1958909" y="1543246"/>
              <a:ext cx="860708" cy="10752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DF85048D-2E1C-F0E3-8AC5-266446A54BA2}"/>
                </a:ext>
              </a:extLst>
            </p:cNvPr>
            <p:cNvSpPr/>
            <p:nvPr/>
          </p:nvSpPr>
          <p:spPr>
            <a:xfrm>
              <a:off x="4048405" y="1543246"/>
              <a:ext cx="860708" cy="10752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14" name="Forme libre : forme 53">
              <a:extLst>
                <a:ext uri="{FF2B5EF4-FFF2-40B4-BE49-F238E27FC236}">
                  <a16:creationId xmlns:a16="http://schemas.microsoft.com/office/drawing/2014/main" id="{0265AE7B-45C0-CD63-3A29-6BBF6C9051D7}"/>
                </a:ext>
              </a:extLst>
            </p:cNvPr>
            <p:cNvSpPr/>
            <p:nvPr/>
          </p:nvSpPr>
          <p:spPr>
            <a:xfrm flipH="1">
              <a:off x="7258136" y="1543247"/>
              <a:ext cx="1828800" cy="4478458"/>
            </a:xfrm>
            <a:prstGeom prst="flowChartPunchedCard">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610" tIns="54610" rIns="54610" bIns="5461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15" name="Forme libre : forme 54">
              <a:extLst>
                <a:ext uri="{FF2B5EF4-FFF2-40B4-BE49-F238E27FC236}">
                  <a16:creationId xmlns:a16="http://schemas.microsoft.com/office/drawing/2014/main" id="{27CDBE70-2110-2448-4780-7A00873A68D5}"/>
                </a:ext>
              </a:extLst>
            </p:cNvPr>
            <p:cNvSpPr/>
            <p:nvPr/>
          </p:nvSpPr>
          <p:spPr>
            <a:xfrm flipH="1">
              <a:off x="5179930" y="1543247"/>
              <a:ext cx="1828800" cy="4478458"/>
            </a:xfrm>
            <a:prstGeom prst="flowChartPunchedCard">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610" tIns="54610" rIns="54610" bIns="5461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16" name="Forme libre : forme 56">
              <a:extLst>
                <a:ext uri="{FF2B5EF4-FFF2-40B4-BE49-F238E27FC236}">
                  <a16:creationId xmlns:a16="http://schemas.microsoft.com/office/drawing/2014/main" id="{E679BE1A-4B52-1B1D-3087-B87FFAD8F3C3}"/>
                </a:ext>
              </a:extLst>
            </p:cNvPr>
            <p:cNvSpPr/>
            <p:nvPr/>
          </p:nvSpPr>
          <p:spPr>
            <a:xfrm rot="5400000">
              <a:off x="-326934" y="2870350"/>
              <a:ext cx="4478459" cy="1824254"/>
            </a:xfrm>
            <a:prstGeom prst="flowChartPunchedCar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610" tIns="54610" rIns="54610" bIns="5461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18" name="Triangle isocèle 57">
              <a:extLst>
                <a:ext uri="{FF2B5EF4-FFF2-40B4-BE49-F238E27FC236}">
                  <a16:creationId xmlns:a16="http://schemas.microsoft.com/office/drawing/2014/main" id="{9915B744-1B2D-7567-EB6A-A7F850A97CDC}"/>
                </a:ext>
              </a:extLst>
            </p:cNvPr>
            <p:cNvSpPr/>
            <p:nvPr/>
          </p:nvSpPr>
          <p:spPr>
            <a:xfrm rot="5400000">
              <a:off x="8994249" y="3882457"/>
              <a:ext cx="237664" cy="64300"/>
            </a:xfrm>
            <a:prstGeom prst="triangle">
              <a:avLst/>
            </a:prstGeom>
            <a:solidFill>
              <a:srgbClr val="00338D"/>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20" name="Triangle isocèle 58">
              <a:extLst>
                <a:ext uri="{FF2B5EF4-FFF2-40B4-BE49-F238E27FC236}">
                  <a16:creationId xmlns:a16="http://schemas.microsoft.com/office/drawing/2014/main" id="{A27B00FF-8F1C-67BA-5C97-F1D165F8FF1D}"/>
                </a:ext>
              </a:extLst>
            </p:cNvPr>
            <p:cNvSpPr/>
            <p:nvPr/>
          </p:nvSpPr>
          <p:spPr>
            <a:xfrm rot="5400000">
              <a:off x="6919416" y="3882457"/>
              <a:ext cx="237664" cy="64300"/>
            </a:xfrm>
            <a:prstGeom prst="triangle">
              <a:avLst/>
            </a:prstGeom>
            <a:solidFill>
              <a:srgbClr val="00266A"/>
            </a:solidFill>
            <a:ln>
              <a:solidFill>
                <a:srgbClr val="00266A"/>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21" name="Triangle isocèle 60">
              <a:extLst>
                <a:ext uri="{FF2B5EF4-FFF2-40B4-BE49-F238E27FC236}">
                  <a16:creationId xmlns:a16="http://schemas.microsoft.com/office/drawing/2014/main" id="{B40AC288-82AA-2F5B-9E35-62324664BD38}"/>
                </a:ext>
              </a:extLst>
            </p:cNvPr>
            <p:cNvSpPr/>
            <p:nvPr/>
          </p:nvSpPr>
          <p:spPr>
            <a:xfrm rot="5400000">
              <a:off x="2726982" y="3882457"/>
              <a:ext cx="237664" cy="6430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22" name="ZoneTexte 62">
              <a:extLst>
                <a:ext uri="{FF2B5EF4-FFF2-40B4-BE49-F238E27FC236}">
                  <a16:creationId xmlns:a16="http://schemas.microsoft.com/office/drawing/2014/main" id="{F5DFC937-DE57-6A29-6205-508887DA0D4B}"/>
                </a:ext>
              </a:extLst>
            </p:cNvPr>
            <p:cNvSpPr txBox="1"/>
            <p:nvPr/>
          </p:nvSpPr>
          <p:spPr>
            <a:xfrm>
              <a:off x="995363" y="1681690"/>
              <a:ext cx="1824254" cy="421633"/>
            </a:xfrm>
            <a:prstGeom prst="rect">
              <a:avLst/>
            </a:prstGeom>
          </p:spPr>
          <p:txBody>
            <a:bodyPr vert="horz" wrap="square" lIns="216000" tIns="0" rIns="180000" bIns="0" rtlCol="0" anchor="t" anchorCtr="0">
              <a:noAutofit/>
            </a:bodyPr>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b="1" i="0" u="none" strike="noStrike" kern="1200" cap="none" spc="0" normalizeH="0" baseline="0" noProof="0" dirty="0">
                  <a:ln>
                    <a:noFill/>
                  </a:ln>
                  <a:solidFill>
                    <a:schemeClr val="accent4">
                      <a:lumMod val="20000"/>
                      <a:lumOff val="80000"/>
                    </a:schemeClr>
                  </a:solidFill>
                  <a:effectLst/>
                  <a:uLnTx/>
                  <a:uFillTx/>
                  <a:latin typeface="KPMG Bold"/>
                  <a:ea typeface="+mn-ea"/>
                  <a:cs typeface="Calibri" panose="020F0502020204030204" pitchFamily="34" charset="0"/>
                </a:rPr>
                <a:t>Bullet #1</a:t>
              </a:r>
              <a:endParaRPr kumimoji="0" lang="en-US" sz="900" b="0" i="0" u="none" strike="noStrike" kern="1200" cap="none" spc="0" normalizeH="0" baseline="0" noProof="0" dirty="0">
                <a:ln>
                  <a:noFill/>
                </a:ln>
                <a:solidFill>
                  <a:schemeClr val="accent4">
                    <a:lumMod val="20000"/>
                    <a:lumOff val="80000"/>
                  </a:schemeClr>
                </a:solidFill>
                <a:effectLst/>
                <a:uLnTx/>
                <a:uFillTx/>
                <a:latin typeface="Arial"/>
                <a:ea typeface="+mn-ea"/>
                <a:cs typeface="Calibri" panose="020F0502020204030204" pitchFamily="34" charset="0"/>
              </a:endParaRPr>
            </a:p>
          </p:txBody>
        </p:sp>
        <p:sp>
          <p:nvSpPr>
            <p:cNvPr id="23" name="Forme libre : forme 52">
              <a:extLst>
                <a:ext uri="{FF2B5EF4-FFF2-40B4-BE49-F238E27FC236}">
                  <a16:creationId xmlns:a16="http://schemas.microsoft.com/office/drawing/2014/main" id="{B340BA7D-C41A-F07C-FD3C-018DD06943BC}"/>
                </a:ext>
              </a:extLst>
            </p:cNvPr>
            <p:cNvSpPr/>
            <p:nvPr/>
          </p:nvSpPr>
          <p:spPr>
            <a:xfrm flipH="1">
              <a:off x="9365660" y="1543247"/>
              <a:ext cx="1828800" cy="4478458"/>
            </a:xfrm>
            <a:prstGeom prst="flowChartPunchedCar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610" tIns="54610" rIns="54610" bIns="5461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24" name="Forme libre : forme 55">
              <a:extLst>
                <a:ext uri="{FF2B5EF4-FFF2-40B4-BE49-F238E27FC236}">
                  <a16:creationId xmlns:a16="http://schemas.microsoft.com/office/drawing/2014/main" id="{BC018209-774A-5157-6211-E94C7F5DAEAC}"/>
                </a:ext>
              </a:extLst>
            </p:cNvPr>
            <p:cNvSpPr/>
            <p:nvPr/>
          </p:nvSpPr>
          <p:spPr>
            <a:xfrm flipH="1">
              <a:off x="3088982" y="1543247"/>
              <a:ext cx="1828800" cy="4478458"/>
            </a:xfrm>
            <a:prstGeom prst="flowChartPunchedCard">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610" tIns="54610" rIns="54610" bIns="5461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273" name="Triangle isocèle 59">
              <a:extLst>
                <a:ext uri="{FF2B5EF4-FFF2-40B4-BE49-F238E27FC236}">
                  <a16:creationId xmlns:a16="http://schemas.microsoft.com/office/drawing/2014/main" id="{B253966D-C3CF-0916-740A-D5EDFA169E15}"/>
                </a:ext>
              </a:extLst>
            </p:cNvPr>
            <p:cNvSpPr/>
            <p:nvPr/>
          </p:nvSpPr>
          <p:spPr>
            <a:xfrm rot="5400000">
              <a:off x="4822431" y="3882457"/>
              <a:ext cx="237664" cy="64300"/>
            </a:xfrm>
            <a:prstGeom prst="triangle">
              <a:avLst/>
            </a:prstGeom>
            <a:solidFill>
              <a:srgbClr val="001947"/>
            </a:solidFill>
            <a:ln>
              <a:solidFill>
                <a:srgbClr val="001947"/>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500" b="0" i="0" u="none" strike="noStrike" kern="1200" cap="none" spc="0" normalizeH="0" baseline="0" noProof="0">
                <a:ln>
                  <a:noFill/>
                </a:ln>
                <a:solidFill>
                  <a:srgbClr val="FFFFFF"/>
                </a:solidFill>
                <a:effectLst/>
                <a:uLnTx/>
                <a:uFillTx/>
                <a:latin typeface="Arial"/>
                <a:ea typeface="+mn-ea"/>
                <a:cs typeface="+mn-cs"/>
              </a:endParaRPr>
            </a:p>
          </p:txBody>
        </p:sp>
        <p:sp>
          <p:nvSpPr>
            <p:cNvPr id="274" name="ZoneTexte 62">
              <a:extLst>
                <a:ext uri="{FF2B5EF4-FFF2-40B4-BE49-F238E27FC236}">
                  <a16:creationId xmlns:a16="http://schemas.microsoft.com/office/drawing/2014/main" id="{0F5B810C-A9C1-558A-7F6D-D7292E2DF9AA}"/>
                </a:ext>
              </a:extLst>
            </p:cNvPr>
            <p:cNvSpPr txBox="1"/>
            <p:nvPr/>
          </p:nvSpPr>
          <p:spPr>
            <a:xfrm>
              <a:off x="1004975" y="2774287"/>
              <a:ext cx="1824254" cy="421633"/>
            </a:xfrm>
            <a:prstGeom prst="rect">
              <a:avLst/>
            </a:prstGeom>
          </p:spPr>
          <p:txBody>
            <a:bodyPr vert="horz" wrap="square" lIns="216000" tIns="0" rIns="180000" bIns="0" rtlCol="0" anchor="t" anchorCtr="0">
              <a:noAutofit/>
            </a:bodyPr>
            <a:lstStyle/>
            <a:p>
              <a:pPr marL="0" marR="0" lvl="0" indent="0" algn="l" defTabSz="914400" rtl="0" eaLnBrk="1" fontAlgn="auto" latinLnBrk="0" hangingPunct="1">
                <a:spcBef>
                  <a:spcPts val="0"/>
                </a:spcBef>
                <a:spcAft>
                  <a:spcPts val="60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a:ea typeface="+mn-ea"/>
                  <a:cs typeface="Calibri" panose="020F0502020204030204" pitchFamily="34" charset="0"/>
                </a:rPr>
                <a:t>Sub Bullet #1</a:t>
              </a:r>
            </a:p>
          </p:txBody>
        </p:sp>
        <p:sp>
          <p:nvSpPr>
            <p:cNvPr id="275" name="ZoneTexte 72">
              <a:extLst>
                <a:ext uri="{FF2B5EF4-FFF2-40B4-BE49-F238E27FC236}">
                  <a16:creationId xmlns:a16="http://schemas.microsoft.com/office/drawing/2014/main" id="{FDEAF703-392D-067A-8BB0-F2EDCF3D755F}"/>
                </a:ext>
              </a:extLst>
            </p:cNvPr>
            <p:cNvSpPr txBox="1"/>
            <p:nvPr/>
          </p:nvSpPr>
          <p:spPr>
            <a:xfrm>
              <a:off x="5182203" y="2774287"/>
              <a:ext cx="1824254" cy="421633"/>
            </a:xfrm>
            <a:prstGeom prst="rect">
              <a:avLst/>
            </a:prstGeom>
          </p:spPr>
          <p:txBody>
            <a:bodyPr vert="horz" wrap="square" lIns="216000" tIns="0" rIns="180000" bIns="0" rtlCol="0" anchor="t" anchorCtr="0">
              <a:noAutofit/>
            </a:bodyPr>
            <a:lstStyle/>
            <a:p>
              <a:pPr lvl="0">
                <a:spcAft>
                  <a:spcPts val="600"/>
                </a:spcAft>
                <a:defRPr/>
              </a:pPr>
              <a:r>
                <a:rPr lang="en-US" sz="1000" b="1" dirty="0">
                  <a:solidFill>
                    <a:srgbClr val="FFFFFF"/>
                  </a:solidFill>
                  <a:cs typeface="Calibri" panose="020F0502020204030204" pitchFamily="34" charset="0"/>
                </a:rPr>
                <a:t>Sub Bullet #3</a:t>
              </a:r>
            </a:p>
          </p:txBody>
        </p:sp>
        <p:sp>
          <p:nvSpPr>
            <p:cNvPr id="276" name="ZoneTexte 73">
              <a:extLst>
                <a:ext uri="{FF2B5EF4-FFF2-40B4-BE49-F238E27FC236}">
                  <a16:creationId xmlns:a16="http://schemas.microsoft.com/office/drawing/2014/main" id="{B6CA8D25-F27E-6B2C-EA20-88CB93BAF9DE}"/>
                </a:ext>
              </a:extLst>
            </p:cNvPr>
            <p:cNvSpPr txBox="1"/>
            <p:nvPr/>
          </p:nvSpPr>
          <p:spPr>
            <a:xfrm>
              <a:off x="7230639" y="2774287"/>
              <a:ext cx="1883794" cy="421633"/>
            </a:xfrm>
            <a:prstGeom prst="rect">
              <a:avLst/>
            </a:prstGeom>
          </p:spPr>
          <p:txBody>
            <a:bodyPr vert="horz" wrap="square" lIns="216000" tIns="0" rIns="180000" bIns="0" rtlCol="0" anchor="t" anchorCtr="0">
              <a:noAutofit/>
            </a:bodyPr>
            <a:lstStyle/>
            <a:p>
              <a:pPr lvl="0">
                <a:spcAft>
                  <a:spcPts val="600"/>
                </a:spcAft>
                <a:defRPr/>
              </a:pPr>
              <a:r>
                <a:rPr lang="en-US" sz="1000" b="1" dirty="0">
                  <a:solidFill>
                    <a:srgbClr val="FFFFFF"/>
                  </a:solidFill>
                  <a:cs typeface="Calibri" panose="020F0502020204030204" pitchFamily="34" charset="0"/>
                </a:rPr>
                <a:t>Sub Bullet #4</a:t>
              </a:r>
            </a:p>
          </p:txBody>
        </p:sp>
        <p:sp>
          <p:nvSpPr>
            <p:cNvPr id="277" name="ZoneTexte 74">
              <a:extLst>
                <a:ext uri="{FF2B5EF4-FFF2-40B4-BE49-F238E27FC236}">
                  <a16:creationId xmlns:a16="http://schemas.microsoft.com/office/drawing/2014/main" id="{E29D93CC-3496-CFCA-CA56-663DB2BAF63E}"/>
                </a:ext>
              </a:extLst>
            </p:cNvPr>
            <p:cNvSpPr txBox="1"/>
            <p:nvPr/>
          </p:nvSpPr>
          <p:spPr>
            <a:xfrm>
              <a:off x="9371013" y="2774287"/>
              <a:ext cx="1824254" cy="421633"/>
            </a:xfrm>
            <a:prstGeom prst="rect">
              <a:avLst/>
            </a:prstGeom>
          </p:spPr>
          <p:txBody>
            <a:bodyPr vert="horz" wrap="square" lIns="216000" tIns="0" rIns="180000" bIns="0" rtlCol="0" anchor="t" anchorCtr="0">
              <a:noAutofit/>
            </a:bodyPr>
            <a:lstStyle/>
            <a:p>
              <a:pPr lvl="0">
                <a:spcAft>
                  <a:spcPts val="600"/>
                </a:spcAft>
                <a:defRPr/>
              </a:pPr>
              <a:r>
                <a:rPr lang="en-US" sz="1000" b="1" dirty="0">
                  <a:solidFill>
                    <a:srgbClr val="FFFFFF"/>
                  </a:solidFill>
                  <a:cs typeface="Calibri" panose="020F0502020204030204" pitchFamily="34" charset="0"/>
                </a:rPr>
                <a:t>Sub Bullet #5</a:t>
              </a:r>
            </a:p>
          </p:txBody>
        </p:sp>
        <p:sp>
          <p:nvSpPr>
            <p:cNvPr id="278" name="ZoneTexte 62">
              <a:extLst>
                <a:ext uri="{FF2B5EF4-FFF2-40B4-BE49-F238E27FC236}">
                  <a16:creationId xmlns:a16="http://schemas.microsoft.com/office/drawing/2014/main" id="{914FB68E-7129-FF5D-5B38-48E1575A0A8E}"/>
                </a:ext>
              </a:extLst>
            </p:cNvPr>
            <p:cNvSpPr txBox="1"/>
            <p:nvPr/>
          </p:nvSpPr>
          <p:spPr>
            <a:xfrm>
              <a:off x="3087747" y="2774287"/>
              <a:ext cx="1824254" cy="421633"/>
            </a:xfrm>
            <a:prstGeom prst="rect">
              <a:avLst/>
            </a:prstGeom>
          </p:spPr>
          <p:txBody>
            <a:bodyPr vert="horz" wrap="square" lIns="216000" tIns="0" rIns="180000" bIns="0" rtlCol="0" anchor="t" anchorCtr="0">
              <a:noAutofit/>
            </a:bodyPr>
            <a:lstStyle/>
            <a:p>
              <a:pPr lvl="0">
                <a:spcAft>
                  <a:spcPts val="600"/>
                </a:spcAft>
                <a:defRPr/>
              </a:pPr>
              <a:r>
                <a:rPr lang="en-US" sz="1000" b="1" dirty="0">
                  <a:solidFill>
                    <a:srgbClr val="FFFFFF"/>
                  </a:solidFill>
                  <a:cs typeface="Calibri" panose="020F0502020204030204" pitchFamily="34" charset="0"/>
                </a:rPr>
                <a:t>Sub Bullet #2</a:t>
              </a:r>
            </a:p>
          </p:txBody>
        </p:sp>
        <p:sp>
          <p:nvSpPr>
            <p:cNvPr id="279" name="ZoneTexte 62">
              <a:extLst>
                <a:ext uri="{FF2B5EF4-FFF2-40B4-BE49-F238E27FC236}">
                  <a16:creationId xmlns:a16="http://schemas.microsoft.com/office/drawing/2014/main" id="{3200D11A-1272-A1EC-0808-46E9E07DC1D9}"/>
                </a:ext>
              </a:extLst>
            </p:cNvPr>
            <p:cNvSpPr txBox="1"/>
            <p:nvPr/>
          </p:nvSpPr>
          <p:spPr>
            <a:xfrm>
              <a:off x="3087747" y="1681690"/>
              <a:ext cx="1824254" cy="421633"/>
            </a:xfrm>
            <a:prstGeom prst="rect">
              <a:avLst/>
            </a:prstGeom>
          </p:spPr>
          <p:txBody>
            <a:bodyPr vert="horz" wrap="square" lIns="216000" tIns="0" rIns="180000" bIns="0" rtlCol="0" anchor="t" anchorCtr="0">
              <a:noAutofit/>
            </a:bodyPr>
            <a:lstStyle/>
            <a:p>
              <a:pPr lvl="0">
                <a:lnSpc>
                  <a:spcPct val="80000"/>
                </a:lnSpc>
                <a:spcAft>
                  <a:spcPts val="600"/>
                </a:spcAft>
                <a:defRPr/>
              </a:pPr>
              <a:r>
                <a:rPr lang="en-US" b="1" dirty="0">
                  <a:solidFill>
                    <a:schemeClr val="accent4">
                      <a:lumMod val="20000"/>
                      <a:lumOff val="80000"/>
                    </a:schemeClr>
                  </a:solidFill>
                  <a:latin typeface="KPMG Bold"/>
                  <a:cs typeface="Calibri" panose="020F0502020204030204" pitchFamily="34" charset="0"/>
                </a:rPr>
                <a:t>Bullet #2</a:t>
              </a:r>
              <a:endParaRPr lang="en-US" sz="900" dirty="0">
                <a:solidFill>
                  <a:schemeClr val="accent4">
                    <a:lumMod val="20000"/>
                    <a:lumOff val="80000"/>
                  </a:schemeClr>
                </a:solidFill>
                <a:cs typeface="Calibri" panose="020F0502020204030204" pitchFamily="34" charset="0"/>
              </a:endParaRPr>
            </a:p>
          </p:txBody>
        </p:sp>
        <p:sp>
          <p:nvSpPr>
            <p:cNvPr id="280" name="ZoneTexte 62">
              <a:extLst>
                <a:ext uri="{FF2B5EF4-FFF2-40B4-BE49-F238E27FC236}">
                  <a16:creationId xmlns:a16="http://schemas.microsoft.com/office/drawing/2014/main" id="{BB741341-1F6D-F7B5-5D14-CCF92110AA8E}"/>
                </a:ext>
              </a:extLst>
            </p:cNvPr>
            <p:cNvSpPr txBox="1"/>
            <p:nvPr/>
          </p:nvSpPr>
          <p:spPr>
            <a:xfrm>
              <a:off x="5182203" y="1681690"/>
              <a:ext cx="1824254" cy="421633"/>
            </a:xfrm>
            <a:prstGeom prst="rect">
              <a:avLst/>
            </a:prstGeom>
          </p:spPr>
          <p:txBody>
            <a:bodyPr vert="horz" wrap="square" lIns="216000" tIns="0" rIns="180000" bIns="0" rtlCol="0" anchor="t" anchorCtr="0">
              <a:noAutofit/>
            </a:bodyPr>
            <a:lstStyle/>
            <a:p>
              <a:pPr lvl="0">
                <a:lnSpc>
                  <a:spcPct val="80000"/>
                </a:lnSpc>
                <a:spcAft>
                  <a:spcPts val="600"/>
                </a:spcAft>
                <a:defRPr/>
              </a:pPr>
              <a:r>
                <a:rPr lang="en-US" b="1" dirty="0">
                  <a:solidFill>
                    <a:schemeClr val="accent4">
                      <a:lumMod val="20000"/>
                      <a:lumOff val="80000"/>
                    </a:schemeClr>
                  </a:solidFill>
                  <a:latin typeface="KPMG Bold"/>
                  <a:cs typeface="Calibri" panose="020F0502020204030204" pitchFamily="34" charset="0"/>
                </a:rPr>
                <a:t>Bullet #3</a:t>
              </a:r>
              <a:endParaRPr lang="en-US" sz="900" dirty="0">
                <a:solidFill>
                  <a:schemeClr val="accent4">
                    <a:lumMod val="20000"/>
                    <a:lumOff val="80000"/>
                  </a:schemeClr>
                </a:solidFill>
                <a:cs typeface="Calibri" panose="020F0502020204030204" pitchFamily="34" charset="0"/>
              </a:endParaRPr>
            </a:p>
          </p:txBody>
        </p:sp>
        <p:sp>
          <p:nvSpPr>
            <p:cNvPr id="281" name="ZoneTexte 62">
              <a:extLst>
                <a:ext uri="{FF2B5EF4-FFF2-40B4-BE49-F238E27FC236}">
                  <a16:creationId xmlns:a16="http://schemas.microsoft.com/office/drawing/2014/main" id="{45243496-1D25-9096-F95F-FEAD824204FA}"/>
                </a:ext>
              </a:extLst>
            </p:cNvPr>
            <p:cNvSpPr txBox="1"/>
            <p:nvPr/>
          </p:nvSpPr>
          <p:spPr>
            <a:xfrm>
              <a:off x="7260409" y="1681690"/>
              <a:ext cx="1824254" cy="421633"/>
            </a:xfrm>
            <a:prstGeom prst="rect">
              <a:avLst/>
            </a:prstGeom>
          </p:spPr>
          <p:txBody>
            <a:bodyPr vert="horz" wrap="square" lIns="216000" tIns="0" rIns="180000" bIns="0" rtlCol="0" anchor="t" anchorCtr="0">
              <a:noAutofit/>
            </a:bodyPr>
            <a:lstStyle/>
            <a:p>
              <a:pPr lvl="0">
                <a:lnSpc>
                  <a:spcPct val="80000"/>
                </a:lnSpc>
                <a:spcAft>
                  <a:spcPts val="600"/>
                </a:spcAft>
                <a:defRPr/>
              </a:pPr>
              <a:r>
                <a:rPr lang="en-US" b="1" dirty="0">
                  <a:solidFill>
                    <a:schemeClr val="accent4">
                      <a:lumMod val="20000"/>
                      <a:lumOff val="80000"/>
                    </a:schemeClr>
                  </a:solidFill>
                  <a:latin typeface="KPMG Bold"/>
                  <a:cs typeface="Calibri" panose="020F0502020204030204" pitchFamily="34" charset="0"/>
                </a:rPr>
                <a:t>Bullet #4</a:t>
              </a:r>
              <a:endParaRPr lang="en-US" sz="900" dirty="0">
                <a:solidFill>
                  <a:schemeClr val="accent4">
                    <a:lumMod val="20000"/>
                    <a:lumOff val="80000"/>
                  </a:schemeClr>
                </a:solidFill>
                <a:cs typeface="Calibri" panose="020F0502020204030204" pitchFamily="34" charset="0"/>
              </a:endParaRPr>
            </a:p>
          </p:txBody>
        </p:sp>
        <p:sp>
          <p:nvSpPr>
            <p:cNvPr id="282" name="ZoneTexte 62">
              <a:extLst>
                <a:ext uri="{FF2B5EF4-FFF2-40B4-BE49-F238E27FC236}">
                  <a16:creationId xmlns:a16="http://schemas.microsoft.com/office/drawing/2014/main" id="{2C4F4E13-571F-71E7-5003-22D3793708F1}"/>
                </a:ext>
              </a:extLst>
            </p:cNvPr>
            <p:cNvSpPr txBox="1"/>
            <p:nvPr/>
          </p:nvSpPr>
          <p:spPr>
            <a:xfrm>
              <a:off x="9371013" y="1681690"/>
              <a:ext cx="1589087" cy="421633"/>
            </a:xfrm>
            <a:prstGeom prst="rect">
              <a:avLst/>
            </a:prstGeom>
          </p:spPr>
          <p:txBody>
            <a:bodyPr vert="horz" wrap="square" lIns="216000" tIns="0" rIns="180000" bIns="0" rtlCol="0" anchor="t" anchorCtr="0">
              <a:noAutofit/>
            </a:bodyPr>
            <a:lstStyle/>
            <a:p>
              <a:pPr lvl="0">
                <a:lnSpc>
                  <a:spcPct val="80000"/>
                </a:lnSpc>
                <a:spcAft>
                  <a:spcPts val="600"/>
                </a:spcAft>
                <a:defRPr/>
              </a:pPr>
              <a:r>
                <a:rPr lang="en-US" b="1" dirty="0">
                  <a:solidFill>
                    <a:schemeClr val="accent4">
                      <a:lumMod val="20000"/>
                      <a:lumOff val="80000"/>
                    </a:schemeClr>
                  </a:solidFill>
                  <a:latin typeface="KPMG Bold"/>
                  <a:cs typeface="Calibri" panose="020F0502020204030204" pitchFamily="34" charset="0"/>
                </a:rPr>
                <a:t>Bullet #5</a:t>
              </a:r>
              <a:endParaRPr lang="en-US" sz="900" dirty="0">
                <a:solidFill>
                  <a:schemeClr val="accent4">
                    <a:lumMod val="20000"/>
                    <a:lumOff val="80000"/>
                  </a:schemeClr>
                </a:solidFill>
                <a:cs typeface="Calibri" panose="020F0502020204030204" pitchFamily="34" charset="0"/>
              </a:endParaRPr>
            </a:p>
          </p:txBody>
        </p:sp>
        <p:sp>
          <p:nvSpPr>
            <p:cNvPr id="283" name="ZoneTexte 62">
              <a:extLst>
                <a:ext uri="{FF2B5EF4-FFF2-40B4-BE49-F238E27FC236}">
                  <a16:creationId xmlns:a16="http://schemas.microsoft.com/office/drawing/2014/main" id="{C67003A5-A957-44D1-4509-27A276158265}"/>
                </a:ext>
              </a:extLst>
            </p:cNvPr>
            <p:cNvSpPr txBox="1"/>
            <p:nvPr/>
          </p:nvSpPr>
          <p:spPr>
            <a:xfrm>
              <a:off x="1000168" y="3829912"/>
              <a:ext cx="1824254" cy="421633"/>
            </a:xfrm>
            <a:prstGeom prst="rect">
              <a:avLst/>
            </a:prstGeom>
          </p:spPr>
          <p:txBody>
            <a:bodyPr vert="horz" wrap="square" lIns="216000" tIns="0" rIns="180000" bIns="0" rtlCol="0" anchor="t" anchorCtr="0">
              <a:noAutofit/>
            </a:bodyPr>
            <a:lstStyle/>
            <a:p>
              <a:pPr marL="0" marR="0" lvl="0" indent="0" algn="l" defTabSz="914400" rtl="0" eaLnBrk="1" fontAlgn="auto" latinLnBrk="0" hangingPunct="1">
                <a:spcBef>
                  <a:spcPts val="0"/>
                </a:spcBef>
                <a:spcAft>
                  <a:spcPts val="600"/>
                </a:spcAft>
                <a:buClrTx/>
                <a:buSzTx/>
                <a:buFontTx/>
                <a:buNone/>
                <a:tabLst/>
                <a:defRPr/>
              </a:pPr>
              <a:r>
                <a:rPr lang="en-US" sz="1000" b="1" u="sng" dirty="0">
                  <a:solidFill>
                    <a:srgbClr val="FFFFFF"/>
                  </a:solidFill>
                  <a:latin typeface="Arial"/>
                  <a:cs typeface="Calibri" panose="020F0502020204030204" pitchFamily="34" charset="0"/>
                </a:rPr>
                <a:t>Title #1</a:t>
              </a:r>
            </a:p>
            <a:p>
              <a:pPr marL="171450" marR="0" lvl="0" indent="-171450"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1000" i="0" strike="noStrike" kern="1200" cap="none" spc="0" normalizeH="0" baseline="0" noProof="0" dirty="0">
                  <a:ln>
                    <a:noFill/>
                  </a:ln>
                  <a:solidFill>
                    <a:srgbClr val="FFFFFF"/>
                  </a:solidFill>
                  <a:effectLst/>
                  <a:uLnTx/>
                  <a:uFillTx/>
                  <a:latin typeface="Arial"/>
                  <a:ea typeface="+mn-ea"/>
                  <a:cs typeface="Calibri" panose="020F0502020204030204" pitchFamily="34" charset="0"/>
                </a:rPr>
                <a:t>Bullet Bullet #1</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#1</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#1</a:t>
              </a:r>
            </a:p>
            <a:p>
              <a:pPr marL="171450" marR="0" lvl="0" indent="-171450" algn="l" defTabSz="914400" rtl="0" eaLnBrk="1" fontAlgn="auto" latinLnBrk="0" hangingPunct="1">
                <a:spcBef>
                  <a:spcPts val="0"/>
                </a:spcBef>
                <a:spcAft>
                  <a:spcPts val="600"/>
                </a:spcAft>
                <a:buClrTx/>
                <a:buSzTx/>
                <a:buFont typeface="Arial" panose="020B0604020202020204" pitchFamily="34" charset="0"/>
                <a:buChar char="•"/>
                <a:tabLst/>
                <a:defRPr/>
              </a:pPr>
              <a:endParaRPr kumimoji="0" lang="en-US" sz="1000" i="0" strike="noStrike" kern="1200" cap="none" spc="0" normalizeH="0" baseline="0" noProof="0" dirty="0">
                <a:ln>
                  <a:noFill/>
                </a:ln>
                <a:solidFill>
                  <a:srgbClr val="FFFFFF"/>
                </a:solidFill>
                <a:effectLst/>
                <a:uLnTx/>
                <a:uFillTx/>
                <a:latin typeface="Arial"/>
                <a:ea typeface="+mn-ea"/>
                <a:cs typeface="Calibri" panose="020F0502020204030204" pitchFamily="34" charset="0"/>
              </a:endParaRPr>
            </a:p>
            <a:p>
              <a:pPr marL="171450" marR="0" lvl="0" indent="-171450" algn="l" defTabSz="914400" rtl="0" eaLnBrk="1" fontAlgn="auto" latinLnBrk="0" hangingPunct="1">
                <a:spcBef>
                  <a:spcPts val="0"/>
                </a:spcBef>
                <a:spcAft>
                  <a:spcPts val="600"/>
                </a:spcAft>
                <a:buClrTx/>
                <a:buSzTx/>
                <a:buFont typeface="Arial" panose="020B0604020202020204" pitchFamily="34" charset="0"/>
                <a:buChar char="•"/>
                <a:tabLst/>
                <a:defRPr/>
              </a:pPr>
              <a:endParaRPr kumimoji="0" lang="en-US" sz="1000" b="1" i="0" u="sng" strike="noStrike" kern="1200" cap="none" spc="0" normalizeH="0" baseline="0" noProof="0" dirty="0">
                <a:ln>
                  <a:noFill/>
                </a:ln>
                <a:solidFill>
                  <a:srgbClr val="FFFFFF"/>
                </a:solidFill>
                <a:effectLst/>
                <a:uLnTx/>
                <a:uFillTx/>
                <a:latin typeface="Arial"/>
                <a:ea typeface="+mn-ea"/>
                <a:cs typeface="Calibri" panose="020F0502020204030204" pitchFamily="34" charset="0"/>
              </a:endParaRPr>
            </a:p>
          </p:txBody>
        </p:sp>
        <p:sp>
          <p:nvSpPr>
            <p:cNvPr id="284" name="ZoneTexte 62">
              <a:extLst>
                <a:ext uri="{FF2B5EF4-FFF2-40B4-BE49-F238E27FC236}">
                  <a16:creationId xmlns:a16="http://schemas.microsoft.com/office/drawing/2014/main" id="{E702A65C-B28A-3223-E6F3-205BD30A5768}"/>
                </a:ext>
              </a:extLst>
            </p:cNvPr>
            <p:cNvSpPr txBox="1"/>
            <p:nvPr/>
          </p:nvSpPr>
          <p:spPr>
            <a:xfrm>
              <a:off x="3091255" y="3829912"/>
              <a:ext cx="1824254" cy="2191793"/>
            </a:xfrm>
            <a:prstGeom prst="rect">
              <a:avLst/>
            </a:prstGeom>
          </p:spPr>
          <p:txBody>
            <a:bodyPr vert="horz" wrap="square" lIns="216000" tIns="0" rIns="180000" bIns="0" rtlCol="0" anchor="t" anchorCtr="0">
              <a:noAutofit/>
            </a:bodyPr>
            <a:lstStyle/>
            <a:p>
              <a:pPr lvl="0">
                <a:spcAft>
                  <a:spcPts val="600"/>
                </a:spcAft>
                <a:defRPr/>
              </a:pPr>
              <a:r>
                <a:rPr lang="en-US" sz="1000" b="1" u="sng" dirty="0">
                  <a:solidFill>
                    <a:srgbClr val="FFFFFF"/>
                  </a:solidFill>
                  <a:cs typeface="Calibri" panose="020F0502020204030204" pitchFamily="34" charset="0"/>
                </a:rPr>
                <a:t>Title #2</a:t>
              </a:r>
            </a:p>
            <a:p>
              <a:pPr marL="171450" lvl="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#2</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#2</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#2</a:t>
              </a:r>
            </a:p>
            <a:p>
              <a:pPr marL="171450" lvl="0" indent="-171450">
                <a:spcAft>
                  <a:spcPts val="600"/>
                </a:spcAft>
                <a:buFont typeface="Arial" panose="020B0604020202020204" pitchFamily="34" charset="0"/>
                <a:buChar char="•"/>
                <a:defRPr/>
              </a:pPr>
              <a:endParaRPr lang="en-US" sz="1000" dirty="0">
                <a:solidFill>
                  <a:srgbClr val="FFFFFF"/>
                </a:solidFill>
                <a:cs typeface="Calibri" panose="020F0502020204030204" pitchFamily="34" charset="0"/>
              </a:endParaRPr>
            </a:p>
            <a:p>
              <a:pPr marL="171450" lvl="0" indent="-171450">
                <a:spcAft>
                  <a:spcPts val="600"/>
                </a:spcAft>
                <a:buFont typeface="Arial" panose="020B0604020202020204" pitchFamily="34" charset="0"/>
                <a:buChar char="•"/>
                <a:defRPr/>
              </a:pPr>
              <a:endParaRPr lang="en-US" sz="1000" b="1" u="sng" dirty="0">
                <a:solidFill>
                  <a:srgbClr val="FFFFFF"/>
                </a:solidFill>
                <a:cs typeface="Calibri" panose="020F0502020204030204" pitchFamily="34" charset="0"/>
              </a:endParaRPr>
            </a:p>
          </p:txBody>
        </p:sp>
        <p:sp>
          <p:nvSpPr>
            <p:cNvPr id="285" name="ZoneTexte 62">
              <a:extLst>
                <a:ext uri="{FF2B5EF4-FFF2-40B4-BE49-F238E27FC236}">
                  <a16:creationId xmlns:a16="http://schemas.microsoft.com/office/drawing/2014/main" id="{C8A6D8D6-B5E8-9F50-40A3-E87D9A1B46C9}"/>
                </a:ext>
              </a:extLst>
            </p:cNvPr>
            <p:cNvSpPr txBox="1"/>
            <p:nvPr/>
          </p:nvSpPr>
          <p:spPr>
            <a:xfrm>
              <a:off x="5182203" y="3843407"/>
              <a:ext cx="1824254" cy="421633"/>
            </a:xfrm>
            <a:prstGeom prst="rect">
              <a:avLst/>
            </a:prstGeom>
          </p:spPr>
          <p:txBody>
            <a:bodyPr vert="horz" wrap="square" lIns="216000" tIns="0" rIns="180000" bIns="0" rtlCol="0" anchor="t" anchorCtr="0">
              <a:noAutofit/>
            </a:bodyPr>
            <a:lstStyle/>
            <a:p>
              <a:pPr lvl="0">
                <a:spcAft>
                  <a:spcPts val="600"/>
                </a:spcAft>
                <a:defRPr/>
              </a:pPr>
              <a:r>
                <a:rPr lang="en-US" sz="1000" b="1" u="sng" dirty="0">
                  <a:solidFill>
                    <a:srgbClr val="FFFFFF"/>
                  </a:solidFill>
                  <a:cs typeface="Calibri" panose="020F0502020204030204" pitchFamily="34" charset="0"/>
                </a:rPr>
                <a:t>Title #3</a:t>
              </a:r>
            </a:p>
            <a:p>
              <a:pPr marL="171450" lvl="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#3</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#3</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#3</a:t>
              </a:r>
            </a:p>
            <a:p>
              <a:pPr marL="171450" lvl="0" indent="-171450">
                <a:spcAft>
                  <a:spcPts val="600"/>
                </a:spcAft>
                <a:buFont typeface="Arial" panose="020B0604020202020204" pitchFamily="34" charset="0"/>
                <a:buChar char="•"/>
                <a:defRPr/>
              </a:pPr>
              <a:endParaRPr lang="en-US" sz="1000" dirty="0">
                <a:solidFill>
                  <a:srgbClr val="FFFFFF"/>
                </a:solidFill>
                <a:cs typeface="Calibri" panose="020F0502020204030204" pitchFamily="34" charset="0"/>
              </a:endParaRPr>
            </a:p>
            <a:p>
              <a:pPr marL="171450" lvl="0" indent="-171450">
                <a:spcAft>
                  <a:spcPts val="600"/>
                </a:spcAft>
                <a:buFont typeface="Arial" panose="020B0604020202020204" pitchFamily="34" charset="0"/>
                <a:buChar char="•"/>
                <a:defRPr/>
              </a:pPr>
              <a:endParaRPr lang="en-US" sz="1000" b="1" u="sng" dirty="0">
                <a:solidFill>
                  <a:srgbClr val="FFFFFF"/>
                </a:solidFill>
                <a:cs typeface="Calibri" panose="020F0502020204030204" pitchFamily="34" charset="0"/>
              </a:endParaRPr>
            </a:p>
          </p:txBody>
        </p:sp>
        <p:sp>
          <p:nvSpPr>
            <p:cNvPr id="286" name="ZoneTexte 62">
              <a:extLst>
                <a:ext uri="{FF2B5EF4-FFF2-40B4-BE49-F238E27FC236}">
                  <a16:creationId xmlns:a16="http://schemas.microsoft.com/office/drawing/2014/main" id="{9476D3F9-6891-3B05-692F-F147AE0A06CB}"/>
                </a:ext>
              </a:extLst>
            </p:cNvPr>
            <p:cNvSpPr txBox="1"/>
            <p:nvPr/>
          </p:nvSpPr>
          <p:spPr>
            <a:xfrm>
              <a:off x="7260409" y="3856902"/>
              <a:ext cx="1824254" cy="421633"/>
            </a:xfrm>
            <a:prstGeom prst="rect">
              <a:avLst/>
            </a:prstGeom>
          </p:spPr>
          <p:txBody>
            <a:bodyPr vert="horz" wrap="square" lIns="216000" tIns="0" rIns="180000" bIns="0" rtlCol="0" anchor="t" anchorCtr="0">
              <a:noAutofit/>
            </a:bodyPr>
            <a:lstStyle/>
            <a:p>
              <a:pPr lvl="0">
                <a:spcAft>
                  <a:spcPts val="600"/>
                </a:spcAft>
                <a:defRPr/>
              </a:pPr>
              <a:r>
                <a:rPr lang="en-US" sz="1000" b="1" u="sng" dirty="0">
                  <a:solidFill>
                    <a:srgbClr val="FFFFFF"/>
                  </a:solidFill>
                  <a:cs typeface="Calibri" panose="020F0502020204030204" pitchFamily="34" charset="0"/>
                </a:rPr>
                <a:t>Title #4</a:t>
              </a:r>
            </a:p>
            <a:p>
              <a:pPr marL="171450" lvl="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#4</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#4</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#4</a:t>
              </a:r>
            </a:p>
            <a:p>
              <a:pPr marL="171450" lvl="0" indent="-171450">
                <a:spcAft>
                  <a:spcPts val="600"/>
                </a:spcAft>
                <a:buFont typeface="Arial" panose="020B0604020202020204" pitchFamily="34" charset="0"/>
                <a:buChar char="•"/>
                <a:defRPr/>
              </a:pPr>
              <a:endParaRPr lang="en-US" sz="1000" dirty="0">
                <a:solidFill>
                  <a:srgbClr val="FFFFFF"/>
                </a:solidFill>
                <a:cs typeface="Calibri" panose="020F0502020204030204" pitchFamily="34" charset="0"/>
              </a:endParaRPr>
            </a:p>
            <a:p>
              <a:pPr marL="171450" lvl="0" indent="-171450">
                <a:spcAft>
                  <a:spcPts val="600"/>
                </a:spcAft>
                <a:buFont typeface="Arial" panose="020B0604020202020204" pitchFamily="34" charset="0"/>
                <a:buChar char="•"/>
                <a:defRPr/>
              </a:pPr>
              <a:endParaRPr lang="en-US" sz="1000" b="1" u="sng" dirty="0">
                <a:solidFill>
                  <a:srgbClr val="FFFFFF"/>
                </a:solidFill>
                <a:cs typeface="Calibri" panose="020F0502020204030204" pitchFamily="34" charset="0"/>
              </a:endParaRPr>
            </a:p>
          </p:txBody>
        </p:sp>
        <p:sp>
          <p:nvSpPr>
            <p:cNvPr id="287" name="ZoneTexte 62">
              <a:extLst>
                <a:ext uri="{FF2B5EF4-FFF2-40B4-BE49-F238E27FC236}">
                  <a16:creationId xmlns:a16="http://schemas.microsoft.com/office/drawing/2014/main" id="{7E4E71EF-6505-E66B-EC61-A4E543BC7220}"/>
                </a:ext>
              </a:extLst>
            </p:cNvPr>
            <p:cNvSpPr txBox="1"/>
            <p:nvPr/>
          </p:nvSpPr>
          <p:spPr>
            <a:xfrm>
              <a:off x="9330256" y="3870397"/>
              <a:ext cx="1824254" cy="421633"/>
            </a:xfrm>
            <a:prstGeom prst="rect">
              <a:avLst/>
            </a:prstGeom>
          </p:spPr>
          <p:txBody>
            <a:bodyPr vert="horz" wrap="square" lIns="216000" tIns="0" rIns="180000" bIns="0" rtlCol="0" anchor="t" anchorCtr="0">
              <a:noAutofit/>
            </a:bodyPr>
            <a:lstStyle/>
            <a:p>
              <a:pPr lvl="0">
                <a:spcAft>
                  <a:spcPts val="600"/>
                </a:spcAft>
                <a:defRPr/>
              </a:pPr>
              <a:r>
                <a:rPr lang="en-US" sz="1000" b="1" u="sng" dirty="0">
                  <a:solidFill>
                    <a:srgbClr val="FFFFFF"/>
                  </a:solidFill>
                  <a:cs typeface="Calibri" panose="020F0502020204030204" pitchFamily="34" charset="0"/>
                </a:rPr>
                <a:t>Title #5</a:t>
              </a:r>
            </a:p>
            <a:p>
              <a:pPr marL="171450" lvl="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#5</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#5</a:t>
              </a:r>
            </a:p>
            <a:p>
              <a:pPr marL="171450" indent="-171450">
                <a:spcAft>
                  <a:spcPts val="600"/>
                </a:spcAft>
                <a:buFont typeface="Arial" panose="020B0604020202020204" pitchFamily="34" charset="0"/>
                <a:buChar char="•"/>
                <a:defRPr/>
              </a:pPr>
              <a:r>
                <a:rPr lang="en-US" sz="1000" dirty="0">
                  <a:solidFill>
                    <a:srgbClr val="FFFFFF"/>
                  </a:solidFill>
                  <a:cs typeface="Calibri" panose="020F0502020204030204" pitchFamily="34" charset="0"/>
                </a:rPr>
                <a:t>Bullet Bullet #5</a:t>
              </a:r>
            </a:p>
            <a:p>
              <a:pPr marL="171450" lvl="0" indent="-171450">
                <a:spcAft>
                  <a:spcPts val="600"/>
                </a:spcAft>
                <a:buFont typeface="Arial" panose="020B0604020202020204" pitchFamily="34" charset="0"/>
                <a:buChar char="•"/>
                <a:defRPr/>
              </a:pPr>
              <a:endParaRPr lang="en-US" sz="1000" dirty="0">
                <a:solidFill>
                  <a:srgbClr val="FFFFFF"/>
                </a:solidFill>
                <a:cs typeface="Calibri" panose="020F0502020204030204" pitchFamily="34" charset="0"/>
              </a:endParaRPr>
            </a:p>
            <a:p>
              <a:pPr marL="171450" lvl="0" indent="-171450">
                <a:spcAft>
                  <a:spcPts val="600"/>
                </a:spcAft>
                <a:buFont typeface="Arial" panose="020B0604020202020204" pitchFamily="34" charset="0"/>
                <a:buChar char="•"/>
                <a:defRPr/>
              </a:pPr>
              <a:endParaRPr lang="en-US" sz="1000" b="1" u="sng" dirty="0">
                <a:solidFill>
                  <a:srgbClr val="FFFFFF"/>
                </a:solidFill>
                <a:cs typeface="Calibri" panose="020F0502020204030204" pitchFamily="34" charset="0"/>
              </a:endParaRPr>
            </a:p>
          </p:txBody>
        </p:sp>
        <p:sp>
          <p:nvSpPr>
            <p:cNvPr id="288" name="ZoneTexte 62">
              <a:extLst>
                <a:ext uri="{FF2B5EF4-FFF2-40B4-BE49-F238E27FC236}">
                  <a16:creationId xmlns:a16="http://schemas.microsoft.com/office/drawing/2014/main" id="{AFAA5433-0312-AC43-1771-FB2848D71C73}"/>
                </a:ext>
              </a:extLst>
            </p:cNvPr>
            <p:cNvSpPr txBox="1"/>
            <p:nvPr/>
          </p:nvSpPr>
          <p:spPr>
            <a:xfrm>
              <a:off x="2532084" y="1674771"/>
              <a:ext cx="209536" cy="109087"/>
            </a:xfrm>
            <a:prstGeom prst="rect">
              <a:avLst/>
            </a:prstGeom>
          </p:spPr>
          <p:txBody>
            <a:bodyPr vert="horz" wrap="square" lIns="216000" tIns="0" rIns="180000" bIns="0" rtlCol="0" anchor="t" anchorCtr="0">
              <a:noAutofit/>
            </a:bodyPr>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b="1" i="0" u="none" strike="noStrike" kern="1200" cap="none" spc="0" normalizeH="0" baseline="0" noProof="0">
                  <a:ln>
                    <a:noFill/>
                  </a:ln>
                  <a:solidFill>
                    <a:srgbClr val="0C233C"/>
                  </a:solidFill>
                  <a:effectLst/>
                  <a:uLnTx/>
                  <a:uFillTx/>
                  <a:latin typeface="KPMG Bold"/>
                  <a:ea typeface="+mn-ea"/>
                  <a:cs typeface="Calibri" panose="020F0502020204030204" pitchFamily="34" charset="0"/>
                </a:rPr>
                <a:t>1</a:t>
              </a:r>
              <a:endParaRPr kumimoji="0" lang="en-US" sz="900" b="0" i="0" u="none" strike="noStrike" kern="1200" cap="none" spc="0" normalizeH="0" baseline="0" noProof="0">
                <a:ln>
                  <a:noFill/>
                </a:ln>
                <a:solidFill>
                  <a:srgbClr val="0C233C"/>
                </a:solidFill>
                <a:effectLst/>
                <a:uLnTx/>
                <a:uFillTx/>
                <a:latin typeface="Arial"/>
                <a:ea typeface="+mn-ea"/>
                <a:cs typeface="Calibri" panose="020F0502020204030204" pitchFamily="34" charset="0"/>
              </a:endParaRPr>
            </a:p>
          </p:txBody>
        </p:sp>
        <p:sp>
          <p:nvSpPr>
            <p:cNvPr id="289" name="ZoneTexte 62">
              <a:extLst>
                <a:ext uri="{FF2B5EF4-FFF2-40B4-BE49-F238E27FC236}">
                  <a16:creationId xmlns:a16="http://schemas.microsoft.com/office/drawing/2014/main" id="{AB3198F6-A45F-4D4B-4E0C-2020E24842E9}"/>
                </a:ext>
              </a:extLst>
            </p:cNvPr>
            <p:cNvSpPr txBox="1"/>
            <p:nvPr/>
          </p:nvSpPr>
          <p:spPr>
            <a:xfrm>
              <a:off x="4611128" y="1671914"/>
              <a:ext cx="209536" cy="109087"/>
            </a:xfrm>
            <a:prstGeom prst="rect">
              <a:avLst/>
            </a:prstGeom>
          </p:spPr>
          <p:txBody>
            <a:bodyPr vert="horz" wrap="square" lIns="216000" tIns="0" rIns="180000" bIns="0" rtlCol="0" anchor="t" anchorCtr="0">
              <a:noAutofit/>
            </a:bodyPr>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b="1" i="0" u="none" strike="noStrike" kern="1200" cap="none" spc="0" normalizeH="0" baseline="0" noProof="0">
                  <a:ln>
                    <a:noFill/>
                  </a:ln>
                  <a:solidFill>
                    <a:srgbClr val="001947"/>
                  </a:solidFill>
                  <a:effectLst/>
                  <a:uLnTx/>
                  <a:uFillTx/>
                  <a:latin typeface="KPMG Bold"/>
                  <a:ea typeface="+mn-ea"/>
                  <a:cs typeface="Calibri" panose="020F0502020204030204" pitchFamily="34" charset="0"/>
                </a:rPr>
                <a:t>2</a:t>
              </a:r>
              <a:endParaRPr kumimoji="0" lang="en-US" sz="900" b="0" i="0" u="none" strike="noStrike" kern="1200" cap="none" spc="0" normalizeH="0" baseline="0" noProof="0">
                <a:ln>
                  <a:noFill/>
                </a:ln>
                <a:solidFill>
                  <a:srgbClr val="001947"/>
                </a:solidFill>
                <a:effectLst/>
                <a:uLnTx/>
                <a:uFillTx/>
                <a:latin typeface="Arial"/>
                <a:ea typeface="+mn-ea"/>
                <a:cs typeface="Calibri" panose="020F0502020204030204" pitchFamily="34" charset="0"/>
              </a:endParaRPr>
            </a:p>
          </p:txBody>
        </p:sp>
        <p:sp>
          <p:nvSpPr>
            <p:cNvPr id="290" name="ZoneTexte 62">
              <a:extLst>
                <a:ext uri="{FF2B5EF4-FFF2-40B4-BE49-F238E27FC236}">
                  <a16:creationId xmlns:a16="http://schemas.microsoft.com/office/drawing/2014/main" id="{9413C2D6-15EA-DF1B-F3A4-DB0117668E7E}"/>
                </a:ext>
              </a:extLst>
            </p:cNvPr>
            <p:cNvSpPr txBox="1"/>
            <p:nvPr/>
          </p:nvSpPr>
          <p:spPr>
            <a:xfrm>
              <a:off x="6720196" y="1680159"/>
              <a:ext cx="209536" cy="109087"/>
            </a:xfrm>
            <a:prstGeom prst="rect">
              <a:avLst/>
            </a:prstGeom>
          </p:spPr>
          <p:txBody>
            <a:bodyPr vert="horz" wrap="square" lIns="216000" tIns="0" rIns="180000" bIns="0" rtlCol="0" anchor="t" anchorCtr="0">
              <a:noAutofit/>
            </a:bodyPr>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b="1" i="0" u="none" strike="noStrike" kern="1200" cap="none" spc="0" normalizeH="0" baseline="0" noProof="0">
                  <a:ln>
                    <a:noFill/>
                  </a:ln>
                  <a:solidFill>
                    <a:srgbClr val="00266A"/>
                  </a:solidFill>
                  <a:effectLst/>
                  <a:uLnTx/>
                  <a:uFillTx/>
                  <a:latin typeface="KPMG Bold"/>
                  <a:ea typeface="+mn-ea"/>
                  <a:cs typeface="Calibri" panose="020F0502020204030204" pitchFamily="34" charset="0"/>
                </a:rPr>
                <a:t>3</a:t>
              </a:r>
              <a:endParaRPr kumimoji="0" lang="en-US" sz="900" b="0" i="0" u="none" strike="noStrike" kern="1200" cap="none" spc="0" normalizeH="0" baseline="0" noProof="0">
                <a:ln>
                  <a:noFill/>
                </a:ln>
                <a:solidFill>
                  <a:srgbClr val="00266A"/>
                </a:solidFill>
                <a:effectLst/>
                <a:uLnTx/>
                <a:uFillTx/>
                <a:latin typeface="Arial"/>
                <a:ea typeface="+mn-ea"/>
                <a:cs typeface="Calibri" panose="020F0502020204030204" pitchFamily="34" charset="0"/>
              </a:endParaRPr>
            </a:p>
          </p:txBody>
        </p:sp>
        <p:sp>
          <p:nvSpPr>
            <p:cNvPr id="291" name="ZoneTexte 62">
              <a:extLst>
                <a:ext uri="{FF2B5EF4-FFF2-40B4-BE49-F238E27FC236}">
                  <a16:creationId xmlns:a16="http://schemas.microsoft.com/office/drawing/2014/main" id="{4F3D9CBB-636D-00BC-A277-AB89A7B9466E}"/>
                </a:ext>
              </a:extLst>
            </p:cNvPr>
            <p:cNvSpPr txBox="1"/>
            <p:nvPr/>
          </p:nvSpPr>
          <p:spPr>
            <a:xfrm>
              <a:off x="8808482" y="1688404"/>
              <a:ext cx="209536" cy="109087"/>
            </a:xfrm>
            <a:prstGeom prst="rect">
              <a:avLst/>
            </a:prstGeom>
          </p:spPr>
          <p:txBody>
            <a:bodyPr vert="horz" wrap="square" lIns="216000" tIns="0" rIns="180000" bIns="0" rtlCol="0" anchor="t" anchorCtr="0">
              <a:noAutofit/>
            </a:bodyPr>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b="1" i="0" u="none" strike="noStrike" kern="1200" cap="none" spc="0" normalizeH="0" baseline="0" noProof="0">
                  <a:ln>
                    <a:noFill/>
                  </a:ln>
                  <a:solidFill>
                    <a:schemeClr val="accent2"/>
                  </a:solidFill>
                  <a:effectLst/>
                  <a:uLnTx/>
                  <a:uFillTx/>
                  <a:latin typeface="KPMG Bold"/>
                  <a:ea typeface="+mn-ea"/>
                  <a:cs typeface="Calibri" panose="020F0502020204030204" pitchFamily="34" charset="0"/>
                </a:rPr>
                <a:t>4</a:t>
              </a:r>
              <a:endParaRPr kumimoji="0" lang="en-US" sz="900" b="0" i="0" u="none" strike="noStrike" kern="1200" cap="none" spc="0" normalizeH="0" baseline="0" noProof="0">
                <a:ln>
                  <a:noFill/>
                </a:ln>
                <a:solidFill>
                  <a:schemeClr val="accent2"/>
                </a:solidFill>
                <a:effectLst/>
                <a:uLnTx/>
                <a:uFillTx/>
                <a:latin typeface="Arial"/>
                <a:ea typeface="+mn-ea"/>
                <a:cs typeface="Calibri" panose="020F0502020204030204" pitchFamily="34" charset="0"/>
              </a:endParaRPr>
            </a:p>
          </p:txBody>
        </p:sp>
        <p:sp>
          <p:nvSpPr>
            <p:cNvPr id="292" name="ZoneTexte 62">
              <a:extLst>
                <a:ext uri="{FF2B5EF4-FFF2-40B4-BE49-F238E27FC236}">
                  <a16:creationId xmlns:a16="http://schemas.microsoft.com/office/drawing/2014/main" id="{ADE9E0B1-7016-BDCA-F2A3-5345133BE720}"/>
                </a:ext>
              </a:extLst>
            </p:cNvPr>
            <p:cNvSpPr txBox="1"/>
            <p:nvPr/>
          </p:nvSpPr>
          <p:spPr>
            <a:xfrm>
              <a:off x="10917550" y="1696649"/>
              <a:ext cx="209536" cy="109087"/>
            </a:xfrm>
            <a:prstGeom prst="rect">
              <a:avLst/>
            </a:prstGeom>
          </p:spPr>
          <p:txBody>
            <a:bodyPr vert="horz" wrap="square" lIns="216000" tIns="0" rIns="180000" bIns="0" rtlCol="0" anchor="t" anchorCtr="0">
              <a:noAutofit/>
            </a:bodyPr>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b="1" i="0" u="none" strike="noStrike" kern="1200" cap="none" spc="0" normalizeH="0" baseline="0" noProof="0">
                  <a:ln>
                    <a:noFill/>
                  </a:ln>
                  <a:solidFill>
                    <a:schemeClr val="accent1"/>
                  </a:solidFill>
                  <a:effectLst/>
                  <a:uLnTx/>
                  <a:uFillTx/>
                  <a:latin typeface="KPMG Bold"/>
                  <a:ea typeface="+mn-ea"/>
                  <a:cs typeface="Calibri" panose="020F0502020204030204" pitchFamily="34" charset="0"/>
                </a:rPr>
                <a:t>5</a:t>
              </a:r>
              <a:endParaRPr kumimoji="0" lang="en-US" sz="900" b="0" i="0" u="none" strike="noStrike" kern="1200" cap="none" spc="0" normalizeH="0" baseline="0" noProof="0">
                <a:ln>
                  <a:noFill/>
                </a:ln>
                <a:solidFill>
                  <a:schemeClr val="accent1"/>
                </a:solidFill>
                <a:effectLst/>
                <a:uLnTx/>
                <a:uFillTx/>
                <a:latin typeface="Arial"/>
                <a:ea typeface="+mn-ea"/>
                <a:cs typeface="Calibri" panose="020F0502020204030204" pitchFamily="34" charset="0"/>
              </a:endParaRPr>
            </a:p>
          </p:txBody>
        </p:sp>
      </p:grpSp>
    </p:spTree>
    <p:extLst>
      <p:ext uri="{BB962C8B-B14F-4D97-AF65-F5344CB8AC3E}">
        <p14:creationId xmlns:p14="http://schemas.microsoft.com/office/powerpoint/2010/main" val="2976887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F5DCE-E443-04FB-2B51-AE3DEFD33A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61275D-8A29-F6A8-7F58-D2D64D12A546}"/>
              </a:ext>
            </a:extLst>
          </p:cNvPr>
          <p:cNvSpPr>
            <a:spLocks noGrp="1"/>
          </p:cNvSpPr>
          <p:nvPr>
            <p:ph type="ctrTitle"/>
          </p:nvPr>
        </p:nvSpPr>
        <p:spPr/>
        <p:txBody>
          <a:bodyPr/>
          <a:lstStyle/>
          <a:p>
            <a:r>
              <a:rPr lang="en-US" dirty="0"/>
              <a:t>6 – bullet slides</a:t>
            </a:r>
          </a:p>
        </p:txBody>
      </p:sp>
      <p:sp>
        <p:nvSpPr>
          <p:cNvPr id="6" name="Text Placeholder 5">
            <a:extLst>
              <a:ext uri="{FF2B5EF4-FFF2-40B4-BE49-F238E27FC236}">
                <a16:creationId xmlns:a16="http://schemas.microsoft.com/office/drawing/2014/main" id="{179CFA3B-B566-8824-063D-710C72B6B22D}"/>
              </a:ext>
            </a:extLst>
          </p:cNvPr>
          <p:cNvSpPr>
            <a:spLocks noGrp="1"/>
          </p:cNvSpPr>
          <p:nvPr>
            <p:ph type="body" sz="quarter" idx="14"/>
          </p:nvPr>
        </p:nvSpPr>
        <p:spPr/>
        <p:txBody>
          <a:bodyPr/>
          <a:lstStyle/>
          <a:p>
            <a:r>
              <a:rPr lang="en-US" dirty="0"/>
              <a:t>xx</a:t>
            </a:r>
          </a:p>
        </p:txBody>
      </p:sp>
    </p:spTree>
    <p:extLst>
      <p:ext uri="{BB962C8B-B14F-4D97-AF65-F5344CB8AC3E}">
        <p14:creationId xmlns:p14="http://schemas.microsoft.com/office/powerpoint/2010/main" val="2831978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AF4C4-863E-0FDC-F94A-AB1062BC50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3250E5-3142-363E-2B99-EBD7ED3FD62A}"/>
              </a:ext>
            </a:extLst>
          </p:cNvPr>
          <p:cNvSpPr>
            <a:spLocks noGrp="1"/>
          </p:cNvSpPr>
          <p:nvPr>
            <p:ph type="ctrTitle"/>
          </p:nvPr>
        </p:nvSpPr>
        <p:spPr/>
        <p:txBody>
          <a:bodyPr/>
          <a:lstStyle/>
          <a:p>
            <a:r>
              <a:rPr lang="en-US" dirty="0"/>
              <a:t>Executive summary</a:t>
            </a:r>
          </a:p>
        </p:txBody>
      </p:sp>
      <p:sp>
        <p:nvSpPr>
          <p:cNvPr id="6" name="Text Placeholder 5">
            <a:extLst>
              <a:ext uri="{FF2B5EF4-FFF2-40B4-BE49-F238E27FC236}">
                <a16:creationId xmlns:a16="http://schemas.microsoft.com/office/drawing/2014/main" id="{8DA2B8BD-318D-96DC-C74D-6838F126ADF8}"/>
              </a:ext>
            </a:extLst>
          </p:cNvPr>
          <p:cNvSpPr>
            <a:spLocks noGrp="1"/>
          </p:cNvSpPr>
          <p:nvPr>
            <p:ph type="body" sz="quarter" idx="14"/>
          </p:nvPr>
        </p:nvSpPr>
        <p:spPr/>
        <p:txBody>
          <a:bodyPr/>
          <a:lstStyle/>
          <a:p>
            <a:r>
              <a:rPr lang="en-US" dirty="0"/>
              <a:t>02</a:t>
            </a:r>
          </a:p>
        </p:txBody>
      </p:sp>
    </p:spTree>
    <p:extLst>
      <p:ext uri="{BB962C8B-B14F-4D97-AF65-F5344CB8AC3E}">
        <p14:creationId xmlns:p14="http://schemas.microsoft.com/office/powerpoint/2010/main" val="1124436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dirty="0"/>
              <a:t>Executive summary</a:t>
            </a:r>
            <a:endParaRPr lang="en-DK"/>
          </a:p>
        </p:txBody>
      </p:sp>
      <p:sp>
        <p:nvSpPr>
          <p:cNvPr id="3" name="Subtitle 2">
            <a:extLst>
              <a:ext uri="{FF2B5EF4-FFF2-40B4-BE49-F238E27FC236}">
                <a16:creationId xmlns:a16="http://schemas.microsoft.com/office/drawing/2014/main" id="{33C429B3-DFAF-59D6-469E-546DB4CE2DE4}"/>
              </a:ext>
            </a:extLst>
          </p:cNvPr>
          <p:cNvSpPr>
            <a:spLocks noGrp="1"/>
          </p:cNvSpPr>
          <p:nvPr>
            <p:ph type="subTitle" idx="1"/>
          </p:nvPr>
        </p:nvSpPr>
        <p:spPr/>
        <p:txBody>
          <a:bodyPr/>
          <a:lstStyle/>
          <a:p>
            <a:endParaRPr lang="en-US" dirty="0"/>
          </a:p>
        </p:txBody>
      </p:sp>
      <p:sp>
        <p:nvSpPr>
          <p:cNvPr id="11" name="TextBox 10">
            <a:extLst>
              <a:ext uri="{FF2B5EF4-FFF2-40B4-BE49-F238E27FC236}">
                <a16:creationId xmlns:a16="http://schemas.microsoft.com/office/drawing/2014/main" id="{6A56F655-0BBD-4859-844C-40E5CA75C82C}"/>
              </a:ext>
            </a:extLst>
          </p:cNvPr>
          <p:cNvSpPr txBox="1"/>
          <p:nvPr/>
        </p:nvSpPr>
        <p:spPr>
          <a:xfrm>
            <a:off x="554736" y="2002980"/>
            <a:ext cx="11080052" cy="1918902"/>
          </a:xfrm>
          <a:prstGeom prst="rect">
            <a:avLst/>
          </a:prstGeom>
          <a:solidFill>
            <a:schemeClr val="bg1">
              <a:lumMod val="95000"/>
            </a:schemeClr>
          </a:solid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lvl="1">
              <a:buNone/>
            </a:pPr>
            <a:endParaRPr lang="en-GB">
              <a:solidFill>
                <a:schemeClr val="tx1"/>
              </a:solidFill>
              <a:latin typeface="+mn-lt"/>
              <a:sym typeface="Arial" panose="020B0604020202020204" pitchFamily="34" charset="0"/>
            </a:endParaRPr>
          </a:p>
        </p:txBody>
      </p:sp>
      <p:sp>
        <p:nvSpPr>
          <p:cNvPr id="18" name="TextBox 17">
            <a:extLst>
              <a:ext uri="{FF2B5EF4-FFF2-40B4-BE49-F238E27FC236}">
                <a16:creationId xmlns:a16="http://schemas.microsoft.com/office/drawing/2014/main" id="{58C3DE03-E8FE-F53A-CFA3-BACF8F74D465}"/>
              </a:ext>
            </a:extLst>
          </p:cNvPr>
          <p:cNvSpPr txBox="1"/>
          <p:nvPr/>
        </p:nvSpPr>
        <p:spPr>
          <a:xfrm>
            <a:off x="554736" y="1698630"/>
            <a:ext cx="3252057" cy="200376"/>
          </a:xfrm>
          <a:prstGeom prst="rect">
            <a:avLst/>
          </a:prstGeom>
          <a:noFill/>
          <a:ln w="6350">
            <a:noFill/>
            <a:prstDash val="sysDash"/>
          </a:ln>
        </p:spPr>
        <p:txBody>
          <a:bodyPr wrap="square" lIns="0" tIns="0" rIns="0" bIns="0" rtlCol="0">
            <a:spAutoFit/>
          </a:bodyPr>
          <a:lstStyle>
            <a:defPPr>
              <a:defRPr lang="en-US"/>
            </a:defPPr>
            <a:lvl1pPr indent="-144000">
              <a:lnSpc>
                <a:spcPct val="93000"/>
              </a:lnSpc>
              <a:spcAft>
                <a:spcPts val="0"/>
              </a:spcAft>
              <a:buSzPct val="100000"/>
              <a:buNone/>
              <a:defRPr sz="1100">
                <a:latin typeface="Arial" panose="020B0604020202020204" pitchFamily="34" charset="0"/>
              </a:defRPr>
            </a:lvl1pPr>
            <a:lvl2pPr marL="0" lvl="1" indent="0">
              <a:lnSpc>
                <a:spcPct val="93000"/>
              </a:lnSpc>
              <a:spcAft>
                <a:spcPts val="0"/>
              </a:spcAft>
              <a:buSzPct val="100000"/>
              <a:buChar char="​"/>
              <a:defRPr sz="1100">
                <a:latin typeface="Arial" panose="020B0604020202020204" pitchFamily="34" charset="0"/>
              </a:defRPr>
            </a:lvl2pPr>
            <a:lvl3pPr marL="139303" lvl="2" indent="-139303">
              <a:lnSpc>
                <a:spcPct val="93000"/>
              </a:lnSpc>
              <a:spcAft>
                <a:spcPts val="0"/>
              </a:spcAft>
              <a:buSzPct val="100000"/>
              <a:defRPr sz="1100">
                <a:latin typeface="Arial" panose="020B0604020202020204" pitchFamily="34" charset="0"/>
              </a:defRPr>
            </a:lvl3pPr>
            <a:lvl4pPr marL="185738" lvl="3" indent="-185738">
              <a:lnSpc>
                <a:spcPct val="93000"/>
              </a:lnSpc>
              <a:spcAft>
                <a:spcPts val="0"/>
              </a:spcAft>
              <a:buSzPct val="100000"/>
              <a:buFont typeface="+mj-lt"/>
              <a:buAutoNum type="arabicPeriod"/>
              <a:defRPr sz="1100">
                <a:latin typeface="Arial" panose="020B0604020202020204" pitchFamily="34" charset="0"/>
              </a:defRPr>
            </a:lvl4pPr>
            <a:lvl5pPr marL="185738" lvl="4" indent="-185738">
              <a:lnSpc>
                <a:spcPct val="93000"/>
              </a:lnSpc>
              <a:spcAft>
                <a:spcPts val="0"/>
              </a:spcAft>
              <a:buSzPct val="100000"/>
              <a:buFont typeface="+mj-lt"/>
              <a:buAutoNum type="alphaUcPeriod"/>
              <a:defRPr sz="1100" b="0">
                <a:latin typeface="Arial" panose="020B0604020202020204" pitchFamily="34" charset="0"/>
              </a:defRPr>
            </a:lvl5pPr>
          </a:lstStyle>
          <a:p>
            <a:pPr lvl="1">
              <a:buNone/>
            </a:pPr>
            <a:r>
              <a:rPr lang="en-GB" sz="1400" b="1" dirty="0">
                <a:solidFill>
                  <a:schemeClr val="tx2"/>
                </a:solidFill>
                <a:latin typeface="+mn-lt"/>
                <a:sym typeface="Arial" panose="020B0604020202020204" pitchFamily="34" charset="0"/>
              </a:rPr>
              <a:t>What [Client] is looking for:</a:t>
            </a:r>
          </a:p>
        </p:txBody>
      </p:sp>
      <p:sp>
        <p:nvSpPr>
          <p:cNvPr id="10" name="TextBox 9">
            <a:extLst>
              <a:ext uri="{FF2B5EF4-FFF2-40B4-BE49-F238E27FC236}">
                <a16:creationId xmlns:a16="http://schemas.microsoft.com/office/drawing/2014/main" id="{0E547B14-4623-513D-A821-4166AEF85B80}"/>
              </a:ext>
            </a:extLst>
          </p:cNvPr>
          <p:cNvSpPr txBox="1"/>
          <p:nvPr/>
        </p:nvSpPr>
        <p:spPr>
          <a:xfrm>
            <a:off x="741191" y="4442800"/>
            <a:ext cx="3252057" cy="100027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182880" indent="-182880">
              <a:lnSpc>
                <a:spcPct val="100000"/>
              </a:lnSpc>
              <a:spcAft>
                <a:spcPts val="300"/>
              </a:spcAft>
              <a:buFont typeface="Arial" panose="020B0604020202020204" pitchFamily="34" charset="0"/>
              <a:buChar char="•"/>
            </a:pPr>
            <a:r>
              <a:rPr lang="en-GB" sz="1200">
                <a:solidFill>
                  <a:schemeClr val="tx2"/>
                </a:solidFill>
                <a:latin typeface="+mn-lt"/>
              </a:rPr>
              <a:t>[Insert main value propositions that you bring to the table, e.g. experience with similar issues]</a:t>
            </a:r>
          </a:p>
          <a:p>
            <a:pPr marL="182880" indent="-182880">
              <a:lnSpc>
                <a:spcPct val="100000"/>
              </a:lnSpc>
              <a:spcAft>
                <a:spcPts val="300"/>
              </a:spcAft>
              <a:buFont typeface="Arial" panose="020B0604020202020204" pitchFamily="34" charset="0"/>
              <a:buChar char="•"/>
            </a:pPr>
            <a:r>
              <a:rPr lang="en-GB" sz="1200">
                <a:solidFill>
                  <a:schemeClr val="tx2"/>
                </a:solidFill>
                <a:latin typeface="+mn-lt"/>
              </a:rPr>
              <a:t>[Insert main value propositions]</a:t>
            </a:r>
          </a:p>
          <a:p>
            <a:pPr marL="182880" indent="-182880">
              <a:lnSpc>
                <a:spcPct val="100000"/>
              </a:lnSpc>
              <a:spcAft>
                <a:spcPts val="300"/>
              </a:spcAft>
              <a:buFont typeface="Arial" panose="020B0604020202020204" pitchFamily="34" charset="0"/>
              <a:buChar char="•"/>
            </a:pPr>
            <a:r>
              <a:rPr lang="en-GB" sz="1200">
                <a:solidFill>
                  <a:schemeClr val="tx2"/>
                </a:solidFill>
                <a:latin typeface="+mn-lt"/>
              </a:rPr>
              <a:t>…</a:t>
            </a:r>
          </a:p>
        </p:txBody>
      </p:sp>
      <p:cxnSp>
        <p:nvCxnSpPr>
          <p:cNvPr id="20" name="Straight Connector 19">
            <a:extLst>
              <a:ext uri="{FF2B5EF4-FFF2-40B4-BE49-F238E27FC236}">
                <a16:creationId xmlns:a16="http://schemas.microsoft.com/office/drawing/2014/main" id="{FCC48FEA-02E1-4B98-2CDC-9C6CCD6DC012}"/>
              </a:ext>
            </a:extLst>
          </p:cNvPr>
          <p:cNvCxnSpPr>
            <a:cxnSpLocks/>
          </p:cNvCxnSpPr>
          <p:nvPr/>
        </p:nvCxnSpPr>
        <p:spPr>
          <a:xfrm>
            <a:off x="4240916" y="2156964"/>
            <a:ext cx="0" cy="1610934"/>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995DF3-DB19-8B42-10FB-A8638FC63159}"/>
              </a:ext>
            </a:extLst>
          </p:cNvPr>
          <p:cNvCxnSpPr>
            <a:cxnSpLocks/>
          </p:cNvCxnSpPr>
          <p:nvPr/>
        </p:nvCxnSpPr>
        <p:spPr>
          <a:xfrm>
            <a:off x="7988309" y="2157759"/>
            <a:ext cx="0" cy="1609344"/>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10F6714-90A3-7997-2C75-CF259B16EF8D}"/>
              </a:ext>
            </a:extLst>
          </p:cNvPr>
          <p:cNvSpPr txBox="1"/>
          <p:nvPr/>
        </p:nvSpPr>
        <p:spPr>
          <a:xfrm>
            <a:off x="554736" y="4120151"/>
            <a:ext cx="3252057" cy="200376"/>
          </a:xfrm>
          <a:prstGeom prst="rect">
            <a:avLst/>
          </a:prstGeom>
          <a:noFill/>
          <a:ln w="6350">
            <a:noFill/>
            <a:prstDash val="sysDash"/>
          </a:ln>
        </p:spPr>
        <p:txBody>
          <a:bodyPr wrap="square" lIns="0" tIns="0" rIns="0" bIns="0" rtlCol="0">
            <a:spAutoFit/>
          </a:bodyPr>
          <a:lstStyle>
            <a:defPPr>
              <a:defRPr lang="en-US"/>
            </a:defPPr>
            <a:lvl1pPr indent="-144000">
              <a:lnSpc>
                <a:spcPct val="93000"/>
              </a:lnSpc>
              <a:spcAft>
                <a:spcPts val="0"/>
              </a:spcAft>
              <a:buSzPct val="100000"/>
              <a:buNone/>
              <a:defRPr sz="1100">
                <a:latin typeface="Arial" panose="020B0604020202020204" pitchFamily="34" charset="0"/>
              </a:defRPr>
            </a:lvl1pPr>
            <a:lvl2pPr marL="0" lvl="1" indent="0">
              <a:lnSpc>
                <a:spcPct val="93000"/>
              </a:lnSpc>
              <a:spcAft>
                <a:spcPts val="0"/>
              </a:spcAft>
              <a:buSzPct val="100000"/>
              <a:buChar char="​"/>
              <a:defRPr sz="1100">
                <a:latin typeface="Arial" panose="020B0604020202020204" pitchFamily="34" charset="0"/>
              </a:defRPr>
            </a:lvl2pPr>
            <a:lvl3pPr marL="139303" lvl="2" indent="-139303">
              <a:lnSpc>
                <a:spcPct val="93000"/>
              </a:lnSpc>
              <a:spcAft>
                <a:spcPts val="0"/>
              </a:spcAft>
              <a:buSzPct val="100000"/>
              <a:defRPr sz="1100">
                <a:latin typeface="Arial" panose="020B0604020202020204" pitchFamily="34" charset="0"/>
              </a:defRPr>
            </a:lvl3pPr>
            <a:lvl4pPr marL="185738" lvl="3" indent="-185738">
              <a:lnSpc>
                <a:spcPct val="93000"/>
              </a:lnSpc>
              <a:spcAft>
                <a:spcPts val="0"/>
              </a:spcAft>
              <a:buSzPct val="100000"/>
              <a:buFont typeface="+mj-lt"/>
              <a:buAutoNum type="arabicPeriod"/>
              <a:defRPr sz="1100">
                <a:latin typeface="Arial" panose="020B0604020202020204" pitchFamily="34" charset="0"/>
              </a:defRPr>
            </a:lvl4pPr>
            <a:lvl5pPr marL="185738" lvl="4" indent="-185738">
              <a:lnSpc>
                <a:spcPct val="93000"/>
              </a:lnSpc>
              <a:spcAft>
                <a:spcPts val="0"/>
              </a:spcAft>
              <a:buSzPct val="100000"/>
              <a:buFont typeface="+mj-lt"/>
              <a:buAutoNum type="alphaUcPeriod"/>
              <a:defRPr sz="1100" b="0">
                <a:latin typeface="Arial" panose="020B0604020202020204" pitchFamily="34" charset="0"/>
              </a:defRPr>
            </a:lvl5pPr>
          </a:lstStyle>
          <a:p>
            <a:pPr lvl="1">
              <a:buNone/>
            </a:pPr>
            <a:r>
              <a:rPr lang="en-GB" sz="1400" b="1" dirty="0">
                <a:solidFill>
                  <a:schemeClr val="tx2"/>
                </a:solidFill>
                <a:latin typeface="+mn-lt"/>
                <a:sym typeface="Arial" panose="020B0604020202020204" pitchFamily="34" charset="0"/>
              </a:rPr>
              <a:t>What we bring:</a:t>
            </a:r>
          </a:p>
        </p:txBody>
      </p:sp>
      <p:sp>
        <p:nvSpPr>
          <p:cNvPr id="23" name="TextBox 22">
            <a:extLst>
              <a:ext uri="{FF2B5EF4-FFF2-40B4-BE49-F238E27FC236}">
                <a16:creationId xmlns:a16="http://schemas.microsoft.com/office/drawing/2014/main" id="{5AF34682-DDF0-B823-F8F0-F881F112B76B}"/>
              </a:ext>
            </a:extLst>
          </p:cNvPr>
          <p:cNvSpPr txBox="1"/>
          <p:nvPr/>
        </p:nvSpPr>
        <p:spPr>
          <a:xfrm>
            <a:off x="4488584" y="4442800"/>
            <a:ext cx="3252057" cy="100027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182880" indent="-182880">
              <a:lnSpc>
                <a:spcPct val="100000"/>
              </a:lnSpc>
              <a:spcAft>
                <a:spcPts val="300"/>
              </a:spcAft>
              <a:buFont typeface="Arial" panose="020B0604020202020204" pitchFamily="34" charset="0"/>
              <a:buChar char="•"/>
            </a:pPr>
            <a:r>
              <a:rPr lang="en-GB" sz="1200">
                <a:solidFill>
                  <a:schemeClr val="tx2"/>
                </a:solidFill>
                <a:latin typeface="+mn-lt"/>
              </a:rPr>
              <a:t>[Insert main value propositions that you bring to the table, e.g. experience with similar issues]</a:t>
            </a:r>
          </a:p>
          <a:p>
            <a:pPr marL="182880" indent="-182880">
              <a:lnSpc>
                <a:spcPct val="100000"/>
              </a:lnSpc>
              <a:spcAft>
                <a:spcPts val="300"/>
              </a:spcAft>
              <a:buFont typeface="Arial" panose="020B0604020202020204" pitchFamily="34" charset="0"/>
              <a:buChar char="•"/>
            </a:pPr>
            <a:r>
              <a:rPr lang="en-GB" sz="1200">
                <a:solidFill>
                  <a:schemeClr val="tx2"/>
                </a:solidFill>
                <a:latin typeface="+mn-lt"/>
              </a:rPr>
              <a:t>[Insert main value propositions]</a:t>
            </a:r>
          </a:p>
          <a:p>
            <a:pPr marL="182880" indent="-182880">
              <a:lnSpc>
                <a:spcPct val="100000"/>
              </a:lnSpc>
              <a:spcAft>
                <a:spcPts val="300"/>
              </a:spcAft>
              <a:buFont typeface="Arial" panose="020B0604020202020204" pitchFamily="34" charset="0"/>
              <a:buChar char="•"/>
            </a:pPr>
            <a:r>
              <a:rPr lang="en-GB" sz="1200">
                <a:solidFill>
                  <a:schemeClr val="tx2"/>
                </a:solidFill>
                <a:latin typeface="+mn-lt"/>
              </a:rPr>
              <a:t>…</a:t>
            </a:r>
          </a:p>
        </p:txBody>
      </p:sp>
      <p:sp>
        <p:nvSpPr>
          <p:cNvPr id="14" name="TextBox 13">
            <a:extLst>
              <a:ext uri="{FF2B5EF4-FFF2-40B4-BE49-F238E27FC236}">
                <a16:creationId xmlns:a16="http://schemas.microsoft.com/office/drawing/2014/main" id="{9BC73194-42DB-9D7F-8F1E-F984376A9611}"/>
              </a:ext>
            </a:extLst>
          </p:cNvPr>
          <p:cNvSpPr txBox="1"/>
          <p:nvPr/>
        </p:nvSpPr>
        <p:spPr>
          <a:xfrm>
            <a:off x="741191" y="3035744"/>
            <a:ext cx="3252057" cy="60621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lvl="1"/>
            <a:r>
              <a:rPr lang="en-GB" sz="1200" dirty="0">
                <a:solidFill>
                  <a:schemeClr val="tx2"/>
                </a:solidFill>
                <a:latin typeface="+mn-lt"/>
              </a:rPr>
              <a:t>[Insert description of main driver of issue e.g. Client has severe issues with profitability levels]…</a:t>
            </a:r>
          </a:p>
        </p:txBody>
      </p:sp>
      <p:sp>
        <p:nvSpPr>
          <p:cNvPr id="16" name="TextBox 15">
            <a:extLst>
              <a:ext uri="{FF2B5EF4-FFF2-40B4-BE49-F238E27FC236}">
                <a16:creationId xmlns:a16="http://schemas.microsoft.com/office/drawing/2014/main" id="{D3B6B1F7-6BF3-767D-949C-57E4FC32215B}"/>
              </a:ext>
            </a:extLst>
          </p:cNvPr>
          <p:cNvSpPr txBox="1"/>
          <p:nvPr/>
        </p:nvSpPr>
        <p:spPr>
          <a:xfrm>
            <a:off x="4488584" y="3035744"/>
            <a:ext cx="3252057" cy="60621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r>
              <a:rPr lang="en-GB" sz="1200" dirty="0">
                <a:solidFill>
                  <a:schemeClr val="tx2"/>
                </a:solidFill>
                <a:latin typeface="+mn-lt"/>
              </a:rPr>
              <a:t>…[Insert description of main need e.g. resulting in need to streamline costs]…</a:t>
            </a:r>
          </a:p>
        </p:txBody>
      </p:sp>
      <p:sp>
        <p:nvSpPr>
          <p:cNvPr id="15" name="TextBox 14">
            <a:extLst>
              <a:ext uri="{FF2B5EF4-FFF2-40B4-BE49-F238E27FC236}">
                <a16:creationId xmlns:a16="http://schemas.microsoft.com/office/drawing/2014/main" id="{2E3AF9A0-8C3D-FE19-1193-79906C15A9CA}"/>
              </a:ext>
            </a:extLst>
          </p:cNvPr>
          <p:cNvSpPr txBox="1"/>
          <p:nvPr/>
        </p:nvSpPr>
        <p:spPr>
          <a:xfrm>
            <a:off x="8235977" y="3035744"/>
            <a:ext cx="3252057" cy="60621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r>
              <a:rPr lang="en-GB" sz="1200" dirty="0">
                <a:solidFill>
                  <a:schemeClr val="tx2"/>
                </a:solidFill>
                <a:latin typeface="+mn-lt"/>
              </a:rPr>
              <a:t>…[Insert description of added need or benefit e.g. with a focus on fast impact and cross-organizational implementation]</a:t>
            </a:r>
          </a:p>
        </p:txBody>
      </p:sp>
      <p:sp>
        <p:nvSpPr>
          <p:cNvPr id="24" name="TextBox 23">
            <a:extLst>
              <a:ext uri="{FF2B5EF4-FFF2-40B4-BE49-F238E27FC236}">
                <a16:creationId xmlns:a16="http://schemas.microsoft.com/office/drawing/2014/main" id="{20A8FED8-5C97-9F3E-9F51-F281B6502516}"/>
              </a:ext>
            </a:extLst>
          </p:cNvPr>
          <p:cNvSpPr txBox="1"/>
          <p:nvPr/>
        </p:nvSpPr>
        <p:spPr>
          <a:xfrm>
            <a:off x="8235977" y="4442800"/>
            <a:ext cx="3252057" cy="100027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indent="-144000">
              <a:lnSpc>
                <a:spcPct val="93000"/>
              </a:lnSpc>
              <a:spcAft>
                <a:spcPts val="0"/>
              </a:spcAft>
              <a:buSzPct val="100000"/>
              <a:buNone/>
              <a:defRPr sz="1100">
                <a:solidFill>
                  <a:srgbClr val="2F363B"/>
                </a:solidFill>
                <a:latin typeface="Arial" panose="020B0604020202020204" pitchFamily="34" charset="0"/>
              </a:defRPr>
            </a:lvl1pPr>
            <a:lvl2pPr marL="0" lvl="1" indent="0">
              <a:lnSpc>
                <a:spcPct val="93000"/>
              </a:lnSpc>
              <a:spcAft>
                <a:spcPts val="0"/>
              </a:spcAft>
              <a:buSzPct val="100000"/>
              <a:buChar char="​"/>
              <a:defRPr sz="1100">
                <a:solidFill>
                  <a:srgbClr val="2F363B"/>
                </a:solidFill>
                <a:latin typeface="Arial" panose="020B0604020202020204" pitchFamily="34" charset="0"/>
              </a:defRPr>
            </a:lvl2pPr>
            <a:lvl3pPr marL="139303" lvl="2" indent="-139303">
              <a:lnSpc>
                <a:spcPct val="93000"/>
              </a:lnSpc>
              <a:spcAft>
                <a:spcPts val="0"/>
              </a:spcAft>
              <a:buSzPct val="100000"/>
              <a:defRPr sz="1100">
                <a:solidFill>
                  <a:srgbClr val="2F363B"/>
                </a:solidFill>
                <a:latin typeface="Arial" panose="020B0604020202020204" pitchFamily="34" charset="0"/>
              </a:defRPr>
            </a:lvl3pPr>
            <a:lvl4pPr marL="185738" lvl="3" indent="-185738">
              <a:lnSpc>
                <a:spcPct val="93000"/>
              </a:lnSpc>
              <a:spcAft>
                <a:spcPts val="0"/>
              </a:spcAft>
              <a:buSzPct val="100000"/>
              <a:buFont typeface="+mj-lt"/>
              <a:buAutoNum type="arabicPeriod"/>
              <a:defRPr sz="1100">
                <a:solidFill>
                  <a:srgbClr val="2F363B"/>
                </a:solidFill>
                <a:latin typeface="Arial" panose="020B0604020202020204" pitchFamily="34" charset="0"/>
              </a:defRPr>
            </a:lvl4pPr>
            <a:lvl5pPr marL="185738" lvl="4" indent="-185738">
              <a:lnSpc>
                <a:spcPct val="93000"/>
              </a:lnSpc>
              <a:spcAft>
                <a:spcPts val="0"/>
              </a:spcAft>
              <a:buSzPct val="100000"/>
              <a:buFont typeface="+mj-lt"/>
              <a:buAutoNum type="alphaUcPeriod"/>
              <a:defRPr sz="1100" b="0">
                <a:solidFill>
                  <a:srgbClr val="2F363B"/>
                </a:solidFill>
                <a:latin typeface="Arial" panose="020B0604020202020204" pitchFamily="34" charset="0"/>
              </a:defRPr>
            </a:lvl5pPr>
            <a:lvl6pPr>
              <a:defRPr>
                <a:solidFill>
                  <a:schemeClr val="lt1"/>
                </a:solidFill>
                <a:latin typeface="+mn-lt"/>
              </a:defRPr>
            </a:lvl6pPr>
            <a:lvl7pPr>
              <a:defRPr>
                <a:solidFill>
                  <a:schemeClr val="lt1"/>
                </a:solidFill>
              </a:defRPr>
            </a:lvl7pPr>
            <a:lvl8pPr>
              <a:defRPr>
                <a:solidFill>
                  <a:schemeClr val="lt1"/>
                </a:solidFill>
              </a:defRPr>
            </a:lvl8pPr>
            <a:lvl9pPr>
              <a:defRPr>
                <a:solidFill>
                  <a:schemeClr val="lt1"/>
                </a:solidFill>
                <a:latin typeface="+mn-lt"/>
              </a:defRPr>
            </a:lvl9pPr>
          </a:lstStyle>
          <a:p>
            <a:pPr marL="182880" indent="-182880">
              <a:lnSpc>
                <a:spcPct val="100000"/>
              </a:lnSpc>
              <a:spcAft>
                <a:spcPts val="300"/>
              </a:spcAft>
              <a:buFont typeface="Arial" panose="020B0604020202020204" pitchFamily="34" charset="0"/>
              <a:buChar char="•"/>
            </a:pPr>
            <a:r>
              <a:rPr lang="en-GB" sz="1200">
                <a:solidFill>
                  <a:schemeClr val="tx2"/>
                </a:solidFill>
                <a:latin typeface="+mn-lt"/>
              </a:rPr>
              <a:t>[Insert main value propositions that you bring to the table, e.g. experience with similar issues]</a:t>
            </a:r>
          </a:p>
          <a:p>
            <a:pPr marL="182880" indent="-182880">
              <a:lnSpc>
                <a:spcPct val="100000"/>
              </a:lnSpc>
              <a:spcAft>
                <a:spcPts val="300"/>
              </a:spcAft>
              <a:buFont typeface="Arial" panose="020B0604020202020204" pitchFamily="34" charset="0"/>
              <a:buChar char="•"/>
            </a:pPr>
            <a:r>
              <a:rPr lang="en-GB" sz="1200">
                <a:solidFill>
                  <a:schemeClr val="tx2"/>
                </a:solidFill>
                <a:latin typeface="+mn-lt"/>
              </a:rPr>
              <a:t>[Insert main value propositions]</a:t>
            </a:r>
          </a:p>
          <a:p>
            <a:pPr marL="182880" indent="-182880">
              <a:lnSpc>
                <a:spcPct val="100000"/>
              </a:lnSpc>
              <a:spcAft>
                <a:spcPts val="300"/>
              </a:spcAft>
              <a:buFont typeface="Arial" panose="020B0604020202020204" pitchFamily="34" charset="0"/>
              <a:buChar char="•"/>
            </a:pPr>
            <a:r>
              <a:rPr lang="en-GB" sz="1200">
                <a:solidFill>
                  <a:schemeClr val="tx2"/>
                </a:solidFill>
                <a:latin typeface="+mn-lt"/>
              </a:rPr>
              <a:t>…</a:t>
            </a:r>
          </a:p>
        </p:txBody>
      </p:sp>
      <p:cxnSp>
        <p:nvCxnSpPr>
          <p:cNvPr id="6" name="Straight Connector 5">
            <a:extLst>
              <a:ext uri="{FF2B5EF4-FFF2-40B4-BE49-F238E27FC236}">
                <a16:creationId xmlns:a16="http://schemas.microsoft.com/office/drawing/2014/main" id="{89DC6730-CA40-7F1E-63BD-4B0D791A2C6F}"/>
              </a:ext>
            </a:extLst>
          </p:cNvPr>
          <p:cNvCxnSpPr>
            <a:cxnSpLocks/>
          </p:cNvCxnSpPr>
          <p:nvPr/>
        </p:nvCxnSpPr>
        <p:spPr>
          <a:xfrm>
            <a:off x="4240916" y="4456075"/>
            <a:ext cx="0" cy="1763296"/>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AD837A-9AA2-5076-DDE1-0078F19C2B20}"/>
              </a:ext>
            </a:extLst>
          </p:cNvPr>
          <p:cNvCxnSpPr>
            <a:cxnSpLocks/>
          </p:cNvCxnSpPr>
          <p:nvPr/>
        </p:nvCxnSpPr>
        <p:spPr>
          <a:xfrm>
            <a:off x="7988309" y="4456075"/>
            <a:ext cx="0" cy="1763296"/>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9" name="AutoShape 2" descr="Download free Gauge Dashboard 1 PNG, SVG vector icon from Interface Essential set.">
            <a:extLst>
              <a:ext uri="{FF2B5EF4-FFF2-40B4-BE49-F238E27FC236}">
                <a16:creationId xmlns:a16="http://schemas.microsoft.com/office/drawing/2014/main" id="{BB6019FC-91C8-CC61-AC17-F33C8727CD4B}"/>
              </a:ext>
            </a:extLst>
          </p:cNvPr>
          <p:cNvSpPr>
            <a:spLocks noChangeAspect="1" noChangeArrowheads="1"/>
          </p:cNvSpPr>
          <p:nvPr/>
        </p:nvSpPr>
        <p:spPr bwMode="auto">
          <a:xfrm>
            <a:off x="5943600" y="360316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74" name="Picture 273">
            <a:extLst>
              <a:ext uri="{FF2B5EF4-FFF2-40B4-BE49-F238E27FC236}">
                <a16:creationId xmlns:a16="http://schemas.microsoft.com/office/drawing/2014/main" id="{10FC6E95-9C44-C8A0-917A-FA4FD5873AF2}"/>
              </a:ext>
            </a:extLst>
          </p:cNvPr>
          <p:cNvPicPr>
            <a:picLocks noChangeAspect="1"/>
          </p:cNvPicPr>
          <p:nvPr/>
        </p:nvPicPr>
        <p:blipFill>
          <a:blip r:embed="rId5">
            <a:duotone>
              <a:schemeClr val="accent2">
                <a:shade val="45000"/>
                <a:satMod val="135000"/>
              </a:schemeClr>
              <a:prstClr val="white"/>
            </a:duotone>
          </a:blip>
          <a:stretch>
            <a:fillRect/>
          </a:stretch>
        </p:blipFill>
        <p:spPr>
          <a:xfrm>
            <a:off x="4488584" y="2303645"/>
            <a:ext cx="464593" cy="464593"/>
          </a:xfrm>
          <a:prstGeom prst="rect">
            <a:avLst/>
          </a:prstGeom>
          <a:ln>
            <a:noFill/>
          </a:ln>
        </p:spPr>
      </p:pic>
      <p:pic>
        <p:nvPicPr>
          <p:cNvPr id="275" name="Picture 274">
            <a:extLst>
              <a:ext uri="{FF2B5EF4-FFF2-40B4-BE49-F238E27FC236}">
                <a16:creationId xmlns:a16="http://schemas.microsoft.com/office/drawing/2014/main" id="{8CEE3106-C79E-422A-2D65-54C507B15D53}"/>
              </a:ext>
            </a:extLst>
          </p:cNvPr>
          <p:cNvPicPr>
            <a:picLocks noChangeAspect="1"/>
          </p:cNvPicPr>
          <p:nvPr/>
        </p:nvPicPr>
        <p:blipFill>
          <a:blip r:embed="rId6">
            <a:duotone>
              <a:schemeClr val="accent2">
                <a:shade val="45000"/>
                <a:satMod val="135000"/>
              </a:schemeClr>
              <a:prstClr val="white"/>
            </a:duotone>
          </a:blip>
          <a:stretch>
            <a:fillRect/>
          </a:stretch>
        </p:blipFill>
        <p:spPr>
          <a:xfrm>
            <a:off x="8235977" y="2303645"/>
            <a:ext cx="466344" cy="466344"/>
          </a:xfrm>
          <a:prstGeom prst="rect">
            <a:avLst/>
          </a:prstGeom>
          <a:ln>
            <a:noFill/>
          </a:ln>
        </p:spPr>
      </p:pic>
      <p:pic>
        <p:nvPicPr>
          <p:cNvPr id="276" name="Picture 275">
            <a:extLst>
              <a:ext uri="{FF2B5EF4-FFF2-40B4-BE49-F238E27FC236}">
                <a16:creationId xmlns:a16="http://schemas.microsoft.com/office/drawing/2014/main" id="{EE7ED4E0-F6BE-D96B-A398-A1D27DFFEFB4}"/>
              </a:ext>
            </a:extLst>
          </p:cNvPr>
          <p:cNvPicPr>
            <a:picLocks noChangeAspect="1"/>
          </p:cNvPicPr>
          <p:nvPr/>
        </p:nvPicPr>
        <p:blipFill>
          <a:blip r:embed="rId7">
            <a:duotone>
              <a:schemeClr val="accent2">
                <a:shade val="45000"/>
                <a:satMod val="135000"/>
              </a:schemeClr>
              <a:prstClr val="white"/>
            </a:duotone>
          </a:blip>
          <a:stretch>
            <a:fillRect/>
          </a:stretch>
        </p:blipFill>
        <p:spPr>
          <a:xfrm>
            <a:off x="741191" y="2303645"/>
            <a:ext cx="466344" cy="466344"/>
          </a:xfrm>
          <a:prstGeom prst="rect">
            <a:avLst/>
          </a:prstGeom>
          <a:ln>
            <a:noFill/>
          </a:ln>
        </p:spPr>
      </p:pic>
    </p:spTree>
    <p:extLst>
      <p:ext uri="{BB962C8B-B14F-4D97-AF65-F5344CB8AC3E}">
        <p14:creationId xmlns:p14="http://schemas.microsoft.com/office/powerpoint/2010/main" val="723693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F1F4B1A-80B3-47F1-AFC7-D0FF2F2905FB}"/>
              </a:ext>
            </a:extLst>
          </p:cNvPr>
          <p:cNvSpPr/>
          <p:nvPr/>
        </p:nvSpPr>
        <p:spPr>
          <a:xfrm>
            <a:off x="554736" y="1577219"/>
            <a:ext cx="3532368" cy="408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08000" tIns="54610" rIns="54610" bIns="54610" rtlCol="0" anchor="ctr"/>
          <a:lstStyle/>
          <a:p>
            <a:pPr algn="l"/>
            <a:r>
              <a:rPr lang="en-US" sz="1600" b="1">
                <a:solidFill>
                  <a:schemeClr val="bg1"/>
                </a:solidFill>
              </a:rPr>
              <a:t>Objectives</a:t>
            </a:r>
          </a:p>
        </p:txBody>
      </p:sp>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a:lstStyle/>
          <a:p>
            <a:r>
              <a:rPr lang="en-US"/>
              <a:t>Summary of our proposal</a:t>
            </a:r>
            <a:endParaRPr lang="en-DK"/>
          </a:p>
        </p:txBody>
      </p:sp>
      <p:sp>
        <p:nvSpPr>
          <p:cNvPr id="3" name="Subtitle 2">
            <a:extLst>
              <a:ext uri="{FF2B5EF4-FFF2-40B4-BE49-F238E27FC236}">
                <a16:creationId xmlns:a16="http://schemas.microsoft.com/office/drawing/2014/main" id="{E392063B-5EBD-FE82-CBFE-385B82BD98D3}"/>
              </a:ext>
            </a:extLst>
          </p:cNvPr>
          <p:cNvSpPr>
            <a:spLocks noGrp="1"/>
          </p:cNvSpPr>
          <p:nvPr>
            <p:ph type="subTitle" idx="1"/>
          </p:nvPr>
        </p:nvSpPr>
        <p:spPr/>
        <p:txBody>
          <a:bodyPr/>
          <a:lstStyle/>
          <a:p>
            <a:endParaRPr lang="en-US"/>
          </a:p>
        </p:txBody>
      </p:sp>
      <p:cxnSp>
        <p:nvCxnSpPr>
          <p:cNvPr id="11" name="Google Shape;889;p247">
            <a:extLst>
              <a:ext uri="{FF2B5EF4-FFF2-40B4-BE49-F238E27FC236}">
                <a16:creationId xmlns:a16="http://schemas.microsoft.com/office/drawing/2014/main" id="{F5AEA601-1978-C5CD-C00C-F72CC2BC6666}"/>
              </a:ext>
            </a:extLst>
          </p:cNvPr>
          <p:cNvCxnSpPr>
            <a:cxnSpLocks/>
          </p:cNvCxnSpPr>
          <p:nvPr/>
        </p:nvCxnSpPr>
        <p:spPr>
          <a:xfrm>
            <a:off x="7965790" y="1678307"/>
            <a:ext cx="0" cy="4023360"/>
          </a:xfrm>
          <a:prstGeom prst="straightConnector1">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8" name="Google Shape;885;p247">
            <a:extLst>
              <a:ext uri="{FF2B5EF4-FFF2-40B4-BE49-F238E27FC236}">
                <a16:creationId xmlns:a16="http://schemas.microsoft.com/office/drawing/2014/main" id="{01B3D7FE-A1BF-24B1-FDA4-2A85F0877262}"/>
              </a:ext>
            </a:extLst>
          </p:cNvPr>
          <p:cNvCxnSpPr>
            <a:cxnSpLocks/>
          </p:cNvCxnSpPr>
          <p:nvPr/>
        </p:nvCxnSpPr>
        <p:spPr>
          <a:xfrm>
            <a:off x="4196319" y="1678307"/>
            <a:ext cx="0" cy="4023360"/>
          </a:xfrm>
          <a:prstGeom prst="straightConnector1">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0BC75A25-C1EB-A63F-C296-B0C13FB3F7D4}"/>
              </a:ext>
            </a:extLst>
          </p:cNvPr>
          <p:cNvSpPr/>
          <p:nvPr/>
        </p:nvSpPr>
        <p:spPr>
          <a:xfrm>
            <a:off x="557520" y="2130510"/>
            <a:ext cx="3429000" cy="374641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285750" indent="-285750">
              <a:spcAft>
                <a:spcPts val="300"/>
              </a:spcAft>
              <a:buFont typeface="Arial" panose="020B0604020202020204" pitchFamily="34" charset="0"/>
              <a:buChar char="•"/>
            </a:pPr>
            <a:r>
              <a:rPr lang="en-US" sz="1400">
                <a:solidFill>
                  <a:schemeClr val="tx2"/>
                </a:solidFill>
              </a:rPr>
              <a:t>[Insert main objectives of project from client/company perspective. If proposal is answer to </a:t>
            </a:r>
            <a:r>
              <a:rPr lang="en-US" sz="1400" err="1">
                <a:solidFill>
                  <a:schemeClr val="tx2"/>
                </a:solidFill>
              </a:rPr>
              <a:t>RfP</a:t>
            </a:r>
            <a:r>
              <a:rPr lang="en-US" sz="1400">
                <a:solidFill>
                  <a:schemeClr val="tx2"/>
                </a:solidFill>
              </a:rPr>
              <a:t>, then clearly reiterate objectives stated in </a:t>
            </a:r>
            <a:r>
              <a:rPr lang="en-US" sz="1400" err="1">
                <a:solidFill>
                  <a:schemeClr val="tx2"/>
                </a:solidFill>
              </a:rPr>
              <a:t>RfP</a:t>
            </a:r>
            <a:r>
              <a:rPr lang="en-US" sz="1400">
                <a:solidFill>
                  <a:schemeClr val="tx2"/>
                </a:solidFill>
              </a:rPr>
              <a:t>] </a:t>
            </a:r>
          </a:p>
          <a:p>
            <a:pPr marL="285750" indent="-285750">
              <a:spcAft>
                <a:spcPts val="300"/>
              </a:spcAft>
              <a:buFont typeface="Arial" panose="020B0604020202020204" pitchFamily="34" charset="0"/>
              <a:buChar char="•"/>
            </a:pPr>
            <a:r>
              <a:rPr lang="en-US" sz="1400">
                <a:solidFill>
                  <a:schemeClr val="tx2"/>
                </a:solidFill>
              </a:rPr>
              <a:t>[Insert main objectives]</a:t>
            </a:r>
          </a:p>
          <a:p>
            <a:pPr marL="285750" indent="-285750">
              <a:spcAft>
                <a:spcPts val="300"/>
              </a:spcAft>
              <a:buFont typeface="Arial" panose="020B0604020202020204" pitchFamily="34" charset="0"/>
              <a:buChar char="•"/>
            </a:pPr>
            <a:r>
              <a:rPr lang="en-US" sz="1400">
                <a:solidFill>
                  <a:schemeClr val="tx2"/>
                </a:solidFill>
              </a:rPr>
              <a:t>…</a:t>
            </a:r>
          </a:p>
        </p:txBody>
      </p:sp>
      <p:sp>
        <p:nvSpPr>
          <p:cNvPr id="24" name="Rectangle 23">
            <a:extLst>
              <a:ext uri="{FF2B5EF4-FFF2-40B4-BE49-F238E27FC236}">
                <a16:creationId xmlns:a16="http://schemas.microsoft.com/office/drawing/2014/main" id="{5992A41C-17C7-F648-0B22-AE29633EA705}"/>
              </a:ext>
            </a:extLst>
          </p:cNvPr>
          <p:cNvSpPr/>
          <p:nvPr/>
        </p:nvSpPr>
        <p:spPr>
          <a:xfrm>
            <a:off x="4347525" y="2130510"/>
            <a:ext cx="3509050" cy="374641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285750" indent="-285750">
              <a:spcAft>
                <a:spcPts val="300"/>
              </a:spcAft>
              <a:buFont typeface="Arial" panose="020B0604020202020204" pitchFamily="34" charset="0"/>
              <a:buChar char="•"/>
            </a:pPr>
            <a:r>
              <a:rPr lang="en-US" sz="1400">
                <a:solidFill>
                  <a:schemeClr val="tx2"/>
                </a:solidFill>
              </a:rPr>
              <a:t>[Insert main of solution] </a:t>
            </a:r>
          </a:p>
          <a:p>
            <a:pPr marL="285750" indent="-285750">
              <a:spcAft>
                <a:spcPts val="300"/>
              </a:spcAft>
              <a:buFont typeface="Arial" panose="020B0604020202020204" pitchFamily="34" charset="0"/>
              <a:buChar char="•"/>
            </a:pPr>
            <a:r>
              <a:rPr lang="en-US" sz="1400">
                <a:solidFill>
                  <a:schemeClr val="tx2"/>
                </a:solidFill>
              </a:rPr>
              <a:t>[Insert main of solution] </a:t>
            </a:r>
          </a:p>
          <a:p>
            <a:pPr marL="285750" indent="-285750">
              <a:spcAft>
                <a:spcPts val="300"/>
              </a:spcAft>
              <a:buFont typeface="Arial" panose="020B0604020202020204" pitchFamily="34" charset="0"/>
              <a:buChar char="•"/>
            </a:pPr>
            <a:r>
              <a:rPr lang="en-US" sz="1400">
                <a:solidFill>
                  <a:schemeClr val="tx2"/>
                </a:solidFill>
              </a:rPr>
              <a:t>…</a:t>
            </a:r>
          </a:p>
          <a:p>
            <a:pPr marL="285750" indent="-285750">
              <a:spcAft>
                <a:spcPts val="300"/>
              </a:spcAft>
              <a:buFont typeface="Arial" panose="020B0604020202020204" pitchFamily="34" charset="0"/>
              <a:buChar char="•"/>
            </a:pPr>
            <a:r>
              <a:rPr lang="en-US" sz="1400">
                <a:solidFill>
                  <a:schemeClr val="tx2"/>
                </a:solidFill>
              </a:rPr>
              <a:t>[Insert project time frame] </a:t>
            </a:r>
          </a:p>
        </p:txBody>
      </p:sp>
      <p:sp>
        <p:nvSpPr>
          <p:cNvPr id="25" name="Rectangle 24">
            <a:extLst>
              <a:ext uri="{FF2B5EF4-FFF2-40B4-BE49-F238E27FC236}">
                <a16:creationId xmlns:a16="http://schemas.microsoft.com/office/drawing/2014/main" id="{2841843E-FE3A-FC77-E5CA-E89C6BD13F83}"/>
              </a:ext>
            </a:extLst>
          </p:cNvPr>
          <p:cNvSpPr/>
          <p:nvPr/>
        </p:nvSpPr>
        <p:spPr>
          <a:xfrm>
            <a:off x="8099868" y="2130510"/>
            <a:ext cx="3509050" cy="3746415"/>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285750" indent="-285750">
              <a:spcAft>
                <a:spcPts val="300"/>
              </a:spcAft>
              <a:buFont typeface="Arial" panose="020B0604020202020204" pitchFamily="34" charset="0"/>
              <a:buChar char="•"/>
            </a:pPr>
            <a:r>
              <a:rPr lang="en-US" sz="1400">
                <a:solidFill>
                  <a:schemeClr val="tx2"/>
                </a:solidFill>
              </a:rPr>
              <a:t>[Insert main outcomes of project e.g. a clear recommendation to x] </a:t>
            </a:r>
          </a:p>
          <a:p>
            <a:pPr marL="285750" indent="-285750">
              <a:spcAft>
                <a:spcPts val="300"/>
              </a:spcAft>
              <a:buFont typeface="Arial" panose="020B0604020202020204" pitchFamily="34" charset="0"/>
              <a:buChar char="•"/>
            </a:pPr>
            <a:r>
              <a:rPr lang="en-US" sz="1400">
                <a:solidFill>
                  <a:schemeClr val="tx2"/>
                </a:solidFill>
              </a:rPr>
              <a:t>[Insert main outcomes of project] </a:t>
            </a:r>
          </a:p>
          <a:p>
            <a:pPr marL="285750" indent="-285750">
              <a:spcAft>
                <a:spcPts val="300"/>
              </a:spcAft>
              <a:buFont typeface="Arial" panose="020B0604020202020204" pitchFamily="34" charset="0"/>
              <a:buChar char="•"/>
            </a:pPr>
            <a:r>
              <a:rPr lang="en-US" sz="1400">
                <a:solidFill>
                  <a:schemeClr val="tx2"/>
                </a:solidFill>
              </a:rPr>
              <a:t>…</a:t>
            </a:r>
          </a:p>
        </p:txBody>
      </p:sp>
      <p:sp>
        <p:nvSpPr>
          <p:cNvPr id="26" name="Rectangle 25">
            <a:extLst>
              <a:ext uri="{FF2B5EF4-FFF2-40B4-BE49-F238E27FC236}">
                <a16:creationId xmlns:a16="http://schemas.microsoft.com/office/drawing/2014/main" id="{0DF9D3E4-BE4F-5381-19E9-9928014CF1B3}"/>
              </a:ext>
            </a:extLst>
          </p:cNvPr>
          <p:cNvSpPr/>
          <p:nvPr/>
        </p:nvSpPr>
        <p:spPr>
          <a:xfrm>
            <a:off x="4328395" y="1577219"/>
            <a:ext cx="3532368" cy="40803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54610" rIns="54610" bIns="54610" rtlCol="0" anchor="ctr"/>
          <a:lstStyle/>
          <a:p>
            <a:pPr algn="l"/>
            <a:r>
              <a:rPr lang="en-US" sz="1600" b="1">
                <a:solidFill>
                  <a:schemeClr val="bg1"/>
                </a:solidFill>
              </a:rPr>
              <a:t>Solution</a:t>
            </a:r>
          </a:p>
        </p:txBody>
      </p:sp>
      <p:sp>
        <p:nvSpPr>
          <p:cNvPr id="27" name="Rectangle 26">
            <a:extLst>
              <a:ext uri="{FF2B5EF4-FFF2-40B4-BE49-F238E27FC236}">
                <a16:creationId xmlns:a16="http://schemas.microsoft.com/office/drawing/2014/main" id="{DD45385A-01D9-FE4C-C5F9-78E549695361}"/>
              </a:ext>
            </a:extLst>
          </p:cNvPr>
          <p:cNvSpPr/>
          <p:nvPr/>
        </p:nvSpPr>
        <p:spPr>
          <a:xfrm>
            <a:off x="8102054" y="1577219"/>
            <a:ext cx="3532368" cy="40803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54610" rIns="54610" bIns="54610" rtlCol="0" anchor="ctr"/>
          <a:lstStyle/>
          <a:p>
            <a:pPr algn="l"/>
            <a:r>
              <a:rPr lang="en-US" sz="1600" b="1">
                <a:solidFill>
                  <a:schemeClr val="bg1"/>
                </a:solidFill>
              </a:rPr>
              <a:t>Outcomes</a:t>
            </a:r>
          </a:p>
        </p:txBody>
      </p:sp>
      <p:grpSp>
        <p:nvGrpSpPr>
          <p:cNvPr id="41" name="Group 40">
            <a:extLst>
              <a:ext uri="{FF2B5EF4-FFF2-40B4-BE49-F238E27FC236}">
                <a16:creationId xmlns:a16="http://schemas.microsoft.com/office/drawing/2014/main" id="{1A1B2967-0056-9181-AD45-EF73EB7E03B1}"/>
              </a:ext>
            </a:extLst>
          </p:cNvPr>
          <p:cNvGrpSpPr/>
          <p:nvPr/>
        </p:nvGrpSpPr>
        <p:grpSpPr>
          <a:xfrm>
            <a:off x="4034385" y="3528053"/>
            <a:ext cx="323868" cy="323868"/>
            <a:chOff x="4034385" y="3528053"/>
            <a:chExt cx="323868" cy="323868"/>
          </a:xfrm>
        </p:grpSpPr>
        <p:sp>
          <p:nvSpPr>
            <p:cNvPr id="36" name="Oval 35">
              <a:extLst>
                <a:ext uri="{FF2B5EF4-FFF2-40B4-BE49-F238E27FC236}">
                  <a16:creationId xmlns:a16="http://schemas.microsoft.com/office/drawing/2014/main" id="{0DC2CBBC-7EAE-0C29-F3E6-9C3AC9D6417F}"/>
                </a:ext>
              </a:extLst>
            </p:cNvPr>
            <p:cNvSpPr/>
            <p:nvPr/>
          </p:nvSpPr>
          <p:spPr>
            <a:xfrm>
              <a:off x="4034385" y="3528053"/>
              <a:ext cx="323868" cy="32386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cxnSp>
          <p:nvCxnSpPr>
            <p:cNvPr id="37" name="Straight Connector 36">
              <a:extLst>
                <a:ext uri="{FF2B5EF4-FFF2-40B4-BE49-F238E27FC236}">
                  <a16:creationId xmlns:a16="http://schemas.microsoft.com/office/drawing/2014/main" id="{3611E4D6-3920-A868-A021-06BF61EAC34A}"/>
                </a:ext>
              </a:extLst>
            </p:cNvPr>
            <p:cNvCxnSpPr>
              <a:cxnSpLocks/>
            </p:cNvCxnSpPr>
            <p:nvPr/>
          </p:nvCxnSpPr>
          <p:spPr>
            <a:xfrm>
              <a:off x="4163803" y="3600923"/>
              <a:ext cx="108000" cy="8906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164C29F-9C15-2A4E-80BA-E14A81E75CC3}"/>
                </a:ext>
              </a:extLst>
            </p:cNvPr>
            <p:cNvCxnSpPr/>
            <p:nvPr/>
          </p:nvCxnSpPr>
          <p:spPr>
            <a:xfrm flipV="1">
              <a:off x="4163803" y="3689987"/>
              <a:ext cx="108000" cy="8906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95C5029B-A60C-8C60-0047-5E8A84B94A41}"/>
              </a:ext>
            </a:extLst>
          </p:cNvPr>
          <p:cNvGrpSpPr/>
          <p:nvPr/>
        </p:nvGrpSpPr>
        <p:grpSpPr>
          <a:xfrm>
            <a:off x="7809460" y="3528053"/>
            <a:ext cx="323868" cy="323868"/>
            <a:chOff x="4034385" y="3528053"/>
            <a:chExt cx="323868" cy="323868"/>
          </a:xfrm>
        </p:grpSpPr>
        <p:sp>
          <p:nvSpPr>
            <p:cNvPr id="43" name="Oval 42">
              <a:extLst>
                <a:ext uri="{FF2B5EF4-FFF2-40B4-BE49-F238E27FC236}">
                  <a16:creationId xmlns:a16="http://schemas.microsoft.com/office/drawing/2014/main" id="{2C0419B1-E518-6F25-E950-10966A6D7A28}"/>
                </a:ext>
              </a:extLst>
            </p:cNvPr>
            <p:cNvSpPr/>
            <p:nvPr/>
          </p:nvSpPr>
          <p:spPr>
            <a:xfrm>
              <a:off x="4034385" y="3528053"/>
              <a:ext cx="323868" cy="32386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cxnSp>
          <p:nvCxnSpPr>
            <p:cNvPr id="44" name="Straight Connector 43">
              <a:extLst>
                <a:ext uri="{FF2B5EF4-FFF2-40B4-BE49-F238E27FC236}">
                  <a16:creationId xmlns:a16="http://schemas.microsoft.com/office/drawing/2014/main" id="{90F6B61D-B657-AFB2-8A43-9C42A5020C9A}"/>
                </a:ext>
              </a:extLst>
            </p:cNvPr>
            <p:cNvCxnSpPr>
              <a:cxnSpLocks/>
            </p:cNvCxnSpPr>
            <p:nvPr/>
          </p:nvCxnSpPr>
          <p:spPr>
            <a:xfrm>
              <a:off x="4163803" y="3600923"/>
              <a:ext cx="108000" cy="8906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78B6EF6-B3F3-FCEE-3107-E94FB052905E}"/>
                </a:ext>
              </a:extLst>
            </p:cNvPr>
            <p:cNvCxnSpPr/>
            <p:nvPr/>
          </p:nvCxnSpPr>
          <p:spPr>
            <a:xfrm flipV="1">
              <a:off x="4163803" y="3689987"/>
              <a:ext cx="108000" cy="8906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8709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C361A-B5A7-DCDA-6428-E9E3AC049CC4}"/>
              </a:ext>
            </a:extLst>
          </p:cNvPr>
          <p:cNvSpPr>
            <a:spLocks noGrp="1"/>
          </p:cNvSpPr>
          <p:nvPr>
            <p:ph type="title"/>
          </p:nvPr>
        </p:nvSpPr>
        <p:spPr/>
        <p:txBody>
          <a:bodyPr/>
          <a:lstStyle/>
          <a:p>
            <a:r>
              <a:rPr lang="en-US"/>
              <a:t>Executive summary</a:t>
            </a:r>
          </a:p>
        </p:txBody>
      </p:sp>
      <p:sp>
        <p:nvSpPr>
          <p:cNvPr id="7" name="Subtitle 6">
            <a:extLst>
              <a:ext uri="{FF2B5EF4-FFF2-40B4-BE49-F238E27FC236}">
                <a16:creationId xmlns:a16="http://schemas.microsoft.com/office/drawing/2014/main" id="{41C45EC9-859E-2B92-EF7C-294615EA1E27}"/>
              </a:ext>
            </a:extLst>
          </p:cNvPr>
          <p:cNvSpPr>
            <a:spLocks noGrp="1"/>
          </p:cNvSpPr>
          <p:nvPr>
            <p:ph type="subTitle" idx="1"/>
          </p:nvPr>
        </p:nvSpPr>
        <p:spPr/>
        <p:txBody>
          <a:bodyPr/>
          <a:lstStyle/>
          <a:p>
            <a:endParaRPr lang="en-US"/>
          </a:p>
        </p:txBody>
      </p:sp>
      <p:sp>
        <p:nvSpPr>
          <p:cNvPr id="5" name="Freeform: Shape 8241">
            <a:extLst>
              <a:ext uri="{FF2B5EF4-FFF2-40B4-BE49-F238E27FC236}">
                <a16:creationId xmlns:a16="http://schemas.microsoft.com/office/drawing/2014/main" id="{748DB74A-6C36-74EB-F995-EF644B38CB2D}"/>
              </a:ext>
            </a:extLst>
          </p:cNvPr>
          <p:cNvSpPr/>
          <p:nvPr/>
        </p:nvSpPr>
        <p:spPr>
          <a:xfrm>
            <a:off x="554736" y="2208379"/>
            <a:ext cx="2220503" cy="2947726"/>
          </a:xfrm>
          <a:custGeom>
            <a:avLst/>
            <a:gdLst/>
            <a:ahLst/>
            <a:cxnLst>
              <a:cxn ang="3cd4">
                <a:pos x="hc" y="t"/>
              </a:cxn>
              <a:cxn ang="cd2">
                <a:pos x="l" y="vc"/>
              </a:cxn>
              <a:cxn ang="cd4">
                <a:pos x="hc" y="b"/>
              </a:cxn>
              <a:cxn ang="0">
                <a:pos x="r" y="vc"/>
              </a:cxn>
            </a:cxnLst>
            <a:rect l="l" t="t" r="r" b="b"/>
            <a:pathLst>
              <a:path w="1245" h="1245">
                <a:moveTo>
                  <a:pt x="0" y="0"/>
                </a:moveTo>
                <a:lnTo>
                  <a:pt x="0" y="0"/>
                </a:lnTo>
                <a:lnTo>
                  <a:pt x="0" y="1245"/>
                </a:lnTo>
                <a:lnTo>
                  <a:pt x="1245" y="1245"/>
                </a:lnTo>
                <a:lnTo>
                  <a:pt x="1245" y="1245"/>
                </a:lnTo>
                <a:lnTo>
                  <a:pt x="1245" y="0"/>
                </a:lnTo>
                <a:close/>
              </a:path>
            </a:pathLst>
          </a:custGeom>
          <a:solidFill>
            <a:schemeClr val="bg1">
              <a:lumMod val="95000"/>
            </a:schemeClr>
          </a:solidFill>
          <a:ln cap="flat">
            <a:noFill/>
            <a:prstDash val="solid"/>
          </a:ln>
          <a:effectLst/>
        </p:spPr>
        <p:txBody>
          <a:bodyPr vert="horz" wrap="square" lIns="72000" tIns="540000" rIns="72000" bIns="108000" anchor="t" anchorCtr="1" compatLnSpc="0"/>
          <a:lstStyle/>
          <a:p>
            <a:pPr algn="ctr" defTabSz="457200">
              <a:lnSpc>
                <a:spcPts val="1658"/>
              </a:lnSpc>
            </a:pPr>
            <a:r>
              <a:rPr lang="en-AU" sz="1600" b="1">
                <a:solidFill>
                  <a:schemeClr val="tx2"/>
                </a:solidFill>
                <a:ea typeface="Lato Light" panose="020F0502020204030203" pitchFamily="34" charset="0"/>
                <a:cs typeface="Arial" panose="020B0604020202020204" pitchFamily="34" charset="0"/>
              </a:rPr>
              <a:t>Problem/opportunity</a:t>
            </a:r>
          </a:p>
          <a:p>
            <a:pPr algn="ctr" defTabSz="457200">
              <a:lnSpc>
                <a:spcPts val="1658"/>
              </a:lnSpc>
            </a:pPr>
            <a:endParaRPr lang="en-AU" sz="1400">
              <a:solidFill>
                <a:schemeClr val="tx2"/>
              </a:solidFill>
              <a:ea typeface="Lato Light" panose="020F0502020204030203" pitchFamily="34" charset="0"/>
              <a:cs typeface="Arial" panose="020B0604020202020204" pitchFamily="34" charset="0"/>
            </a:endParaRPr>
          </a:p>
          <a:p>
            <a:pPr algn="ctr" defTabSz="457200">
              <a:lnSpc>
                <a:spcPts val="1658"/>
              </a:lnSpc>
            </a:pPr>
            <a:r>
              <a:rPr lang="en-AU" sz="1400">
                <a:solidFill>
                  <a:schemeClr val="tx2"/>
                </a:solidFill>
                <a:ea typeface="Lato Light" panose="020F0502020204030203" pitchFamily="34" charset="0"/>
                <a:cs typeface="Arial" panose="020B0604020202020204" pitchFamily="34" charset="0"/>
              </a:rPr>
              <a:t>[Summarize the underlying problem or opportunity this business case is responding to]</a:t>
            </a:r>
          </a:p>
        </p:txBody>
      </p:sp>
      <p:sp>
        <p:nvSpPr>
          <p:cNvPr id="26" name="Freeform: Shape 8241">
            <a:extLst>
              <a:ext uri="{FF2B5EF4-FFF2-40B4-BE49-F238E27FC236}">
                <a16:creationId xmlns:a16="http://schemas.microsoft.com/office/drawing/2014/main" id="{1A02BCC4-46D3-FA76-5CE8-0BA7D61626EF}"/>
              </a:ext>
            </a:extLst>
          </p:cNvPr>
          <p:cNvSpPr/>
          <p:nvPr/>
        </p:nvSpPr>
        <p:spPr>
          <a:xfrm>
            <a:off x="3508744" y="2208379"/>
            <a:ext cx="2220503" cy="2947726"/>
          </a:xfrm>
          <a:custGeom>
            <a:avLst/>
            <a:gdLst/>
            <a:ahLst/>
            <a:cxnLst>
              <a:cxn ang="3cd4">
                <a:pos x="hc" y="t"/>
              </a:cxn>
              <a:cxn ang="cd2">
                <a:pos x="l" y="vc"/>
              </a:cxn>
              <a:cxn ang="cd4">
                <a:pos x="hc" y="b"/>
              </a:cxn>
              <a:cxn ang="0">
                <a:pos x="r" y="vc"/>
              </a:cxn>
            </a:cxnLst>
            <a:rect l="l" t="t" r="r" b="b"/>
            <a:pathLst>
              <a:path w="1245" h="1245">
                <a:moveTo>
                  <a:pt x="0" y="0"/>
                </a:moveTo>
                <a:lnTo>
                  <a:pt x="0" y="0"/>
                </a:lnTo>
                <a:lnTo>
                  <a:pt x="0" y="1245"/>
                </a:lnTo>
                <a:lnTo>
                  <a:pt x="1245" y="1245"/>
                </a:lnTo>
                <a:lnTo>
                  <a:pt x="1245" y="1245"/>
                </a:lnTo>
                <a:lnTo>
                  <a:pt x="1245" y="0"/>
                </a:lnTo>
                <a:close/>
              </a:path>
            </a:pathLst>
          </a:custGeom>
          <a:solidFill>
            <a:schemeClr val="bg1">
              <a:lumMod val="95000"/>
            </a:schemeClr>
          </a:solidFill>
          <a:ln cap="flat">
            <a:noFill/>
            <a:prstDash val="solid"/>
          </a:ln>
          <a:effectLst/>
        </p:spPr>
        <p:txBody>
          <a:bodyPr vert="horz" wrap="square" lIns="72000" tIns="540000" rIns="72000" bIns="108000" anchor="t" anchorCtr="1" compatLnSpc="0"/>
          <a:lstStyle/>
          <a:p>
            <a:pPr algn="ctr" defTabSz="457200">
              <a:lnSpc>
                <a:spcPts val="1658"/>
              </a:lnSpc>
            </a:pPr>
            <a:r>
              <a:rPr lang="en-AU" sz="1600" b="1">
                <a:solidFill>
                  <a:schemeClr val="tx2"/>
                </a:solidFill>
                <a:ea typeface="Lato Light" panose="020F0502020204030203" pitchFamily="34" charset="0"/>
                <a:cs typeface="Arial" panose="020B0604020202020204" pitchFamily="34" charset="0"/>
              </a:rPr>
              <a:t>Solution</a:t>
            </a:r>
          </a:p>
          <a:p>
            <a:pPr algn="ctr" defTabSz="457200">
              <a:lnSpc>
                <a:spcPts val="1658"/>
              </a:lnSpc>
            </a:pPr>
            <a:endParaRPr lang="en-AU" sz="1400">
              <a:solidFill>
                <a:schemeClr val="tx2"/>
              </a:solidFill>
              <a:ea typeface="Lato Light" panose="020F0502020204030203" pitchFamily="34" charset="0"/>
              <a:cs typeface="Arial" panose="020B0604020202020204" pitchFamily="34" charset="0"/>
            </a:endParaRPr>
          </a:p>
          <a:p>
            <a:pPr algn="ctr" defTabSz="457200">
              <a:lnSpc>
                <a:spcPts val="1658"/>
              </a:lnSpc>
            </a:pPr>
            <a:r>
              <a:rPr lang="en-AU" sz="1400">
                <a:solidFill>
                  <a:schemeClr val="tx2"/>
                </a:solidFill>
                <a:ea typeface="Lato Light" panose="020F0502020204030203" pitchFamily="34" charset="0"/>
                <a:cs typeface="Arial" panose="020B0604020202020204" pitchFamily="34" charset="0"/>
              </a:rPr>
              <a:t>[Summarize the suggested solution to the problem / opportunity]</a:t>
            </a:r>
          </a:p>
        </p:txBody>
      </p:sp>
      <p:sp>
        <p:nvSpPr>
          <p:cNvPr id="27" name="Freeform: Shape 8241">
            <a:extLst>
              <a:ext uri="{FF2B5EF4-FFF2-40B4-BE49-F238E27FC236}">
                <a16:creationId xmlns:a16="http://schemas.microsoft.com/office/drawing/2014/main" id="{3618E085-E242-DB74-5082-796228E0A98B}"/>
              </a:ext>
            </a:extLst>
          </p:cNvPr>
          <p:cNvSpPr/>
          <p:nvPr/>
        </p:nvSpPr>
        <p:spPr>
          <a:xfrm>
            <a:off x="6462752" y="2208379"/>
            <a:ext cx="2220503" cy="2947726"/>
          </a:xfrm>
          <a:custGeom>
            <a:avLst/>
            <a:gdLst/>
            <a:ahLst/>
            <a:cxnLst>
              <a:cxn ang="3cd4">
                <a:pos x="hc" y="t"/>
              </a:cxn>
              <a:cxn ang="cd2">
                <a:pos x="l" y="vc"/>
              </a:cxn>
              <a:cxn ang="cd4">
                <a:pos x="hc" y="b"/>
              </a:cxn>
              <a:cxn ang="0">
                <a:pos x="r" y="vc"/>
              </a:cxn>
            </a:cxnLst>
            <a:rect l="l" t="t" r="r" b="b"/>
            <a:pathLst>
              <a:path w="1245" h="1245">
                <a:moveTo>
                  <a:pt x="0" y="0"/>
                </a:moveTo>
                <a:lnTo>
                  <a:pt x="0" y="0"/>
                </a:lnTo>
                <a:lnTo>
                  <a:pt x="0" y="1245"/>
                </a:lnTo>
                <a:lnTo>
                  <a:pt x="1245" y="1245"/>
                </a:lnTo>
                <a:lnTo>
                  <a:pt x="1245" y="1245"/>
                </a:lnTo>
                <a:lnTo>
                  <a:pt x="1245" y="0"/>
                </a:lnTo>
                <a:close/>
              </a:path>
            </a:pathLst>
          </a:custGeom>
          <a:solidFill>
            <a:schemeClr val="bg1">
              <a:lumMod val="95000"/>
            </a:schemeClr>
          </a:solidFill>
          <a:ln cap="flat">
            <a:noFill/>
            <a:prstDash val="solid"/>
          </a:ln>
          <a:effectLst/>
        </p:spPr>
        <p:txBody>
          <a:bodyPr vert="horz" wrap="square" lIns="72000" tIns="540000" rIns="72000" bIns="108000" anchor="t" anchorCtr="1" compatLnSpc="0"/>
          <a:lstStyle/>
          <a:p>
            <a:pPr algn="ctr" defTabSz="457200">
              <a:lnSpc>
                <a:spcPts val="1658"/>
              </a:lnSpc>
            </a:pPr>
            <a:r>
              <a:rPr lang="en-AU" sz="1600" b="1">
                <a:solidFill>
                  <a:schemeClr val="tx2"/>
                </a:solidFill>
                <a:ea typeface="Lato Light" panose="020F0502020204030203" pitchFamily="34" charset="0"/>
                <a:cs typeface="Arial" panose="020B0604020202020204" pitchFamily="34" charset="0"/>
              </a:rPr>
              <a:t>Outcomes </a:t>
            </a:r>
          </a:p>
          <a:p>
            <a:pPr algn="ctr" defTabSz="457200">
              <a:lnSpc>
                <a:spcPts val="1658"/>
              </a:lnSpc>
            </a:pPr>
            <a:endParaRPr lang="en-AU" sz="1400">
              <a:solidFill>
                <a:schemeClr val="tx2"/>
              </a:solidFill>
              <a:ea typeface="Lato Light" panose="020F0502020204030203" pitchFamily="34" charset="0"/>
              <a:cs typeface="Arial" panose="020B0604020202020204" pitchFamily="34" charset="0"/>
            </a:endParaRPr>
          </a:p>
          <a:p>
            <a:pPr algn="ctr" defTabSz="457200">
              <a:lnSpc>
                <a:spcPts val="1658"/>
              </a:lnSpc>
            </a:pPr>
            <a:r>
              <a:rPr lang="en-AU" sz="1400">
                <a:solidFill>
                  <a:schemeClr val="tx2"/>
                </a:solidFill>
                <a:ea typeface="Lato Light" panose="020F0502020204030203" pitchFamily="34" charset="0"/>
                <a:cs typeface="Arial" panose="020B0604020202020204" pitchFamily="34" charset="0"/>
              </a:rPr>
              <a:t>[Summarize the outcomes and benefits that can expected from successfully addressing the problem / opportunity]</a:t>
            </a:r>
          </a:p>
        </p:txBody>
      </p:sp>
      <p:sp>
        <p:nvSpPr>
          <p:cNvPr id="28" name="Freeform: Shape 8241">
            <a:extLst>
              <a:ext uri="{FF2B5EF4-FFF2-40B4-BE49-F238E27FC236}">
                <a16:creationId xmlns:a16="http://schemas.microsoft.com/office/drawing/2014/main" id="{1157CB7A-8BCA-C9F0-20D9-7ED999677121}"/>
              </a:ext>
            </a:extLst>
          </p:cNvPr>
          <p:cNvSpPr/>
          <p:nvPr/>
        </p:nvSpPr>
        <p:spPr>
          <a:xfrm>
            <a:off x="9416761" y="2208379"/>
            <a:ext cx="2220503" cy="2947726"/>
          </a:xfrm>
          <a:custGeom>
            <a:avLst/>
            <a:gdLst/>
            <a:ahLst/>
            <a:cxnLst>
              <a:cxn ang="3cd4">
                <a:pos x="hc" y="t"/>
              </a:cxn>
              <a:cxn ang="cd2">
                <a:pos x="l" y="vc"/>
              </a:cxn>
              <a:cxn ang="cd4">
                <a:pos x="hc" y="b"/>
              </a:cxn>
              <a:cxn ang="0">
                <a:pos x="r" y="vc"/>
              </a:cxn>
            </a:cxnLst>
            <a:rect l="l" t="t" r="r" b="b"/>
            <a:pathLst>
              <a:path w="1245" h="1245">
                <a:moveTo>
                  <a:pt x="0" y="0"/>
                </a:moveTo>
                <a:lnTo>
                  <a:pt x="0" y="0"/>
                </a:lnTo>
                <a:lnTo>
                  <a:pt x="0" y="1245"/>
                </a:lnTo>
                <a:lnTo>
                  <a:pt x="1245" y="1245"/>
                </a:lnTo>
                <a:lnTo>
                  <a:pt x="1245" y="1245"/>
                </a:lnTo>
                <a:lnTo>
                  <a:pt x="1245" y="0"/>
                </a:lnTo>
                <a:close/>
              </a:path>
            </a:pathLst>
          </a:custGeom>
          <a:solidFill>
            <a:schemeClr val="bg1">
              <a:lumMod val="95000"/>
            </a:schemeClr>
          </a:solidFill>
          <a:ln cap="flat">
            <a:noFill/>
            <a:prstDash val="solid"/>
          </a:ln>
          <a:effectLst/>
        </p:spPr>
        <p:txBody>
          <a:bodyPr vert="horz" wrap="square" lIns="72000" tIns="540000" rIns="72000" bIns="108000" anchor="t" anchorCtr="1" compatLnSpc="0"/>
          <a:lstStyle/>
          <a:p>
            <a:pPr algn="ctr" defTabSz="457200">
              <a:lnSpc>
                <a:spcPts val="1658"/>
              </a:lnSpc>
            </a:pPr>
            <a:r>
              <a:rPr lang="en-AU" sz="1600" b="1">
                <a:solidFill>
                  <a:schemeClr val="tx2"/>
                </a:solidFill>
                <a:ea typeface="Lato Light" panose="020F0502020204030203" pitchFamily="34" charset="0"/>
                <a:cs typeface="Arial" panose="020B0604020202020204" pitchFamily="34" charset="0"/>
              </a:rPr>
              <a:t>Strategic rationale</a:t>
            </a:r>
          </a:p>
          <a:p>
            <a:pPr algn="ctr" defTabSz="457200">
              <a:lnSpc>
                <a:spcPts val="1658"/>
              </a:lnSpc>
            </a:pPr>
            <a:endParaRPr lang="en-AU" sz="1400">
              <a:solidFill>
                <a:schemeClr val="tx2"/>
              </a:solidFill>
              <a:ea typeface="Lato Light" panose="020F0502020204030203" pitchFamily="34" charset="0"/>
              <a:cs typeface="Arial" panose="020B0604020202020204" pitchFamily="34" charset="0"/>
            </a:endParaRPr>
          </a:p>
          <a:p>
            <a:pPr algn="ctr" defTabSz="457200">
              <a:lnSpc>
                <a:spcPts val="1658"/>
              </a:lnSpc>
            </a:pPr>
            <a:r>
              <a:rPr lang="en-AU" sz="1400">
                <a:solidFill>
                  <a:schemeClr val="tx2"/>
                </a:solidFill>
                <a:ea typeface="Lato Light" panose="020F0502020204030203" pitchFamily="34" charset="0"/>
                <a:cs typeface="Arial" panose="020B0604020202020204" pitchFamily="34" charset="0"/>
              </a:rPr>
              <a:t>[Summarize the strategic rationale for addressing the problem / opportunity, including how this feeds into the overall company strategy]</a:t>
            </a:r>
          </a:p>
        </p:txBody>
      </p:sp>
      <p:sp>
        <p:nvSpPr>
          <p:cNvPr id="6" name="Freeform: Shape 8242">
            <a:extLst>
              <a:ext uri="{FF2B5EF4-FFF2-40B4-BE49-F238E27FC236}">
                <a16:creationId xmlns:a16="http://schemas.microsoft.com/office/drawing/2014/main" id="{89D0E58A-3B63-DF42-6209-EB3D6D253514}"/>
              </a:ext>
            </a:extLst>
          </p:cNvPr>
          <p:cNvSpPr/>
          <p:nvPr/>
        </p:nvSpPr>
        <p:spPr>
          <a:xfrm>
            <a:off x="1304987" y="1843359"/>
            <a:ext cx="720000" cy="720000"/>
          </a:xfrm>
          <a:custGeom>
            <a:avLst/>
            <a:gdLst/>
            <a:ahLst/>
            <a:cxnLst>
              <a:cxn ang="3cd4">
                <a:pos x="hc" y="t"/>
              </a:cxn>
              <a:cxn ang="cd2">
                <a:pos x="l" y="vc"/>
              </a:cxn>
              <a:cxn ang="cd4">
                <a:pos x="hc" y="b"/>
              </a:cxn>
              <a:cxn ang="0">
                <a:pos x="r" y="vc"/>
              </a:cxn>
            </a:cxnLst>
            <a:rect l="l" t="t" r="r" b="b"/>
            <a:pathLst>
              <a:path w="550" h="550">
                <a:moveTo>
                  <a:pt x="550" y="275"/>
                </a:moveTo>
                <a:cubicBezTo>
                  <a:pt x="550" y="426"/>
                  <a:pt x="427" y="550"/>
                  <a:pt x="275" y="550"/>
                </a:cubicBezTo>
                <a:cubicBezTo>
                  <a:pt x="123" y="550"/>
                  <a:pt x="0" y="426"/>
                  <a:pt x="0" y="275"/>
                </a:cubicBezTo>
                <a:cubicBezTo>
                  <a:pt x="0" y="123"/>
                  <a:pt x="123" y="0"/>
                  <a:pt x="275" y="0"/>
                </a:cubicBezTo>
                <a:cubicBezTo>
                  <a:pt x="427" y="0"/>
                  <a:pt x="550" y="123"/>
                  <a:pt x="550" y="275"/>
                </a:cubicBezTo>
                <a:close/>
              </a:path>
            </a:pathLst>
          </a:custGeom>
          <a:solidFill>
            <a:schemeClr val="accent1"/>
          </a:solidFill>
          <a:ln cap="flat">
            <a:noFill/>
            <a:prstDash val="solid"/>
          </a:ln>
          <a:effectLst/>
        </p:spPr>
        <p:txBody>
          <a:bodyPr vert="horz" wrap="none" lIns="36563" tIns="18281" rIns="36563" bIns="18281" anchor="ctr" anchorCtr="1" compatLnSpc="0"/>
          <a:lstStyle/>
          <a:p>
            <a:pPr algn="ctr" defTabSz="457200" hangingPunct="0">
              <a:defRPr/>
            </a:pPr>
            <a:r>
              <a:rPr lang="en-US" sz="2000" b="1" kern="0">
                <a:solidFill>
                  <a:schemeClr val="bg1"/>
                </a:solidFill>
                <a:ea typeface="Arial Unicode MS" pitchFamily="2"/>
                <a:cs typeface="Arial" panose="020B0604020202020204" pitchFamily="34" charset="0"/>
              </a:rPr>
              <a:t>1</a:t>
            </a:r>
          </a:p>
        </p:txBody>
      </p:sp>
      <p:sp>
        <p:nvSpPr>
          <p:cNvPr id="12" name="Freeform: Shape 8543">
            <a:extLst>
              <a:ext uri="{FF2B5EF4-FFF2-40B4-BE49-F238E27FC236}">
                <a16:creationId xmlns:a16="http://schemas.microsoft.com/office/drawing/2014/main" id="{83316818-084B-6DFB-AE52-8CEF9B223899}"/>
              </a:ext>
            </a:extLst>
          </p:cNvPr>
          <p:cNvSpPr/>
          <p:nvPr/>
        </p:nvSpPr>
        <p:spPr>
          <a:xfrm>
            <a:off x="4258995" y="1843359"/>
            <a:ext cx="720000" cy="720000"/>
          </a:xfrm>
          <a:custGeom>
            <a:avLst/>
            <a:gdLst/>
            <a:ahLst/>
            <a:cxnLst>
              <a:cxn ang="3cd4">
                <a:pos x="hc" y="t"/>
              </a:cxn>
              <a:cxn ang="cd2">
                <a:pos x="l" y="vc"/>
              </a:cxn>
              <a:cxn ang="cd4">
                <a:pos x="hc" y="b"/>
              </a:cxn>
              <a:cxn ang="0">
                <a:pos x="r" y="vc"/>
              </a:cxn>
            </a:cxnLst>
            <a:rect l="l" t="t" r="r" b="b"/>
            <a:pathLst>
              <a:path w="550" h="549">
                <a:moveTo>
                  <a:pt x="550" y="275"/>
                </a:moveTo>
                <a:cubicBezTo>
                  <a:pt x="550" y="426"/>
                  <a:pt x="427" y="549"/>
                  <a:pt x="275" y="549"/>
                </a:cubicBezTo>
                <a:cubicBezTo>
                  <a:pt x="124" y="549"/>
                  <a:pt x="0" y="426"/>
                  <a:pt x="0" y="275"/>
                </a:cubicBezTo>
                <a:cubicBezTo>
                  <a:pt x="0" y="123"/>
                  <a:pt x="124" y="0"/>
                  <a:pt x="275" y="0"/>
                </a:cubicBezTo>
                <a:cubicBezTo>
                  <a:pt x="427" y="0"/>
                  <a:pt x="550" y="123"/>
                  <a:pt x="550" y="275"/>
                </a:cubicBezTo>
                <a:close/>
              </a:path>
            </a:pathLst>
          </a:custGeom>
          <a:solidFill>
            <a:schemeClr val="accent4"/>
          </a:solidFill>
          <a:ln cap="flat">
            <a:noFill/>
            <a:prstDash val="solid"/>
          </a:ln>
          <a:effectLst/>
        </p:spPr>
        <p:txBody>
          <a:bodyPr vert="horz" wrap="none" lIns="36563" tIns="18281" rIns="36563" bIns="18281" anchor="ctr" anchorCtr="1" compatLnSpc="0"/>
          <a:lstStyle/>
          <a:p>
            <a:pPr algn="ctr" defTabSz="457200" hangingPunct="0">
              <a:defRPr/>
            </a:pPr>
            <a:r>
              <a:rPr lang="en-US" sz="2000" b="1" kern="0">
                <a:solidFill>
                  <a:schemeClr val="bg1"/>
                </a:solidFill>
                <a:cs typeface="Arial" panose="020B0604020202020204" pitchFamily="34" charset="0"/>
              </a:rPr>
              <a:t>2</a:t>
            </a:r>
          </a:p>
        </p:txBody>
      </p:sp>
      <p:sp>
        <p:nvSpPr>
          <p:cNvPr id="13" name="Freeform: Shape 8392">
            <a:extLst>
              <a:ext uri="{FF2B5EF4-FFF2-40B4-BE49-F238E27FC236}">
                <a16:creationId xmlns:a16="http://schemas.microsoft.com/office/drawing/2014/main" id="{0D9C83C9-0D73-53A1-8A4A-1B2334A21A89}"/>
              </a:ext>
            </a:extLst>
          </p:cNvPr>
          <p:cNvSpPr/>
          <p:nvPr/>
        </p:nvSpPr>
        <p:spPr>
          <a:xfrm>
            <a:off x="7213003" y="1843359"/>
            <a:ext cx="720000" cy="720000"/>
          </a:xfrm>
          <a:custGeom>
            <a:avLst/>
            <a:gdLst/>
            <a:ahLst/>
            <a:cxnLst>
              <a:cxn ang="3cd4">
                <a:pos x="hc" y="t"/>
              </a:cxn>
              <a:cxn ang="cd2">
                <a:pos x="l" y="vc"/>
              </a:cxn>
              <a:cxn ang="cd4">
                <a:pos x="hc" y="b"/>
              </a:cxn>
              <a:cxn ang="0">
                <a:pos x="r" y="vc"/>
              </a:cxn>
            </a:cxnLst>
            <a:rect l="l" t="t" r="r" b="b"/>
            <a:pathLst>
              <a:path w="550" h="549">
                <a:moveTo>
                  <a:pt x="550" y="274"/>
                </a:moveTo>
                <a:cubicBezTo>
                  <a:pt x="550" y="426"/>
                  <a:pt x="427" y="549"/>
                  <a:pt x="275" y="549"/>
                </a:cubicBezTo>
                <a:cubicBezTo>
                  <a:pt x="123" y="549"/>
                  <a:pt x="0" y="426"/>
                  <a:pt x="0" y="274"/>
                </a:cubicBezTo>
                <a:cubicBezTo>
                  <a:pt x="0" y="123"/>
                  <a:pt x="123" y="0"/>
                  <a:pt x="275" y="0"/>
                </a:cubicBezTo>
                <a:cubicBezTo>
                  <a:pt x="427" y="0"/>
                  <a:pt x="550" y="123"/>
                  <a:pt x="550" y="274"/>
                </a:cubicBezTo>
                <a:close/>
              </a:path>
            </a:pathLst>
          </a:custGeom>
          <a:solidFill>
            <a:schemeClr val="tx2"/>
          </a:solidFill>
          <a:ln cap="flat">
            <a:noFill/>
            <a:prstDash val="solid"/>
          </a:ln>
          <a:effectLst/>
        </p:spPr>
        <p:txBody>
          <a:bodyPr vert="horz" wrap="none" lIns="36563" tIns="18281" rIns="36563" bIns="18281" anchor="ctr" anchorCtr="1" compatLnSpc="0"/>
          <a:lstStyle/>
          <a:p>
            <a:pPr defTabSz="457200" hangingPunct="0">
              <a:defRPr/>
            </a:pPr>
            <a:r>
              <a:rPr lang="en-US" sz="2000" b="1" kern="0">
                <a:solidFill>
                  <a:schemeClr val="bg1"/>
                </a:solidFill>
                <a:cs typeface="Arial" panose="020B0604020202020204" pitchFamily="34" charset="0"/>
              </a:rPr>
              <a:t>3</a:t>
            </a:r>
          </a:p>
        </p:txBody>
      </p:sp>
      <p:sp>
        <p:nvSpPr>
          <p:cNvPr id="22" name="Freeform: Shape 8392">
            <a:extLst>
              <a:ext uri="{FF2B5EF4-FFF2-40B4-BE49-F238E27FC236}">
                <a16:creationId xmlns:a16="http://schemas.microsoft.com/office/drawing/2014/main" id="{1A707109-F613-44D0-FE31-98B934E869CC}"/>
              </a:ext>
            </a:extLst>
          </p:cNvPr>
          <p:cNvSpPr/>
          <p:nvPr/>
        </p:nvSpPr>
        <p:spPr>
          <a:xfrm>
            <a:off x="10167012" y="1843359"/>
            <a:ext cx="720000" cy="720000"/>
          </a:xfrm>
          <a:custGeom>
            <a:avLst/>
            <a:gdLst/>
            <a:ahLst/>
            <a:cxnLst>
              <a:cxn ang="3cd4">
                <a:pos x="hc" y="t"/>
              </a:cxn>
              <a:cxn ang="cd2">
                <a:pos x="l" y="vc"/>
              </a:cxn>
              <a:cxn ang="cd4">
                <a:pos x="hc" y="b"/>
              </a:cxn>
              <a:cxn ang="0">
                <a:pos x="r" y="vc"/>
              </a:cxn>
            </a:cxnLst>
            <a:rect l="l" t="t" r="r" b="b"/>
            <a:pathLst>
              <a:path w="550" h="549">
                <a:moveTo>
                  <a:pt x="550" y="274"/>
                </a:moveTo>
                <a:cubicBezTo>
                  <a:pt x="550" y="426"/>
                  <a:pt x="427" y="549"/>
                  <a:pt x="275" y="549"/>
                </a:cubicBezTo>
                <a:cubicBezTo>
                  <a:pt x="123" y="549"/>
                  <a:pt x="0" y="426"/>
                  <a:pt x="0" y="274"/>
                </a:cubicBezTo>
                <a:cubicBezTo>
                  <a:pt x="0" y="123"/>
                  <a:pt x="123" y="0"/>
                  <a:pt x="275" y="0"/>
                </a:cubicBezTo>
                <a:cubicBezTo>
                  <a:pt x="427" y="0"/>
                  <a:pt x="550" y="123"/>
                  <a:pt x="550" y="274"/>
                </a:cubicBezTo>
                <a:close/>
              </a:path>
            </a:pathLst>
          </a:custGeom>
          <a:solidFill>
            <a:schemeClr val="accent5"/>
          </a:solidFill>
          <a:ln cap="flat">
            <a:noFill/>
            <a:prstDash val="solid"/>
          </a:ln>
          <a:effectLst/>
        </p:spPr>
        <p:txBody>
          <a:bodyPr vert="horz" wrap="none" lIns="36563" tIns="18281" rIns="36563" bIns="18281" anchor="ctr" anchorCtr="1" compatLnSpc="0"/>
          <a:lstStyle/>
          <a:p>
            <a:pPr defTabSz="457200" hangingPunct="0">
              <a:defRPr/>
            </a:pPr>
            <a:r>
              <a:rPr lang="en-US" sz="2000" b="1" kern="0">
                <a:solidFill>
                  <a:schemeClr val="bg1"/>
                </a:solidFill>
                <a:cs typeface="Arial" panose="020B0604020202020204" pitchFamily="34" charset="0"/>
              </a:rPr>
              <a:t>4</a:t>
            </a:r>
          </a:p>
        </p:txBody>
      </p:sp>
    </p:spTree>
    <p:extLst>
      <p:ext uri="{BB962C8B-B14F-4D97-AF65-F5344CB8AC3E}">
        <p14:creationId xmlns:p14="http://schemas.microsoft.com/office/powerpoint/2010/main" val="597432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7160-F115-DE5F-8F29-4D9B6BAED357}"/>
              </a:ext>
            </a:extLst>
          </p:cNvPr>
          <p:cNvSpPr>
            <a:spLocks noGrp="1"/>
          </p:cNvSpPr>
          <p:nvPr>
            <p:ph type="title"/>
          </p:nvPr>
        </p:nvSpPr>
        <p:spPr/>
        <p:txBody>
          <a:bodyPr/>
          <a:lstStyle/>
          <a:p>
            <a:r>
              <a:rPr lang="en-US"/>
              <a:t>Executive summary</a:t>
            </a:r>
          </a:p>
        </p:txBody>
      </p:sp>
      <p:sp>
        <p:nvSpPr>
          <p:cNvPr id="4" name="Rectangle 3">
            <a:extLst>
              <a:ext uri="{FF2B5EF4-FFF2-40B4-BE49-F238E27FC236}">
                <a16:creationId xmlns:a16="http://schemas.microsoft.com/office/drawing/2014/main" id="{33AD5114-80E6-FC21-1A36-7A0665D1284D}"/>
              </a:ext>
            </a:extLst>
          </p:cNvPr>
          <p:cNvSpPr/>
          <p:nvPr/>
        </p:nvSpPr>
        <p:spPr>
          <a:xfrm>
            <a:off x="554736" y="1305221"/>
            <a:ext cx="1533144" cy="106299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b="1">
                <a:solidFill>
                  <a:schemeClr val="bg1"/>
                </a:solidFill>
              </a:rPr>
              <a:t>Vision</a:t>
            </a:r>
          </a:p>
        </p:txBody>
      </p:sp>
      <p:sp>
        <p:nvSpPr>
          <p:cNvPr id="6" name="Rectangle 5">
            <a:extLst>
              <a:ext uri="{FF2B5EF4-FFF2-40B4-BE49-F238E27FC236}">
                <a16:creationId xmlns:a16="http://schemas.microsoft.com/office/drawing/2014/main" id="{A3DB6656-43BB-EAC4-7A15-7C9D3D23D823}"/>
              </a:ext>
            </a:extLst>
          </p:cNvPr>
          <p:cNvSpPr/>
          <p:nvPr/>
        </p:nvSpPr>
        <p:spPr>
          <a:xfrm>
            <a:off x="554736" y="2493941"/>
            <a:ext cx="1533144" cy="106299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b="1">
                <a:solidFill>
                  <a:schemeClr val="bg1"/>
                </a:solidFill>
              </a:rPr>
              <a:t>Strategic objective</a:t>
            </a:r>
          </a:p>
        </p:txBody>
      </p:sp>
      <p:sp>
        <p:nvSpPr>
          <p:cNvPr id="8" name="Rectangle 7">
            <a:extLst>
              <a:ext uri="{FF2B5EF4-FFF2-40B4-BE49-F238E27FC236}">
                <a16:creationId xmlns:a16="http://schemas.microsoft.com/office/drawing/2014/main" id="{BEFD79FB-8156-0AFF-4870-4FEA3EB06BFD}"/>
              </a:ext>
            </a:extLst>
          </p:cNvPr>
          <p:cNvSpPr/>
          <p:nvPr/>
        </p:nvSpPr>
        <p:spPr>
          <a:xfrm>
            <a:off x="554736" y="3682661"/>
            <a:ext cx="1533144" cy="106299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b="1">
                <a:solidFill>
                  <a:schemeClr val="bg1"/>
                </a:solidFill>
              </a:rPr>
              <a:t>Solution</a:t>
            </a:r>
          </a:p>
        </p:txBody>
      </p:sp>
      <p:sp>
        <p:nvSpPr>
          <p:cNvPr id="9" name="Rectangle 8">
            <a:extLst>
              <a:ext uri="{FF2B5EF4-FFF2-40B4-BE49-F238E27FC236}">
                <a16:creationId xmlns:a16="http://schemas.microsoft.com/office/drawing/2014/main" id="{AC0A5FBB-949D-45F8-E23E-0169D1AC51FA}"/>
              </a:ext>
            </a:extLst>
          </p:cNvPr>
          <p:cNvSpPr/>
          <p:nvPr/>
        </p:nvSpPr>
        <p:spPr>
          <a:xfrm>
            <a:off x="554736" y="4871381"/>
            <a:ext cx="1533144" cy="106299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b="1">
                <a:solidFill>
                  <a:schemeClr val="bg1"/>
                </a:solidFill>
              </a:rPr>
              <a:t>Sponsor</a:t>
            </a:r>
          </a:p>
        </p:txBody>
      </p:sp>
      <p:sp>
        <p:nvSpPr>
          <p:cNvPr id="10" name="Rectangle 9">
            <a:extLst>
              <a:ext uri="{FF2B5EF4-FFF2-40B4-BE49-F238E27FC236}">
                <a16:creationId xmlns:a16="http://schemas.microsoft.com/office/drawing/2014/main" id="{99F88B2B-9254-9BF3-E63B-03D2A08761C6}"/>
              </a:ext>
            </a:extLst>
          </p:cNvPr>
          <p:cNvSpPr/>
          <p:nvPr/>
        </p:nvSpPr>
        <p:spPr>
          <a:xfrm>
            <a:off x="2246376" y="1305221"/>
            <a:ext cx="9390888" cy="1062990"/>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a:solidFill>
                  <a:schemeClr val="tx2"/>
                </a:solidFill>
              </a:rPr>
              <a:t>[Insert vision for proposed project including qualitative and quantitative benefits]</a:t>
            </a:r>
          </a:p>
        </p:txBody>
      </p:sp>
      <p:sp>
        <p:nvSpPr>
          <p:cNvPr id="11" name="Rectangle 10">
            <a:extLst>
              <a:ext uri="{FF2B5EF4-FFF2-40B4-BE49-F238E27FC236}">
                <a16:creationId xmlns:a16="http://schemas.microsoft.com/office/drawing/2014/main" id="{E6DCC986-B4E0-C524-85EE-669493FF0F2F}"/>
              </a:ext>
            </a:extLst>
          </p:cNvPr>
          <p:cNvSpPr/>
          <p:nvPr/>
        </p:nvSpPr>
        <p:spPr>
          <a:xfrm>
            <a:off x="2246376" y="2493941"/>
            <a:ext cx="9390888" cy="1062990"/>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a:solidFill>
                  <a:schemeClr val="tx2"/>
                </a:solidFill>
              </a:rPr>
              <a:t>[Insert strategic objective of project and how it fits into overall company or BU/team strategy. This can also be business need]</a:t>
            </a:r>
          </a:p>
        </p:txBody>
      </p:sp>
      <p:sp>
        <p:nvSpPr>
          <p:cNvPr id="12" name="Rectangle 11">
            <a:extLst>
              <a:ext uri="{FF2B5EF4-FFF2-40B4-BE49-F238E27FC236}">
                <a16:creationId xmlns:a16="http://schemas.microsoft.com/office/drawing/2014/main" id="{782C3C5D-48EA-F491-712A-51BF4B4DB586}"/>
              </a:ext>
            </a:extLst>
          </p:cNvPr>
          <p:cNvSpPr/>
          <p:nvPr/>
        </p:nvSpPr>
        <p:spPr>
          <a:xfrm>
            <a:off x="2246376" y="3682661"/>
            <a:ext cx="9390888" cy="1062990"/>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a:solidFill>
                  <a:schemeClr val="tx2"/>
                </a:solidFill>
              </a:rPr>
              <a:t>[Insert brief description of suggested solution]</a:t>
            </a:r>
          </a:p>
        </p:txBody>
      </p:sp>
      <p:sp>
        <p:nvSpPr>
          <p:cNvPr id="13" name="Rectangle 12">
            <a:extLst>
              <a:ext uri="{FF2B5EF4-FFF2-40B4-BE49-F238E27FC236}">
                <a16:creationId xmlns:a16="http://schemas.microsoft.com/office/drawing/2014/main" id="{8F4D4BDC-EB2E-3DF2-717F-6C146E076BB0}"/>
              </a:ext>
            </a:extLst>
          </p:cNvPr>
          <p:cNvSpPr/>
          <p:nvPr/>
        </p:nvSpPr>
        <p:spPr>
          <a:xfrm>
            <a:off x="2246376" y="4871381"/>
            <a:ext cx="9390888" cy="1062990"/>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400">
                <a:solidFill>
                  <a:schemeClr val="tx2"/>
                </a:solidFill>
              </a:rPr>
              <a:t>[Insert person, team, department, BU or similar who will sponsor the business case]</a:t>
            </a:r>
          </a:p>
        </p:txBody>
      </p:sp>
      <p:cxnSp>
        <p:nvCxnSpPr>
          <p:cNvPr id="15" name="Straight Connector 14">
            <a:extLst>
              <a:ext uri="{FF2B5EF4-FFF2-40B4-BE49-F238E27FC236}">
                <a16:creationId xmlns:a16="http://schemas.microsoft.com/office/drawing/2014/main" id="{7BFFA93C-F7F1-DF60-B73C-96AFCD4729F7}"/>
              </a:ext>
            </a:extLst>
          </p:cNvPr>
          <p:cNvCxnSpPr>
            <a:cxnSpLocks/>
          </p:cNvCxnSpPr>
          <p:nvPr/>
        </p:nvCxnSpPr>
        <p:spPr>
          <a:xfrm>
            <a:off x="554736" y="2431076"/>
            <a:ext cx="11082528"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BEA6BE2-4645-4F44-B91D-5AE08E702A3C}"/>
              </a:ext>
            </a:extLst>
          </p:cNvPr>
          <p:cNvCxnSpPr>
            <a:cxnSpLocks/>
          </p:cNvCxnSpPr>
          <p:nvPr/>
        </p:nvCxnSpPr>
        <p:spPr>
          <a:xfrm>
            <a:off x="554736" y="3619796"/>
            <a:ext cx="11082528"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ED5210-88B3-D094-5E8F-B050EB54D1DE}"/>
              </a:ext>
            </a:extLst>
          </p:cNvPr>
          <p:cNvCxnSpPr>
            <a:cxnSpLocks/>
          </p:cNvCxnSpPr>
          <p:nvPr/>
        </p:nvCxnSpPr>
        <p:spPr>
          <a:xfrm>
            <a:off x="554736" y="4808516"/>
            <a:ext cx="11082528"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088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4998FC-C399-F887-BE33-305EFAB59CFA}"/>
              </a:ext>
            </a:extLst>
          </p:cNvPr>
          <p:cNvSpPr>
            <a:spLocks noGrp="1"/>
          </p:cNvSpPr>
          <p:nvPr>
            <p:ph type="ctrTitle"/>
          </p:nvPr>
        </p:nvSpPr>
        <p:spPr/>
        <p:txBody>
          <a:bodyPr/>
          <a:lstStyle/>
          <a:p>
            <a:r>
              <a:rPr lang="en-US" dirty="0"/>
              <a:t>Vision &amp; objectives</a:t>
            </a:r>
          </a:p>
        </p:txBody>
      </p:sp>
      <p:sp>
        <p:nvSpPr>
          <p:cNvPr id="6" name="Text Placeholder 5">
            <a:extLst>
              <a:ext uri="{FF2B5EF4-FFF2-40B4-BE49-F238E27FC236}">
                <a16:creationId xmlns:a16="http://schemas.microsoft.com/office/drawing/2014/main" id="{C568EEE2-3520-F894-43E0-D5DAAE8FF547}"/>
              </a:ext>
            </a:extLst>
          </p:cNvPr>
          <p:cNvSpPr>
            <a:spLocks noGrp="1"/>
          </p:cNvSpPr>
          <p:nvPr>
            <p:ph type="body" sz="quarter" idx="14"/>
          </p:nvPr>
        </p:nvSpPr>
        <p:spPr/>
        <p:txBody>
          <a:bodyPr/>
          <a:lstStyle/>
          <a:p>
            <a:r>
              <a:rPr lang="en-US" dirty="0"/>
              <a:t>03</a:t>
            </a:r>
          </a:p>
        </p:txBody>
      </p:sp>
    </p:spTree>
    <p:extLst>
      <p:ext uri="{BB962C8B-B14F-4D97-AF65-F5344CB8AC3E}">
        <p14:creationId xmlns:p14="http://schemas.microsoft.com/office/powerpoint/2010/main" val="3611375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BE69E-FFEE-4EEC-5F52-DE1B68CA8796}"/>
              </a:ext>
            </a:extLst>
          </p:cNvPr>
          <p:cNvSpPr>
            <a:spLocks noGrp="1"/>
          </p:cNvSpPr>
          <p:nvPr>
            <p:ph type="title"/>
          </p:nvPr>
        </p:nvSpPr>
        <p:spPr/>
        <p:txBody>
          <a:bodyPr/>
          <a:lstStyle/>
          <a:p>
            <a:r>
              <a:rPr lang="en-US"/>
              <a:t>What we set out to do</a:t>
            </a:r>
          </a:p>
        </p:txBody>
      </p:sp>
      <p:sp>
        <p:nvSpPr>
          <p:cNvPr id="9" name="Subtitle 8">
            <a:extLst>
              <a:ext uri="{FF2B5EF4-FFF2-40B4-BE49-F238E27FC236}">
                <a16:creationId xmlns:a16="http://schemas.microsoft.com/office/drawing/2014/main" id="{59E5989A-662D-833A-DC29-89AE33E42274}"/>
              </a:ext>
            </a:extLst>
          </p:cNvPr>
          <p:cNvSpPr>
            <a:spLocks noGrp="1"/>
          </p:cNvSpPr>
          <p:nvPr>
            <p:ph type="subTitle" idx="1"/>
          </p:nvPr>
        </p:nvSpPr>
        <p:spPr/>
        <p:txBody>
          <a:bodyPr/>
          <a:lstStyle/>
          <a:p>
            <a:endParaRPr lang="en-US"/>
          </a:p>
        </p:txBody>
      </p:sp>
      <p:graphicFrame>
        <p:nvGraphicFramePr>
          <p:cNvPr id="18" name="Google Shape;48;p15">
            <a:extLst>
              <a:ext uri="{FF2B5EF4-FFF2-40B4-BE49-F238E27FC236}">
                <a16:creationId xmlns:a16="http://schemas.microsoft.com/office/drawing/2014/main" id="{DAE601D5-E906-A296-596D-25E989A70D93}"/>
              </a:ext>
            </a:extLst>
          </p:cNvPr>
          <p:cNvGraphicFramePr/>
          <p:nvPr>
            <p:extLst>
              <p:ext uri="{D42A27DB-BD31-4B8C-83A1-F6EECF244321}">
                <p14:modId xmlns:p14="http://schemas.microsoft.com/office/powerpoint/2010/main" val="1420585030"/>
              </p:ext>
            </p:extLst>
          </p:nvPr>
        </p:nvGraphicFramePr>
        <p:xfrm>
          <a:off x="1647930" y="1517217"/>
          <a:ext cx="9989334" cy="4674592"/>
        </p:xfrm>
        <a:graphic>
          <a:graphicData uri="http://schemas.openxmlformats.org/drawingml/2006/table">
            <a:tbl>
              <a:tblPr>
                <a:noFill/>
              </a:tblPr>
              <a:tblGrid>
                <a:gridCol w="9989334">
                  <a:extLst>
                    <a:ext uri="{9D8B030D-6E8A-4147-A177-3AD203B41FA5}">
                      <a16:colId xmlns:a16="http://schemas.microsoft.com/office/drawing/2014/main" val="20001"/>
                    </a:ext>
                  </a:extLst>
                </a:gridCol>
              </a:tblGrid>
              <a:tr h="1168648">
                <a:tc>
                  <a:txBody>
                    <a:bodyPr/>
                    <a:lstStyle/>
                    <a:p>
                      <a:pPr marL="0" lvl="0" indent="0" algn="l" rtl="0">
                        <a:spcBef>
                          <a:spcPts val="0"/>
                        </a:spcBef>
                        <a:spcAft>
                          <a:spcPts val="0"/>
                        </a:spcAft>
                        <a:buNone/>
                      </a:pPr>
                      <a:r>
                        <a:rPr lang="en" sz="1800">
                          <a:solidFill>
                            <a:schemeClr val="tx2"/>
                          </a:solidFill>
                          <a:latin typeface="Arial" panose="020B0604020202020204" pitchFamily="34" charset="0"/>
                          <a:ea typeface="Helvetica Neue Light"/>
                          <a:cs typeface="Arial" panose="020B0604020202020204" pitchFamily="34" charset="0"/>
                          <a:sym typeface="Helvetica Neue Light"/>
                        </a:rPr>
                        <a:t>[Insert objective of project, e.g., Drive </a:t>
                      </a:r>
                      <a:r>
                        <a:rPr lang="en" sz="1800" b="1">
                          <a:solidFill>
                            <a:schemeClr val="tx2"/>
                          </a:solidFill>
                          <a:latin typeface="Arial" panose="020B0604020202020204" pitchFamily="34" charset="0"/>
                          <a:ea typeface="Helvetica Neue Light"/>
                          <a:cs typeface="Arial" panose="020B0604020202020204" pitchFamily="34" charset="0"/>
                          <a:sym typeface="Helvetica Neue Light"/>
                        </a:rPr>
                        <a:t>direct commercial impact </a:t>
                      </a:r>
                      <a:r>
                        <a:rPr lang="en" sz="1800">
                          <a:solidFill>
                            <a:schemeClr val="tx2"/>
                          </a:solidFill>
                          <a:latin typeface="Arial" panose="020B0604020202020204" pitchFamily="34" charset="0"/>
                          <a:ea typeface="Helvetica Neue Light"/>
                          <a:cs typeface="Arial" panose="020B0604020202020204" pitchFamily="34" charset="0"/>
                          <a:sym typeface="Helvetica Neue Light"/>
                        </a:rPr>
                        <a:t>with proof-of-concept]</a:t>
                      </a:r>
                      <a:endParaRPr sz="1800">
                        <a:solidFill>
                          <a:schemeClr val="tx2"/>
                        </a:solidFill>
                        <a:latin typeface="Arial" panose="020B0604020202020204" pitchFamily="34" charset="0"/>
                        <a:ea typeface="Helvetica Neue Light"/>
                        <a:cs typeface="Arial" panose="020B0604020202020204" pitchFamily="34" charset="0"/>
                        <a:sym typeface="Helvetica Neue Light"/>
                      </a:endParaRP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168648">
                <a:tc>
                  <a:txBody>
                    <a:bodyPr/>
                    <a:lstStyle/>
                    <a:p>
                      <a:pPr marL="0" lvl="0" indent="0" algn="l" rtl="0">
                        <a:spcBef>
                          <a:spcPts val="0"/>
                        </a:spcBef>
                        <a:spcAft>
                          <a:spcPts val="0"/>
                        </a:spcAft>
                        <a:buNone/>
                      </a:pPr>
                      <a:r>
                        <a:rPr lang="en-US" sz="1800">
                          <a:solidFill>
                            <a:schemeClr val="tx2"/>
                          </a:solidFill>
                          <a:latin typeface="Arial" panose="020B0604020202020204" pitchFamily="34" charset="0"/>
                          <a:ea typeface="Helvetica Neue Light"/>
                          <a:cs typeface="Arial" panose="020B0604020202020204" pitchFamily="34" charset="0"/>
                          <a:sym typeface="Helvetica Neue Light"/>
                        </a:rPr>
                        <a:t>[Insert objective of project, e.g., Reinforce </a:t>
                      </a:r>
                      <a:r>
                        <a:rPr lang="en-US" sz="1800" b="1">
                          <a:solidFill>
                            <a:schemeClr val="tx2"/>
                          </a:solidFill>
                          <a:latin typeface="Arial" panose="020B0604020202020204" pitchFamily="34" charset="0"/>
                          <a:ea typeface="Helvetica Neue Light"/>
                          <a:cs typeface="Arial" panose="020B0604020202020204" pitchFamily="34" charset="0"/>
                          <a:sym typeface="Helvetica Neue Light"/>
                        </a:rPr>
                        <a:t>links</a:t>
                      </a:r>
                      <a:r>
                        <a:rPr lang="en-US" sz="1800" b="0">
                          <a:solidFill>
                            <a:schemeClr val="tx2"/>
                          </a:solidFill>
                          <a:latin typeface="Arial" panose="020B0604020202020204" pitchFamily="34" charset="0"/>
                          <a:ea typeface="Helvetica Neue Light"/>
                          <a:cs typeface="Arial" panose="020B0604020202020204" pitchFamily="34" charset="0"/>
                          <a:sym typeface="Helvetica Neue Light"/>
                        </a:rPr>
                        <a:t> between Sales and R&amp;D</a:t>
                      </a:r>
                      <a:r>
                        <a:rPr lang="en-US" sz="1800">
                          <a:solidFill>
                            <a:schemeClr val="tx2"/>
                          </a:solidFill>
                          <a:latin typeface="Arial" panose="020B0604020202020204" pitchFamily="34" charset="0"/>
                          <a:ea typeface="Helvetica Neue Light"/>
                          <a:cs typeface="Arial" panose="020B0604020202020204" pitchFamily="34" charset="0"/>
                          <a:sym typeface="Helvetica Neue Light"/>
                        </a:rPr>
                        <a:t>]</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168648">
                <a:tc>
                  <a:txBody>
                    <a:bodyPr/>
                    <a:lstStyle/>
                    <a:p>
                      <a:pPr marL="0" lvl="0" indent="0" algn="l" rtl="0">
                        <a:spcBef>
                          <a:spcPts val="0"/>
                        </a:spcBef>
                        <a:spcAft>
                          <a:spcPts val="0"/>
                        </a:spcAft>
                        <a:buNone/>
                      </a:pPr>
                      <a:r>
                        <a:rPr lang="en-US" sz="1800">
                          <a:solidFill>
                            <a:schemeClr val="tx2"/>
                          </a:solidFill>
                          <a:latin typeface="Arial" panose="020B0604020202020204" pitchFamily="34" charset="0"/>
                          <a:ea typeface="Helvetica Neue Light"/>
                          <a:cs typeface="Arial" panose="020B0604020202020204" pitchFamily="34" charset="0"/>
                          <a:sym typeface="Helvetica Neue Light"/>
                        </a:rPr>
                        <a:t>[Insert objective of project, e.g., Differentiate company as a</a:t>
                      </a:r>
                      <a:r>
                        <a:rPr lang="en-US" sz="1800" b="1">
                          <a:solidFill>
                            <a:schemeClr val="tx2"/>
                          </a:solidFill>
                          <a:latin typeface="Arial" panose="020B0604020202020204" pitchFamily="34" charset="0"/>
                          <a:ea typeface="Helvetica Neue Light"/>
                          <a:cs typeface="Arial" panose="020B0604020202020204" pitchFamily="34" charset="0"/>
                          <a:sym typeface="Helvetica Neue Light"/>
                        </a:rPr>
                        <a:t> strategic-minded investor </a:t>
                      </a:r>
                      <a:r>
                        <a:rPr lang="en-US" sz="1800">
                          <a:solidFill>
                            <a:schemeClr val="tx2"/>
                          </a:solidFill>
                          <a:latin typeface="Arial" panose="020B0604020202020204" pitchFamily="34" charset="0"/>
                          <a:ea typeface="Helvetica Neue Light"/>
                          <a:cs typeface="Arial" panose="020B0604020202020204" pitchFamily="34" charset="0"/>
                          <a:sym typeface="Helvetica Neue Light"/>
                        </a:rPr>
                        <a:t>able to bring opportunities to its regional teams]</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168648">
                <a:tc>
                  <a:txBody>
                    <a:bodyPr/>
                    <a:lstStyle/>
                    <a:p>
                      <a:pPr marL="0" lvl="0" indent="0" algn="l" rtl="0">
                        <a:spcBef>
                          <a:spcPts val="0"/>
                        </a:spcBef>
                        <a:spcAft>
                          <a:spcPts val="0"/>
                        </a:spcAft>
                        <a:buNone/>
                      </a:pPr>
                      <a:r>
                        <a:rPr lang="en-US" sz="1800" dirty="0">
                          <a:solidFill>
                            <a:schemeClr val="tx2"/>
                          </a:solidFill>
                          <a:latin typeface="Arial" panose="020B0604020202020204" pitchFamily="34" charset="0"/>
                          <a:ea typeface="Helvetica Neue Light"/>
                          <a:cs typeface="Arial" panose="020B0604020202020204" pitchFamily="34" charset="0"/>
                          <a:sym typeface="Helvetica Neue Light"/>
                        </a:rPr>
                        <a:t>[Insert objective of project]</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5" name="Google Shape;49;p15">
            <a:extLst>
              <a:ext uri="{FF2B5EF4-FFF2-40B4-BE49-F238E27FC236}">
                <a16:creationId xmlns:a16="http://schemas.microsoft.com/office/drawing/2014/main" id="{F30A9B3F-FAAE-B8D8-BD8C-3EE1DC66B424}"/>
              </a:ext>
            </a:extLst>
          </p:cNvPr>
          <p:cNvSpPr/>
          <p:nvPr/>
        </p:nvSpPr>
        <p:spPr>
          <a:xfrm>
            <a:off x="620767" y="1768651"/>
            <a:ext cx="731600" cy="731600"/>
          </a:xfrm>
          <a:prstGeom prst="ellipse">
            <a:avLst/>
          </a:prstGeom>
          <a:noFill/>
          <a:ln w="19050" cap="flat" cmpd="sng">
            <a:solidFill>
              <a:schemeClr val="tx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chemeClr val="tx2"/>
              </a:solidFill>
            </a:endParaRPr>
          </a:p>
        </p:txBody>
      </p:sp>
      <p:sp>
        <p:nvSpPr>
          <p:cNvPr id="6" name="Google Shape;50;p15">
            <a:extLst>
              <a:ext uri="{FF2B5EF4-FFF2-40B4-BE49-F238E27FC236}">
                <a16:creationId xmlns:a16="http://schemas.microsoft.com/office/drawing/2014/main" id="{7DFE4280-D888-9C94-7E57-EF0AFAA34536}"/>
              </a:ext>
            </a:extLst>
          </p:cNvPr>
          <p:cNvSpPr/>
          <p:nvPr/>
        </p:nvSpPr>
        <p:spPr>
          <a:xfrm>
            <a:off x="620767" y="2920012"/>
            <a:ext cx="731600" cy="731600"/>
          </a:xfrm>
          <a:prstGeom prst="ellipse">
            <a:avLst/>
          </a:prstGeom>
          <a:noFill/>
          <a:ln w="19050" cap="flat" cmpd="sng">
            <a:solidFill>
              <a:schemeClr val="tx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chemeClr val="tx2"/>
              </a:solidFill>
            </a:endParaRPr>
          </a:p>
        </p:txBody>
      </p:sp>
      <p:sp>
        <p:nvSpPr>
          <p:cNvPr id="7" name="Google Shape;51;p15">
            <a:extLst>
              <a:ext uri="{FF2B5EF4-FFF2-40B4-BE49-F238E27FC236}">
                <a16:creationId xmlns:a16="http://schemas.microsoft.com/office/drawing/2014/main" id="{C2A8CD42-10DA-B820-294D-BE5C8E09B9E8}"/>
              </a:ext>
            </a:extLst>
          </p:cNvPr>
          <p:cNvSpPr/>
          <p:nvPr/>
        </p:nvSpPr>
        <p:spPr>
          <a:xfrm>
            <a:off x="620767" y="4071373"/>
            <a:ext cx="731600" cy="731600"/>
          </a:xfrm>
          <a:prstGeom prst="ellipse">
            <a:avLst/>
          </a:prstGeom>
          <a:noFill/>
          <a:ln w="19050" cap="flat" cmpd="sng">
            <a:solidFill>
              <a:schemeClr val="tx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chemeClr val="tx2"/>
              </a:solidFill>
            </a:endParaRPr>
          </a:p>
        </p:txBody>
      </p:sp>
      <p:sp>
        <p:nvSpPr>
          <p:cNvPr id="8" name="Google Shape;52;p15">
            <a:extLst>
              <a:ext uri="{FF2B5EF4-FFF2-40B4-BE49-F238E27FC236}">
                <a16:creationId xmlns:a16="http://schemas.microsoft.com/office/drawing/2014/main" id="{ABC5B26A-ED4E-C833-05A7-81827E05913A}"/>
              </a:ext>
            </a:extLst>
          </p:cNvPr>
          <p:cNvSpPr/>
          <p:nvPr/>
        </p:nvSpPr>
        <p:spPr>
          <a:xfrm>
            <a:off x="620767" y="5222733"/>
            <a:ext cx="731600" cy="731600"/>
          </a:xfrm>
          <a:prstGeom prst="ellipse">
            <a:avLst/>
          </a:prstGeom>
          <a:noFill/>
          <a:ln w="19050" cap="flat" cmpd="sng">
            <a:solidFill>
              <a:schemeClr val="tx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chemeClr val="tx2"/>
              </a:solidFill>
            </a:endParaRPr>
          </a:p>
        </p:txBody>
      </p:sp>
      <p:pic>
        <p:nvPicPr>
          <p:cNvPr id="20" name="Graphic 19">
            <a:extLst>
              <a:ext uri="{FF2B5EF4-FFF2-40B4-BE49-F238E27FC236}">
                <a16:creationId xmlns:a16="http://schemas.microsoft.com/office/drawing/2014/main" id="{E49E97F1-09AA-2D48-E7F5-2D3E4F3969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2567" y="5354533"/>
            <a:ext cx="468000" cy="468000"/>
          </a:xfrm>
          <a:prstGeom prst="rect">
            <a:avLst/>
          </a:prstGeom>
        </p:spPr>
      </p:pic>
      <p:pic>
        <p:nvPicPr>
          <p:cNvPr id="22" name="Graphic 21">
            <a:extLst>
              <a:ext uri="{FF2B5EF4-FFF2-40B4-BE49-F238E27FC236}">
                <a16:creationId xmlns:a16="http://schemas.microsoft.com/office/drawing/2014/main" id="{ACCDEAF9-C3B0-EE2E-0408-D5E028E0D4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2567" y="4203173"/>
            <a:ext cx="468000" cy="468000"/>
          </a:xfrm>
          <a:prstGeom prst="rect">
            <a:avLst/>
          </a:prstGeom>
        </p:spPr>
      </p:pic>
      <p:pic>
        <p:nvPicPr>
          <p:cNvPr id="24" name="Graphic 23">
            <a:extLst>
              <a:ext uri="{FF2B5EF4-FFF2-40B4-BE49-F238E27FC236}">
                <a16:creationId xmlns:a16="http://schemas.microsoft.com/office/drawing/2014/main" id="{79AC16EE-11DA-76D5-765F-942D4CB665B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567" y="1900451"/>
            <a:ext cx="468000" cy="468000"/>
          </a:xfrm>
          <a:prstGeom prst="rect">
            <a:avLst/>
          </a:prstGeom>
        </p:spPr>
      </p:pic>
      <p:pic>
        <p:nvPicPr>
          <p:cNvPr id="26" name="Graphic 25">
            <a:extLst>
              <a:ext uri="{FF2B5EF4-FFF2-40B4-BE49-F238E27FC236}">
                <a16:creationId xmlns:a16="http://schemas.microsoft.com/office/drawing/2014/main" id="{C78A1E26-8FA2-1D78-6E52-715514717C4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2567" y="3051812"/>
            <a:ext cx="468000" cy="468000"/>
          </a:xfrm>
          <a:prstGeom prst="rect">
            <a:avLst/>
          </a:prstGeom>
        </p:spPr>
      </p:pic>
    </p:spTree>
    <p:extLst>
      <p:ext uri="{BB962C8B-B14F-4D97-AF65-F5344CB8AC3E}">
        <p14:creationId xmlns:p14="http://schemas.microsoft.com/office/powerpoint/2010/main" val="206140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8" name="Arrow: Pentagon 57">
            <a:extLst>
              <a:ext uri="{FF2B5EF4-FFF2-40B4-BE49-F238E27FC236}">
                <a16:creationId xmlns:a16="http://schemas.microsoft.com/office/drawing/2014/main" id="{44BE6124-FF2B-0A07-B9D0-655E8ACDC01C}"/>
              </a:ext>
            </a:extLst>
          </p:cNvPr>
          <p:cNvSpPr/>
          <p:nvPr/>
        </p:nvSpPr>
        <p:spPr>
          <a:xfrm>
            <a:off x="6502400" y="1689653"/>
            <a:ext cx="5143500" cy="4200027"/>
          </a:xfrm>
          <a:prstGeom prst="homePlate">
            <a:avLst>
              <a:gd name="adj" fmla="val 0"/>
            </a:avLst>
          </a:prstGeom>
          <a:solidFill>
            <a:schemeClr val="bg1">
              <a:lumMod val="95000"/>
            </a:schemeClr>
          </a:solidFill>
          <a:ln w="15875">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tx2"/>
                </a:solidFill>
                <a:effectLst/>
                <a:uLnTx/>
                <a:uFillTx/>
                <a:ea typeface="+mn-ea"/>
                <a:cs typeface="+mn-cs"/>
              </a:rPr>
              <a:t>Key questions</a:t>
            </a:r>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This project will answer three key questions</a:t>
            </a:r>
            <a:endParaRPr lang="en-DK"/>
          </a:p>
        </p:txBody>
      </p:sp>
      <p:sp>
        <p:nvSpPr>
          <p:cNvPr id="7" name="Subtitle 6">
            <a:extLst>
              <a:ext uri="{FF2B5EF4-FFF2-40B4-BE49-F238E27FC236}">
                <a16:creationId xmlns:a16="http://schemas.microsoft.com/office/drawing/2014/main" id="{56720310-E0F0-7F3D-B53A-9B5607300794}"/>
              </a:ext>
            </a:extLst>
          </p:cNvPr>
          <p:cNvSpPr>
            <a:spLocks noGrp="1"/>
          </p:cNvSpPr>
          <p:nvPr>
            <p:ph type="subTitle" idx="1"/>
          </p:nvPr>
        </p:nvSpPr>
        <p:spPr/>
        <p:txBody>
          <a:bodyPr/>
          <a:lstStyle/>
          <a:p>
            <a:endParaRPr lang="en-US"/>
          </a:p>
        </p:txBody>
      </p:sp>
      <p:sp>
        <p:nvSpPr>
          <p:cNvPr id="6" name="Arrow: Pentagon 5">
            <a:extLst>
              <a:ext uri="{FF2B5EF4-FFF2-40B4-BE49-F238E27FC236}">
                <a16:creationId xmlns:a16="http://schemas.microsoft.com/office/drawing/2014/main" id="{5CBC6B6A-D47A-721B-D8C6-FC579EDC96A4}"/>
              </a:ext>
            </a:extLst>
          </p:cNvPr>
          <p:cNvSpPr/>
          <p:nvPr/>
        </p:nvSpPr>
        <p:spPr>
          <a:xfrm>
            <a:off x="546100" y="1689653"/>
            <a:ext cx="5152136" cy="4200027"/>
          </a:xfrm>
          <a:prstGeom prst="homePlate">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9144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chemeClr val="tx2"/>
                </a:solidFill>
                <a:effectLst/>
                <a:uLnTx/>
                <a:uFillTx/>
                <a:ea typeface="+mn-ea"/>
                <a:cs typeface="+mn-cs"/>
              </a:rPr>
              <a:t>Situation and complication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schemeClr val="tx2"/>
              </a:solidFill>
              <a:effectLst/>
              <a:uLnTx/>
              <a:uFillTx/>
              <a:ea typeface="+mn-ea"/>
              <a:cs typeface="+mn-cs"/>
            </a:endParaRP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2"/>
                </a:solidFill>
                <a:effectLst/>
                <a:uLnTx/>
                <a:uFillTx/>
                <a:ea typeface="+mn-ea"/>
                <a:cs typeface="+mn-cs"/>
              </a:rPr>
              <a:t>[Insert description e.g., [Client] is driving a focus strategy process within the solutions division and is currently clarifying strategic choices and defining concrete strategic initiatives.]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2"/>
                </a:solidFill>
                <a:effectLst/>
                <a:uLnTx/>
                <a:uFillTx/>
                <a:ea typeface="+mn-ea"/>
                <a:cs typeface="+mn-cs"/>
              </a:rPr>
              <a:t>[Insert description in bullet points]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2"/>
                </a:solidFill>
                <a:effectLst/>
                <a:uLnTx/>
                <a:uFillTx/>
                <a:ea typeface="+mn-ea"/>
                <a:cs typeface="+mn-cs"/>
              </a:rPr>
              <a:t>[Insert description in bullet points]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2"/>
                </a:solidFill>
                <a:effectLst/>
                <a:uLnTx/>
                <a:uFillTx/>
                <a:ea typeface="+mn-ea"/>
                <a:cs typeface="+mn-cs"/>
              </a:rPr>
              <a:t>[Insert description in bullet points]</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2"/>
                </a:solidFill>
                <a:effectLst/>
                <a:uLnTx/>
                <a:uFillTx/>
                <a:ea typeface="+mn-ea"/>
                <a:cs typeface="+mn-cs"/>
              </a:rPr>
              <a:t>…</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tx2"/>
                </a:solidFill>
                <a:effectLst/>
                <a:uLnTx/>
                <a:uFillTx/>
                <a:ea typeface="+mn-ea"/>
                <a:cs typeface="+mn-cs"/>
              </a:rPr>
              <a:t>[Insert Client’s ask (if explicit) e.g., [Client] is looking for assistance in developing and implementing an implementation model that will ensure that the desired strategy is executed with impact.]</a:t>
            </a:r>
            <a:endParaRPr kumimoji="0" lang="en-GB" sz="1400" b="0" i="0" u="none" strike="noStrike" kern="1200" cap="none" spc="0" normalizeH="0" baseline="0" noProof="0" dirty="0">
              <a:ln>
                <a:noFill/>
              </a:ln>
              <a:solidFill>
                <a:schemeClr val="tx2"/>
              </a:solidFill>
              <a:effectLst/>
              <a:uLnTx/>
              <a:uFillTx/>
              <a:ea typeface="+mn-ea"/>
              <a:cs typeface="+mn-cs"/>
            </a:endParaRPr>
          </a:p>
        </p:txBody>
      </p:sp>
      <p:sp>
        <p:nvSpPr>
          <p:cNvPr id="60" name="TextBox 59">
            <a:extLst>
              <a:ext uri="{FF2B5EF4-FFF2-40B4-BE49-F238E27FC236}">
                <a16:creationId xmlns:a16="http://schemas.microsoft.com/office/drawing/2014/main" id="{7076B8E7-8E95-E68F-DB84-AB6B718905F7}"/>
              </a:ext>
            </a:extLst>
          </p:cNvPr>
          <p:cNvSpPr txBox="1"/>
          <p:nvPr/>
        </p:nvSpPr>
        <p:spPr>
          <a:xfrm>
            <a:off x="6919477" y="2332689"/>
            <a:ext cx="4574023" cy="646331"/>
          </a:xfrm>
          <a:prstGeom prst="rect">
            <a:avLst/>
          </a:prstGeom>
          <a:noFill/>
          <a:ln w="6350">
            <a:noFill/>
            <a:prstDash val="sysDash"/>
          </a:ln>
        </p:spPr>
        <p:txBody>
          <a:bodyPr wrap="square" lIns="0" tIns="0" rIns="0" bIns="0" rtlCol="0" anchor="ctr">
            <a:spAutoFit/>
          </a:bodyPr>
          <a:lstStyle/>
          <a:p>
            <a:pPr marL="0" marR="0" lvl="1"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dirty="0">
                <a:ln>
                  <a:noFill/>
                </a:ln>
                <a:solidFill>
                  <a:schemeClr val="tx2"/>
                </a:solidFill>
                <a:effectLst/>
                <a:uLnTx/>
                <a:uFillTx/>
                <a:ea typeface="+mn-ea"/>
                <a:cs typeface="+mn-cs"/>
              </a:rPr>
              <a:t>[Insert key question e.g., How do we </a:t>
            </a:r>
            <a:r>
              <a:rPr kumimoji="0" lang="en-US" sz="1400" b="1" i="0" u="none" strike="noStrike" kern="1200" cap="none" spc="0" normalizeH="0" baseline="0" noProof="0" dirty="0">
                <a:ln>
                  <a:noFill/>
                </a:ln>
                <a:solidFill>
                  <a:schemeClr val="tx2"/>
                </a:solidFill>
                <a:effectLst/>
                <a:uLnTx/>
                <a:uFillTx/>
                <a:ea typeface="+mn-ea"/>
                <a:cs typeface="+mn-cs"/>
              </a:rPr>
              <a:t>design an implementation model that fits [Client] and realizes the full impact </a:t>
            </a:r>
            <a:r>
              <a:rPr kumimoji="0" lang="en-US" sz="1400" b="0" i="0" u="none" strike="noStrike" kern="1200" cap="none" spc="0" normalizeH="0" baseline="0" noProof="0" dirty="0">
                <a:ln>
                  <a:noFill/>
                </a:ln>
                <a:solidFill>
                  <a:schemeClr val="tx2"/>
                </a:solidFill>
                <a:effectLst/>
                <a:uLnTx/>
                <a:uFillTx/>
                <a:ea typeface="+mn-ea"/>
                <a:cs typeface="+mn-cs"/>
              </a:rPr>
              <a:t>of the new strategy?]</a:t>
            </a:r>
            <a:endParaRPr kumimoji="0" lang="en-GB" sz="1400" b="0" i="0" u="none" strike="noStrike" kern="1200" cap="none" spc="0" normalizeH="0" baseline="0" noProof="0" dirty="0">
              <a:ln>
                <a:noFill/>
              </a:ln>
              <a:solidFill>
                <a:schemeClr val="tx2"/>
              </a:solidFill>
              <a:effectLst/>
              <a:uLnTx/>
              <a:uFillTx/>
              <a:ea typeface="+mn-ea"/>
              <a:cs typeface="+mn-cs"/>
            </a:endParaRPr>
          </a:p>
        </p:txBody>
      </p:sp>
      <p:sp>
        <p:nvSpPr>
          <p:cNvPr id="61" name="TextBox 60">
            <a:extLst>
              <a:ext uri="{FF2B5EF4-FFF2-40B4-BE49-F238E27FC236}">
                <a16:creationId xmlns:a16="http://schemas.microsoft.com/office/drawing/2014/main" id="{39315562-44BD-60A6-4BBE-302537AAF472}"/>
              </a:ext>
            </a:extLst>
          </p:cNvPr>
          <p:cNvSpPr txBox="1"/>
          <p:nvPr/>
        </p:nvSpPr>
        <p:spPr>
          <a:xfrm>
            <a:off x="6919477" y="3796894"/>
            <a:ext cx="4574023" cy="215444"/>
          </a:xfrm>
          <a:prstGeom prst="rect">
            <a:avLst/>
          </a:prstGeom>
          <a:noFill/>
          <a:ln w="6350">
            <a:noFill/>
            <a:prstDash val="sysDash"/>
          </a:ln>
        </p:spPr>
        <p:txBody>
          <a:bodyPr wrap="square" lIns="0" tIns="0" rIns="0" bIns="0" rtlCol="0" anchor="ctr">
            <a:spAutoFit/>
          </a:bodyPr>
          <a:lstStyle/>
          <a:p>
            <a:pPr marL="0" marR="0" lvl="1"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chemeClr val="tx2"/>
                </a:solidFill>
                <a:effectLst/>
                <a:uLnTx/>
                <a:uFillTx/>
                <a:ea typeface="+mn-ea"/>
                <a:cs typeface="+mn-cs"/>
              </a:rPr>
              <a:t>[Insert key question]</a:t>
            </a:r>
            <a:endParaRPr kumimoji="0" lang="en-GB" sz="1400" b="0" i="0" u="none" strike="noStrike" kern="1200" cap="none" spc="0" normalizeH="0" baseline="0" noProof="0">
              <a:ln>
                <a:noFill/>
              </a:ln>
              <a:solidFill>
                <a:schemeClr val="tx2"/>
              </a:solidFill>
              <a:effectLst/>
              <a:uLnTx/>
              <a:uFillTx/>
              <a:ea typeface="+mn-ea"/>
              <a:cs typeface="+mn-cs"/>
            </a:endParaRPr>
          </a:p>
        </p:txBody>
      </p:sp>
      <p:sp>
        <p:nvSpPr>
          <p:cNvPr id="256" name="TextBox 255">
            <a:extLst>
              <a:ext uri="{FF2B5EF4-FFF2-40B4-BE49-F238E27FC236}">
                <a16:creationId xmlns:a16="http://schemas.microsoft.com/office/drawing/2014/main" id="{45D21C85-D103-138B-C509-79E43F2BD462}"/>
              </a:ext>
            </a:extLst>
          </p:cNvPr>
          <p:cNvSpPr txBox="1"/>
          <p:nvPr/>
        </p:nvSpPr>
        <p:spPr>
          <a:xfrm>
            <a:off x="6919477" y="5045656"/>
            <a:ext cx="4574023" cy="215444"/>
          </a:xfrm>
          <a:prstGeom prst="rect">
            <a:avLst/>
          </a:prstGeom>
          <a:noFill/>
          <a:ln w="6350">
            <a:noFill/>
            <a:prstDash val="sysDash"/>
          </a:ln>
        </p:spPr>
        <p:txBody>
          <a:bodyPr wrap="square" lIns="0" tIns="0" rIns="0" bIns="0" rtlCol="0" anchor="ctr">
            <a:spAutoFit/>
          </a:bodyPr>
          <a:lstStyle/>
          <a:p>
            <a:pPr marL="0" marR="0" lvl="1" indent="0" algn="l" defTabSz="914400"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chemeClr val="tx2"/>
                </a:solidFill>
                <a:effectLst/>
                <a:uLnTx/>
                <a:uFillTx/>
                <a:ea typeface="+mn-ea"/>
                <a:cs typeface="+mn-cs"/>
              </a:rPr>
              <a:t>[Insert key question]</a:t>
            </a:r>
            <a:endParaRPr kumimoji="0" lang="en-GB" sz="1400" b="0" i="0" u="none" strike="noStrike" kern="1200" cap="none" spc="0" normalizeH="0" baseline="0" noProof="0">
              <a:ln>
                <a:noFill/>
              </a:ln>
              <a:solidFill>
                <a:schemeClr val="tx2"/>
              </a:solidFill>
              <a:effectLst/>
              <a:uLnTx/>
              <a:uFillTx/>
              <a:ea typeface="+mn-ea"/>
              <a:cs typeface="+mn-cs"/>
            </a:endParaRPr>
          </a:p>
        </p:txBody>
      </p:sp>
      <p:sp>
        <p:nvSpPr>
          <p:cNvPr id="4" name="Freeform: Shape 9">
            <a:extLst>
              <a:ext uri="{FF2B5EF4-FFF2-40B4-BE49-F238E27FC236}">
                <a16:creationId xmlns:a16="http://schemas.microsoft.com/office/drawing/2014/main" id="{64CF1A45-7AF3-F26C-16D0-632E7B4828C9}"/>
              </a:ext>
            </a:extLst>
          </p:cNvPr>
          <p:cNvSpPr/>
          <p:nvPr/>
        </p:nvSpPr>
        <p:spPr>
          <a:xfrm>
            <a:off x="6294374" y="2447316"/>
            <a:ext cx="417077" cy="417077"/>
          </a:xfrm>
          <a:prstGeom prst="ellipse">
            <a:avLst/>
          </a:prstGeom>
          <a:solidFill>
            <a:schemeClr val="accent1"/>
          </a:solidFill>
          <a:ln w="12700" cap="rnd">
            <a:solidFill>
              <a:schemeClr val="bg1"/>
            </a:solidFill>
            <a:prstDash val="solid"/>
            <a:round/>
          </a:ln>
        </p:spPr>
        <p:txBody>
          <a:bodyPr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ea typeface="+mn-ea"/>
                <a:cs typeface="+mn-cs"/>
              </a:rPr>
              <a:t>1</a:t>
            </a:r>
          </a:p>
        </p:txBody>
      </p:sp>
      <p:sp>
        <p:nvSpPr>
          <p:cNvPr id="32" name="Freeform: Shape 14">
            <a:extLst>
              <a:ext uri="{FF2B5EF4-FFF2-40B4-BE49-F238E27FC236}">
                <a16:creationId xmlns:a16="http://schemas.microsoft.com/office/drawing/2014/main" id="{07B6E2BF-9005-C7C8-CF5E-62BB54BE074F}"/>
              </a:ext>
            </a:extLst>
          </p:cNvPr>
          <p:cNvSpPr/>
          <p:nvPr/>
        </p:nvSpPr>
        <p:spPr>
          <a:xfrm>
            <a:off x="6294374" y="3696078"/>
            <a:ext cx="417077" cy="417077"/>
          </a:xfrm>
          <a:prstGeom prst="ellipse">
            <a:avLst/>
          </a:prstGeom>
          <a:solidFill>
            <a:schemeClr val="accent1"/>
          </a:solidFill>
          <a:ln w="12700" cap="rnd">
            <a:solidFill>
              <a:schemeClr val="bg1"/>
            </a:solidFill>
            <a:prstDash val="solid"/>
            <a:round/>
          </a:ln>
        </p:spPr>
        <p:txBody>
          <a:bodyPr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ea typeface="+mn-ea"/>
                <a:cs typeface="+mn-cs"/>
              </a:rPr>
              <a:t>2</a:t>
            </a:r>
          </a:p>
        </p:txBody>
      </p:sp>
      <p:sp>
        <p:nvSpPr>
          <p:cNvPr id="37" name="Freeform: Shape 19">
            <a:extLst>
              <a:ext uri="{FF2B5EF4-FFF2-40B4-BE49-F238E27FC236}">
                <a16:creationId xmlns:a16="http://schemas.microsoft.com/office/drawing/2014/main" id="{3106D33A-C0C1-7EF7-D705-83CC7A219955}"/>
              </a:ext>
            </a:extLst>
          </p:cNvPr>
          <p:cNvSpPr/>
          <p:nvPr/>
        </p:nvSpPr>
        <p:spPr>
          <a:xfrm>
            <a:off x="6294374" y="4944840"/>
            <a:ext cx="417077" cy="417077"/>
          </a:xfrm>
          <a:prstGeom prst="ellipse">
            <a:avLst/>
          </a:prstGeom>
          <a:solidFill>
            <a:schemeClr val="accent1"/>
          </a:solidFill>
          <a:ln w="12700" cap="rnd">
            <a:solidFill>
              <a:schemeClr val="bg1"/>
            </a:solidFill>
            <a:prstDash val="solid"/>
            <a:round/>
          </a:ln>
        </p:spPr>
        <p:txBody>
          <a:bodyPr tIns="4572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ea typeface="+mn-ea"/>
                <a:cs typeface="+mn-cs"/>
              </a:rPr>
              <a:t>3</a:t>
            </a:r>
          </a:p>
        </p:txBody>
      </p:sp>
    </p:spTree>
    <p:extLst>
      <p:ext uri="{BB962C8B-B14F-4D97-AF65-F5344CB8AC3E}">
        <p14:creationId xmlns:p14="http://schemas.microsoft.com/office/powerpoint/2010/main" val="2963786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We believe in four guiding principles for a strong [insert]</a:t>
            </a:r>
            <a:endParaRPr lang="en-DK"/>
          </a:p>
        </p:txBody>
      </p:sp>
      <p:sp>
        <p:nvSpPr>
          <p:cNvPr id="7" name="Freeform: Shape 6">
            <a:extLst>
              <a:ext uri="{FF2B5EF4-FFF2-40B4-BE49-F238E27FC236}">
                <a16:creationId xmlns:a16="http://schemas.microsoft.com/office/drawing/2014/main" id="{F7FBEE80-7414-C4DE-C63E-28648009897D}"/>
              </a:ext>
            </a:extLst>
          </p:cNvPr>
          <p:cNvSpPr>
            <a:spLocks noChangeAspect="1"/>
          </p:cNvSpPr>
          <p:nvPr/>
        </p:nvSpPr>
        <p:spPr>
          <a:xfrm>
            <a:off x="872719" y="1157133"/>
            <a:ext cx="971008" cy="971009"/>
          </a:xfrm>
          <a:custGeom>
            <a:avLst/>
            <a:gdLst>
              <a:gd name="connsiteX0" fmla="*/ 911170 w 913151"/>
              <a:gd name="connsiteY0" fmla="*/ 456951 h 913151"/>
              <a:gd name="connsiteX1" fmla="*/ 456951 w 913151"/>
              <a:gd name="connsiteY1" fmla="*/ 911170 h 913151"/>
              <a:gd name="connsiteX2" fmla="*/ 2731 w 913151"/>
              <a:gd name="connsiteY2" fmla="*/ 456951 h 913151"/>
              <a:gd name="connsiteX3" fmla="*/ 456951 w 913151"/>
              <a:gd name="connsiteY3" fmla="*/ 2731 h 913151"/>
              <a:gd name="connsiteX4" fmla="*/ 911170 w 913151"/>
              <a:gd name="connsiteY4" fmla="*/ 456951 h 913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151" h="913151">
                <a:moveTo>
                  <a:pt x="911170" y="456951"/>
                </a:moveTo>
                <a:cubicBezTo>
                  <a:pt x="911170" y="707809"/>
                  <a:pt x="707809" y="911170"/>
                  <a:pt x="456951" y="911170"/>
                </a:cubicBezTo>
                <a:cubicBezTo>
                  <a:pt x="206092" y="911170"/>
                  <a:pt x="2731" y="707809"/>
                  <a:pt x="2731" y="456951"/>
                </a:cubicBezTo>
                <a:cubicBezTo>
                  <a:pt x="2731" y="206092"/>
                  <a:pt x="206092" y="2731"/>
                  <a:pt x="456951" y="2731"/>
                </a:cubicBezTo>
                <a:cubicBezTo>
                  <a:pt x="707809" y="2731"/>
                  <a:pt x="911170" y="206092"/>
                  <a:pt x="911170" y="456951"/>
                </a:cubicBezTo>
                <a:close/>
              </a:path>
            </a:pathLst>
          </a:custGeom>
          <a:solidFill>
            <a:schemeClr val="accent1"/>
          </a:solidFill>
          <a:ln w="5888" cap="flat">
            <a:noFill/>
            <a:prstDash val="solid"/>
            <a:miter/>
          </a:ln>
        </p:spPr>
        <p:txBody>
          <a:bodyPr lIns="0" tIns="91440" rIns="0" bIns="91440" rtlCol="0" anchor="ct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GB" sz="1200" b="1" i="0" u="none" strike="noStrike" kern="1200" cap="none" spc="0" normalizeH="0" baseline="0" noProof="0">
                <a:ln>
                  <a:noFill/>
                </a:ln>
                <a:solidFill>
                  <a:schemeClr val="bg1"/>
                </a:solidFill>
                <a:effectLst/>
                <a:uLnTx/>
                <a:uFillTx/>
                <a:ea typeface="+mn-ea"/>
                <a:cs typeface="+mn-cs"/>
                <a:sym typeface="Arial" panose="020B0604020202020204" pitchFamily="34" charset="0"/>
              </a:rPr>
              <a:t>[Principle 1]</a:t>
            </a:r>
          </a:p>
        </p:txBody>
      </p:sp>
      <p:sp>
        <p:nvSpPr>
          <p:cNvPr id="28" name="Freeform: Shape 27">
            <a:extLst>
              <a:ext uri="{FF2B5EF4-FFF2-40B4-BE49-F238E27FC236}">
                <a16:creationId xmlns:a16="http://schemas.microsoft.com/office/drawing/2014/main" id="{50783266-7705-9E4B-B495-6A7DA471900A}"/>
              </a:ext>
            </a:extLst>
          </p:cNvPr>
          <p:cNvSpPr>
            <a:spLocks noChangeAspect="1"/>
          </p:cNvSpPr>
          <p:nvPr/>
        </p:nvSpPr>
        <p:spPr>
          <a:xfrm>
            <a:off x="874513" y="2481284"/>
            <a:ext cx="971008" cy="971009"/>
          </a:xfrm>
          <a:custGeom>
            <a:avLst/>
            <a:gdLst>
              <a:gd name="connsiteX0" fmla="*/ 911170 w 913151"/>
              <a:gd name="connsiteY0" fmla="*/ 456951 h 913151"/>
              <a:gd name="connsiteX1" fmla="*/ 456951 w 913151"/>
              <a:gd name="connsiteY1" fmla="*/ 911170 h 913151"/>
              <a:gd name="connsiteX2" fmla="*/ 2731 w 913151"/>
              <a:gd name="connsiteY2" fmla="*/ 456951 h 913151"/>
              <a:gd name="connsiteX3" fmla="*/ 456951 w 913151"/>
              <a:gd name="connsiteY3" fmla="*/ 2731 h 913151"/>
              <a:gd name="connsiteX4" fmla="*/ 911170 w 913151"/>
              <a:gd name="connsiteY4" fmla="*/ 456951 h 913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151" h="913151">
                <a:moveTo>
                  <a:pt x="911170" y="456951"/>
                </a:moveTo>
                <a:cubicBezTo>
                  <a:pt x="911170" y="707809"/>
                  <a:pt x="707809" y="911170"/>
                  <a:pt x="456951" y="911170"/>
                </a:cubicBezTo>
                <a:cubicBezTo>
                  <a:pt x="206092" y="911170"/>
                  <a:pt x="2731" y="707809"/>
                  <a:pt x="2731" y="456951"/>
                </a:cubicBezTo>
                <a:cubicBezTo>
                  <a:pt x="2731" y="206092"/>
                  <a:pt x="206092" y="2731"/>
                  <a:pt x="456951" y="2731"/>
                </a:cubicBezTo>
                <a:cubicBezTo>
                  <a:pt x="707809" y="2731"/>
                  <a:pt x="911170" y="206092"/>
                  <a:pt x="911170" y="456951"/>
                </a:cubicBezTo>
                <a:close/>
              </a:path>
            </a:pathLst>
          </a:custGeom>
          <a:solidFill>
            <a:schemeClr val="accent4"/>
          </a:solidFill>
          <a:ln w="5888" cap="flat">
            <a:noFill/>
            <a:prstDash val="solid"/>
            <a:miter/>
          </a:ln>
        </p:spPr>
        <p:txBody>
          <a:bodyPr lIns="0" tIns="91440" rIns="0" bIns="91440" rtlCol="0" anchor="ct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GB" sz="1200" b="1" i="0" u="none" strike="noStrike" kern="1200" cap="none" spc="0" normalizeH="0" baseline="0" noProof="0">
                <a:ln>
                  <a:noFill/>
                </a:ln>
                <a:solidFill>
                  <a:schemeClr val="bg1"/>
                </a:solidFill>
                <a:effectLst/>
                <a:uLnTx/>
                <a:uFillTx/>
                <a:ea typeface="+mn-ea"/>
                <a:cs typeface="+mn-cs"/>
                <a:sym typeface="Arial" panose="020B0604020202020204" pitchFamily="34" charset="0"/>
              </a:rPr>
              <a:t>[Principle 2]</a:t>
            </a:r>
          </a:p>
        </p:txBody>
      </p:sp>
      <p:sp>
        <p:nvSpPr>
          <p:cNvPr id="29" name="Freeform: Shape 28">
            <a:extLst>
              <a:ext uri="{FF2B5EF4-FFF2-40B4-BE49-F238E27FC236}">
                <a16:creationId xmlns:a16="http://schemas.microsoft.com/office/drawing/2014/main" id="{9A67FCCD-EAE3-558C-5E1E-666C3838962B}"/>
              </a:ext>
            </a:extLst>
          </p:cNvPr>
          <p:cNvSpPr>
            <a:spLocks noChangeAspect="1"/>
          </p:cNvSpPr>
          <p:nvPr/>
        </p:nvSpPr>
        <p:spPr>
          <a:xfrm>
            <a:off x="874513" y="3805435"/>
            <a:ext cx="971008" cy="971009"/>
          </a:xfrm>
          <a:custGeom>
            <a:avLst/>
            <a:gdLst>
              <a:gd name="connsiteX0" fmla="*/ 911170 w 913151"/>
              <a:gd name="connsiteY0" fmla="*/ 456951 h 913151"/>
              <a:gd name="connsiteX1" fmla="*/ 456951 w 913151"/>
              <a:gd name="connsiteY1" fmla="*/ 911170 h 913151"/>
              <a:gd name="connsiteX2" fmla="*/ 2731 w 913151"/>
              <a:gd name="connsiteY2" fmla="*/ 456951 h 913151"/>
              <a:gd name="connsiteX3" fmla="*/ 456951 w 913151"/>
              <a:gd name="connsiteY3" fmla="*/ 2731 h 913151"/>
              <a:gd name="connsiteX4" fmla="*/ 911170 w 913151"/>
              <a:gd name="connsiteY4" fmla="*/ 456951 h 913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151" h="913151">
                <a:moveTo>
                  <a:pt x="911170" y="456951"/>
                </a:moveTo>
                <a:cubicBezTo>
                  <a:pt x="911170" y="707809"/>
                  <a:pt x="707809" y="911170"/>
                  <a:pt x="456951" y="911170"/>
                </a:cubicBezTo>
                <a:cubicBezTo>
                  <a:pt x="206092" y="911170"/>
                  <a:pt x="2731" y="707809"/>
                  <a:pt x="2731" y="456951"/>
                </a:cubicBezTo>
                <a:cubicBezTo>
                  <a:pt x="2731" y="206092"/>
                  <a:pt x="206092" y="2731"/>
                  <a:pt x="456951" y="2731"/>
                </a:cubicBezTo>
                <a:cubicBezTo>
                  <a:pt x="707809" y="2731"/>
                  <a:pt x="911170" y="206092"/>
                  <a:pt x="911170" y="456951"/>
                </a:cubicBezTo>
                <a:close/>
              </a:path>
            </a:pathLst>
          </a:custGeom>
          <a:solidFill>
            <a:schemeClr val="tx2"/>
          </a:solidFill>
          <a:ln w="5888" cap="flat">
            <a:noFill/>
            <a:prstDash val="solid"/>
            <a:miter/>
          </a:ln>
        </p:spPr>
        <p:txBody>
          <a:bodyPr lIns="0" tIns="91440" rIns="0" bIns="91440" rtlCol="0" anchor="ct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GB" sz="1200" b="1" i="0" u="none" strike="noStrike" kern="1200" cap="none" spc="0" normalizeH="0" baseline="0" noProof="0">
                <a:ln>
                  <a:noFill/>
                </a:ln>
                <a:solidFill>
                  <a:schemeClr val="bg1"/>
                </a:solidFill>
                <a:effectLst/>
                <a:uLnTx/>
                <a:uFillTx/>
                <a:ea typeface="+mn-ea"/>
                <a:cs typeface="+mn-cs"/>
                <a:sym typeface="Arial" panose="020B0604020202020204" pitchFamily="34" charset="0"/>
              </a:rPr>
              <a:t>[Principle 3]</a:t>
            </a:r>
          </a:p>
        </p:txBody>
      </p:sp>
      <p:sp>
        <p:nvSpPr>
          <p:cNvPr id="30" name="Freeform: Shape 29">
            <a:extLst>
              <a:ext uri="{FF2B5EF4-FFF2-40B4-BE49-F238E27FC236}">
                <a16:creationId xmlns:a16="http://schemas.microsoft.com/office/drawing/2014/main" id="{F7B13016-AA34-57B0-5675-F0F1CAB747C0}"/>
              </a:ext>
            </a:extLst>
          </p:cNvPr>
          <p:cNvSpPr>
            <a:spLocks noChangeAspect="1"/>
          </p:cNvSpPr>
          <p:nvPr/>
        </p:nvSpPr>
        <p:spPr>
          <a:xfrm>
            <a:off x="872719" y="5129583"/>
            <a:ext cx="971008" cy="971009"/>
          </a:xfrm>
          <a:custGeom>
            <a:avLst/>
            <a:gdLst>
              <a:gd name="connsiteX0" fmla="*/ 912857 w 913151"/>
              <a:gd name="connsiteY0" fmla="*/ 458638 h 913151"/>
              <a:gd name="connsiteX1" fmla="*/ 458638 w 913151"/>
              <a:gd name="connsiteY1" fmla="*/ 912857 h 913151"/>
              <a:gd name="connsiteX2" fmla="*/ 4418 w 913151"/>
              <a:gd name="connsiteY2" fmla="*/ 458638 h 913151"/>
              <a:gd name="connsiteX3" fmla="*/ 458638 w 913151"/>
              <a:gd name="connsiteY3" fmla="*/ 4419 h 913151"/>
              <a:gd name="connsiteX4" fmla="*/ 912857 w 913151"/>
              <a:gd name="connsiteY4" fmla="*/ 458638 h 913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151" h="913151">
                <a:moveTo>
                  <a:pt x="912857" y="458638"/>
                </a:moveTo>
                <a:cubicBezTo>
                  <a:pt x="912857" y="709496"/>
                  <a:pt x="709496" y="912857"/>
                  <a:pt x="458638" y="912857"/>
                </a:cubicBezTo>
                <a:cubicBezTo>
                  <a:pt x="207779" y="912857"/>
                  <a:pt x="4418" y="709496"/>
                  <a:pt x="4418" y="458638"/>
                </a:cubicBezTo>
                <a:cubicBezTo>
                  <a:pt x="4418" y="207779"/>
                  <a:pt x="207779" y="4419"/>
                  <a:pt x="458638" y="4419"/>
                </a:cubicBezTo>
                <a:cubicBezTo>
                  <a:pt x="709496" y="4419"/>
                  <a:pt x="912857" y="207780"/>
                  <a:pt x="912857" y="458638"/>
                </a:cubicBezTo>
                <a:close/>
              </a:path>
            </a:pathLst>
          </a:custGeom>
          <a:solidFill>
            <a:schemeClr val="accent5"/>
          </a:solidFill>
          <a:ln w="9525" cap="flat">
            <a:noFill/>
            <a:prstDash val="solid"/>
            <a:miter/>
          </a:ln>
        </p:spPr>
        <p:txBody>
          <a:bodyPr lIns="0" tIns="91440" rIns="0" bIns="91440" rtlCol="0" anchor="ctr"/>
          <a:lstStyle/>
          <a:p>
            <a:pPr marL="0" marR="0" lvl="1" indent="0" algn="ctr" defTabSz="914400" rtl="0" eaLnBrk="1" fontAlgn="auto" latinLnBrk="0" hangingPunct="1">
              <a:lnSpc>
                <a:spcPct val="93000"/>
              </a:lnSpc>
              <a:spcBef>
                <a:spcPts val="0"/>
              </a:spcBef>
              <a:spcAft>
                <a:spcPts val="0"/>
              </a:spcAft>
              <a:buClrTx/>
              <a:buSzPct val="100000"/>
              <a:buFontTx/>
              <a:buNone/>
              <a:tabLst/>
              <a:defRPr/>
            </a:pPr>
            <a:r>
              <a:rPr kumimoji="0" lang="en-GB" sz="1200" b="1" i="0" u="none" strike="noStrike" kern="1200" cap="none" spc="0" normalizeH="0" baseline="0" noProof="0">
                <a:ln>
                  <a:noFill/>
                </a:ln>
                <a:solidFill>
                  <a:schemeClr val="bg1"/>
                </a:solidFill>
                <a:effectLst/>
                <a:uLnTx/>
                <a:uFillTx/>
                <a:ea typeface="+mn-ea"/>
                <a:cs typeface="+mn-cs"/>
                <a:sym typeface="Arial" panose="020B0604020202020204" pitchFamily="34" charset="0"/>
              </a:rPr>
              <a:t>[Principle 4]</a:t>
            </a:r>
          </a:p>
        </p:txBody>
      </p:sp>
      <p:sp>
        <p:nvSpPr>
          <p:cNvPr id="54" name="Rectangle 53">
            <a:extLst>
              <a:ext uri="{FF2B5EF4-FFF2-40B4-BE49-F238E27FC236}">
                <a16:creationId xmlns:a16="http://schemas.microsoft.com/office/drawing/2014/main" id="{4DEC6064-2C99-3EE2-740E-1E8C30842AF6}"/>
              </a:ext>
            </a:extLst>
          </p:cNvPr>
          <p:cNvSpPr/>
          <p:nvPr/>
        </p:nvSpPr>
        <p:spPr>
          <a:xfrm>
            <a:off x="2228877" y="1534916"/>
            <a:ext cx="9071883" cy="215444"/>
          </a:xfrm>
          <a:prstGeom prst="rect">
            <a:avLst/>
          </a:prstGeom>
        </p:spPr>
        <p:txBody>
          <a:bodyPr wrap="square" lIns="0" tIns="0" rIns="0" bIns="0" anchor="ctr">
            <a:spAutoFit/>
          </a:bodyPr>
          <a:lstStyle/>
          <a:p>
            <a:pPr marL="0" marR="0" lvl="0" indent="0" algn="l" defTabSz="914400" rtl="0" eaLnBrk="1" fontAlgn="auto" latinLnBrk="0" hangingPunct="1">
              <a:spcBef>
                <a:spcPts val="400"/>
              </a:spcBef>
              <a:spcAft>
                <a:spcPts val="0"/>
              </a:spcAft>
              <a:buClrTx/>
              <a:buSzTx/>
              <a:buFontTx/>
              <a:buNone/>
              <a:tabLst/>
              <a:defRPr/>
            </a:pPr>
            <a:r>
              <a:rPr kumimoji="0" lang="en-GB" sz="1400" b="0" i="0" u="none" strike="noStrike" kern="1200" cap="none" spc="0" normalizeH="0" baseline="0" noProof="0">
                <a:ln>
                  <a:noFill/>
                </a:ln>
                <a:solidFill>
                  <a:schemeClr val="tx2"/>
                </a:solidFill>
                <a:effectLst/>
                <a:uLnTx/>
                <a:uFillTx/>
                <a:ea typeface="+mn-ea"/>
                <a:cs typeface="Arial"/>
              </a:rPr>
              <a:t>[Insert description of guiding principle, 2-3 lines]</a:t>
            </a:r>
            <a:endParaRPr kumimoji="0" lang="en-GB" sz="1400" b="0" i="0" u="none" strike="noStrike" kern="1200" cap="none" spc="0" normalizeH="0" baseline="0" noProof="0">
              <a:ln>
                <a:noFill/>
              </a:ln>
              <a:solidFill>
                <a:schemeClr val="tx2"/>
              </a:solidFill>
              <a:effectLst/>
              <a:uLnTx/>
              <a:uFillTx/>
              <a:ea typeface="+mn-ea"/>
              <a:cs typeface="+mn-cs"/>
              <a:sym typeface="Arial" panose="020B0604020202020204" pitchFamily="34" charset="0"/>
            </a:endParaRPr>
          </a:p>
        </p:txBody>
      </p:sp>
      <p:sp>
        <p:nvSpPr>
          <p:cNvPr id="55" name="Rectangle 54">
            <a:extLst>
              <a:ext uri="{FF2B5EF4-FFF2-40B4-BE49-F238E27FC236}">
                <a16:creationId xmlns:a16="http://schemas.microsoft.com/office/drawing/2014/main" id="{2B71A912-3725-11EE-1DAE-C329F1368232}"/>
              </a:ext>
            </a:extLst>
          </p:cNvPr>
          <p:cNvSpPr/>
          <p:nvPr/>
        </p:nvSpPr>
        <p:spPr>
          <a:xfrm>
            <a:off x="2228877" y="2839827"/>
            <a:ext cx="9071883" cy="215444"/>
          </a:xfrm>
          <a:prstGeom prst="rect">
            <a:avLst/>
          </a:prstGeom>
        </p:spPr>
        <p:txBody>
          <a:bodyPr wrap="square" lIns="0" tIns="0" rIns="0" bIns="0" anchor="ctr">
            <a:spAutoFit/>
          </a:bodyPr>
          <a:lstStyle/>
          <a:p>
            <a:pPr marL="0" marR="0" lvl="0" indent="0" algn="l" defTabSz="914400" rtl="0" eaLnBrk="1" fontAlgn="auto" latinLnBrk="0" hangingPunct="1">
              <a:spcBef>
                <a:spcPts val="400"/>
              </a:spcBef>
              <a:spcAft>
                <a:spcPts val="0"/>
              </a:spcAft>
              <a:buClrTx/>
              <a:buSzTx/>
              <a:buFontTx/>
              <a:buNone/>
              <a:tabLst/>
              <a:defRPr/>
            </a:pPr>
            <a:r>
              <a:rPr kumimoji="0" lang="en-GB" sz="1400" b="0" i="0" u="none" strike="noStrike" kern="1200" cap="none" spc="0" normalizeH="0" baseline="0" noProof="0">
                <a:ln>
                  <a:noFill/>
                </a:ln>
                <a:solidFill>
                  <a:schemeClr val="tx2"/>
                </a:solidFill>
                <a:effectLst/>
                <a:uLnTx/>
                <a:uFillTx/>
                <a:ea typeface="+mn-ea"/>
                <a:cs typeface="Arial"/>
              </a:rPr>
              <a:t>[Insert description of guiding principle, 2-3 lines]</a:t>
            </a:r>
            <a:endParaRPr kumimoji="0" lang="en-GB" sz="1400" b="0" i="0" u="none" strike="noStrike" kern="1200" cap="none" spc="0" normalizeH="0" baseline="0" noProof="0">
              <a:ln>
                <a:noFill/>
              </a:ln>
              <a:solidFill>
                <a:schemeClr val="tx2"/>
              </a:solidFill>
              <a:effectLst/>
              <a:uLnTx/>
              <a:uFillTx/>
              <a:ea typeface="+mn-ea"/>
              <a:cs typeface="+mn-cs"/>
              <a:sym typeface="Arial" panose="020B0604020202020204" pitchFamily="34" charset="0"/>
            </a:endParaRPr>
          </a:p>
        </p:txBody>
      </p:sp>
      <p:sp>
        <p:nvSpPr>
          <p:cNvPr id="212" name="Rectangle 211">
            <a:extLst>
              <a:ext uri="{FF2B5EF4-FFF2-40B4-BE49-F238E27FC236}">
                <a16:creationId xmlns:a16="http://schemas.microsoft.com/office/drawing/2014/main" id="{0039F774-883E-755F-57DC-599098BB189C}"/>
              </a:ext>
            </a:extLst>
          </p:cNvPr>
          <p:cNvSpPr/>
          <p:nvPr/>
        </p:nvSpPr>
        <p:spPr>
          <a:xfrm>
            <a:off x="2228877" y="4174180"/>
            <a:ext cx="9071883" cy="215444"/>
          </a:xfrm>
          <a:prstGeom prst="rect">
            <a:avLst/>
          </a:prstGeom>
        </p:spPr>
        <p:txBody>
          <a:bodyPr wrap="square" lIns="0" tIns="0" rIns="0" bIns="0" anchor="ctr">
            <a:spAutoFit/>
          </a:bodyPr>
          <a:lstStyle/>
          <a:p>
            <a:pPr marL="0" marR="0" lvl="0" indent="0" algn="l" defTabSz="914400" rtl="0" eaLnBrk="1" fontAlgn="auto" latinLnBrk="0" hangingPunct="1">
              <a:spcBef>
                <a:spcPts val="400"/>
              </a:spcBef>
              <a:spcAft>
                <a:spcPts val="0"/>
              </a:spcAft>
              <a:buClrTx/>
              <a:buSzTx/>
              <a:buFontTx/>
              <a:buNone/>
              <a:tabLst/>
              <a:defRPr/>
            </a:pPr>
            <a:r>
              <a:rPr kumimoji="0" lang="en-GB" sz="1400" b="0" i="0" u="none" strike="noStrike" kern="1200" cap="none" spc="0" normalizeH="0" baseline="0" noProof="0">
                <a:ln>
                  <a:noFill/>
                </a:ln>
                <a:solidFill>
                  <a:schemeClr val="tx2"/>
                </a:solidFill>
                <a:effectLst/>
                <a:uLnTx/>
                <a:uFillTx/>
                <a:ea typeface="+mn-ea"/>
                <a:cs typeface="Arial"/>
              </a:rPr>
              <a:t>[Insert description of guiding principle, 2-3 lines]</a:t>
            </a:r>
            <a:endParaRPr kumimoji="0" lang="en-GB" sz="1400" b="0" i="0" u="none" strike="noStrike" kern="1200" cap="none" spc="0" normalizeH="0" baseline="0" noProof="0">
              <a:ln>
                <a:noFill/>
              </a:ln>
              <a:solidFill>
                <a:schemeClr val="tx2"/>
              </a:solidFill>
              <a:effectLst/>
              <a:uLnTx/>
              <a:uFillTx/>
              <a:ea typeface="+mn-ea"/>
              <a:cs typeface="+mn-cs"/>
              <a:sym typeface="Arial" panose="020B0604020202020204" pitchFamily="34" charset="0"/>
            </a:endParaRPr>
          </a:p>
        </p:txBody>
      </p:sp>
      <p:sp>
        <p:nvSpPr>
          <p:cNvPr id="220" name="Rectangle 219">
            <a:extLst>
              <a:ext uri="{FF2B5EF4-FFF2-40B4-BE49-F238E27FC236}">
                <a16:creationId xmlns:a16="http://schemas.microsoft.com/office/drawing/2014/main" id="{12F2A3DC-CAAE-7DF0-2200-140D8CB13702}"/>
              </a:ext>
            </a:extLst>
          </p:cNvPr>
          <p:cNvSpPr/>
          <p:nvPr/>
        </p:nvSpPr>
        <p:spPr>
          <a:xfrm>
            <a:off x="2228877" y="5507366"/>
            <a:ext cx="9071883" cy="215444"/>
          </a:xfrm>
          <a:prstGeom prst="rect">
            <a:avLst/>
          </a:prstGeom>
        </p:spPr>
        <p:txBody>
          <a:bodyPr wrap="square" lIns="0" tIns="0" rIns="0" bIns="0" anchor="ctr">
            <a:spAutoFit/>
          </a:bodyPr>
          <a:lstStyle/>
          <a:p>
            <a:pPr marL="0" marR="0" lvl="0" indent="0" algn="l" defTabSz="914400" rtl="0" eaLnBrk="1" fontAlgn="auto" latinLnBrk="0" hangingPunct="1">
              <a:spcBef>
                <a:spcPts val="400"/>
              </a:spcBef>
              <a:spcAft>
                <a:spcPts val="0"/>
              </a:spcAft>
              <a:buClrTx/>
              <a:buSzTx/>
              <a:buFontTx/>
              <a:buNone/>
              <a:tabLst/>
              <a:defRPr/>
            </a:pPr>
            <a:r>
              <a:rPr kumimoji="0" lang="en-GB" sz="1400" b="0" i="0" u="none" strike="noStrike" kern="1200" cap="none" spc="0" normalizeH="0" baseline="0" noProof="0">
                <a:ln>
                  <a:noFill/>
                </a:ln>
                <a:solidFill>
                  <a:schemeClr val="tx2"/>
                </a:solidFill>
                <a:effectLst/>
                <a:uLnTx/>
                <a:uFillTx/>
                <a:ea typeface="+mn-ea"/>
                <a:cs typeface="Arial"/>
              </a:rPr>
              <a:t>[Insert description of guiding principle, 2-3 lines]</a:t>
            </a:r>
            <a:endParaRPr kumimoji="0" lang="en-GB" sz="1400" b="0" i="0" u="none" strike="noStrike" kern="1200" cap="none" spc="0" normalizeH="0" baseline="0" noProof="0">
              <a:ln>
                <a:noFill/>
              </a:ln>
              <a:solidFill>
                <a:schemeClr val="tx2"/>
              </a:solidFill>
              <a:effectLst/>
              <a:uLnTx/>
              <a:uFillTx/>
              <a:ea typeface="+mn-ea"/>
              <a:cs typeface="+mn-cs"/>
              <a:sym typeface="Arial" panose="020B0604020202020204" pitchFamily="34" charset="0"/>
            </a:endParaRPr>
          </a:p>
        </p:txBody>
      </p:sp>
      <p:cxnSp>
        <p:nvCxnSpPr>
          <p:cNvPr id="221" name="Straight Connector 220">
            <a:extLst>
              <a:ext uri="{FF2B5EF4-FFF2-40B4-BE49-F238E27FC236}">
                <a16:creationId xmlns:a16="http://schemas.microsoft.com/office/drawing/2014/main" id="{7575B829-8D9E-1619-51AD-9B8BF9A9C999}"/>
              </a:ext>
            </a:extLst>
          </p:cNvPr>
          <p:cNvCxnSpPr>
            <a:cxnSpLocks/>
          </p:cNvCxnSpPr>
          <p:nvPr/>
        </p:nvCxnSpPr>
        <p:spPr>
          <a:xfrm>
            <a:off x="2228877" y="2295094"/>
            <a:ext cx="9070848" cy="0"/>
          </a:xfrm>
          <a:prstGeom prst="line">
            <a:avLst/>
          </a:prstGeom>
          <a:ln w="9525" cap="rnd">
            <a:solidFill>
              <a:schemeClr val="bg2">
                <a:lumMod val="90000"/>
              </a:schemeClr>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D1758F98-597E-D130-55A1-4B44A98BE373}"/>
              </a:ext>
            </a:extLst>
          </p:cNvPr>
          <p:cNvCxnSpPr>
            <a:cxnSpLocks/>
          </p:cNvCxnSpPr>
          <p:nvPr/>
        </p:nvCxnSpPr>
        <p:spPr>
          <a:xfrm>
            <a:off x="2228877" y="3614726"/>
            <a:ext cx="9070848" cy="0"/>
          </a:xfrm>
          <a:prstGeom prst="line">
            <a:avLst/>
          </a:prstGeom>
          <a:ln w="9525" cap="rnd">
            <a:solidFill>
              <a:schemeClr val="bg2">
                <a:lumMod val="90000"/>
              </a:schemeClr>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942BCBC2-5B11-4C62-DEB6-995AD23C582C}"/>
              </a:ext>
            </a:extLst>
          </p:cNvPr>
          <p:cNvCxnSpPr>
            <a:cxnSpLocks/>
          </p:cNvCxnSpPr>
          <p:nvPr/>
        </p:nvCxnSpPr>
        <p:spPr>
          <a:xfrm>
            <a:off x="2228877" y="4948496"/>
            <a:ext cx="9070848" cy="0"/>
          </a:xfrm>
          <a:prstGeom prst="line">
            <a:avLst/>
          </a:prstGeom>
          <a:ln w="9525" cap="rnd">
            <a:solidFill>
              <a:schemeClr val="bg2">
                <a:lumMod val="90000"/>
              </a:schemeClr>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CBEE0EF-4061-3854-4ED1-A903E858DC03}"/>
              </a:ext>
            </a:extLst>
          </p:cNvPr>
          <p:cNvCxnSpPr>
            <a:cxnSpLocks/>
          </p:cNvCxnSpPr>
          <p:nvPr/>
        </p:nvCxnSpPr>
        <p:spPr>
          <a:xfrm flipH="1" flipV="1">
            <a:off x="1362797" y="4813315"/>
            <a:ext cx="0" cy="279400"/>
          </a:xfrm>
          <a:prstGeom prst="line">
            <a:avLst/>
          </a:prstGeom>
          <a:ln w="15875" cap="sq">
            <a:solidFill>
              <a:schemeClr val="tx2"/>
            </a:solidFill>
            <a:miter lim="800000"/>
            <a:headEnd type="arrow"/>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2733BB-8465-3CD3-2262-12A41D45D963}"/>
              </a:ext>
            </a:extLst>
          </p:cNvPr>
          <p:cNvCxnSpPr>
            <a:cxnSpLocks/>
          </p:cNvCxnSpPr>
          <p:nvPr/>
        </p:nvCxnSpPr>
        <p:spPr>
          <a:xfrm flipH="1" flipV="1">
            <a:off x="1362797" y="3489164"/>
            <a:ext cx="0" cy="279400"/>
          </a:xfrm>
          <a:prstGeom prst="line">
            <a:avLst/>
          </a:prstGeom>
          <a:ln w="15875" cap="sq">
            <a:solidFill>
              <a:schemeClr val="tx2"/>
            </a:solidFill>
            <a:miter lim="800000"/>
            <a:headEnd type="arrow"/>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E7F1E40-6AF2-898F-5574-AF2DFAE448E4}"/>
              </a:ext>
            </a:extLst>
          </p:cNvPr>
          <p:cNvCxnSpPr>
            <a:cxnSpLocks/>
          </p:cNvCxnSpPr>
          <p:nvPr/>
        </p:nvCxnSpPr>
        <p:spPr>
          <a:xfrm flipH="1" flipV="1">
            <a:off x="1362797" y="2165013"/>
            <a:ext cx="0" cy="279400"/>
          </a:xfrm>
          <a:prstGeom prst="line">
            <a:avLst/>
          </a:prstGeom>
          <a:ln w="15875" cap="sq">
            <a:solidFill>
              <a:schemeClr val="tx2"/>
            </a:solidFill>
            <a:miter lim="800000"/>
            <a:headEnd type="arrow"/>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1084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5555C-F275-F10A-AA3A-C2BD4A5A68F8}"/>
              </a:ext>
            </a:extLst>
          </p:cNvPr>
          <p:cNvSpPr>
            <a:spLocks noGrp="1"/>
          </p:cNvSpPr>
          <p:nvPr>
            <p:ph type="title"/>
          </p:nvPr>
        </p:nvSpPr>
        <p:spPr/>
        <p:txBody>
          <a:bodyPr/>
          <a:lstStyle/>
          <a:p>
            <a:r>
              <a:rPr lang="en-GB" dirty="0"/>
              <a:t>The overall vision and strategy for the project</a:t>
            </a:r>
            <a:endParaRPr lang="en-DK"/>
          </a:p>
        </p:txBody>
      </p:sp>
      <p:sp>
        <p:nvSpPr>
          <p:cNvPr id="4" name="Triangle 3">
            <a:extLst>
              <a:ext uri="{FF2B5EF4-FFF2-40B4-BE49-F238E27FC236}">
                <a16:creationId xmlns:a16="http://schemas.microsoft.com/office/drawing/2014/main" id="{516DE710-7B6D-DD4D-8BAF-B63DC3A54563}"/>
              </a:ext>
            </a:extLst>
          </p:cNvPr>
          <p:cNvSpPr/>
          <p:nvPr/>
        </p:nvSpPr>
        <p:spPr>
          <a:xfrm>
            <a:off x="2483363" y="1259738"/>
            <a:ext cx="9125376" cy="1295409"/>
          </a:xfrm>
          <a:prstGeom prst="triangle">
            <a:avLst>
              <a:gd name="adj" fmla="val 4927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solidFill>
                <a:schemeClr val="bg1"/>
              </a:solidFill>
            </a:endParaRPr>
          </a:p>
        </p:txBody>
      </p:sp>
      <p:sp>
        <p:nvSpPr>
          <p:cNvPr id="5" name="Rectangle 4">
            <a:extLst>
              <a:ext uri="{FF2B5EF4-FFF2-40B4-BE49-F238E27FC236}">
                <a16:creationId xmlns:a16="http://schemas.microsoft.com/office/drawing/2014/main" id="{082701DF-A166-06D3-BBEB-2C44C8641ACD}"/>
              </a:ext>
            </a:extLst>
          </p:cNvPr>
          <p:cNvSpPr/>
          <p:nvPr/>
        </p:nvSpPr>
        <p:spPr>
          <a:xfrm>
            <a:off x="2450966" y="2623055"/>
            <a:ext cx="9190169" cy="1110350"/>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solidFill>
                <a:schemeClr val="tx1"/>
              </a:solidFill>
            </a:endParaRPr>
          </a:p>
        </p:txBody>
      </p:sp>
      <p:sp>
        <p:nvSpPr>
          <p:cNvPr id="6" name="Rectangle 5">
            <a:extLst>
              <a:ext uri="{FF2B5EF4-FFF2-40B4-BE49-F238E27FC236}">
                <a16:creationId xmlns:a16="http://schemas.microsoft.com/office/drawing/2014/main" id="{750D8400-4194-8A29-234D-BB46B61827A5}"/>
              </a:ext>
            </a:extLst>
          </p:cNvPr>
          <p:cNvSpPr/>
          <p:nvPr/>
        </p:nvSpPr>
        <p:spPr>
          <a:xfrm>
            <a:off x="2450965" y="3801313"/>
            <a:ext cx="9190169" cy="1110350"/>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solidFill>
                <a:schemeClr val="tx1"/>
              </a:solidFill>
            </a:endParaRPr>
          </a:p>
        </p:txBody>
      </p:sp>
      <p:sp>
        <p:nvSpPr>
          <p:cNvPr id="7" name="Rectangle 6">
            <a:extLst>
              <a:ext uri="{FF2B5EF4-FFF2-40B4-BE49-F238E27FC236}">
                <a16:creationId xmlns:a16="http://schemas.microsoft.com/office/drawing/2014/main" id="{A642770C-15FA-3677-9E15-17B7CBFAB6B7}"/>
              </a:ext>
            </a:extLst>
          </p:cNvPr>
          <p:cNvSpPr/>
          <p:nvPr/>
        </p:nvSpPr>
        <p:spPr>
          <a:xfrm>
            <a:off x="2450969" y="4993783"/>
            <a:ext cx="9190169" cy="1110350"/>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solidFill>
                <a:schemeClr val="tx1"/>
              </a:solidFill>
            </a:endParaRPr>
          </a:p>
        </p:txBody>
      </p:sp>
      <p:sp>
        <p:nvSpPr>
          <p:cNvPr id="8" name="TextBox 7">
            <a:extLst>
              <a:ext uri="{FF2B5EF4-FFF2-40B4-BE49-F238E27FC236}">
                <a16:creationId xmlns:a16="http://schemas.microsoft.com/office/drawing/2014/main" id="{DB33CA18-670A-8C3F-0EB1-E2243158AB12}"/>
              </a:ext>
            </a:extLst>
          </p:cNvPr>
          <p:cNvSpPr txBox="1"/>
          <p:nvPr/>
        </p:nvSpPr>
        <p:spPr>
          <a:xfrm>
            <a:off x="467806" y="1782464"/>
            <a:ext cx="1424068" cy="738664"/>
          </a:xfrm>
          <a:prstGeom prst="rect">
            <a:avLst/>
          </a:prstGeom>
          <a:noFill/>
        </p:spPr>
        <p:txBody>
          <a:bodyPr wrap="square" rtlCol="0">
            <a:spAutoFit/>
          </a:bodyPr>
          <a:lstStyle/>
          <a:p>
            <a:r>
              <a:rPr lang="en-GB" sz="1400" b="1">
                <a:solidFill>
                  <a:schemeClr val="tx2"/>
                </a:solidFill>
              </a:rPr>
              <a:t>What are we trying to accomplish?</a:t>
            </a:r>
            <a:endParaRPr lang="en-DK" sz="1400" b="1">
              <a:solidFill>
                <a:schemeClr val="tx2"/>
              </a:solidFill>
            </a:endParaRPr>
          </a:p>
        </p:txBody>
      </p:sp>
      <p:sp>
        <p:nvSpPr>
          <p:cNvPr id="9" name="TextBox 8">
            <a:extLst>
              <a:ext uri="{FF2B5EF4-FFF2-40B4-BE49-F238E27FC236}">
                <a16:creationId xmlns:a16="http://schemas.microsoft.com/office/drawing/2014/main" id="{EDBCF05A-D91C-B8B0-1DBA-49281AEACA27}"/>
              </a:ext>
            </a:extLst>
          </p:cNvPr>
          <p:cNvSpPr txBox="1"/>
          <p:nvPr/>
        </p:nvSpPr>
        <p:spPr>
          <a:xfrm>
            <a:off x="476035" y="2916620"/>
            <a:ext cx="1424068" cy="523220"/>
          </a:xfrm>
          <a:prstGeom prst="rect">
            <a:avLst/>
          </a:prstGeom>
          <a:noFill/>
        </p:spPr>
        <p:txBody>
          <a:bodyPr wrap="square" rtlCol="0">
            <a:spAutoFit/>
          </a:bodyPr>
          <a:lstStyle/>
          <a:p>
            <a:r>
              <a:rPr lang="en-GB" sz="1400" b="1">
                <a:solidFill>
                  <a:schemeClr val="tx2"/>
                </a:solidFill>
              </a:rPr>
              <a:t>Who should we target?</a:t>
            </a:r>
            <a:endParaRPr lang="en-DK" sz="1400" b="1">
              <a:solidFill>
                <a:schemeClr val="tx2"/>
              </a:solidFill>
            </a:endParaRPr>
          </a:p>
        </p:txBody>
      </p:sp>
      <p:sp>
        <p:nvSpPr>
          <p:cNvPr id="10" name="TextBox 9">
            <a:extLst>
              <a:ext uri="{FF2B5EF4-FFF2-40B4-BE49-F238E27FC236}">
                <a16:creationId xmlns:a16="http://schemas.microsoft.com/office/drawing/2014/main" id="{D7EA77BF-5839-B0BC-2D2F-8901382BEEEC}"/>
              </a:ext>
            </a:extLst>
          </p:cNvPr>
          <p:cNvSpPr txBox="1"/>
          <p:nvPr/>
        </p:nvSpPr>
        <p:spPr>
          <a:xfrm>
            <a:off x="476035" y="3987156"/>
            <a:ext cx="1424068" cy="738664"/>
          </a:xfrm>
          <a:prstGeom prst="rect">
            <a:avLst/>
          </a:prstGeom>
          <a:noFill/>
        </p:spPr>
        <p:txBody>
          <a:bodyPr wrap="square" rtlCol="0">
            <a:spAutoFit/>
          </a:bodyPr>
          <a:lstStyle/>
          <a:p>
            <a:r>
              <a:rPr lang="en-GB" sz="1400" b="1" dirty="0">
                <a:solidFill>
                  <a:schemeClr val="tx2"/>
                </a:solidFill>
              </a:rPr>
              <a:t>What is our distinctive proposition?</a:t>
            </a:r>
            <a:endParaRPr lang="en-DK" sz="1400" b="1">
              <a:solidFill>
                <a:schemeClr val="tx2"/>
              </a:solidFill>
            </a:endParaRPr>
          </a:p>
        </p:txBody>
      </p:sp>
      <p:sp>
        <p:nvSpPr>
          <p:cNvPr id="11" name="TextBox 10">
            <a:extLst>
              <a:ext uri="{FF2B5EF4-FFF2-40B4-BE49-F238E27FC236}">
                <a16:creationId xmlns:a16="http://schemas.microsoft.com/office/drawing/2014/main" id="{9E3CB8BB-32CB-0B62-E52F-7C740E623358}"/>
              </a:ext>
            </a:extLst>
          </p:cNvPr>
          <p:cNvSpPr txBox="1"/>
          <p:nvPr/>
        </p:nvSpPr>
        <p:spPr>
          <a:xfrm>
            <a:off x="476035" y="5273137"/>
            <a:ext cx="1424068" cy="523220"/>
          </a:xfrm>
          <a:prstGeom prst="rect">
            <a:avLst/>
          </a:prstGeom>
          <a:noFill/>
        </p:spPr>
        <p:txBody>
          <a:bodyPr wrap="square" rtlCol="0">
            <a:spAutoFit/>
          </a:bodyPr>
          <a:lstStyle/>
          <a:p>
            <a:r>
              <a:rPr lang="en-GB" sz="1400" b="1">
                <a:solidFill>
                  <a:schemeClr val="tx2"/>
                </a:solidFill>
              </a:rPr>
              <a:t>How will we deliver it?</a:t>
            </a:r>
            <a:endParaRPr lang="en-DK" sz="1400" b="1">
              <a:solidFill>
                <a:schemeClr val="tx2"/>
              </a:solidFill>
            </a:endParaRPr>
          </a:p>
        </p:txBody>
      </p:sp>
      <p:pic>
        <p:nvPicPr>
          <p:cNvPr id="13" name="Picture 12" descr="Shape&#10;&#10;Description automatically generated with low confidence">
            <a:extLst>
              <a:ext uri="{FF2B5EF4-FFF2-40B4-BE49-F238E27FC236}">
                <a16:creationId xmlns:a16="http://schemas.microsoft.com/office/drawing/2014/main" id="{7468FE78-E39A-5E25-10FD-0A110FBE98E6}"/>
              </a:ext>
            </a:extLst>
          </p:cNvPr>
          <p:cNvPicPr>
            <a:picLocks noChangeAspect="1"/>
          </p:cNvPicPr>
          <p:nvPr/>
        </p:nvPicPr>
        <p:blipFill>
          <a:blip r:embed="rId2">
            <a:duotone>
              <a:schemeClr val="accent2">
                <a:shade val="45000"/>
                <a:satMod val="135000"/>
              </a:schemeClr>
              <a:prstClr val="white"/>
            </a:duotone>
          </a:blip>
          <a:stretch>
            <a:fillRect/>
          </a:stretch>
        </p:blipFill>
        <p:spPr>
          <a:xfrm flipH="1">
            <a:off x="1858727" y="3013785"/>
            <a:ext cx="328891" cy="328891"/>
          </a:xfrm>
          <a:prstGeom prst="rect">
            <a:avLst/>
          </a:prstGeom>
        </p:spPr>
      </p:pic>
      <p:pic>
        <p:nvPicPr>
          <p:cNvPr id="15" name="Picture 14" descr="Shape&#10;&#10;Description automatically generated with low confidence">
            <a:extLst>
              <a:ext uri="{FF2B5EF4-FFF2-40B4-BE49-F238E27FC236}">
                <a16:creationId xmlns:a16="http://schemas.microsoft.com/office/drawing/2014/main" id="{50932026-128A-99EC-9AFB-7B47E19D5B33}"/>
              </a:ext>
            </a:extLst>
          </p:cNvPr>
          <p:cNvPicPr>
            <a:picLocks noChangeAspect="1"/>
          </p:cNvPicPr>
          <p:nvPr/>
        </p:nvPicPr>
        <p:blipFill>
          <a:blip r:embed="rId3">
            <a:duotone>
              <a:schemeClr val="accent2">
                <a:shade val="45000"/>
                <a:satMod val="135000"/>
              </a:schemeClr>
              <a:prstClr val="white"/>
            </a:duotone>
          </a:blip>
          <a:stretch>
            <a:fillRect/>
          </a:stretch>
        </p:blipFill>
        <p:spPr>
          <a:xfrm flipH="1">
            <a:off x="1838995" y="5370947"/>
            <a:ext cx="327600" cy="327600"/>
          </a:xfrm>
          <a:prstGeom prst="rect">
            <a:avLst/>
          </a:prstGeom>
        </p:spPr>
      </p:pic>
      <p:pic>
        <p:nvPicPr>
          <p:cNvPr id="17" name="Picture 16" descr="Shape&#10;&#10;Description automatically generated with low confidence">
            <a:extLst>
              <a:ext uri="{FF2B5EF4-FFF2-40B4-BE49-F238E27FC236}">
                <a16:creationId xmlns:a16="http://schemas.microsoft.com/office/drawing/2014/main" id="{8F4EDF1F-BDF3-C421-A91B-CA58B49622E2}"/>
              </a:ext>
            </a:extLst>
          </p:cNvPr>
          <p:cNvPicPr>
            <a:picLocks noChangeAspect="1"/>
          </p:cNvPicPr>
          <p:nvPr/>
        </p:nvPicPr>
        <p:blipFill>
          <a:blip r:embed="rId4">
            <a:duotone>
              <a:schemeClr val="accent2">
                <a:shade val="45000"/>
                <a:satMod val="135000"/>
              </a:schemeClr>
              <a:prstClr val="white"/>
            </a:duotone>
          </a:blip>
          <a:stretch>
            <a:fillRect/>
          </a:stretch>
        </p:blipFill>
        <p:spPr>
          <a:xfrm>
            <a:off x="1819898" y="4183140"/>
            <a:ext cx="346697" cy="346697"/>
          </a:xfrm>
          <a:prstGeom prst="rect">
            <a:avLst/>
          </a:prstGeom>
        </p:spPr>
      </p:pic>
      <p:pic>
        <p:nvPicPr>
          <p:cNvPr id="19" name="Picture 18" descr="Shape&#10;&#10;Description automatically generated with low confidence">
            <a:extLst>
              <a:ext uri="{FF2B5EF4-FFF2-40B4-BE49-F238E27FC236}">
                <a16:creationId xmlns:a16="http://schemas.microsoft.com/office/drawing/2014/main" id="{D1956C05-6149-FD18-05B7-02F66A635E16}"/>
              </a:ext>
            </a:extLst>
          </p:cNvPr>
          <p:cNvPicPr>
            <a:picLocks noChangeAspect="1"/>
          </p:cNvPicPr>
          <p:nvPr/>
        </p:nvPicPr>
        <p:blipFill>
          <a:blip r:embed="rId5">
            <a:duotone>
              <a:schemeClr val="accent2">
                <a:shade val="45000"/>
                <a:satMod val="135000"/>
              </a:schemeClr>
              <a:prstClr val="white"/>
            </a:duotone>
          </a:blip>
          <a:stretch>
            <a:fillRect/>
          </a:stretch>
        </p:blipFill>
        <p:spPr>
          <a:xfrm>
            <a:off x="1869202" y="1992588"/>
            <a:ext cx="318416" cy="318416"/>
          </a:xfrm>
          <a:prstGeom prst="rect">
            <a:avLst/>
          </a:prstGeom>
        </p:spPr>
      </p:pic>
      <p:sp>
        <p:nvSpPr>
          <p:cNvPr id="20" name="TextBox 19">
            <a:extLst>
              <a:ext uri="{FF2B5EF4-FFF2-40B4-BE49-F238E27FC236}">
                <a16:creationId xmlns:a16="http://schemas.microsoft.com/office/drawing/2014/main" id="{64815EB3-2C36-BEB6-F38E-8F50EBDD0C0D}"/>
              </a:ext>
            </a:extLst>
          </p:cNvPr>
          <p:cNvSpPr txBox="1"/>
          <p:nvPr/>
        </p:nvSpPr>
        <p:spPr>
          <a:xfrm>
            <a:off x="4581430" y="1828631"/>
            <a:ext cx="4835950" cy="276999"/>
          </a:xfrm>
          <a:prstGeom prst="rect">
            <a:avLst/>
          </a:prstGeom>
          <a:noFill/>
        </p:spPr>
        <p:txBody>
          <a:bodyPr wrap="square" rtlCol="0">
            <a:spAutoFit/>
          </a:bodyPr>
          <a:lstStyle/>
          <a:p>
            <a:pPr algn="ctr"/>
            <a:r>
              <a:rPr lang="en-GB" sz="1200">
                <a:solidFill>
                  <a:schemeClr val="bg1"/>
                </a:solidFill>
              </a:rPr>
              <a:t>[Insert description of vision and ambition]</a:t>
            </a:r>
            <a:endParaRPr lang="en-DK" sz="1200">
              <a:solidFill>
                <a:schemeClr val="bg1"/>
              </a:solidFill>
            </a:endParaRPr>
          </a:p>
        </p:txBody>
      </p:sp>
      <p:sp>
        <p:nvSpPr>
          <p:cNvPr id="21" name="TextBox 20">
            <a:extLst>
              <a:ext uri="{FF2B5EF4-FFF2-40B4-BE49-F238E27FC236}">
                <a16:creationId xmlns:a16="http://schemas.microsoft.com/office/drawing/2014/main" id="{97343C75-A4E7-B4FB-E8E9-0D2B4F930B07}"/>
              </a:ext>
            </a:extLst>
          </p:cNvPr>
          <p:cNvSpPr txBox="1"/>
          <p:nvPr/>
        </p:nvSpPr>
        <p:spPr>
          <a:xfrm>
            <a:off x="4262490" y="2762732"/>
            <a:ext cx="7346248" cy="461665"/>
          </a:xfrm>
          <a:prstGeom prst="rect">
            <a:avLst/>
          </a:prstGeom>
          <a:noFill/>
        </p:spPr>
        <p:txBody>
          <a:bodyPr wrap="square" rtlCol="0">
            <a:spAutoFit/>
          </a:bodyPr>
          <a:lstStyle/>
          <a:p>
            <a:pPr>
              <a:spcAft>
                <a:spcPts val="1200"/>
              </a:spcAft>
            </a:pPr>
            <a:r>
              <a:rPr lang="en-GB" sz="1200" dirty="0">
                <a:solidFill>
                  <a:schemeClr val="tx2"/>
                </a:solidFill>
              </a:rPr>
              <a:t>[Insert description of which client segments you are going after and, if relevant, which part of the value chain]</a:t>
            </a:r>
            <a:endParaRPr lang="en-DK" sz="1200">
              <a:solidFill>
                <a:schemeClr val="tx2"/>
              </a:solidFill>
            </a:endParaRPr>
          </a:p>
        </p:txBody>
      </p:sp>
      <p:sp>
        <p:nvSpPr>
          <p:cNvPr id="22" name="TextBox 21">
            <a:extLst>
              <a:ext uri="{FF2B5EF4-FFF2-40B4-BE49-F238E27FC236}">
                <a16:creationId xmlns:a16="http://schemas.microsoft.com/office/drawing/2014/main" id="{424E4659-EB1A-4574-F62A-6BE1AB3FA068}"/>
              </a:ext>
            </a:extLst>
          </p:cNvPr>
          <p:cNvSpPr txBox="1"/>
          <p:nvPr/>
        </p:nvSpPr>
        <p:spPr>
          <a:xfrm>
            <a:off x="2566988" y="2762732"/>
            <a:ext cx="1903494" cy="830997"/>
          </a:xfrm>
          <a:prstGeom prst="rect">
            <a:avLst/>
          </a:prstGeom>
          <a:noFill/>
        </p:spPr>
        <p:txBody>
          <a:bodyPr wrap="square" rtlCol="0">
            <a:spAutoFit/>
          </a:bodyPr>
          <a:lstStyle/>
          <a:p>
            <a:r>
              <a:rPr lang="en-GB" sz="1200" b="1" dirty="0">
                <a:solidFill>
                  <a:schemeClr val="tx2"/>
                </a:solidFill>
              </a:rPr>
              <a:t>Customer segmentation and value chain prioritization</a:t>
            </a:r>
            <a:endParaRPr lang="en-DK" sz="1200" b="1">
              <a:solidFill>
                <a:schemeClr val="tx2"/>
              </a:solidFill>
            </a:endParaRPr>
          </a:p>
        </p:txBody>
      </p:sp>
      <p:sp>
        <p:nvSpPr>
          <p:cNvPr id="23" name="TextBox 22">
            <a:extLst>
              <a:ext uri="{FF2B5EF4-FFF2-40B4-BE49-F238E27FC236}">
                <a16:creationId xmlns:a16="http://schemas.microsoft.com/office/drawing/2014/main" id="{59864DC9-BD7D-8BBE-1EEC-52A099D2AD8F}"/>
              </a:ext>
            </a:extLst>
          </p:cNvPr>
          <p:cNvSpPr txBox="1"/>
          <p:nvPr/>
        </p:nvSpPr>
        <p:spPr>
          <a:xfrm>
            <a:off x="2568138" y="4125656"/>
            <a:ext cx="1903494" cy="461665"/>
          </a:xfrm>
          <a:prstGeom prst="rect">
            <a:avLst/>
          </a:prstGeom>
          <a:noFill/>
        </p:spPr>
        <p:txBody>
          <a:bodyPr wrap="square" rtlCol="0">
            <a:spAutoFit/>
          </a:bodyPr>
          <a:lstStyle/>
          <a:p>
            <a:r>
              <a:rPr lang="en-GB" sz="1200" b="1" dirty="0">
                <a:solidFill>
                  <a:schemeClr val="tx2"/>
                </a:solidFill>
              </a:rPr>
              <a:t>Value </a:t>
            </a:r>
            <a:br>
              <a:rPr lang="en-GB" sz="1200" b="1" dirty="0">
                <a:solidFill>
                  <a:schemeClr val="tx2"/>
                </a:solidFill>
              </a:rPr>
            </a:br>
            <a:r>
              <a:rPr lang="en-GB" sz="1200" b="1" dirty="0">
                <a:solidFill>
                  <a:schemeClr val="tx2"/>
                </a:solidFill>
              </a:rPr>
              <a:t>proposition</a:t>
            </a:r>
            <a:endParaRPr lang="en-DK" sz="1200" b="1">
              <a:solidFill>
                <a:schemeClr val="tx2"/>
              </a:solidFill>
            </a:endParaRPr>
          </a:p>
        </p:txBody>
      </p:sp>
      <p:sp>
        <p:nvSpPr>
          <p:cNvPr id="24" name="TextBox 23">
            <a:extLst>
              <a:ext uri="{FF2B5EF4-FFF2-40B4-BE49-F238E27FC236}">
                <a16:creationId xmlns:a16="http://schemas.microsoft.com/office/drawing/2014/main" id="{8BD3B810-B70B-4F2B-B5D4-324F900ED69C}"/>
              </a:ext>
            </a:extLst>
          </p:cNvPr>
          <p:cNvSpPr txBox="1"/>
          <p:nvPr/>
        </p:nvSpPr>
        <p:spPr>
          <a:xfrm>
            <a:off x="2577561" y="5303915"/>
            <a:ext cx="1903494" cy="461665"/>
          </a:xfrm>
          <a:prstGeom prst="rect">
            <a:avLst/>
          </a:prstGeom>
          <a:noFill/>
        </p:spPr>
        <p:txBody>
          <a:bodyPr wrap="square" rtlCol="0">
            <a:spAutoFit/>
          </a:bodyPr>
          <a:lstStyle/>
          <a:p>
            <a:r>
              <a:rPr lang="en-GB" sz="1200" b="1" dirty="0">
                <a:solidFill>
                  <a:schemeClr val="tx2"/>
                </a:solidFill>
              </a:rPr>
              <a:t>Go-to-market</a:t>
            </a:r>
            <a:br>
              <a:rPr lang="en-GB" sz="1200" b="1" dirty="0">
                <a:solidFill>
                  <a:schemeClr val="tx2"/>
                </a:solidFill>
              </a:rPr>
            </a:br>
            <a:r>
              <a:rPr lang="en-GB" sz="1200" b="1" dirty="0">
                <a:solidFill>
                  <a:schemeClr val="tx2"/>
                </a:solidFill>
              </a:rPr>
              <a:t>model</a:t>
            </a:r>
            <a:endParaRPr lang="en-DK" sz="1200" b="1">
              <a:solidFill>
                <a:schemeClr val="tx2"/>
              </a:solidFill>
            </a:endParaRPr>
          </a:p>
        </p:txBody>
      </p:sp>
      <p:sp>
        <p:nvSpPr>
          <p:cNvPr id="25" name="TextBox 24">
            <a:extLst>
              <a:ext uri="{FF2B5EF4-FFF2-40B4-BE49-F238E27FC236}">
                <a16:creationId xmlns:a16="http://schemas.microsoft.com/office/drawing/2014/main" id="{8387B00D-EFE7-CDD6-3109-AF355AFBF714}"/>
              </a:ext>
            </a:extLst>
          </p:cNvPr>
          <p:cNvSpPr txBox="1"/>
          <p:nvPr/>
        </p:nvSpPr>
        <p:spPr>
          <a:xfrm>
            <a:off x="4262489" y="3879435"/>
            <a:ext cx="7346249" cy="276999"/>
          </a:xfrm>
          <a:prstGeom prst="rect">
            <a:avLst/>
          </a:prstGeom>
          <a:noFill/>
        </p:spPr>
        <p:txBody>
          <a:bodyPr wrap="square" rtlCol="0">
            <a:spAutoFit/>
          </a:bodyPr>
          <a:lstStyle/>
          <a:p>
            <a:pPr>
              <a:spcAft>
                <a:spcPts val="1200"/>
              </a:spcAft>
            </a:pPr>
            <a:r>
              <a:rPr lang="en-GB" sz="1200" dirty="0">
                <a:solidFill>
                  <a:schemeClr val="tx2"/>
                </a:solidFill>
              </a:rPr>
              <a:t>[Insert description of value propositions and key solution features, if relevant]</a:t>
            </a:r>
            <a:endParaRPr lang="en-DK" sz="1200">
              <a:solidFill>
                <a:schemeClr val="tx2"/>
              </a:solidFill>
            </a:endParaRPr>
          </a:p>
        </p:txBody>
      </p:sp>
      <p:sp>
        <p:nvSpPr>
          <p:cNvPr id="27" name="TextBox 26">
            <a:extLst>
              <a:ext uri="{FF2B5EF4-FFF2-40B4-BE49-F238E27FC236}">
                <a16:creationId xmlns:a16="http://schemas.microsoft.com/office/drawing/2014/main" id="{20C4FE8F-34F1-D07F-7D80-1A3E1D334427}"/>
              </a:ext>
            </a:extLst>
          </p:cNvPr>
          <p:cNvSpPr txBox="1"/>
          <p:nvPr/>
        </p:nvSpPr>
        <p:spPr>
          <a:xfrm>
            <a:off x="4262489" y="5056516"/>
            <a:ext cx="7225317" cy="276999"/>
          </a:xfrm>
          <a:prstGeom prst="rect">
            <a:avLst/>
          </a:prstGeom>
          <a:noFill/>
        </p:spPr>
        <p:txBody>
          <a:bodyPr wrap="square" rtlCol="0">
            <a:spAutoFit/>
          </a:bodyPr>
          <a:lstStyle/>
          <a:p>
            <a:pPr>
              <a:spcAft>
                <a:spcPts val="1200"/>
              </a:spcAft>
            </a:pPr>
            <a:r>
              <a:rPr lang="en-GB" sz="1200" dirty="0">
                <a:solidFill>
                  <a:schemeClr val="tx2"/>
                </a:solidFill>
              </a:rPr>
              <a:t>[Insert description of channels, distribution strategy, team etc.]</a:t>
            </a:r>
            <a:endParaRPr lang="en-DK" sz="1200">
              <a:solidFill>
                <a:schemeClr val="tx2"/>
              </a:solidFill>
            </a:endParaRPr>
          </a:p>
        </p:txBody>
      </p:sp>
    </p:spTree>
    <p:extLst>
      <p:ext uri="{BB962C8B-B14F-4D97-AF65-F5344CB8AC3E}">
        <p14:creationId xmlns:p14="http://schemas.microsoft.com/office/powerpoint/2010/main" val="1795472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0836D-6B01-E60B-62E0-D74D282B5ABE}"/>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5096B8C-D26E-6539-E8CE-09216A7F07AB}"/>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A5096B8C-D26E-6539-E8CE-09216A7F07AB}"/>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0" name="TextBox 19">
            <a:extLst>
              <a:ext uri="{FF2B5EF4-FFF2-40B4-BE49-F238E27FC236}">
                <a16:creationId xmlns:a16="http://schemas.microsoft.com/office/drawing/2014/main" id="{4B0E9102-7655-78EA-D74D-D3EB726F985F}"/>
              </a:ext>
            </a:extLst>
          </p:cNvPr>
          <p:cNvSpPr txBox="1"/>
          <p:nvPr/>
        </p:nvSpPr>
        <p:spPr>
          <a:xfrm>
            <a:off x="1343278" y="6554549"/>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18" name="Title 17">
            <a:extLst>
              <a:ext uri="{FF2B5EF4-FFF2-40B4-BE49-F238E27FC236}">
                <a16:creationId xmlns:a16="http://schemas.microsoft.com/office/drawing/2014/main" id="{9704BB8E-79B6-5211-E60F-1FB4DB5E219F}"/>
              </a:ext>
            </a:extLst>
          </p:cNvPr>
          <p:cNvSpPr>
            <a:spLocks noGrp="1"/>
          </p:cNvSpPr>
          <p:nvPr>
            <p:ph type="title"/>
          </p:nvPr>
        </p:nvSpPr>
        <p:spPr/>
        <p:txBody>
          <a:bodyPr vert="horz"/>
          <a:lstStyle/>
          <a:p>
            <a:r>
              <a:rPr lang="en-US"/>
              <a:t>[Insert project name] project overview</a:t>
            </a:r>
            <a:endParaRPr lang="en-GB"/>
          </a:p>
        </p:txBody>
      </p:sp>
      <p:sp>
        <p:nvSpPr>
          <p:cNvPr id="22" name="Rectangle 89">
            <a:extLst>
              <a:ext uri="{FF2B5EF4-FFF2-40B4-BE49-F238E27FC236}">
                <a16:creationId xmlns:a16="http://schemas.microsoft.com/office/drawing/2014/main" id="{6FCF122E-F944-E241-1301-284CADC72E02}"/>
              </a:ext>
            </a:extLst>
          </p:cNvPr>
          <p:cNvSpPr/>
          <p:nvPr/>
        </p:nvSpPr>
        <p:spPr>
          <a:xfrm>
            <a:off x="2970634" y="1422377"/>
            <a:ext cx="8664154" cy="70481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45714" rtlCol="0" anchor="ctr"/>
          <a:lstStyle/>
          <a:p>
            <a:pPr marR="0" lvl="0" algn="l" defTabSz="914400"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[Insert the specific, measurable project objective / goal e.g., Identify 5-10 cost saving initiatives]</a:t>
            </a:r>
          </a:p>
        </p:txBody>
      </p:sp>
      <p:sp>
        <p:nvSpPr>
          <p:cNvPr id="23" name="Text Placeholder 6">
            <a:extLst>
              <a:ext uri="{FF2B5EF4-FFF2-40B4-BE49-F238E27FC236}">
                <a16:creationId xmlns:a16="http://schemas.microsoft.com/office/drawing/2014/main" id="{CB27F49F-2485-4CA7-B294-6D27D49FA02F}"/>
              </a:ext>
            </a:extLst>
          </p:cNvPr>
          <p:cNvSpPr txBox="1">
            <a:spLocks/>
          </p:cNvSpPr>
          <p:nvPr/>
        </p:nvSpPr>
        <p:spPr>
          <a:xfrm>
            <a:off x="554736" y="1422378"/>
            <a:ext cx="2415898" cy="704810"/>
          </a:xfrm>
          <a:prstGeom prst="rect">
            <a:avLst/>
          </a:prstGeom>
          <a:solidFill>
            <a:schemeClr val="accent1"/>
          </a:solidFill>
          <a:ln>
            <a:noFill/>
          </a:ln>
          <a:effectLst/>
        </p:spPr>
        <p:txBody>
          <a:bodyPr lIns="18288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l" defTabSz="22855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solidFill>
                <a:latin typeface="+mn-lt"/>
                <a:ea typeface="Verdana" panose="020B0604030504040204" pitchFamily="34" charset="0"/>
                <a:cs typeface="Verdana" panose="020B0604030504040204" pitchFamily="34" charset="0"/>
                <a:sym typeface="Verdana" panose="020B0604030504040204" pitchFamily="34" charset="0"/>
              </a:rPr>
              <a:t>Objective</a:t>
            </a:r>
          </a:p>
        </p:txBody>
      </p:sp>
      <p:sp>
        <p:nvSpPr>
          <p:cNvPr id="24" name="Text Placeholder 6">
            <a:extLst>
              <a:ext uri="{FF2B5EF4-FFF2-40B4-BE49-F238E27FC236}">
                <a16:creationId xmlns:a16="http://schemas.microsoft.com/office/drawing/2014/main" id="{6C2F8C81-BE4D-4AD5-BEC8-6D5AAD17AB7C}"/>
              </a:ext>
            </a:extLst>
          </p:cNvPr>
          <p:cNvSpPr txBox="1">
            <a:spLocks/>
          </p:cNvSpPr>
          <p:nvPr/>
        </p:nvSpPr>
        <p:spPr>
          <a:xfrm>
            <a:off x="547688" y="2399110"/>
            <a:ext cx="5354641" cy="705600"/>
          </a:xfrm>
          <a:prstGeom prst="rect">
            <a:avLst/>
          </a:prstGeom>
          <a:solidFill>
            <a:schemeClr val="accent5"/>
          </a:solidFill>
          <a:ln>
            <a:noFill/>
          </a:ln>
          <a:effectLst/>
        </p:spPr>
        <p:txBody>
          <a:bodyPr lIns="18288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l" defTabSz="22855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solidFill>
                <a:latin typeface="+mn-lt"/>
                <a:ea typeface="Verdana" panose="020B0604030504040204" pitchFamily="34" charset="0"/>
                <a:cs typeface="Verdana" panose="020B0604030504040204" pitchFamily="34" charset="0"/>
                <a:sym typeface="Verdana" panose="020B0604030504040204" pitchFamily="34" charset="0"/>
              </a:rPr>
              <a:t>Context and criteria</a:t>
            </a:r>
          </a:p>
        </p:txBody>
      </p:sp>
      <p:sp>
        <p:nvSpPr>
          <p:cNvPr id="25" name="Rectangle 89">
            <a:extLst>
              <a:ext uri="{FF2B5EF4-FFF2-40B4-BE49-F238E27FC236}">
                <a16:creationId xmlns:a16="http://schemas.microsoft.com/office/drawing/2014/main" id="{8DB9B82B-EC7F-E908-8745-3265E14CD002}"/>
              </a:ext>
            </a:extLst>
          </p:cNvPr>
          <p:cNvSpPr/>
          <p:nvPr/>
        </p:nvSpPr>
        <p:spPr>
          <a:xfrm>
            <a:off x="547688" y="3093953"/>
            <a:ext cx="5354641" cy="27813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91440" rIns="180000" bIns="45714" rtlCol="0" anchor="t" anchorCtr="0"/>
          <a:lstStyle/>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[Insert any specific </a:t>
            </a:r>
            <a:r>
              <a:rPr kumimoji="0" lang="en-US" sz="1400" b="0" i="0" u="none" strike="noStrike" kern="1200" cap="none" spc="0" normalizeH="0" baseline="0" noProof="0" err="1">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contex</a:t>
            </a:r>
            <a:r>
              <a:rPr lang="en-US" sz="1400">
                <a:solidFill>
                  <a:schemeClr val="tx2"/>
                </a:solidFill>
                <a:ea typeface="Verdana" panose="020B0604030504040204" pitchFamily="34" charset="0"/>
                <a:cs typeface="Verdana" panose="020B0604030504040204" pitchFamily="34" charset="0"/>
                <a:sym typeface="Verdana" panose="020B0604030504040204" pitchFamily="34" charset="0"/>
              </a:rPr>
              <a:t>t that is relevant for the project, or standards / benchmarks that you will use to steer the project]</a:t>
            </a:r>
          </a:p>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[Insert any specific </a:t>
            </a:r>
            <a:r>
              <a:rPr kumimoji="0" lang="en-US" sz="1400" b="0" i="0" u="none" strike="noStrike" kern="1200" cap="none" spc="0" normalizeH="0" baseline="0" noProof="0" err="1">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contex</a:t>
            </a:r>
            <a:r>
              <a:rPr lang="en-US" sz="1400">
                <a:solidFill>
                  <a:schemeClr val="tx2"/>
                </a:solidFill>
                <a:ea typeface="Verdana" panose="020B0604030504040204" pitchFamily="34" charset="0"/>
                <a:cs typeface="Verdana" panose="020B0604030504040204" pitchFamily="34" charset="0"/>
                <a:sym typeface="Verdana" panose="020B0604030504040204" pitchFamily="34" charset="0"/>
              </a:rPr>
              <a:t>t that is relevant for the project, or standards / benchmarks that you will use to steer the project]</a:t>
            </a:r>
          </a:p>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[Insert any specific </a:t>
            </a:r>
            <a:r>
              <a:rPr kumimoji="0" lang="en-US" sz="1400" b="0" i="0" u="none" strike="noStrike" kern="1200" cap="none" spc="0" normalizeH="0" baseline="0" noProof="0" err="1">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contex</a:t>
            </a:r>
            <a:r>
              <a:rPr lang="en-US" sz="1400">
                <a:solidFill>
                  <a:schemeClr val="tx2"/>
                </a:solidFill>
                <a:ea typeface="Verdana" panose="020B0604030504040204" pitchFamily="34" charset="0"/>
                <a:cs typeface="Verdana" panose="020B0604030504040204" pitchFamily="34" charset="0"/>
                <a:sym typeface="Verdana" panose="020B0604030504040204" pitchFamily="34" charset="0"/>
              </a:rPr>
              <a:t>t that is relevant for the project, or standards / benchmarks that you will use to steer the project]</a:t>
            </a:r>
          </a:p>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a:t>
            </a:r>
          </a:p>
        </p:txBody>
      </p:sp>
      <p:sp>
        <p:nvSpPr>
          <p:cNvPr id="26" name="Rectangle 89">
            <a:extLst>
              <a:ext uri="{FF2B5EF4-FFF2-40B4-BE49-F238E27FC236}">
                <a16:creationId xmlns:a16="http://schemas.microsoft.com/office/drawing/2014/main" id="{611A092D-9841-4D96-6BFE-B60BF8EDA5D3}"/>
              </a:ext>
            </a:extLst>
          </p:cNvPr>
          <p:cNvSpPr/>
          <p:nvPr/>
        </p:nvSpPr>
        <p:spPr>
          <a:xfrm>
            <a:off x="6280147" y="3093953"/>
            <a:ext cx="5354641" cy="27813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91440" rIns="180000" bIns="45714" rtlCol="0" anchor="t" anchorCtr="0"/>
          <a:lstStyle/>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[Insert specific KPIs that will be used to measure progress and success in the project</a:t>
            </a:r>
            <a:r>
              <a:rPr lang="en-US" sz="1400">
                <a:solidFill>
                  <a:schemeClr val="tx2"/>
                </a:solidFill>
                <a:ea typeface="Verdana" panose="020B0604030504040204" pitchFamily="34" charset="0"/>
                <a:cs typeface="Verdana" panose="020B0604030504040204" pitchFamily="34" charset="0"/>
                <a:sym typeface="Verdana" panose="020B0604030504040204" pitchFamily="34" charset="0"/>
              </a:rPr>
              <a:t>]</a:t>
            </a:r>
          </a:p>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[Insert specific KPIs that will be used to measure progress and success in the project</a:t>
            </a:r>
            <a:r>
              <a:rPr lang="en-US" sz="1400">
                <a:solidFill>
                  <a:schemeClr val="tx2"/>
                </a:solidFill>
                <a:ea typeface="Verdana" panose="020B0604030504040204" pitchFamily="34" charset="0"/>
                <a:cs typeface="Verdana" panose="020B0604030504040204" pitchFamily="34" charset="0"/>
                <a:sym typeface="Verdana" panose="020B0604030504040204" pitchFamily="34" charset="0"/>
              </a:rPr>
              <a:t>]</a:t>
            </a:r>
          </a:p>
          <a:p>
            <a:pPr marL="171450" indent="-171450">
              <a:spcAft>
                <a:spcPts val="1200"/>
              </a:spcAft>
              <a:buFont typeface="Arial" panose="020B0604020202020204" pitchFamily="34" charset="0"/>
              <a:buChar char="•"/>
              <a:defRPr/>
            </a:pPr>
            <a:r>
              <a:rPr kumimoji="0" lang="en-US" sz="1400" b="0" i="0" u="none" strike="noStrike" kern="1200" cap="none" spc="0" normalizeH="0" baseline="0" noProof="0">
                <a:ln>
                  <a:noFill/>
                </a:ln>
                <a:solidFill>
                  <a:schemeClr val="tx2"/>
                </a:solidFill>
                <a:effectLst/>
                <a:uLnTx/>
                <a:uFillTx/>
                <a:ea typeface="Verdana" panose="020B0604030504040204" pitchFamily="34" charset="0"/>
                <a:cs typeface="Verdana" panose="020B0604030504040204" pitchFamily="34" charset="0"/>
                <a:sym typeface="Verdana" panose="020B0604030504040204" pitchFamily="34" charset="0"/>
              </a:rPr>
              <a:t>[Insert specific KPIs that will be used to measure progress and success in the project</a:t>
            </a:r>
            <a:r>
              <a:rPr lang="en-US" sz="1400">
                <a:solidFill>
                  <a:schemeClr val="tx2"/>
                </a:solidFill>
                <a:ea typeface="Verdana" panose="020B0604030504040204" pitchFamily="34" charset="0"/>
                <a:cs typeface="Verdana" panose="020B0604030504040204" pitchFamily="34" charset="0"/>
                <a:sym typeface="Verdana" panose="020B0604030504040204" pitchFamily="34" charset="0"/>
              </a:rPr>
              <a:t>]</a:t>
            </a:r>
          </a:p>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a:solidFill>
                  <a:schemeClr val="tx2"/>
                </a:solidFill>
                <a:ea typeface="Verdana" panose="020B0604030504040204" pitchFamily="34" charset="0"/>
                <a:cs typeface="Verdana" panose="020B0604030504040204" pitchFamily="34" charset="0"/>
                <a:sym typeface="Verdana" panose="020B0604030504040204" pitchFamily="34" charset="0"/>
              </a:rPr>
              <a:t>…</a:t>
            </a:r>
          </a:p>
        </p:txBody>
      </p:sp>
      <p:sp>
        <p:nvSpPr>
          <p:cNvPr id="27" name="Text Placeholder 6">
            <a:extLst>
              <a:ext uri="{FF2B5EF4-FFF2-40B4-BE49-F238E27FC236}">
                <a16:creationId xmlns:a16="http://schemas.microsoft.com/office/drawing/2014/main" id="{96A5B754-032E-AB8E-B3A6-090E4402F2B8}"/>
              </a:ext>
            </a:extLst>
          </p:cNvPr>
          <p:cNvSpPr txBox="1">
            <a:spLocks/>
          </p:cNvSpPr>
          <p:nvPr/>
        </p:nvSpPr>
        <p:spPr>
          <a:xfrm>
            <a:off x="6280147" y="2399110"/>
            <a:ext cx="5354641" cy="705600"/>
          </a:xfrm>
          <a:prstGeom prst="rect">
            <a:avLst/>
          </a:prstGeom>
          <a:solidFill>
            <a:schemeClr val="accent5"/>
          </a:solidFill>
          <a:ln>
            <a:noFill/>
          </a:ln>
          <a:effectLst/>
        </p:spPr>
        <p:txBody>
          <a:bodyPr lIns="18288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l" defTabSz="22855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bg1"/>
                </a:solidFill>
                <a:latin typeface="+mn-lt"/>
                <a:ea typeface="Verdana" panose="020B0604030504040204" pitchFamily="34" charset="0"/>
                <a:cs typeface="Verdana" panose="020B0604030504040204" pitchFamily="34" charset="0"/>
                <a:sym typeface="Verdana" panose="020B0604030504040204" pitchFamily="34" charset="0"/>
              </a:rPr>
              <a:t>Metrics</a:t>
            </a:r>
          </a:p>
        </p:txBody>
      </p:sp>
      <p:pic>
        <p:nvPicPr>
          <p:cNvPr id="5" name="Graphic 4">
            <a:extLst>
              <a:ext uri="{FF2B5EF4-FFF2-40B4-BE49-F238E27FC236}">
                <a16:creationId xmlns:a16="http://schemas.microsoft.com/office/drawing/2014/main" id="{A3BD720A-62F1-3518-D199-E36A0034368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26117" y="1504783"/>
            <a:ext cx="540000" cy="540000"/>
          </a:xfrm>
          <a:prstGeom prst="rect">
            <a:avLst/>
          </a:prstGeom>
        </p:spPr>
      </p:pic>
      <p:pic>
        <p:nvPicPr>
          <p:cNvPr id="7" name="Graphic 6">
            <a:extLst>
              <a:ext uri="{FF2B5EF4-FFF2-40B4-BE49-F238E27FC236}">
                <a16:creationId xmlns:a16="http://schemas.microsoft.com/office/drawing/2014/main" id="{127BF375-FF16-6791-2AEB-02B070A5755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000398" y="2483140"/>
            <a:ext cx="540000" cy="540000"/>
          </a:xfrm>
          <a:prstGeom prst="rect">
            <a:avLst/>
          </a:prstGeom>
        </p:spPr>
      </p:pic>
      <p:pic>
        <p:nvPicPr>
          <p:cNvPr id="9" name="Graphic 8">
            <a:extLst>
              <a:ext uri="{FF2B5EF4-FFF2-40B4-BE49-F238E27FC236}">
                <a16:creationId xmlns:a16="http://schemas.microsoft.com/office/drawing/2014/main" id="{7F98471F-7524-2F6B-45BA-80599F115A0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61853" y="2481910"/>
            <a:ext cx="540000" cy="540000"/>
          </a:xfrm>
          <a:prstGeom prst="rect">
            <a:avLst/>
          </a:prstGeom>
        </p:spPr>
      </p:pic>
    </p:spTree>
    <p:extLst>
      <p:ext uri="{BB962C8B-B14F-4D97-AF65-F5344CB8AC3E}">
        <p14:creationId xmlns:p14="http://schemas.microsoft.com/office/powerpoint/2010/main" val="3806799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91F3D0E9-DE8A-4571-9EDA-EB2C0DB7F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61" imgH="264" progId="TCLayout.ActiveDocument.1">
                  <p:embed/>
                </p:oleObj>
              </mc:Choice>
              <mc:Fallback>
                <p:oleObj name="think-cell Slide" r:id="rId4" imgW="261" imgH="264" progId="TCLayout.ActiveDocument.1">
                  <p:embed/>
                  <p:pic>
                    <p:nvPicPr>
                      <p:cNvPr id="8" name="Object 7" hidden="1">
                        <a:extLst>
                          <a:ext uri="{FF2B5EF4-FFF2-40B4-BE49-F238E27FC236}">
                            <a16:creationId xmlns:a16="http://schemas.microsoft.com/office/drawing/2014/main" id="{91F3D0E9-DE8A-4571-9EDA-EB2C0DB7F2E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0952D96B-92E2-4357-BD2B-8F5905115B7F}"/>
              </a:ext>
            </a:extLst>
          </p:cNvPr>
          <p:cNvSpPr>
            <a:spLocks noGrp="1"/>
          </p:cNvSpPr>
          <p:nvPr>
            <p:ph type="title"/>
          </p:nvPr>
        </p:nvSpPr>
        <p:spPr/>
        <p:txBody>
          <a:bodyPr vert="horz"/>
          <a:lstStyle/>
          <a:p>
            <a:r>
              <a:rPr lang="en-US"/>
              <a:t>This project aims to [insert]</a:t>
            </a:r>
          </a:p>
        </p:txBody>
      </p:sp>
      <p:sp>
        <p:nvSpPr>
          <p:cNvPr id="27" name="Rectangle 26">
            <a:extLst>
              <a:ext uri="{FF2B5EF4-FFF2-40B4-BE49-F238E27FC236}">
                <a16:creationId xmlns:a16="http://schemas.microsoft.com/office/drawing/2014/main" id="{2D89C82A-0BA8-4087-BBFF-A846AF8B26F4}"/>
              </a:ext>
            </a:extLst>
          </p:cNvPr>
          <p:cNvSpPr/>
          <p:nvPr/>
        </p:nvSpPr>
        <p:spPr>
          <a:xfrm>
            <a:off x="554039" y="1228971"/>
            <a:ext cx="5439533" cy="46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[Insert area e.g., People, skills, and leadership]</a:t>
            </a:r>
          </a:p>
        </p:txBody>
      </p:sp>
      <p:sp>
        <p:nvSpPr>
          <p:cNvPr id="31" name="Oval 40">
            <a:extLst>
              <a:ext uri="{FF2B5EF4-FFF2-40B4-BE49-F238E27FC236}">
                <a16:creationId xmlns:a16="http://schemas.microsoft.com/office/drawing/2014/main" id="{7AC8D869-98EA-4B9D-A26D-128D5801797A}"/>
              </a:ext>
            </a:extLst>
          </p:cNvPr>
          <p:cNvSpPr>
            <a:spLocks noChangeArrowheads="1"/>
          </p:cNvSpPr>
          <p:nvPr/>
        </p:nvSpPr>
        <p:spPr bwMode="blackWhite">
          <a:xfrm>
            <a:off x="554040" y="1696970"/>
            <a:ext cx="5439533" cy="1897759"/>
          </a:xfrm>
          <a:prstGeom prst="rect">
            <a:avLst/>
          </a:prstGeom>
          <a:solidFill>
            <a:schemeClr val="bg1">
              <a:lumMod val="95000"/>
            </a:schemeClr>
          </a:solidFill>
          <a:ln w="12700">
            <a:noFill/>
            <a:round/>
            <a:headEnd/>
            <a:tailEnd/>
          </a:ln>
          <a:effectLst/>
        </p:spPr>
        <p:txBody>
          <a:bodyPr wrap="square" lIns="108000" tIns="144000" rIns="108000" bIns="91440" anchor="t"/>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solidFill>
                <a:effectLst/>
                <a:uLnTx/>
                <a:uFillTx/>
                <a:ea typeface="+mn-ea"/>
                <a:cs typeface="+mn-cs"/>
              </a:rPr>
              <a:t>[Insert description of goals e.g., Reduce churn by 7-9%]</a:t>
            </a:r>
          </a:p>
          <a:p>
            <a:pPr marL="225425" indent="-171450">
              <a:spcBef>
                <a:spcPts val="300"/>
              </a:spcBef>
              <a:spcAft>
                <a:spcPts val="300"/>
              </a:spcAft>
              <a:buFont typeface="Arial" panose="020B0604020202020204" pitchFamily="34" charset="0"/>
              <a:buChar char="•"/>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indent="-171450">
              <a:spcBef>
                <a:spcPts val="300"/>
              </a:spcBef>
              <a:spcAft>
                <a:spcPts val="300"/>
              </a:spcAft>
              <a:buFont typeface="Arial" panose="020B0604020202020204" pitchFamily="34" charset="0"/>
              <a:buChar char="•"/>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solidFill>
                <a:effectLst/>
                <a:uLnTx/>
                <a:uFillTx/>
                <a:ea typeface="+mn-ea"/>
                <a:cs typeface="+mn-cs"/>
              </a:rPr>
              <a:t>…</a:t>
            </a:r>
          </a:p>
        </p:txBody>
      </p:sp>
      <p:sp>
        <p:nvSpPr>
          <p:cNvPr id="28" name="Rectangle 27">
            <a:extLst>
              <a:ext uri="{FF2B5EF4-FFF2-40B4-BE49-F238E27FC236}">
                <a16:creationId xmlns:a16="http://schemas.microsoft.com/office/drawing/2014/main" id="{E260B186-517E-4910-90D6-C516BDCBCC75}"/>
              </a:ext>
            </a:extLst>
          </p:cNvPr>
          <p:cNvSpPr/>
          <p:nvPr/>
        </p:nvSpPr>
        <p:spPr>
          <a:xfrm>
            <a:off x="6198431" y="1228971"/>
            <a:ext cx="5439533" cy="46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a:ln>
                  <a:noFill/>
                </a:ln>
                <a:solidFill>
                  <a:schemeClr val="bg1"/>
                </a:solidFill>
                <a:effectLst/>
                <a:uLnTx/>
                <a:uFillTx/>
                <a:ea typeface="+mn-ea"/>
                <a:cs typeface="+mn-cs"/>
              </a:rPr>
              <a:t>[Insert area]</a:t>
            </a:r>
          </a:p>
        </p:txBody>
      </p:sp>
      <p:sp>
        <p:nvSpPr>
          <p:cNvPr id="32" name="Oval 40">
            <a:extLst>
              <a:ext uri="{FF2B5EF4-FFF2-40B4-BE49-F238E27FC236}">
                <a16:creationId xmlns:a16="http://schemas.microsoft.com/office/drawing/2014/main" id="{F4A3A21F-0E10-407A-B012-43904326DA17}"/>
              </a:ext>
            </a:extLst>
          </p:cNvPr>
          <p:cNvSpPr>
            <a:spLocks noChangeArrowheads="1"/>
          </p:cNvSpPr>
          <p:nvPr/>
        </p:nvSpPr>
        <p:spPr bwMode="blackWhite">
          <a:xfrm>
            <a:off x="6198431" y="1696970"/>
            <a:ext cx="5439533" cy="1897759"/>
          </a:xfrm>
          <a:prstGeom prst="rect">
            <a:avLst/>
          </a:prstGeom>
          <a:solidFill>
            <a:schemeClr val="bg1">
              <a:lumMod val="95000"/>
            </a:schemeClr>
          </a:solidFill>
          <a:ln w="12700">
            <a:noFill/>
            <a:round/>
            <a:headEnd/>
            <a:tailEnd/>
          </a:ln>
          <a:effectLst/>
        </p:spPr>
        <p:txBody>
          <a:bodyPr wrap="square" lIns="108000" tIns="144000" rIns="108000" bIns="91440" anchor="t"/>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indent="-171450">
              <a:spcBef>
                <a:spcPts val="300"/>
              </a:spcBef>
              <a:spcAft>
                <a:spcPts val="300"/>
              </a:spcAft>
              <a:buFont typeface="Arial" panose="020B0604020202020204" pitchFamily="34" charset="0"/>
              <a:buChar char="•"/>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indent="-171450">
              <a:spcBef>
                <a:spcPts val="300"/>
              </a:spcBef>
              <a:spcAft>
                <a:spcPts val="300"/>
              </a:spcAft>
              <a:buFont typeface="Arial" panose="020B0604020202020204" pitchFamily="34" charset="0"/>
              <a:buChar char="•"/>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solidFill>
                <a:effectLst/>
                <a:uLnTx/>
                <a:uFillTx/>
                <a:ea typeface="+mn-ea"/>
                <a:cs typeface="+mn-cs"/>
              </a:rPr>
              <a:t>…</a:t>
            </a:r>
          </a:p>
        </p:txBody>
      </p:sp>
      <p:sp>
        <p:nvSpPr>
          <p:cNvPr id="29" name="Rectangle 28">
            <a:extLst>
              <a:ext uri="{FF2B5EF4-FFF2-40B4-BE49-F238E27FC236}">
                <a16:creationId xmlns:a16="http://schemas.microsoft.com/office/drawing/2014/main" id="{B3B3C4BA-1DF6-4242-9925-A0E946F1AEBF}"/>
              </a:ext>
            </a:extLst>
          </p:cNvPr>
          <p:cNvSpPr/>
          <p:nvPr/>
        </p:nvSpPr>
        <p:spPr>
          <a:xfrm>
            <a:off x="554039" y="3751018"/>
            <a:ext cx="5439533" cy="4689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a:ln>
                  <a:noFill/>
                </a:ln>
                <a:solidFill>
                  <a:schemeClr val="bg1"/>
                </a:solidFill>
                <a:effectLst/>
                <a:uLnTx/>
                <a:uFillTx/>
                <a:ea typeface="+mn-ea"/>
                <a:cs typeface="+mn-cs"/>
              </a:rPr>
              <a:t>[Insert area]</a:t>
            </a:r>
          </a:p>
        </p:txBody>
      </p:sp>
      <p:sp>
        <p:nvSpPr>
          <p:cNvPr id="33" name="Oval 40">
            <a:extLst>
              <a:ext uri="{FF2B5EF4-FFF2-40B4-BE49-F238E27FC236}">
                <a16:creationId xmlns:a16="http://schemas.microsoft.com/office/drawing/2014/main" id="{45FD81C8-C81A-4120-AE15-88ECB049F3A9}"/>
              </a:ext>
            </a:extLst>
          </p:cNvPr>
          <p:cNvSpPr>
            <a:spLocks noChangeArrowheads="1"/>
          </p:cNvSpPr>
          <p:nvPr/>
        </p:nvSpPr>
        <p:spPr bwMode="blackWhite">
          <a:xfrm>
            <a:off x="554040" y="4219918"/>
            <a:ext cx="5439533" cy="1896860"/>
          </a:xfrm>
          <a:prstGeom prst="rect">
            <a:avLst/>
          </a:prstGeom>
          <a:solidFill>
            <a:schemeClr val="bg1">
              <a:lumMod val="95000"/>
            </a:schemeClr>
          </a:solidFill>
          <a:ln w="12700">
            <a:noFill/>
            <a:round/>
            <a:headEnd/>
            <a:tailEnd/>
          </a:ln>
          <a:effectLst/>
        </p:spPr>
        <p:txBody>
          <a:bodyPr wrap="square" lIns="108000" tIns="144000" rIns="108000" bIns="91440" anchor="t"/>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indent="-171450">
              <a:spcBef>
                <a:spcPts val="300"/>
              </a:spcBef>
              <a:spcAft>
                <a:spcPts val="300"/>
              </a:spcAft>
              <a:buFont typeface="Arial" panose="020B0604020202020204" pitchFamily="34" charset="0"/>
              <a:buChar char="•"/>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indent="-171450">
              <a:spcBef>
                <a:spcPts val="300"/>
              </a:spcBef>
              <a:spcAft>
                <a:spcPts val="300"/>
              </a:spcAft>
              <a:buFont typeface="Arial" panose="020B0604020202020204" pitchFamily="34" charset="0"/>
              <a:buChar char="•"/>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solidFill>
                <a:effectLst/>
                <a:uLnTx/>
                <a:uFillTx/>
                <a:ea typeface="+mn-ea"/>
                <a:cs typeface="+mn-cs"/>
              </a:rPr>
              <a:t>…</a:t>
            </a:r>
          </a:p>
        </p:txBody>
      </p:sp>
      <p:sp>
        <p:nvSpPr>
          <p:cNvPr id="30" name="Rectangle 29">
            <a:extLst>
              <a:ext uri="{FF2B5EF4-FFF2-40B4-BE49-F238E27FC236}">
                <a16:creationId xmlns:a16="http://schemas.microsoft.com/office/drawing/2014/main" id="{5D689539-4339-44ED-8DC1-BB93667B9D8E}"/>
              </a:ext>
            </a:extLst>
          </p:cNvPr>
          <p:cNvSpPr/>
          <p:nvPr/>
        </p:nvSpPr>
        <p:spPr>
          <a:xfrm>
            <a:off x="6198431" y="3751018"/>
            <a:ext cx="5439533" cy="4689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a:ln>
                  <a:noFill/>
                </a:ln>
                <a:solidFill>
                  <a:schemeClr val="bg1"/>
                </a:solidFill>
                <a:effectLst/>
                <a:uLnTx/>
                <a:uFillTx/>
                <a:ea typeface="+mn-ea"/>
                <a:cs typeface="+mn-cs"/>
              </a:rPr>
              <a:t>[Insert area]</a:t>
            </a:r>
          </a:p>
        </p:txBody>
      </p:sp>
      <p:sp>
        <p:nvSpPr>
          <p:cNvPr id="34" name="Oval 40">
            <a:extLst>
              <a:ext uri="{FF2B5EF4-FFF2-40B4-BE49-F238E27FC236}">
                <a16:creationId xmlns:a16="http://schemas.microsoft.com/office/drawing/2014/main" id="{E6929407-205D-4BA8-9FBA-517BA78252DD}"/>
              </a:ext>
            </a:extLst>
          </p:cNvPr>
          <p:cNvSpPr>
            <a:spLocks noChangeArrowheads="1"/>
          </p:cNvSpPr>
          <p:nvPr/>
        </p:nvSpPr>
        <p:spPr bwMode="blackWhite">
          <a:xfrm>
            <a:off x="6198431" y="4219918"/>
            <a:ext cx="5439533" cy="1896860"/>
          </a:xfrm>
          <a:prstGeom prst="rect">
            <a:avLst/>
          </a:prstGeom>
          <a:solidFill>
            <a:schemeClr val="bg1">
              <a:lumMod val="95000"/>
            </a:schemeClr>
          </a:solidFill>
          <a:ln w="12700">
            <a:noFill/>
            <a:round/>
            <a:headEnd/>
            <a:tailEnd/>
          </a:ln>
          <a:effectLst/>
        </p:spPr>
        <p:txBody>
          <a:bodyPr wrap="square" lIns="108000" tIns="144000" rIns="108000" bIns="91440" anchor="t"/>
          <a:lstStyle/>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indent="-171450">
              <a:spcBef>
                <a:spcPts val="300"/>
              </a:spcBef>
              <a:spcAft>
                <a:spcPts val="300"/>
              </a:spcAft>
              <a:buFont typeface="Arial" panose="020B0604020202020204" pitchFamily="34" charset="0"/>
              <a:buChar char="•"/>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indent="-171450">
              <a:spcBef>
                <a:spcPts val="300"/>
              </a:spcBef>
              <a:spcAft>
                <a:spcPts val="300"/>
              </a:spcAft>
              <a:buFont typeface="Arial" panose="020B0604020202020204" pitchFamily="34" charset="0"/>
              <a:buChar char="•"/>
              <a:defRPr/>
            </a:pPr>
            <a:r>
              <a:rPr kumimoji="0" lang="en-US" sz="1200" b="0" i="0" u="none" strike="noStrike" kern="1200" cap="none" spc="0" normalizeH="0" baseline="0" noProof="0">
                <a:ln>
                  <a:noFill/>
                </a:ln>
                <a:solidFill>
                  <a:schemeClr val="tx2"/>
                </a:solidFill>
                <a:effectLst/>
                <a:uLnTx/>
                <a:uFillTx/>
                <a:ea typeface="+mn-ea"/>
                <a:cs typeface="+mn-cs"/>
              </a:rPr>
              <a:t>[Insert description of goals]</a:t>
            </a:r>
          </a:p>
          <a:p>
            <a:pPr marL="225425"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2"/>
                </a:solidFill>
                <a:effectLst/>
                <a:uLnTx/>
                <a:uFillTx/>
                <a:ea typeface="+mn-ea"/>
                <a:cs typeface="+mn-cs"/>
              </a:rPr>
              <a:t>…</a:t>
            </a:r>
          </a:p>
        </p:txBody>
      </p:sp>
      <p:sp>
        <p:nvSpPr>
          <p:cNvPr id="40" name="Oval 39">
            <a:extLst>
              <a:ext uri="{FF2B5EF4-FFF2-40B4-BE49-F238E27FC236}">
                <a16:creationId xmlns:a16="http://schemas.microsoft.com/office/drawing/2014/main" id="{62370101-A2B7-4309-B208-5BF713A90D94}"/>
              </a:ext>
            </a:extLst>
          </p:cNvPr>
          <p:cNvSpPr>
            <a:spLocks noChangeAspect="1"/>
          </p:cNvSpPr>
          <p:nvPr/>
        </p:nvSpPr>
        <p:spPr>
          <a:xfrm>
            <a:off x="5362394" y="2939268"/>
            <a:ext cx="1467214" cy="1467214"/>
          </a:xfrm>
          <a:prstGeom prst="ellipse">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1219170" rtl="0" eaLnBrk="1" latinLnBrk="0" hangingPunct="1">
              <a:defRPr sz="2400" kern="1200">
                <a:solidFill>
                  <a:srgbClr val="FFFFFF"/>
                </a:solidFill>
                <a:latin typeface="Trebuchet MS"/>
                <a:ea typeface="+mn-ea"/>
                <a:cs typeface="+mn-cs"/>
              </a:defRPr>
            </a:lvl1pPr>
            <a:lvl2pPr marL="609585" algn="l" defTabSz="1219170" rtl="0" eaLnBrk="1" latinLnBrk="0" hangingPunct="1">
              <a:defRPr sz="2400" kern="1200">
                <a:solidFill>
                  <a:srgbClr val="FFFFFF"/>
                </a:solidFill>
                <a:latin typeface="Trebuchet MS"/>
                <a:ea typeface="+mn-ea"/>
                <a:cs typeface="+mn-cs"/>
              </a:defRPr>
            </a:lvl2pPr>
            <a:lvl3pPr marL="1219170" algn="l" defTabSz="1219170" rtl="0" eaLnBrk="1" latinLnBrk="0" hangingPunct="1">
              <a:defRPr sz="2400" kern="1200">
                <a:solidFill>
                  <a:srgbClr val="FFFFFF"/>
                </a:solidFill>
                <a:latin typeface="Trebuchet MS"/>
                <a:ea typeface="+mn-ea"/>
                <a:cs typeface="+mn-cs"/>
              </a:defRPr>
            </a:lvl3pPr>
            <a:lvl4pPr marL="1828754" algn="l" defTabSz="1219170" rtl="0" eaLnBrk="1" latinLnBrk="0" hangingPunct="1">
              <a:defRPr sz="2400" kern="1200">
                <a:solidFill>
                  <a:srgbClr val="FFFFFF"/>
                </a:solidFill>
                <a:latin typeface="Trebuchet MS"/>
                <a:ea typeface="+mn-ea"/>
                <a:cs typeface="+mn-cs"/>
              </a:defRPr>
            </a:lvl4pPr>
            <a:lvl5pPr marL="2438339" algn="l" defTabSz="1219170" rtl="0" eaLnBrk="1" latinLnBrk="0" hangingPunct="1">
              <a:defRPr sz="2400" kern="1200">
                <a:solidFill>
                  <a:srgbClr val="FFFFFF"/>
                </a:solidFill>
                <a:latin typeface="Trebuchet MS"/>
                <a:ea typeface="+mn-ea"/>
                <a:cs typeface="+mn-cs"/>
              </a:defRPr>
            </a:lvl5pPr>
            <a:lvl6pPr marL="3047924" algn="l" defTabSz="1219170" rtl="0" eaLnBrk="1" latinLnBrk="0" hangingPunct="1">
              <a:defRPr sz="2400" kern="1200">
                <a:solidFill>
                  <a:srgbClr val="FFFFFF"/>
                </a:solidFill>
                <a:latin typeface="Trebuchet MS"/>
                <a:ea typeface="+mn-ea"/>
                <a:cs typeface="+mn-cs"/>
              </a:defRPr>
            </a:lvl6pPr>
            <a:lvl7pPr marL="3657509" algn="l" defTabSz="1219170" rtl="0" eaLnBrk="1" latinLnBrk="0" hangingPunct="1">
              <a:defRPr sz="2400" kern="1200">
                <a:solidFill>
                  <a:srgbClr val="FFFFFF"/>
                </a:solidFill>
                <a:latin typeface="Trebuchet MS"/>
                <a:ea typeface="+mn-ea"/>
                <a:cs typeface="+mn-cs"/>
              </a:defRPr>
            </a:lvl7pPr>
            <a:lvl8pPr marL="4267093" algn="l" defTabSz="1219170" rtl="0" eaLnBrk="1" latinLnBrk="0" hangingPunct="1">
              <a:defRPr sz="2400" kern="1200">
                <a:solidFill>
                  <a:srgbClr val="FFFFFF"/>
                </a:solidFill>
                <a:latin typeface="Trebuchet MS"/>
                <a:ea typeface="+mn-ea"/>
                <a:cs typeface="+mn-cs"/>
              </a:defRPr>
            </a:lvl8pPr>
            <a:lvl9pPr marL="4876678" algn="l" defTabSz="1219170" rtl="0" eaLnBrk="1" latinLnBrk="0" hangingPunct="1">
              <a:defRPr sz="2400" kern="1200">
                <a:solidFill>
                  <a:srgbClr val="FFFFFF"/>
                </a:solidFill>
                <a:latin typeface="Trebuchet MS"/>
                <a:ea typeface="+mn-ea"/>
                <a:cs typeface="+mn-cs"/>
              </a:defRPr>
            </a:lvl9pPr>
          </a:lstStyle>
          <a:p>
            <a:pPr algn="ctr"/>
            <a:r>
              <a:rPr lang="en-US" b="1">
                <a:solidFill>
                  <a:schemeClr val="bg1"/>
                </a:solidFill>
                <a:latin typeface="+mn-lt"/>
              </a:rPr>
              <a:t>Goals</a:t>
            </a:r>
          </a:p>
        </p:txBody>
      </p:sp>
      <p:sp>
        <p:nvSpPr>
          <p:cNvPr id="15" name="Oval 14">
            <a:extLst>
              <a:ext uri="{FF2B5EF4-FFF2-40B4-BE49-F238E27FC236}">
                <a16:creationId xmlns:a16="http://schemas.microsoft.com/office/drawing/2014/main" id="{845A199C-0466-46EA-A3BA-6251F6E2C8B1}"/>
              </a:ext>
            </a:extLst>
          </p:cNvPr>
          <p:cNvSpPr>
            <a:spLocks noChangeAspect="1"/>
          </p:cNvSpPr>
          <p:nvPr/>
        </p:nvSpPr>
        <p:spPr>
          <a:xfrm>
            <a:off x="613785" y="1300971"/>
            <a:ext cx="324000" cy="324000"/>
          </a:xfrm>
          <a:prstGeom prst="ellipse">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a:solidFill>
                  <a:schemeClr val="bg1"/>
                </a:solidFill>
              </a:rPr>
              <a:t>1</a:t>
            </a:r>
          </a:p>
        </p:txBody>
      </p:sp>
      <p:sp>
        <p:nvSpPr>
          <p:cNvPr id="16" name="Oval 15">
            <a:extLst>
              <a:ext uri="{FF2B5EF4-FFF2-40B4-BE49-F238E27FC236}">
                <a16:creationId xmlns:a16="http://schemas.microsoft.com/office/drawing/2014/main" id="{F6E823DF-C8DA-4B2B-81C2-4AC2DFC5ADFA}"/>
              </a:ext>
            </a:extLst>
          </p:cNvPr>
          <p:cNvSpPr>
            <a:spLocks noChangeAspect="1"/>
          </p:cNvSpPr>
          <p:nvPr/>
        </p:nvSpPr>
        <p:spPr>
          <a:xfrm>
            <a:off x="613785" y="3823468"/>
            <a:ext cx="324000" cy="324000"/>
          </a:xfrm>
          <a:prstGeom prst="ellipse">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a:solidFill>
                  <a:schemeClr val="bg1"/>
                </a:solidFill>
              </a:rPr>
              <a:t>3</a:t>
            </a:r>
          </a:p>
        </p:txBody>
      </p:sp>
      <p:sp>
        <p:nvSpPr>
          <p:cNvPr id="17" name="Oval 16">
            <a:extLst>
              <a:ext uri="{FF2B5EF4-FFF2-40B4-BE49-F238E27FC236}">
                <a16:creationId xmlns:a16="http://schemas.microsoft.com/office/drawing/2014/main" id="{A5BA32AA-C994-4134-96D2-C611CA4160CA}"/>
              </a:ext>
            </a:extLst>
          </p:cNvPr>
          <p:cNvSpPr>
            <a:spLocks noChangeAspect="1"/>
          </p:cNvSpPr>
          <p:nvPr/>
        </p:nvSpPr>
        <p:spPr>
          <a:xfrm>
            <a:off x="11257370" y="1300971"/>
            <a:ext cx="324000" cy="324000"/>
          </a:xfrm>
          <a:prstGeom prst="ellipse">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a:solidFill>
                  <a:schemeClr val="bg1"/>
                </a:solidFill>
              </a:rPr>
              <a:t>2</a:t>
            </a:r>
          </a:p>
        </p:txBody>
      </p:sp>
      <p:sp>
        <p:nvSpPr>
          <p:cNvPr id="18" name="Oval 17">
            <a:extLst>
              <a:ext uri="{FF2B5EF4-FFF2-40B4-BE49-F238E27FC236}">
                <a16:creationId xmlns:a16="http://schemas.microsoft.com/office/drawing/2014/main" id="{0674A730-3E3E-49AA-BB88-6801E1FF67FD}"/>
              </a:ext>
            </a:extLst>
          </p:cNvPr>
          <p:cNvSpPr>
            <a:spLocks noChangeAspect="1"/>
          </p:cNvSpPr>
          <p:nvPr/>
        </p:nvSpPr>
        <p:spPr>
          <a:xfrm>
            <a:off x="11257369" y="3823468"/>
            <a:ext cx="324000" cy="324000"/>
          </a:xfrm>
          <a:prstGeom prst="ellipse">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a:solidFill>
                  <a:schemeClr val="bg1"/>
                </a:solidFill>
              </a:rPr>
              <a:t>4</a:t>
            </a:r>
          </a:p>
        </p:txBody>
      </p:sp>
    </p:spTree>
    <p:extLst>
      <p:ext uri="{BB962C8B-B14F-4D97-AF65-F5344CB8AC3E}">
        <p14:creationId xmlns:p14="http://schemas.microsoft.com/office/powerpoint/2010/main" val="4071945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7AF8E-A377-9C8A-C887-E3F2D9B59328}"/>
              </a:ext>
            </a:extLst>
          </p:cNvPr>
          <p:cNvSpPr>
            <a:spLocks noGrp="1"/>
          </p:cNvSpPr>
          <p:nvPr>
            <p:ph type="title"/>
          </p:nvPr>
        </p:nvSpPr>
        <p:spPr/>
        <p:txBody>
          <a:bodyPr/>
          <a:lstStyle/>
          <a:p>
            <a:r>
              <a:rPr lang="en-US"/>
              <a:t>Recap: What are we building?</a:t>
            </a:r>
          </a:p>
        </p:txBody>
      </p:sp>
      <p:sp>
        <p:nvSpPr>
          <p:cNvPr id="15" name="Subtitle 14">
            <a:extLst>
              <a:ext uri="{FF2B5EF4-FFF2-40B4-BE49-F238E27FC236}">
                <a16:creationId xmlns:a16="http://schemas.microsoft.com/office/drawing/2014/main" id="{F591070F-E330-5AE1-C3E9-F7F22D5E76D6}"/>
              </a:ext>
            </a:extLst>
          </p:cNvPr>
          <p:cNvSpPr>
            <a:spLocks noGrp="1"/>
          </p:cNvSpPr>
          <p:nvPr>
            <p:ph type="subTitle" idx="1"/>
          </p:nvPr>
        </p:nvSpPr>
        <p:spPr/>
        <p:txBody>
          <a:bodyPr/>
          <a:lstStyle/>
          <a:p>
            <a:endParaRPr lang="en-US"/>
          </a:p>
        </p:txBody>
      </p:sp>
      <p:sp>
        <p:nvSpPr>
          <p:cNvPr id="5" name="Rectangle 4">
            <a:extLst>
              <a:ext uri="{FF2B5EF4-FFF2-40B4-BE49-F238E27FC236}">
                <a16:creationId xmlns:a16="http://schemas.microsoft.com/office/drawing/2014/main" id="{190B1781-288D-AD00-E225-181F45AA98C8}"/>
              </a:ext>
            </a:extLst>
          </p:cNvPr>
          <p:cNvSpPr/>
          <p:nvPr/>
        </p:nvSpPr>
        <p:spPr>
          <a:xfrm>
            <a:off x="554736" y="1477230"/>
            <a:ext cx="11082528" cy="839202"/>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08000" rIns="91440" bIns="45720" numCol="1" spcCol="0" rtlCol="0" fromWordArt="0" anchor="t" anchorCtr="0" forceAA="0" compatLnSpc="1">
            <a:prstTxWarp prst="textNoShape">
              <a:avLst/>
            </a:prstTxWarp>
            <a:noAutofit/>
          </a:bodyPr>
          <a:lstStyle/>
          <a:p>
            <a:pPr algn="ctr">
              <a:spcBef>
                <a:spcPts val="300"/>
              </a:spcBef>
              <a:spcAft>
                <a:spcPts val="300"/>
              </a:spcAft>
            </a:pPr>
            <a:r>
              <a:rPr lang="en-US" sz="1600" b="1">
                <a:solidFill>
                  <a:schemeClr val="tx2"/>
                </a:solidFill>
              </a:rPr>
              <a:t>OUR AMBITION</a:t>
            </a:r>
          </a:p>
          <a:p>
            <a:pPr algn="ctr">
              <a:spcBef>
                <a:spcPts val="300"/>
              </a:spcBef>
              <a:spcAft>
                <a:spcPts val="300"/>
              </a:spcAft>
            </a:pPr>
            <a:r>
              <a:rPr lang="en-US" sz="1600">
                <a:solidFill>
                  <a:schemeClr val="tx2"/>
                </a:solidFill>
              </a:rPr>
              <a:t>[Insert main mission/vision/goal of company]</a:t>
            </a:r>
          </a:p>
        </p:txBody>
      </p:sp>
      <p:sp>
        <p:nvSpPr>
          <p:cNvPr id="6" name="Rectangle 5">
            <a:extLst>
              <a:ext uri="{FF2B5EF4-FFF2-40B4-BE49-F238E27FC236}">
                <a16:creationId xmlns:a16="http://schemas.microsoft.com/office/drawing/2014/main" id="{EF608F11-F983-D84B-85E4-A465AE681271}"/>
              </a:ext>
            </a:extLst>
          </p:cNvPr>
          <p:cNvSpPr/>
          <p:nvPr/>
        </p:nvSpPr>
        <p:spPr>
          <a:xfrm>
            <a:off x="554736" y="2434483"/>
            <a:ext cx="11082528" cy="1764631"/>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08000" rIns="91440" bIns="45720" numCol="1" spcCol="0" rtlCol="0" fromWordArt="0" anchor="t" anchorCtr="0" forceAA="0" compatLnSpc="1">
            <a:prstTxWarp prst="textNoShape">
              <a:avLst/>
            </a:prstTxWarp>
            <a:noAutofit/>
          </a:bodyPr>
          <a:lstStyle/>
          <a:p>
            <a:pPr algn="ctr">
              <a:spcBef>
                <a:spcPts val="300"/>
              </a:spcBef>
              <a:spcAft>
                <a:spcPts val="300"/>
              </a:spcAft>
            </a:pPr>
            <a:r>
              <a:rPr lang="en-US" sz="1600" b="1">
                <a:solidFill>
                  <a:schemeClr val="tx2"/>
                </a:solidFill>
              </a:rPr>
              <a:t>WHERE WE PLAY</a:t>
            </a:r>
          </a:p>
        </p:txBody>
      </p:sp>
      <p:sp>
        <p:nvSpPr>
          <p:cNvPr id="7" name="Rectangle 6">
            <a:extLst>
              <a:ext uri="{FF2B5EF4-FFF2-40B4-BE49-F238E27FC236}">
                <a16:creationId xmlns:a16="http://schemas.microsoft.com/office/drawing/2014/main" id="{0C5CA0EB-C863-00BE-368C-00F037746E76}"/>
              </a:ext>
            </a:extLst>
          </p:cNvPr>
          <p:cNvSpPr/>
          <p:nvPr/>
        </p:nvSpPr>
        <p:spPr>
          <a:xfrm>
            <a:off x="554736" y="4317165"/>
            <a:ext cx="11082528" cy="1764631"/>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08000" rIns="91440" bIns="45720" numCol="1" spcCol="0" rtlCol="0" fromWordArt="0" anchor="t" anchorCtr="0" forceAA="0" compatLnSpc="1">
            <a:prstTxWarp prst="textNoShape">
              <a:avLst/>
            </a:prstTxWarp>
            <a:noAutofit/>
          </a:bodyPr>
          <a:lstStyle/>
          <a:p>
            <a:pPr algn="ctr">
              <a:spcBef>
                <a:spcPts val="300"/>
              </a:spcBef>
              <a:spcAft>
                <a:spcPts val="300"/>
              </a:spcAft>
            </a:pPr>
            <a:r>
              <a:rPr lang="en-US" sz="1600" b="1">
                <a:solidFill>
                  <a:schemeClr val="tx2"/>
                </a:solidFill>
              </a:rPr>
              <a:t>HOW WE WIN</a:t>
            </a:r>
          </a:p>
        </p:txBody>
      </p:sp>
      <p:sp>
        <p:nvSpPr>
          <p:cNvPr id="8" name="Rectangle 7">
            <a:extLst>
              <a:ext uri="{FF2B5EF4-FFF2-40B4-BE49-F238E27FC236}">
                <a16:creationId xmlns:a16="http://schemas.microsoft.com/office/drawing/2014/main" id="{75B5C3D3-E9D8-3EC0-DBFA-557A4F5DC432}"/>
              </a:ext>
            </a:extLst>
          </p:cNvPr>
          <p:cNvSpPr/>
          <p:nvPr/>
        </p:nvSpPr>
        <p:spPr>
          <a:xfrm>
            <a:off x="745956" y="2837281"/>
            <a:ext cx="3489159" cy="118210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tx2"/>
                </a:solidFill>
              </a:rPr>
              <a:t>[Insert strategic decision on where to focus e.g., Upskilling innovation teams in large corporates]</a:t>
            </a:r>
          </a:p>
        </p:txBody>
      </p:sp>
      <p:sp>
        <p:nvSpPr>
          <p:cNvPr id="9" name="Rectangle 8">
            <a:extLst>
              <a:ext uri="{FF2B5EF4-FFF2-40B4-BE49-F238E27FC236}">
                <a16:creationId xmlns:a16="http://schemas.microsoft.com/office/drawing/2014/main" id="{6438544E-CBB0-5755-72B6-80AC1C4D81CA}"/>
              </a:ext>
            </a:extLst>
          </p:cNvPr>
          <p:cNvSpPr/>
          <p:nvPr/>
        </p:nvSpPr>
        <p:spPr>
          <a:xfrm>
            <a:off x="4351421" y="2837281"/>
            <a:ext cx="3489159" cy="118210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tx2"/>
                </a:solidFill>
              </a:rPr>
              <a:t>[Insert strategic decision on where to focus]</a:t>
            </a:r>
          </a:p>
        </p:txBody>
      </p:sp>
      <p:sp>
        <p:nvSpPr>
          <p:cNvPr id="10" name="Rectangle 9">
            <a:extLst>
              <a:ext uri="{FF2B5EF4-FFF2-40B4-BE49-F238E27FC236}">
                <a16:creationId xmlns:a16="http://schemas.microsoft.com/office/drawing/2014/main" id="{7EBC7B67-F439-E181-18D4-DC4E25E054DE}"/>
              </a:ext>
            </a:extLst>
          </p:cNvPr>
          <p:cNvSpPr/>
          <p:nvPr/>
        </p:nvSpPr>
        <p:spPr>
          <a:xfrm>
            <a:off x="7956884" y="2837281"/>
            <a:ext cx="3489159" cy="118210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tx2"/>
                </a:solidFill>
              </a:rPr>
              <a:t>[Insert strategic decision on where to focus]</a:t>
            </a:r>
          </a:p>
        </p:txBody>
      </p:sp>
      <p:sp>
        <p:nvSpPr>
          <p:cNvPr id="11" name="Rectangle 10">
            <a:extLst>
              <a:ext uri="{FF2B5EF4-FFF2-40B4-BE49-F238E27FC236}">
                <a16:creationId xmlns:a16="http://schemas.microsoft.com/office/drawing/2014/main" id="{3B68217A-C6F7-02AA-6F36-45E231E8D76F}"/>
              </a:ext>
            </a:extLst>
          </p:cNvPr>
          <p:cNvSpPr/>
          <p:nvPr/>
        </p:nvSpPr>
        <p:spPr>
          <a:xfrm>
            <a:off x="745956" y="4717207"/>
            <a:ext cx="3489159" cy="118210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tx2"/>
                </a:solidFill>
              </a:rPr>
              <a:t>[Insert competitive advantage e.g., Digital self-service best-in-class learning platform]</a:t>
            </a:r>
          </a:p>
        </p:txBody>
      </p:sp>
      <p:sp>
        <p:nvSpPr>
          <p:cNvPr id="12" name="Rectangle 11">
            <a:extLst>
              <a:ext uri="{FF2B5EF4-FFF2-40B4-BE49-F238E27FC236}">
                <a16:creationId xmlns:a16="http://schemas.microsoft.com/office/drawing/2014/main" id="{ECE66BA0-AD93-A7F1-6EEC-D10895E51544}"/>
              </a:ext>
            </a:extLst>
          </p:cNvPr>
          <p:cNvSpPr/>
          <p:nvPr/>
        </p:nvSpPr>
        <p:spPr>
          <a:xfrm>
            <a:off x="4351421" y="4717207"/>
            <a:ext cx="3489159" cy="1182109"/>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tx2"/>
                </a:solidFill>
              </a:rPr>
              <a:t>[Insert competitive advantage]</a:t>
            </a:r>
          </a:p>
        </p:txBody>
      </p:sp>
      <p:sp>
        <p:nvSpPr>
          <p:cNvPr id="13" name="Rectangle 12">
            <a:extLst>
              <a:ext uri="{FF2B5EF4-FFF2-40B4-BE49-F238E27FC236}">
                <a16:creationId xmlns:a16="http://schemas.microsoft.com/office/drawing/2014/main" id="{37640097-074E-74D6-AD56-54406CE99330}"/>
              </a:ext>
            </a:extLst>
          </p:cNvPr>
          <p:cNvSpPr/>
          <p:nvPr/>
        </p:nvSpPr>
        <p:spPr>
          <a:xfrm>
            <a:off x="7956883" y="4717207"/>
            <a:ext cx="3489159" cy="118210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b="1">
                <a:solidFill>
                  <a:schemeClr val="bg1"/>
                </a:solidFill>
              </a:rPr>
              <a:t>Go-to-market: Building a world-class enterprise sales capability</a:t>
            </a:r>
          </a:p>
        </p:txBody>
      </p:sp>
    </p:spTree>
    <p:extLst>
      <p:ext uri="{BB962C8B-B14F-4D97-AF65-F5344CB8AC3E}">
        <p14:creationId xmlns:p14="http://schemas.microsoft.com/office/powerpoint/2010/main" val="1619454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F8FBD-819C-044E-8849-244B7C7170CA}"/>
              </a:ext>
            </a:extLst>
          </p:cNvPr>
          <p:cNvSpPr>
            <a:spLocks noGrp="1"/>
          </p:cNvSpPr>
          <p:nvPr>
            <p:ph type="title"/>
          </p:nvPr>
        </p:nvSpPr>
        <p:spPr/>
        <p:txBody>
          <a:bodyPr/>
          <a:lstStyle/>
          <a:p>
            <a:r>
              <a:rPr lang="en-US"/>
              <a:t>202x strategy: [insert title/name of strategy, if applicable]</a:t>
            </a:r>
          </a:p>
        </p:txBody>
      </p:sp>
      <p:sp>
        <p:nvSpPr>
          <p:cNvPr id="50" name="Rectangle 49">
            <a:extLst>
              <a:ext uri="{FF2B5EF4-FFF2-40B4-BE49-F238E27FC236}">
                <a16:creationId xmlns:a16="http://schemas.microsoft.com/office/drawing/2014/main" id="{0110F80E-A812-9D49-9809-3129DDC289DA}"/>
              </a:ext>
            </a:extLst>
          </p:cNvPr>
          <p:cNvSpPr/>
          <p:nvPr/>
        </p:nvSpPr>
        <p:spPr>
          <a:xfrm>
            <a:off x="618835" y="1457591"/>
            <a:ext cx="1116975" cy="990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ea typeface="+mn-ea"/>
                <a:cs typeface="+mn-cs"/>
              </a:rPr>
              <a:t>Why</a:t>
            </a:r>
          </a:p>
        </p:txBody>
      </p:sp>
      <p:sp>
        <p:nvSpPr>
          <p:cNvPr id="51" name="Rectangle 50">
            <a:extLst>
              <a:ext uri="{FF2B5EF4-FFF2-40B4-BE49-F238E27FC236}">
                <a16:creationId xmlns:a16="http://schemas.microsoft.com/office/drawing/2014/main" id="{39BFAA10-2C14-3A4D-8271-76A9EF206D13}"/>
              </a:ext>
            </a:extLst>
          </p:cNvPr>
          <p:cNvSpPr/>
          <p:nvPr/>
        </p:nvSpPr>
        <p:spPr>
          <a:xfrm>
            <a:off x="1735810" y="1457591"/>
            <a:ext cx="9837355" cy="990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400"/>
              </a:spcBef>
              <a:spcAft>
                <a:spcPts val="400"/>
              </a:spcAft>
              <a:buClrTx/>
              <a:buSzTx/>
              <a:buFontTx/>
              <a:buNone/>
              <a:tabLst/>
              <a:defRPr/>
            </a:pPr>
            <a:r>
              <a:rPr kumimoji="0" lang="en-US" sz="1600" b="1" i="0" u="none" strike="noStrike" kern="1200" cap="none" spc="0" normalizeH="0" baseline="0" noProof="0">
                <a:ln>
                  <a:noFill/>
                </a:ln>
                <a:solidFill>
                  <a:schemeClr val="tx2"/>
                </a:solidFill>
                <a:effectLst/>
                <a:uLnTx/>
                <a:uFillTx/>
                <a:ea typeface="+mn-ea"/>
                <a:cs typeface="+mn-cs"/>
              </a:rPr>
              <a:t>[Insert purpose or mission statement]</a:t>
            </a:r>
          </a:p>
        </p:txBody>
      </p:sp>
      <p:sp>
        <p:nvSpPr>
          <p:cNvPr id="54" name="Rectangle 53">
            <a:extLst>
              <a:ext uri="{FF2B5EF4-FFF2-40B4-BE49-F238E27FC236}">
                <a16:creationId xmlns:a16="http://schemas.microsoft.com/office/drawing/2014/main" id="{202F6CC5-7CE6-1E4B-AD63-19FB68D1C260}"/>
              </a:ext>
            </a:extLst>
          </p:cNvPr>
          <p:cNvSpPr/>
          <p:nvPr/>
        </p:nvSpPr>
        <p:spPr>
          <a:xfrm>
            <a:off x="618835" y="2594931"/>
            <a:ext cx="1116975" cy="990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ea typeface="+mn-ea"/>
                <a:cs typeface="+mn-cs"/>
              </a:rPr>
              <a:t>What</a:t>
            </a:r>
          </a:p>
        </p:txBody>
      </p:sp>
      <p:sp>
        <p:nvSpPr>
          <p:cNvPr id="55" name="Rectangle 54">
            <a:extLst>
              <a:ext uri="{FF2B5EF4-FFF2-40B4-BE49-F238E27FC236}">
                <a16:creationId xmlns:a16="http://schemas.microsoft.com/office/drawing/2014/main" id="{2450BED6-AB5C-9248-9252-7182739E96CF}"/>
              </a:ext>
            </a:extLst>
          </p:cNvPr>
          <p:cNvSpPr/>
          <p:nvPr/>
        </p:nvSpPr>
        <p:spPr>
          <a:xfrm>
            <a:off x="1735810" y="2594931"/>
            <a:ext cx="9837355" cy="990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ctr">
              <a:spcBef>
                <a:spcPts val="400"/>
              </a:spcBef>
              <a:spcAft>
                <a:spcPts val="400"/>
              </a:spcAft>
              <a:buClrTx/>
              <a:defRPr/>
            </a:pPr>
            <a:r>
              <a:rPr lang="en-US" sz="1600" b="1" kern="1200">
                <a:solidFill>
                  <a:schemeClr val="tx2"/>
                </a:solidFill>
              </a:rPr>
              <a:t>[Insert vision statement]</a:t>
            </a:r>
          </a:p>
        </p:txBody>
      </p:sp>
      <p:sp>
        <p:nvSpPr>
          <p:cNvPr id="56" name="Rectangle 55">
            <a:extLst>
              <a:ext uri="{FF2B5EF4-FFF2-40B4-BE49-F238E27FC236}">
                <a16:creationId xmlns:a16="http://schemas.microsoft.com/office/drawing/2014/main" id="{86120F31-5002-C24C-BD54-37E6A5A8C614}"/>
              </a:ext>
            </a:extLst>
          </p:cNvPr>
          <p:cNvSpPr/>
          <p:nvPr/>
        </p:nvSpPr>
        <p:spPr>
          <a:xfrm>
            <a:off x="618835" y="4111485"/>
            <a:ext cx="1116975" cy="21383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ea typeface="+mn-ea"/>
                <a:cs typeface="+mn-cs"/>
              </a:rPr>
              <a:t>How</a:t>
            </a:r>
          </a:p>
        </p:txBody>
      </p:sp>
      <p:sp>
        <p:nvSpPr>
          <p:cNvPr id="71" name="Rectangle 70">
            <a:extLst>
              <a:ext uri="{FF2B5EF4-FFF2-40B4-BE49-F238E27FC236}">
                <a16:creationId xmlns:a16="http://schemas.microsoft.com/office/drawing/2014/main" id="{A6411257-4AA3-AA4F-8155-9553DFE94099}"/>
              </a:ext>
            </a:extLst>
          </p:cNvPr>
          <p:cNvSpPr/>
          <p:nvPr/>
        </p:nvSpPr>
        <p:spPr>
          <a:xfrm>
            <a:off x="1921791" y="4111485"/>
            <a:ext cx="3123568" cy="213839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tlCol="0" anchor="t" anchorCtr="0"/>
          <a:lstStyle/>
          <a:p>
            <a:pPr marL="0" marR="0" lvl="0" indent="0" algn="ctr" defTabSz="914400" rtl="0" eaLnBrk="1" fontAlgn="auto" latinLnBrk="0" hangingPunct="1">
              <a:lnSpc>
                <a:spcPct val="100000"/>
              </a:lnSpc>
              <a:spcBef>
                <a:spcPts val="400"/>
              </a:spcBef>
              <a:spcAft>
                <a:spcPts val="400"/>
              </a:spcAft>
              <a:buClrTx/>
              <a:buSzTx/>
              <a:buFontTx/>
              <a:buNone/>
              <a:tabLst/>
              <a:defRPr/>
            </a:pPr>
            <a:r>
              <a:rPr kumimoji="0" lang="en-US" sz="1600" b="1" i="0" u="none" strike="noStrike" kern="1200" cap="none" spc="0" normalizeH="0" baseline="0" noProof="0">
                <a:ln>
                  <a:noFill/>
                </a:ln>
                <a:solidFill>
                  <a:schemeClr val="bg1"/>
                </a:solidFill>
                <a:effectLst/>
                <a:uLnTx/>
                <a:uFillTx/>
                <a:ea typeface="+mn-ea"/>
                <a:cs typeface="+mn-cs"/>
              </a:rPr>
              <a:t>[Insert must-win battle #1]</a:t>
            </a:r>
          </a:p>
          <a:p>
            <a:pPr marL="0" marR="0" lvl="0" indent="0" algn="ctr" defTabSz="914400" rtl="0" eaLnBrk="1" fontAlgn="auto" latinLnBrk="0" hangingPunct="1">
              <a:lnSpc>
                <a:spcPct val="100000"/>
              </a:lnSpc>
              <a:spcBef>
                <a:spcPts val="400"/>
              </a:spcBef>
              <a:spcAft>
                <a:spcPts val="400"/>
              </a:spcAft>
              <a:buClrTx/>
              <a:buSzTx/>
              <a:buFontTx/>
              <a:buNone/>
              <a:tabLst/>
              <a:defRPr/>
            </a:pPr>
            <a:r>
              <a:rPr kumimoji="0" lang="en-US" sz="1600" b="0" i="0" u="none" strike="noStrike" kern="1200" cap="none" spc="0" normalizeH="0" baseline="0" noProof="0">
                <a:ln>
                  <a:noFill/>
                </a:ln>
                <a:solidFill>
                  <a:schemeClr val="bg1"/>
                </a:solidFill>
                <a:effectLst/>
                <a:uLnTx/>
                <a:uFillTx/>
                <a:ea typeface="+mn-ea"/>
                <a:cs typeface="+mn-cs"/>
              </a:rPr>
              <a:t>[Add description and/or </a:t>
            </a:r>
            <a:r>
              <a:rPr kumimoji="0" lang="en-US" sz="1600" b="0" i="0" u="none" strike="noStrike" kern="1200" cap="none" spc="0" normalizeH="0" baseline="0" noProof="0" err="1">
                <a:ln>
                  <a:noFill/>
                </a:ln>
                <a:solidFill>
                  <a:schemeClr val="bg1"/>
                </a:solidFill>
                <a:effectLst/>
                <a:uLnTx/>
                <a:uFillTx/>
                <a:ea typeface="+mn-ea"/>
                <a:cs typeface="+mn-cs"/>
              </a:rPr>
              <a:t>ke</a:t>
            </a:r>
            <a:r>
              <a:rPr lang="en-US" sz="1600" kern="1200">
                <a:solidFill>
                  <a:schemeClr val="bg1"/>
                </a:solidFill>
              </a:rPr>
              <a:t>y strategic initiatives]</a:t>
            </a:r>
            <a:endParaRPr kumimoji="0" lang="en-US" sz="1600" b="0" i="0" u="none" strike="noStrike" kern="1200" cap="none" spc="0" normalizeH="0" baseline="0" noProof="0">
              <a:ln>
                <a:noFill/>
              </a:ln>
              <a:solidFill>
                <a:schemeClr val="bg1"/>
              </a:solidFill>
              <a:effectLst/>
              <a:uLnTx/>
              <a:uFillTx/>
              <a:ea typeface="+mn-ea"/>
              <a:cs typeface="+mn-cs"/>
            </a:endParaRPr>
          </a:p>
        </p:txBody>
      </p:sp>
      <p:sp>
        <p:nvSpPr>
          <p:cNvPr id="72" name="Rectangle 71">
            <a:extLst>
              <a:ext uri="{FF2B5EF4-FFF2-40B4-BE49-F238E27FC236}">
                <a16:creationId xmlns:a16="http://schemas.microsoft.com/office/drawing/2014/main" id="{53C7990F-2178-914B-858A-DFD080E92928}"/>
              </a:ext>
            </a:extLst>
          </p:cNvPr>
          <p:cNvSpPr/>
          <p:nvPr/>
        </p:nvSpPr>
        <p:spPr>
          <a:xfrm>
            <a:off x="5184462" y="4111485"/>
            <a:ext cx="3124800" cy="21383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tlCol="0" anchor="t" anchorCtr="0"/>
          <a:lstStyle/>
          <a:p>
            <a:pPr lvl="0" algn="ctr">
              <a:spcBef>
                <a:spcPts val="400"/>
              </a:spcBef>
              <a:spcAft>
                <a:spcPts val="400"/>
              </a:spcAft>
              <a:buClrTx/>
              <a:defRPr/>
            </a:pPr>
            <a:r>
              <a:rPr lang="en-US" sz="1600" b="1" kern="1200">
                <a:solidFill>
                  <a:schemeClr val="tx2"/>
                </a:solidFill>
              </a:rPr>
              <a:t>[Insert must-win battle #2]</a:t>
            </a:r>
          </a:p>
          <a:p>
            <a:pPr lvl="0" algn="ctr">
              <a:spcBef>
                <a:spcPts val="400"/>
              </a:spcBef>
              <a:spcAft>
                <a:spcPts val="400"/>
              </a:spcAft>
              <a:buClrTx/>
              <a:defRPr/>
            </a:pPr>
            <a:r>
              <a:rPr lang="en-US" sz="1600" kern="1200">
                <a:solidFill>
                  <a:schemeClr val="tx2"/>
                </a:solidFill>
              </a:rPr>
              <a:t>[Add description and/or key strategic initiatives]</a:t>
            </a:r>
          </a:p>
        </p:txBody>
      </p:sp>
      <p:sp>
        <p:nvSpPr>
          <p:cNvPr id="73" name="Rectangle 72">
            <a:extLst>
              <a:ext uri="{FF2B5EF4-FFF2-40B4-BE49-F238E27FC236}">
                <a16:creationId xmlns:a16="http://schemas.microsoft.com/office/drawing/2014/main" id="{05CA965D-FA1D-8A47-8A01-D93DF46C66C9}"/>
              </a:ext>
            </a:extLst>
          </p:cNvPr>
          <p:cNvSpPr/>
          <p:nvPr/>
        </p:nvSpPr>
        <p:spPr>
          <a:xfrm>
            <a:off x="8448365" y="4111485"/>
            <a:ext cx="3124800" cy="21383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tlCol="0" anchor="t" anchorCtr="0"/>
          <a:lstStyle/>
          <a:p>
            <a:pPr lvl="0" algn="ctr">
              <a:spcBef>
                <a:spcPts val="400"/>
              </a:spcBef>
              <a:spcAft>
                <a:spcPts val="400"/>
              </a:spcAft>
              <a:buClrTx/>
              <a:defRPr/>
            </a:pPr>
            <a:r>
              <a:rPr lang="en-US" sz="1600" b="1" kern="1200">
                <a:solidFill>
                  <a:schemeClr val="tx2"/>
                </a:solidFill>
              </a:rPr>
              <a:t>[Insert must-win battle #3]</a:t>
            </a:r>
          </a:p>
          <a:p>
            <a:pPr lvl="0" algn="ctr">
              <a:spcBef>
                <a:spcPts val="400"/>
              </a:spcBef>
              <a:spcAft>
                <a:spcPts val="400"/>
              </a:spcAft>
              <a:buClrTx/>
              <a:defRPr/>
            </a:pPr>
            <a:r>
              <a:rPr lang="en-US" sz="1600" kern="1200">
                <a:solidFill>
                  <a:schemeClr val="tx2"/>
                </a:solidFill>
              </a:rPr>
              <a:t>[Add description and/or key strategic initiatives]</a:t>
            </a:r>
          </a:p>
        </p:txBody>
      </p:sp>
      <p:sp>
        <p:nvSpPr>
          <p:cNvPr id="3" name="Triangle 2">
            <a:extLst>
              <a:ext uri="{FF2B5EF4-FFF2-40B4-BE49-F238E27FC236}">
                <a16:creationId xmlns:a16="http://schemas.microsoft.com/office/drawing/2014/main" id="{0B9F4444-6EEA-9147-9E63-53E8EFB9CE19}"/>
              </a:ext>
            </a:extLst>
          </p:cNvPr>
          <p:cNvSpPr/>
          <p:nvPr/>
        </p:nvSpPr>
        <p:spPr>
          <a:xfrm>
            <a:off x="3003128" y="3732271"/>
            <a:ext cx="960895" cy="232474"/>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riangle 73">
            <a:extLst>
              <a:ext uri="{FF2B5EF4-FFF2-40B4-BE49-F238E27FC236}">
                <a16:creationId xmlns:a16="http://schemas.microsoft.com/office/drawing/2014/main" id="{9D8BD485-889F-0F42-97C0-F33A62C219CD}"/>
              </a:ext>
            </a:extLst>
          </p:cNvPr>
          <p:cNvSpPr/>
          <p:nvPr/>
        </p:nvSpPr>
        <p:spPr>
          <a:xfrm>
            <a:off x="6266415" y="3732271"/>
            <a:ext cx="960895" cy="232474"/>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5" name="Triangle 74">
            <a:extLst>
              <a:ext uri="{FF2B5EF4-FFF2-40B4-BE49-F238E27FC236}">
                <a16:creationId xmlns:a16="http://schemas.microsoft.com/office/drawing/2014/main" id="{AAE2A9F4-5468-4241-815F-ECC8876E1B0D}"/>
              </a:ext>
            </a:extLst>
          </p:cNvPr>
          <p:cNvSpPr/>
          <p:nvPr/>
        </p:nvSpPr>
        <p:spPr>
          <a:xfrm>
            <a:off x="9530318" y="3732271"/>
            <a:ext cx="960895" cy="232474"/>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14940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503418-50BE-5265-6179-2F85DD36B7F4}"/>
              </a:ext>
            </a:extLst>
          </p:cNvPr>
          <p:cNvSpPr>
            <a:spLocks noGrp="1"/>
          </p:cNvSpPr>
          <p:nvPr>
            <p:ph type="ctrTitle"/>
          </p:nvPr>
        </p:nvSpPr>
        <p:spPr/>
        <p:txBody>
          <a:bodyPr/>
          <a:lstStyle/>
          <a:p>
            <a:r>
              <a:rPr lang="en-US" dirty="0"/>
              <a:t>Bullet points</a:t>
            </a:r>
          </a:p>
        </p:txBody>
      </p:sp>
      <p:sp>
        <p:nvSpPr>
          <p:cNvPr id="6" name="Text Placeholder 5">
            <a:extLst>
              <a:ext uri="{FF2B5EF4-FFF2-40B4-BE49-F238E27FC236}">
                <a16:creationId xmlns:a16="http://schemas.microsoft.com/office/drawing/2014/main" id="{4BCDEFC5-1FDB-EE65-9571-986173623325}"/>
              </a:ext>
            </a:extLst>
          </p:cNvPr>
          <p:cNvSpPr>
            <a:spLocks noGrp="1"/>
          </p:cNvSpPr>
          <p:nvPr>
            <p:ph type="body" sz="quarter" idx="14"/>
          </p:nvPr>
        </p:nvSpPr>
        <p:spPr/>
        <p:txBody>
          <a:bodyPr/>
          <a:lstStyle/>
          <a:p>
            <a:r>
              <a:rPr lang="en-US" dirty="0"/>
              <a:t>04</a:t>
            </a:r>
          </a:p>
        </p:txBody>
      </p:sp>
    </p:spTree>
    <p:extLst>
      <p:ext uri="{BB962C8B-B14F-4D97-AF65-F5344CB8AC3E}">
        <p14:creationId xmlns:p14="http://schemas.microsoft.com/office/powerpoint/2010/main" val="29209420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8604E7-6109-A630-6CD0-2C858C40CD4D}"/>
              </a:ext>
            </a:extLst>
          </p:cNvPr>
          <p:cNvSpPr>
            <a:spLocks noGrp="1"/>
          </p:cNvSpPr>
          <p:nvPr>
            <p:ph type="title"/>
          </p:nvPr>
        </p:nvSpPr>
        <p:spPr/>
        <p:txBody>
          <a:bodyPr/>
          <a:lstStyle/>
          <a:p>
            <a:r>
              <a:rPr lang="en-US"/>
              <a:t>[Insert team/BU/client]’s objectives are [insert objectives]</a:t>
            </a:r>
          </a:p>
        </p:txBody>
      </p:sp>
      <p:sp>
        <p:nvSpPr>
          <p:cNvPr id="2" name="Subtitle 1">
            <a:extLst>
              <a:ext uri="{FF2B5EF4-FFF2-40B4-BE49-F238E27FC236}">
                <a16:creationId xmlns:a16="http://schemas.microsoft.com/office/drawing/2014/main" id="{B4B36952-2E27-A10C-DEEE-E0E493303200}"/>
              </a:ext>
            </a:extLst>
          </p:cNvPr>
          <p:cNvSpPr>
            <a:spLocks noGrp="1"/>
          </p:cNvSpPr>
          <p:nvPr>
            <p:ph type="subTitle" idx="1"/>
          </p:nvPr>
        </p:nvSpPr>
        <p:spPr/>
        <p:txBody>
          <a:bodyPr/>
          <a:lstStyle/>
          <a:p>
            <a:endParaRPr lang="en-US"/>
          </a:p>
        </p:txBody>
      </p:sp>
      <p:sp>
        <p:nvSpPr>
          <p:cNvPr id="8" name="Rectangle 3">
            <a:extLst>
              <a:ext uri="{FF2B5EF4-FFF2-40B4-BE49-F238E27FC236}">
                <a16:creationId xmlns:a16="http://schemas.microsoft.com/office/drawing/2014/main" id="{D33CF0A0-036C-D51B-E9DD-443369E5982E}"/>
              </a:ext>
            </a:extLst>
          </p:cNvPr>
          <p:cNvSpPr/>
          <p:nvPr/>
        </p:nvSpPr>
        <p:spPr>
          <a:xfrm>
            <a:off x="554736" y="2182632"/>
            <a:ext cx="3604876" cy="3900555"/>
          </a:xfrm>
          <a:prstGeom prst="rect">
            <a:avLst/>
          </a:prstGeom>
          <a:solidFill>
            <a:schemeClr val="bg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effectLst/>
              <a:uLnTx/>
              <a:uFillTx/>
              <a:latin typeface="Arial" panose="020B0604020202020204" pitchFamily="34" charset="0"/>
            </a:endParaRPr>
          </a:p>
        </p:txBody>
      </p:sp>
      <p:sp>
        <p:nvSpPr>
          <p:cNvPr id="9" name="Rectangle 4">
            <a:extLst>
              <a:ext uri="{FF2B5EF4-FFF2-40B4-BE49-F238E27FC236}">
                <a16:creationId xmlns:a16="http://schemas.microsoft.com/office/drawing/2014/main" id="{4871D331-C2CF-E6B1-7E3B-28007C4EE770}"/>
              </a:ext>
            </a:extLst>
          </p:cNvPr>
          <p:cNvSpPr/>
          <p:nvPr/>
        </p:nvSpPr>
        <p:spPr>
          <a:xfrm>
            <a:off x="4292324" y="2182632"/>
            <a:ext cx="3604876" cy="3900555"/>
          </a:xfrm>
          <a:prstGeom prst="rect">
            <a:avLst/>
          </a:prstGeom>
          <a:solidFill>
            <a:schemeClr val="bg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effectLst/>
              <a:uLnTx/>
              <a:uFillTx/>
              <a:latin typeface="Arial" panose="020B0604020202020204" pitchFamily="34" charset="0"/>
            </a:endParaRPr>
          </a:p>
        </p:txBody>
      </p:sp>
      <p:sp>
        <p:nvSpPr>
          <p:cNvPr id="10" name="Rectangle 5">
            <a:extLst>
              <a:ext uri="{FF2B5EF4-FFF2-40B4-BE49-F238E27FC236}">
                <a16:creationId xmlns:a16="http://schemas.microsoft.com/office/drawing/2014/main" id="{F0A0380B-F1E7-C9DD-6531-625110E9DC58}"/>
              </a:ext>
            </a:extLst>
          </p:cNvPr>
          <p:cNvSpPr/>
          <p:nvPr/>
        </p:nvSpPr>
        <p:spPr>
          <a:xfrm>
            <a:off x="8029912" y="2182632"/>
            <a:ext cx="3604876" cy="3900555"/>
          </a:xfrm>
          <a:prstGeom prst="rect">
            <a:avLst/>
          </a:prstGeom>
          <a:solidFill>
            <a:schemeClr val="bg1">
              <a:lumMod val="95000"/>
            </a:schemeClr>
          </a:solidFill>
          <a:effectLst/>
        </p:spPr>
        <p:txBody>
          <a:bodyPr lIns="108000" tIns="72000" rIns="72000" bIns="72000" anchor="ctr"/>
          <a:lstStyle/>
          <a:p>
            <a:pPr marL="0" marR="0" lvl="0" indent="0" defTabSz="1087636" eaLnBrk="1" fontAlgn="auto" latinLnBrk="0" hangingPunct="1">
              <a:lnSpc>
                <a:spcPct val="100000"/>
              </a:lnSpc>
              <a:spcBef>
                <a:spcPts val="0"/>
              </a:spcBef>
              <a:spcAft>
                <a:spcPts val="0"/>
              </a:spcAft>
              <a:buClrTx/>
              <a:buSzTx/>
              <a:buFontTx/>
              <a:buNone/>
              <a:tabLst/>
              <a:defRPr/>
            </a:pPr>
            <a:endParaRPr kumimoji="0" lang="en-US" sz="1200" u="none" strike="noStrike" kern="0" cap="none" spc="0" normalizeH="0" baseline="0" noProof="0">
              <a:ln>
                <a:noFill/>
              </a:ln>
              <a:effectLst/>
              <a:uLnTx/>
              <a:uFillTx/>
              <a:latin typeface="Arial" panose="020B0604020202020204" pitchFamily="34" charset="0"/>
            </a:endParaRPr>
          </a:p>
        </p:txBody>
      </p:sp>
      <p:sp>
        <p:nvSpPr>
          <p:cNvPr id="11" name="TextBox 30">
            <a:extLst>
              <a:ext uri="{FF2B5EF4-FFF2-40B4-BE49-F238E27FC236}">
                <a16:creationId xmlns:a16="http://schemas.microsoft.com/office/drawing/2014/main" id="{4208C520-5602-2806-592A-0420C8738DBE}"/>
              </a:ext>
            </a:extLst>
          </p:cNvPr>
          <p:cNvSpPr txBox="1"/>
          <p:nvPr/>
        </p:nvSpPr>
        <p:spPr>
          <a:xfrm>
            <a:off x="737435" y="3124756"/>
            <a:ext cx="3239478" cy="276999"/>
          </a:xfrm>
          <a:prstGeom prst="rect">
            <a:avLst/>
          </a:prstGeom>
          <a:noFill/>
        </p:spPr>
        <p:txBody>
          <a:bodyPr wrap="square" lIns="0" tIns="0" rIns="0" bIns="0"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chemeClr val="tx1"/>
                </a:solidFill>
                <a:effectLst/>
                <a:uLnTx/>
                <a:uFillTx/>
                <a:cs typeface="Poppins" pitchFamily="2" charset="77"/>
              </a:rPr>
              <a:t>[Insert objective]</a:t>
            </a:r>
          </a:p>
        </p:txBody>
      </p:sp>
      <p:sp>
        <p:nvSpPr>
          <p:cNvPr id="13" name="TextBox 31">
            <a:extLst>
              <a:ext uri="{FF2B5EF4-FFF2-40B4-BE49-F238E27FC236}">
                <a16:creationId xmlns:a16="http://schemas.microsoft.com/office/drawing/2014/main" id="{A6732745-9B5B-2E68-1F58-904D8369BACB}"/>
              </a:ext>
            </a:extLst>
          </p:cNvPr>
          <p:cNvSpPr txBox="1"/>
          <p:nvPr/>
        </p:nvSpPr>
        <p:spPr>
          <a:xfrm>
            <a:off x="4475023" y="3124756"/>
            <a:ext cx="3239478" cy="276999"/>
          </a:xfrm>
          <a:prstGeom prst="rect">
            <a:avLst/>
          </a:prstGeom>
          <a:noFill/>
        </p:spPr>
        <p:txBody>
          <a:bodyPr wrap="square" lIns="0" tIns="0" rIns="0" bIns="0"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chemeClr val="tx1"/>
                </a:solidFill>
                <a:effectLst/>
                <a:uLnTx/>
                <a:uFillTx/>
                <a:cs typeface="Poppins" pitchFamily="2" charset="77"/>
              </a:rPr>
              <a:t>[Insert objective]</a:t>
            </a:r>
          </a:p>
        </p:txBody>
      </p:sp>
      <p:sp>
        <p:nvSpPr>
          <p:cNvPr id="14" name="TextBox 32">
            <a:extLst>
              <a:ext uri="{FF2B5EF4-FFF2-40B4-BE49-F238E27FC236}">
                <a16:creationId xmlns:a16="http://schemas.microsoft.com/office/drawing/2014/main" id="{E70C4F62-F2C4-37DE-DD4D-A5F90E3EF609}"/>
              </a:ext>
            </a:extLst>
          </p:cNvPr>
          <p:cNvSpPr txBox="1"/>
          <p:nvPr/>
        </p:nvSpPr>
        <p:spPr>
          <a:xfrm>
            <a:off x="8212611" y="3124756"/>
            <a:ext cx="3239478" cy="276999"/>
          </a:xfrm>
          <a:prstGeom prst="rect">
            <a:avLst/>
          </a:prstGeom>
          <a:noFill/>
        </p:spPr>
        <p:txBody>
          <a:bodyPr wrap="square" lIns="0" tIns="0" rIns="0" bIns="0"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chemeClr val="tx1"/>
                </a:solidFill>
                <a:effectLst/>
                <a:uLnTx/>
                <a:uFillTx/>
                <a:cs typeface="Poppins" pitchFamily="2" charset="77"/>
              </a:rPr>
              <a:t>[Insert objective]</a:t>
            </a:r>
          </a:p>
        </p:txBody>
      </p:sp>
      <p:sp>
        <p:nvSpPr>
          <p:cNvPr id="18" name="Oval 7">
            <a:extLst>
              <a:ext uri="{FF2B5EF4-FFF2-40B4-BE49-F238E27FC236}">
                <a16:creationId xmlns:a16="http://schemas.microsoft.com/office/drawing/2014/main" id="{28239188-CC37-2593-7DEC-83BC5373A745}"/>
              </a:ext>
            </a:extLst>
          </p:cNvPr>
          <p:cNvSpPr/>
          <p:nvPr/>
        </p:nvSpPr>
        <p:spPr>
          <a:xfrm>
            <a:off x="1790329" y="1587797"/>
            <a:ext cx="1133689" cy="1134158"/>
          </a:xfrm>
          <a:prstGeom prst="ellipse">
            <a:avLst/>
          </a:prstGeom>
          <a:solidFill>
            <a:schemeClr val="accent1"/>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rPr>
              <a:t>1</a:t>
            </a:r>
          </a:p>
        </p:txBody>
      </p:sp>
      <p:sp>
        <p:nvSpPr>
          <p:cNvPr id="19" name="Oval 9">
            <a:extLst>
              <a:ext uri="{FF2B5EF4-FFF2-40B4-BE49-F238E27FC236}">
                <a16:creationId xmlns:a16="http://schemas.microsoft.com/office/drawing/2014/main" id="{C0BD22F3-5186-4A42-566A-2156533DCE39}"/>
              </a:ext>
            </a:extLst>
          </p:cNvPr>
          <p:cNvSpPr/>
          <p:nvPr/>
        </p:nvSpPr>
        <p:spPr>
          <a:xfrm>
            <a:off x="9265505" y="1587797"/>
            <a:ext cx="1133689" cy="1134158"/>
          </a:xfrm>
          <a:prstGeom prst="ellipse">
            <a:avLst/>
          </a:prstGeom>
          <a:solidFill>
            <a:schemeClr val="tx2"/>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schemeClr val="bg1"/>
                </a:solidFill>
                <a:effectLst/>
                <a:uLnTx/>
                <a:uFillTx/>
                <a:latin typeface="Arial" panose="020B0604020202020204" pitchFamily="34" charset="0"/>
                <a:cs typeface="Arial" panose="020B0604020202020204" pitchFamily="34" charset="0"/>
              </a:rPr>
              <a:t>3</a:t>
            </a:r>
          </a:p>
        </p:txBody>
      </p:sp>
      <p:sp>
        <p:nvSpPr>
          <p:cNvPr id="20" name="Oval 8">
            <a:extLst>
              <a:ext uri="{FF2B5EF4-FFF2-40B4-BE49-F238E27FC236}">
                <a16:creationId xmlns:a16="http://schemas.microsoft.com/office/drawing/2014/main" id="{365F22A6-B2E3-98FE-2C3F-E2AF895A956B}"/>
              </a:ext>
            </a:extLst>
          </p:cNvPr>
          <p:cNvSpPr/>
          <p:nvPr/>
        </p:nvSpPr>
        <p:spPr>
          <a:xfrm>
            <a:off x="5527918" y="1587797"/>
            <a:ext cx="1133689" cy="1134158"/>
          </a:xfrm>
          <a:prstGeom prst="ellipse">
            <a:avLst/>
          </a:prstGeom>
          <a:solidFill>
            <a:schemeClr val="accent5"/>
          </a:solidFill>
          <a:ln>
            <a:noFill/>
          </a:ln>
          <a:effectLst/>
        </p:spPr>
        <p:txBody>
          <a:bodyPr rtlCol="0" anchor="ctr"/>
          <a:lstStyle/>
          <a:p>
            <a:pPr algn="ctr"/>
            <a:r>
              <a:rPr lang="en-US" sz="2800" b="1" kern="0">
                <a:solidFill>
                  <a:schemeClr val="bg1"/>
                </a:solidFill>
                <a:latin typeface="Arial" panose="020B0604020202020204" pitchFamily="34" charset="0"/>
                <a:cs typeface="Arial" panose="020B0604020202020204" pitchFamily="34" charset="0"/>
              </a:rPr>
              <a:t>2</a:t>
            </a:r>
          </a:p>
        </p:txBody>
      </p:sp>
      <p:sp>
        <p:nvSpPr>
          <p:cNvPr id="3" name="TextBox 30">
            <a:extLst>
              <a:ext uri="{FF2B5EF4-FFF2-40B4-BE49-F238E27FC236}">
                <a16:creationId xmlns:a16="http://schemas.microsoft.com/office/drawing/2014/main" id="{1409155D-9C08-7BAC-B56C-66A3EE569C7F}"/>
              </a:ext>
            </a:extLst>
          </p:cNvPr>
          <p:cNvSpPr txBox="1"/>
          <p:nvPr/>
        </p:nvSpPr>
        <p:spPr>
          <a:xfrm>
            <a:off x="737434" y="3756241"/>
            <a:ext cx="3239478" cy="246221"/>
          </a:xfrm>
          <a:prstGeom prst="rect">
            <a:avLst/>
          </a:prstGeom>
          <a:noFill/>
        </p:spPr>
        <p:txBody>
          <a:bodyPr wrap="square" lIns="0" tIns="0" rIns="0" bIns="0" rtlCol="0" anchor="t"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chemeClr val="tx1"/>
                </a:solidFill>
                <a:effectLst/>
                <a:uLnTx/>
                <a:uFillTx/>
                <a:cs typeface="Poppins" pitchFamily="2" charset="77"/>
              </a:rPr>
              <a:t>[Insert description of objective]</a:t>
            </a:r>
          </a:p>
        </p:txBody>
      </p:sp>
      <p:sp>
        <p:nvSpPr>
          <p:cNvPr id="7" name="TextBox 30">
            <a:extLst>
              <a:ext uri="{FF2B5EF4-FFF2-40B4-BE49-F238E27FC236}">
                <a16:creationId xmlns:a16="http://schemas.microsoft.com/office/drawing/2014/main" id="{63223D81-F967-FDC5-D991-FB127F8D6916}"/>
              </a:ext>
            </a:extLst>
          </p:cNvPr>
          <p:cNvSpPr txBox="1"/>
          <p:nvPr/>
        </p:nvSpPr>
        <p:spPr>
          <a:xfrm>
            <a:off x="4475023" y="3756241"/>
            <a:ext cx="3239478" cy="246221"/>
          </a:xfrm>
          <a:prstGeom prst="rect">
            <a:avLst/>
          </a:prstGeom>
          <a:noFill/>
        </p:spPr>
        <p:txBody>
          <a:bodyPr wrap="square" lIns="0" tIns="0" rIns="0" bIns="0" rtlCol="0" anchor="t"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chemeClr val="tx1"/>
                </a:solidFill>
                <a:effectLst/>
                <a:uLnTx/>
                <a:uFillTx/>
                <a:cs typeface="Poppins" pitchFamily="2" charset="77"/>
              </a:rPr>
              <a:t>[Insert description of objective]</a:t>
            </a:r>
          </a:p>
        </p:txBody>
      </p:sp>
      <p:sp>
        <p:nvSpPr>
          <p:cNvPr id="12" name="TextBox 30">
            <a:extLst>
              <a:ext uri="{FF2B5EF4-FFF2-40B4-BE49-F238E27FC236}">
                <a16:creationId xmlns:a16="http://schemas.microsoft.com/office/drawing/2014/main" id="{1F06ABC8-6870-5654-F861-133D72E27197}"/>
              </a:ext>
            </a:extLst>
          </p:cNvPr>
          <p:cNvSpPr txBox="1"/>
          <p:nvPr/>
        </p:nvSpPr>
        <p:spPr>
          <a:xfrm>
            <a:off x="8212611" y="3756241"/>
            <a:ext cx="3239478" cy="246221"/>
          </a:xfrm>
          <a:prstGeom prst="rect">
            <a:avLst/>
          </a:prstGeom>
          <a:noFill/>
        </p:spPr>
        <p:txBody>
          <a:bodyPr wrap="square" lIns="0" tIns="0" rIns="0" bIns="0" rtlCol="0" anchor="t"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chemeClr val="tx1"/>
                </a:solidFill>
                <a:effectLst/>
                <a:uLnTx/>
                <a:uFillTx/>
                <a:cs typeface="Poppins" pitchFamily="2" charset="77"/>
              </a:rPr>
              <a:t>[Insert description of objective]</a:t>
            </a:r>
          </a:p>
        </p:txBody>
      </p:sp>
    </p:spTree>
    <p:extLst>
      <p:ext uri="{BB962C8B-B14F-4D97-AF65-F5344CB8AC3E}">
        <p14:creationId xmlns:p14="http://schemas.microsoft.com/office/powerpoint/2010/main" val="3120044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95BD3B75-05DE-2A8D-F636-C76FB236286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95BD3B75-05DE-2A8D-F636-C76FB23628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6" name="Rectangle 3">
            <a:extLst>
              <a:ext uri="{FF2B5EF4-FFF2-40B4-BE49-F238E27FC236}">
                <a16:creationId xmlns:a16="http://schemas.microsoft.com/office/drawing/2014/main" id="{F28D6CF1-2E18-1D6C-28FA-A196A2D49DEC}"/>
              </a:ext>
            </a:extLst>
          </p:cNvPr>
          <p:cNvSpPr/>
          <p:nvPr/>
        </p:nvSpPr>
        <p:spPr>
          <a:xfrm>
            <a:off x="554736" y="2099418"/>
            <a:ext cx="2696188" cy="3858632"/>
          </a:xfrm>
          <a:prstGeom prst="rect">
            <a:avLst/>
          </a:prstGeom>
          <a:solidFill>
            <a:schemeClr val="bg1">
              <a:lumMod val="95000"/>
            </a:schemeClr>
          </a:solidFill>
          <a:effectLst/>
        </p:spPr>
        <p:txBody>
          <a:bodyPr lIns="108000" tIns="648000" rIns="72000" bIns="72000" anchor="t"/>
          <a:lstStyle/>
          <a:p>
            <a:pPr marL="0" marR="0" lvl="0" indent="0" algn="ctr" defTabSz="1087636"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a:ln>
                  <a:noFill/>
                </a:ln>
                <a:effectLst/>
                <a:uLnTx/>
                <a:uFillTx/>
                <a:latin typeface="Arial" panose="020B0604020202020204" pitchFamily="34" charset="0"/>
              </a:rPr>
              <a:t>[Insert key finding]</a:t>
            </a:r>
          </a:p>
          <a:p>
            <a:pPr marL="0" marR="0" lvl="0" indent="0" algn="ctr" defTabSz="1087636" eaLnBrk="1" fontAlgn="auto" latinLnBrk="0" hangingPunct="1">
              <a:lnSpc>
                <a:spcPct val="100000"/>
              </a:lnSpc>
              <a:spcBef>
                <a:spcPts val="0"/>
              </a:spcBef>
              <a:spcAft>
                <a:spcPts val="1200"/>
              </a:spcAft>
              <a:buClrTx/>
              <a:buSzTx/>
              <a:buFontTx/>
              <a:buNone/>
              <a:tabLst/>
              <a:defRPr/>
            </a:pPr>
            <a:endParaRPr lang="en-US" sz="1400" b="1" kern="0">
              <a:latin typeface="Arial" panose="020B0604020202020204" pitchFamily="34" charset="0"/>
            </a:endParaRPr>
          </a:p>
          <a:p>
            <a:pPr marL="285750" marR="0" lvl="0" indent="-285750" defTabSz="1087636"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kern="0">
                <a:latin typeface="Arial" panose="020B0604020202020204" pitchFamily="34" charset="0"/>
              </a:rPr>
              <a:t>[Insert short description of key finding incl. any supporting statistics]</a:t>
            </a:r>
            <a:endParaRPr lang="en-US" sz="1600" b="1" kern="0">
              <a:latin typeface="Arial" panose="020B0604020202020204" pitchFamily="34" charset="0"/>
            </a:endParaRPr>
          </a:p>
          <a:p>
            <a:pPr marL="285750" marR="0" lvl="0" indent="-285750" defTabSz="1087636"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kern="0">
                <a:latin typeface="Arial" panose="020B0604020202020204" pitchFamily="34" charset="0"/>
              </a:rPr>
              <a:t>[Insert short description of key finding incl. any supporting statistics]</a:t>
            </a:r>
          </a:p>
          <a:p>
            <a:pPr marL="285750" indent="-285750" defTabSz="1087636">
              <a:spcAft>
                <a:spcPts val="1200"/>
              </a:spcAft>
              <a:buFont typeface="Arial" panose="020B0604020202020204" pitchFamily="34" charset="0"/>
              <a:buChar char="•"/>
              <a:defRPr/>
            </a:pPr>
            <a:r>
              <a:rPr lang="en-US" sz="1400" kern="0">
                <a:latin typeface="Arial" panose="020B0604020202020204" pitchFamily="34" charset="0"/>
              </a:rPr>
              <a:t>[Insert impact, implication, or next step]</a:t>
            </a:r>
          </a:p>
          <a:p>
            <a:pPr marL="285750" marR="0" lvl="0" indent="-285750" defTabSz="1087636"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kern="0">
              <a:latin typeface="Arial" panose="020B0604020202020204" pitchFamily="34" charset="0"/>
            </a:endParaRPr>
          </a:p>
        </p:txBody>
      </p:sp>
      <p:sp>
        <p:nvSpPr>
          <p:cNvPr id="37" name="Rectangle 4">
            <a:extLst>
              <a:ext uri="{FF2B5EF4-FFF2-40B4-BE49-F238E27FC236}">
                <a16:creationId xmlns:a16="http://schemas.microsoft.com/office/drawing/2014/main" id="{0EC88BF6-1E40-EAFA-CF34-56FFBFDED9F5}"/>
              </a:ext>
            </a:extLst>
          </p:cNvPr>
          <p:cNvSpPr/>
          <p:nvPr/>
        </p:nvSpPr>
        <p:spPr>
          <a:xfrm>
            <a:off x="3350183" y="2099418"/>
            <a:ext cx="2696188" cy="3858632"/>
          </a:xfrm>
          <a:prstGeom prst="rect">
            <a:avLst/>
          </a:prstGeom>
          <a:solidFill>
            <a:schemeClr val="bg1">
              <a:lumMod val="95000"/>
            </a:schemeClr>
          </a:solidFill>
          <a:effectLst/>
        </p:spPr>
        <p:txBody>
          <a:bodyPr lIns="108000" tIns="648000" rIns="72000" bIns="72000" anchor="t"/>
          <a:lstStyle/>
          <a:p>
            <a:pPr marL="0" marR="0" lvl="0" indent="0" algn="ctr" defTabSz="1087636"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a:ln>
                  <a:noFill/>
                </a:ln>
                <a:effectLst/>
                <a:uLnTx/>
                <a:uFillTx/>
                <a:latin typeface="Arial" panose="020B0604020202020204" pitchFamily="34" charset="0"/>
              </a:rPr>
              <a:t>[Insert key finding]</a:t>
            </a:r>
          </a:p>
          <a:p>
            <a:pPr marL="0" marR="0" lvl="0" indent="0" algn="ctr" defTabSz="1087636" eaLnBrk="1" fontAlgn="auto" latinLnBrk="0" hangingPunct="1">
              <a:lnSpc>
                <a:spcPct val="100000"/>
              </a:lnSpc>
              <a:spcBef>
                <a:spcPts val="0"/>
              </a:spcBef>
              <a:spcAft>
                <a:spcPts val="1200"/>
              </a:spcAft>
              <a:buClrTx/>
              <a:buSzTx/>
              <a:buFontTx/>
              <a:buNone/>
              <a:tabLst/>
              <a:defRPr/>
            </a:pPr>
            <a:endParaRPr lang="en-US" sz="1400" b="1" kern="0">
              <a:latin typeface="Arial" panose="020B0604020202020204" pitchFamily="34" charset="0"/>
            </a:endParaRPr>
          </a:p>
          <a:p>
            <a:pPr marL="285750" marR="0" lvl="0" indent="-285750" defTabSz="1087636"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kern="0">
                <a:latin typeface="Arial" panose="020B0604020202020204" pitchFamily="34" charset="0"/>
              </a:rPr>
              <a:t>[Insert short description of key finding incl. any supporting statistics]</a:t>
            </a:r>
            <a:endParaRPr lang="en-US" sz="1400" b="1" kern="0">
              <a:latin typeface="Arial" panose="020B0604020202020204" pitchFamily="34" charset="0"/>
            </a:endParaRPr>
          </a:p>
          <a:p>
            <a:pPr marL="285750" marR="0" lvl="0" indent="-285750" defTabSz="1087636"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kern="0">
                <a:latin typeface="Arial" panose="020B0604020202020204" pitchFamily="34" charset="0"/>
              </a:rPr>
              <a:t>[Insert short description of key finding incl. any supporting statistics]</a:t>
            </a:r>
          </a:p>
          <a:p>
            <a:pPr marL="285750" indent="-285750" defTabSz="1087636">
              <a:spcAft>
                <a:spcPts val="1200"/>
              </a:spcAft>
              <a:buFont typeface="Arial" panose="020B0604020202020204" pitchFamily="34" charset="0"/>
              <a:buChar char="•"/>
              <a:defRPr/>
            </a:pPr>
            <a:r>
              <a:rPr lang="en-US" sz="1400" kern="0">
                <a:latin typeface="Arial" panose="020B0604020202020204" pitchFamily="34" charset="0"/>
              </a:rPr>
              <a:t>[Insert impact, implication, or next step]</a:t>
            </a:r>
          </a:p>
          <a:p>
            <a:pPr marL="285750" marR="0" lvl="0" indent="-285750" defTabSz="1087636"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0">
              <a:latin typeface="Arial" panose="020B0604020202020204" pitchFamily="34" charset="0"/>
            </a:endParaRPr>
          </a:p>
        </p:txBody>
      </p:sp>
      <p:sp>
        <p:nvSpPr>
          <p:cNvPr id="38" name="Rectangle 5">
            <a:extLst>
              <a:ext uri="{FF2B5EF4-FFF2-40B4-BE49-F238E27FC236}">
                <a16:creationId xmlns:a16="http://schemas.microsoft.com/office/drawing/2014/main" id="{318B3175-BB9E-4F6C-86E0-B7A3BE33B23A}"/>
              </a:ext>
            </a:extLst>
          </p:cNvPr>
          <p:cNvSpPr/>
          <p:nvPr/>
        </p:nvSpPr>
        <p:spPr>
          <a:xfrm>
            <a:off x="6145630" y="2099418"/>
            <a:ext cx="2696188" cy="3858632"/>
          </a:xfrm>
          <a:prstGeom prst="rect">
            <a:avLst/>
          </a:prstGeom>
          <a:solidFill>
            <a:schemeClr val="bg1">
              <a:lumMod val="95000"/>
            </a:schemeClr>
          </a:solidFill>
          <a:effectLst/>
        </p:spPr>
        <p:txBody>
          <a:bodyPr lIns="108000" tIns="648000" rIns="72000" bIns="72000" anchor="t"/>
          <a:lstStyle/>
          <a:p>
            <a:pPr marL="0" marR="0" lvl="0" indent="0" algn="ctr" defTabSz="1087636"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a:ln>
                  <a:noFill/>
                </a:ln>
                <a:effectLst/>
                <a:uLnTx/>
                <a:uFillTx/>
                <a:latin typeface="Arial" panose="020B0604020202020204" pitchFamily="34" charset="0"/>
              </a:rPr>
              <a:t>[Insert key finding]</a:t>
            </a:r>
          </a:p>
          <a:p>
            <a:pPr marL="0" marR="0" lvl="0" indent="0" algn="ctr" defTabSz="1087636" eaLnBrk="1" fontAlgn="auto" latinLnBrk="0" hangingPunct="1">
              <a:lnSpc>
                <a:spcPct val="100000"/>
              </a:lnSpc>
              <a:spcBef>
                <a:spcPts val="0"/>
              </a:spcBef>
              <a:spcAft>
                <a:spcPts val="1200"/>
              </a:spcAft>
              <a:buClrTx/>
              <a:buSzTx/>
              <a:buFontTx/>
              <a:buNone/>
              <a:tabLst/>
              <a:defRPr/>
            </a:pPr>
            <a:endParaRPr lang="en-US" sz="1400" b="1" kern="0">
              <a:latin typeface="Arial" panose="020B0604020202020204" pitchFamily="34" charset="0"/>
            </a:endParaRPr>
          </a:p>
          <a:p>
            <a:pPr marL="285750" marR="0" lvl="0" indent="-285750" defTabSz="1087636"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kern="0">
                <a:latin typeface="Arial" panose="020B0604020202020204" pitchFamily="34" charset="0"/>
              </a:rPr>
              <a:t>[Insert short description of key finding incl. any supporting statistics]</a:t>
            </a:r>
            <a:endParaRPr lang="en-US" sz="1400" b="1" kern="0">
              <a:latin typeface="Arial" panose="020B0604020202020204" pitchFamily="34" charset="0"/>
            </a:endParaRPr>
          </a:p>
          <a:p>
            <a:pPr marL="285750" marR="0" lvl="0" indent="-285750" defTabSz="1087636"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kern="0">
                <a:latin typeface="Arial" panose="020B0604020202020204" pitchFamily="34" charset="0"/>
              </a:rPr>
              <a:t>[Insert short description of key finding incl. any supporting statistics]</a:t>
            </a:r>
          </a:p>
          <a:p>
            <a:pPr marL="285750" indent="-285750" defTabSz="1087636">
              <a:spcAft>
                <a:spcPts val="1200"/>
              </a:spcAft>
              <a:buFont typeface="Arial" panose="020B0604020202020204" pitchFamily="34" charset="0"/>
              <a:buChar char="•"/>
              <a:defRPr/>
            </a:pPr>
            <a:r>
              <a:rPr lang="en-US" sz="1400" kern="0">
                <a:latin typeface="Arial" panose="020B0604020202020204" pitchFamily="34" charset="0"/>
              </a:rPr>
              <a:t>[Insert impact, implication, or next step]</a:t>
            </a:r>
          </a:p>
          <a:p>
            <a:pPr marL="285750" marR="0" lvl="0" indent="-285750" defTabSz="1087636"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0">
              <a:latin typeface="Arial" panose="020B0604020202020204" pitchFamily="34" charset="0"/>
            </a:endParaRPr>
          </a:p>
        </p:txBody>
      </p:sp>
      <p:sp>
        <p:nvSpPr>
          <p:cNvPr id="39" name="Rectangle 6">
            <a:extLst>
              <a:ext uri="{FF2B5EF4-FFF2-40B4-BE49-F238E27FC236}">
                <a16:creationId xmlns:a16="http://schemas.microsoft.com/office/drawing/2014/main" id="{7A088005-F5F5-DE9F-F896-9ED9B18CEA40}"/>
              </a:ext>
            </a:extLst>
          </p:cNvPr>
          <p:cNvSpPr/>
          <p:nvPr/>
        </p:nvSpPr>
        <p:spPr>
          <a:xfrm>
            <a:off x="8941076" y="2099418"/>
            <a:ext cx="2696188" cy="3858632"/>
          </a:xfrm>
          <a:prstGeom prst="rect">
            <a:avLst/>
          </a:prstGeom>
          <a:solidFill>
            <a:schemeClr val="bg1">
              <a:lumMod val="95000"/>
            </a:schemeClr>
          </a:solidFill>
          <a:effectLst/>
        </p:spPr>
        <p:txBody>
          <a:bodyPr lIns="108000" tIns="648000" rIns="72000" bIns="72000" anchor="t"/>
          <a:lstStyle/>
          <a:p>
            <a:pPr marL="0" marR="0" lvl="0" indent="0" algn="ctr" defTabSz="1087636" eaLnBrk="1" fontAlgn="auto" latinLnBrk="0" hangingPunct="1">
              <a:lnSpc>
                <a:spcPct val="100000"/>
              </a:lnSpc>
              <a:spcBef>
                <a:spcPts val="0"/>
              </a:spcBef>
              <a:spcAft>
                <a:spcPts val="0"/>
              </a:spcAft>
              <a:buClrTx/>
              <a:buSzTx/>
              <a:buFontTx/>
              <a:buNone/>
              <a:tabLst/>
              <a:defRPr/>
            </a:pPr>
            <a:r>
              <a:rPr kumimoji="0" lang="en-US" sz="1600" b="1" u="none" strike="noStrike" kern="0" cap="none" spc="0" normalizeH="0" baseline="0" noProof="0">
                <a:ln>
                  <a:noFill/>
                </a:ln>
                <a:effectLst/>
                <a:uLnTx/>
                <a:uFillTx/>
                <a:latin typeface="Arial" panose="020B0604020202020204" pitchFamily="34" charset="0"/>
              </a:rPr>
              <a:t>[Insert key finding]</a:t>
            </a:r>
          </a:p>
          <a:p>
            <a:pPr marL="0" marR="0" lvl="0" indent="0" algn="ctr" defTabSz="1087636" eaLnBrk="1" fontAlgn="auto" latinLnBrk="0" hangingPunct="1">
              <a:lnSpc>
                <a:spcPct val="100000"/>
              </a:lnSpc>
              <a:spcBef>
                <a:spcPts val="0"/>
              </a:spcBef>
              <a:spcAft>
                <a:spcPts val="1200"/>
              </a:spcAft>
              <a:buClrTx/>
              <a:buSzTx/>
              <a:buFontTx/>
              <a:buNone/>
              <a:tabLst/>
              <a:defRPr/>
            </a:pPr>
            <a:endParaRPr lang="en-US" sz="1400" b="1" kern="0">
              <a:latin typeface="Arial" panose="020B0604020202020204" pitchFamily="34" charset="0"/>
            </a:endParaRPr>
          </a:p>
          <a:p>
            <a:pPr marL="285750" marR="0" lvl="0" indent="-285750" defTabSz="1087636"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kern="0">
                <a:latin typeface="Arial" panose="020B0604020202020204" pitchFamily="34" charset="0"/>
              </a:rPr>
              <a:t>[Insert short description of key finding incl. any supporting statistics]</a:t>
            </a:r>
            <a:endParaRPr lang="en-US" sz="1400" b="1" kern="0">
              <a:latin typeface="Arial" panose="020B0604020202020204" pitchFamily="34" charset="0"/>
            </a:endParaRPr>
          </a:p>
          <a:p>
            <a:pPr marL="285750" marR="0" lvl="0" indent="-285750" defTabSz="1087636"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400" kern="0">
                <a:latin typeface="Arial" panose="020B0604020202020204" pitchFamily="34" charset="0"/>
              </a:rPr>
              <a:t>[Insert short description of key finding incl. any supporting statistics]</a:t>
            </a:r>
          </a:p>
          <a:p>
            <a:pPr marL="285750" indent="-285750" defTabSz="1087636">
              <a:spcAft>
                <a:spcPts val="1200"/>
              </a:spcAft>
              <a:buFont typeface="Arial" panose="020B0604020202020204" pitchFamily="34" charset="0"/>
              <a:buChar char="•"/>
              <a:defRPr/>
            </a:pPr>
            <a:r>
              <a:rPr lang="en-US" sz="1400" kern="0">
                <a:latin typeface="Arial" panose="020B0604020202020204" pitchFamily="34" charset="0"/>
              </a:rPr>
              <a:t>[Insert impact, implication, or next step]</a:t>
            </a:r>
          </a:p>
          <a:p>
            <a:pPr marL="285750" marR="0" lvl="0" indent="-285750" defTabSz="1087636"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0">
              <a:latin typeface="Arial" panose="020B0604020202020204" pitchFamily="34" charset="0"/>
            </a:endParaRPr>
          </a:p>
        </p:txBody>
      </p:sp>
      <p:sp>
        <p:nvSpPr>
          <p:cNvPr id="48" name="Oval 7">
            <a:extLst>
              <a:ext uri="{FF2B5EF4-FFF2-40B4-BE49-F238E27FC236}">
                <a16:creationId xmlns:a16="http://schemas.microsoft.com/office/drawing/2014/main" id="{BB43BC83-0E65-2D69-1F76-16E0560F4B1B}"/>
              </a:ext>
            </a:extLst>
          </p:cNvPr>
          <p:cNvSpPr/>
          <p:nvPr/>
        </p:nvSpPr>
        <p:spPr>
          <a:xfrm>
            <a:off x="1432938" y="1594121"/>
            <a:ext cx="939786" cy="940174"/>
          </a:xfrm>
          <a:prstGeom prst="ellipse">
            <a:avLst/>
          </a:prstGeom>
          <a:solidFill>
            <a:schemeClr val="accent1"/>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599" b="0" i="0" u="none" strike="noStrike" kern="0" cap="none" spc="0" normalizeH="0" baseline="0" noProof="0">
              <a:ln>
                <a:noFill/>
              </a:ln>
              <a:effectLst/>
              <a:uLnTx/>
              <a:uFillTx/>
              <a:ea typeface="+mn-ea"/>
              <a:cs typeface="+mn-cs"/>
            </a:endParaRPr>
          </a:p>
        </p:txBody>
      </p:sp>
      <p:sp>
        <p:nvSpPr>
          <p:cNvPr id="49" name="Oval 9">
            <a:extLst>
              <a:ext uri="{FF2B5EF4-FFF2-40B4-BE49-F238E27FC236}">
                <a16:creationId xmlns:a16="http://schemas.microsoft.com/office/drawing/2014/main" id="{1C4D492C-6EFA-0A20-63BF-91103F493016}"/>
              </a:ext>
            </a:extLst>
          </p:cNvPr>
          <p:cNvSpPr/>
          <p:nvPr/>
        </p:nvSpPr>
        <p:spPr>
          <a:xfrm>
            <a:off x="7023832" y="1594121"/>
            <a:ext cx="939786" cy="940174"/>
          </a:xfrm>
          <a:prstGeom prst="ellipse">
            <a:avLst/>
          </a:prstGeom>
          <a:solidFill>
            <a:schemeClr val="accent3"/>
          </a:solidFill>
          <a:ln>
            <a:noFill/>
          </a:ln>
          <a:effectLst/>
        </p:spPr>
        <p:txBody>
          <a:bodyPr rtlCol="0" anchor="ctr"/>
          <a:lstStyle/>
          <a:p>
            <a:pPr algn="ctr"/>
            <a:endParaRPr lang="en-US" sz="3599" kern="0"/>
          </a:p>
        </p:txBody>
      </p:sp>
      <p:sp>
        <p:nvSpPr>
          <p:cNvPr id="50" name="Oval 10">
            <a:extLst>
              <a:ext uri="{FF2B5EF4-FFF2-40B4-BE49-F238E27FC236}">
                <a16:creationId xmlns:a16="http://schemas.microsoft.com/office/drawing/2014/main" id="{06BB3167-6396-F79F-DC9A-8D8BB0DC3464}"/>
              </a:ext>
            </a:extLst>
          </p:cNvPr>
          <p:cNvSpPr/>
          <p:nvPr/>
        </p:nvSpPr>
        <p:spPr>
          <a:xfrm>
            <a:off x="9819278" y="1594121"/>
            <a:ext cx="939786" cy="940174"/>
          </a:xfrm>
          <a:prstGeom prst="ellipse">
            <a:avLst/>
          </a:prstGeom>
          <a:solidFill>
            <a:schemeClr val="accent5"/>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599" b="0" i="0" u="none" strike="noStrike" kern="0" cap="none" spc="0" normalizeH="0" baseline="0" noProof="0">
              <a:ln>
                <a:noFill/>
              </a:ln>
              <a:effectLst/>
              <a:uLnTx/>
              <a:uFillTx/>
              <a:ea typeface="+mn-ea"/>
              <a:cs typeface="+mn-cs"/>
            </a:endParaRPr>
          </a:p>
        </p:txBody>
      </p:sp>
      <p:sp>
        <p:nvSpPr>
          <p:cNvPr id="51" name="Oval 8">
            <a:extLst>
              <a:ext uri="{FF2B5EF4-FFF2-40B4-BE49-F238E27FC236}">
                <a16:creationId xmlns:a16="http://schemas.microsoft.com/office/drawing/2014/main" id="{9106EA1D-514C-342B-07D4-73598CD7229C}"/>
              </a:ext>
            </a:extLst>
          </p:cNvPr>
          <p:cNvSpPr/>
          <p:nvPr/>
        </p:nvSpPr>
        <p:spPr>
          <a:xfrm>
            <a:off x="4228385" y="1594121"/>
            <a:ext cx="939786" cy="940174"/>
          </a:xfrm>
          <a:prstGeom prst="ellipse">
            <a:avLst/>
          </a:prstGeom>
          <a:solidFill>
            <a:schemeClr val="accent4"/>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599" b="0" i="0" u="none" strike="noStrike" kern="0" cap="none" spc="0" normalizeH="0" baseline="0" noProof="0">
              <a:ln>
                <a:noFill/>
              </a:ln>
              <a:effectLst/>
              <a:uLnTx/>
              <a:uFillTx/>
              <a:ea typeface="+mn-ea"/>
              <a:cs typeface="+mn-cs"/>
            </a:endParaRPr>
          </a:p>
        </p:txBody>
      </p:sp>
      <p:sp>
        <p:nvSpPr>
          <p:cNvPr id="3" name="Título 2">
            <a:extLst>
              <a:ext uri="{FF2B5EF4-FFF2-40B4-BE49-F238E27FC236}">
                <a16:creationId xmlns:a16="http://schemas.microsoft.com/office/drawing/2014/main" id="{B134D12C-4F9F-86A7-65FC-5C435998C5F6}"/>
              </a:ext>
            </a:extLst>
          </p:cNvPr>
          <p:cNvSpPr>
            <a:spLocks noGrp="1"/>
          </p:cNvSpPr>
          <p:nvPr>
            <p:ph type="title"/>
          </p:nvPr>
        </p:nvSpPr>
        <p:spPr/>
        <p:txBody>
          <a:bodyPr vert="horz"/>
          <a:lstStyle/>
          <a:p>
            <a:r>
              <a:rPr lang="en-US"/>
              <a:t>Key findings and details</a:t>
            </a:r>
          </a:p>
        </p:txBody>
      </p:sp>
      <p:sp>
        <p:nvSpPr>
          <p:cNvPr id="2" name="Subtitle 1">
            <a:extLst>
              <a:ext uri="{FF2B5EF4-FFF2-40B4-BE49-F238E27FC236}">
                <a16:creationId xmlns:a16="http://schemas.microsoft.com/office/drawing/2014/main" id="{AB581092-637F-953D-6B8D-F5377070AE7A}"/>
              </a:ext>
            </a:extLst>
          </p:cNvPr>
          <p:cNvSpPr>
            <a:spLocks noGrp="1"/>
          </p:cNvSpPr>
          <p:nvPr>
            <p:ph type="subTitle" idx="1"/>
          </p:nvPr>
        </p:nvSpPr>
        <p:spPr/>
        <p:txBody>
          <a:bodyPr/>
          <a:lstStyle/>
          <a:p>
            <a:endParaRPr lang="en-US"/>
          </a:p>
        </p:txBody>
      </p:sp>
      <p:pic>
        <p:nvPicPr>
          <p:cNvPr id="9" name="Graphic 8">
            <a:extLst>
              <a:ext uri="{FF2B5EF4-FFF2-40B4-BE49-F238E27FC236}">
                <a16:creationId xmlns:a16="http://schemas.microsoft.com/office/drawing/2014/main" id="{60005BD6-9511-0B5A-59C1-52C9ED459DA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50831" y="1812208"/>
            <a:ext cx="504000" cy="504000"/>
          </a:xfrm>
          <a:prstGeom prst="rect">
            <a:avLst/>
          </a:prstGeom>
        </p:spPr>
      </p:pic>
      <p:pic>
        <p:nvPicPr>
          <p:cNvPr id="11" name="Graphic 10">
            <a:extLst>
              <a:ext uri="{FF2B5EF4-FFF2-40B4-BE49-F238E27FC236}">
                <a16:creationId xmlns:a16="http://schemas.microsoft.com/office/drawing/2014/main" id="{7E3D5CFF-7217-8570-94E6-3D530FE7E88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41725" y="1812208"/>
            <a:ext cx="504000" cy="504000"/>
          </a:xfrm>
          <a:prstGeom prst="rect">
            <a:avLst/>
          </a:prstGeom>
        </p:spPr>
      </p:pic>
      <p:pic>
        <p:nvPicPr>
          <p:cNvPr id="13" name="Graphic 12">
            <a:extLst>
              <a:ext uri="{FF2B5EF4-FFF2-40B4-BE49-F238E27FC236}">
                <a16:creationId xmlns:a16="http://schemas.microsoft.com/office/drawing/2014/main" id="{1116616E-7EB5-4A47-390C-DC41F51B375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278" y="1812208"/>
            <a:ext cx="504000" cy="504000"/>
          </a:xfrm>
          <a:prstGeom prst="rect">
            <a:avLst/>
          </a:prstGeom>
        </p:spPr>
      </p:pic>
      <p:pic>
        <p:nvPicPr>
          <p:cNvPr id="15" name="Graphic 14">
            <a:extLst>
              <a:ext uri="{FF2B5EF4-FFF2-40B4-BE49-F238E27FC236}">
                <a16:creationId xmlns:a16="http://schemas.microsoft.com/office/drawing/2014/main" id="{EAF3E30E-D5C7-954F-B3B6-B55AAE47E05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37171" y="1812208"/>
            <a:ext cx="504000" cy="504000"/>
          </a:xfrm>
          <a:prstGeom prst="rect">
            <a:avLst/>
          </a:prstGeom>
        </p:spPr>
      </p:pic>
    </p:spTree>
    <p:extLst>
      <p:ext uri="{BB962C8B-B14F-4D97-AF65-F5344CB8AC3E}">
        <p14:creationId xmlns:p14="http://schemas.microsoft.com/office/powerpoint/2010/main" val="3207231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The strategy process should drive better strategic choice-making and ensure effective implementation (5 strategic pillars)</a:t>
            </a:r>
            <a:endParaRPr lang="en-DK"/>
          </a:p>
        </p:txBody>
      </p:sp>
      <p:sp>
        <p:nvSpPr>
          <p:cNvPr id="9" name="TextBox 8">
            <a:extLst>
              <a:ext uri="{FF2B5EF4-FFF2-40B4-BE49-F238E27FC236}">
                <a16:creationId xmlns:a16="http://schemas.microsoft.com/office/drawing/2014/main" id="{3A934327-891C-A216-BFF8-C59F1BE33DCB}"/>
              </a:ext>
            </a:extLst>
          </p:cNvPr>
          <p:cNvSpPr txBox="1"/>
          <p:nvPr/>
        </p:nvSpPr>
        <p:spPr>
          <a:xfrm>
            <a:off x="5275144" y="3791836"/>
            <a:ext cx="1641712" cy="585417"/>
          </a:xfrm>
          <a:prstGeom prst="rect">
            <a:avLst/>
          </a:prstGeom>
          <a:noFill/>
        </p:spPr>
        <p:txBody>
          <a:bodyPr wrap="square" lIns="0" tIns="91440" rIns="0" bIns="91440" rtlCol="0">
            <a:sp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effectLst/>
                <a:uLnTx/>
                <a:uFillTx/>
                <a:ea typeface="Arial" charset="0"/>
                <a:cs typeface="Arial" charset="0"/>
              </a:rPr>
              <a:t>Take a scientific approach</a:t>
            </a:r>
          </a:p>
        </p:txBody>
      </p:sp>
      <p:sp>
        <p:nvSpPr>
          <p:cNvPr id="10" name="Text Placeholder 5">
            <a:extLst>
              <a:ext uri="{FF2B5EF4-FFF2-40B4-BE49-F238E27FC236}">
                <a16:creationId xmlns:a16="http://schemas.microsoft.com/office/drawing/2014/main" id="{DE466877-62A7-C28D-458B-F92BC1018F6E}"/>
              </a:ext>
            </a:extLst>
          </p:cNvPr>
          <p:cNvSpPr txBox="1">
            <a:spLocks/>
          </p:cNvSpPr>
          <p:nvPr/>
        </p:nvSpPr>
        <p:spPr>
          <a:xfrm>
            <a:off x="5275693" y="4467864"/>
            <a:ext cx="1641163" cy="171714"/>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1000"/>
              </a:spcBef>
              <a:spcAft>
                <a:spcPts val="0"/>
              </a:spcAft>
              <a:buClrTx/>
              <a:buSzTx/>
              <a:buFont typeface="Arial"/>
              <a:buNone/>
              <a:tabLst/>
              <a:defRPr/>
            </a:pPr>
            <a:r>
              <a:rPr kumimoji="0" lang="en-US" sz="1200" b="0" i="0" u="none" strike="noStrike" kern="1200" cap="none" spc="0" normalizeH="0" baseline="0">
                <a:ln>
                  <a:noFill/>
                </a:ln>
                <a:effectLst/>
                <a:uLnTx/>
                <a:uFillTx/>
                <a:latin typeface="+mn-lt"/>
                <a:ea typeface="Arial" charset="0"/>
                <a:cs typeface="Arial" charset="0"/>
              </a:rPr>
              <a:t>[Insert short description]</a:t>
            </a:r>
          </a:p>
        </p:txBody>
      </p:sp>
      <p:sp>
        <p:nvSpPr>
          <p:cNvPr id="39" name="TextBox 38">
            <a:extLst>
              <a:ext uri="{FF2B5EF4-FFF2-40B4-BE49-F238E27FC236}">
                <a16:creationId xmlns:a16="http://schemas.microsoft.com/office/drawing/2014/main" id="{9D11EB2F-2E09-C138-F537-3ADEF1B19C5A}"/>
              </a:ext>
            </a:extLst>
          </p:cNvPr>
          <p:cNvSpPr txBox="1"/>
          <p:nvPr/>
        </p:nvSpPr>
        <p:spPr>
          <a:xfrm>
            <a:off x="9709392" y="3791836"/>
            <a:ext cx="1641712" cy="585417"/>
          </a:xfrm>
          <a:prstGeom prst="rect">
            <a:avLst/>
          </a:prstGeom>
          <a:noFill/>
        </p:spPr>
        <p:txBody>
          <a:bodyPr wrap="square" lIns="0" tIns="91440" rIns="0" bIns="91440" rtlCol="0">
            <a:sp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effectLst/>
                <a:uLnTx/>
                <a:uFillTx/>
                <a:ea typeface="Arial" charset="0"/>
                <a:cs typeface="Arial" charset="0"/>
              </a:rPr>
              <a:t>Design for </a:t>
            </a:r>
            <a:br>
              <a:rPr kumimoji="0" lang="en-GB" sz="1400" b="1" i="0" u="none" strike="noStrike" kern="1200" cap="none" spc="0" normalizeH="0" baseline="0" noProof="0">
                <a:ln>
                  <a:noFill/>
                </a:ln>
                <a:effectLst/>
                <a:uLnTx/>
                <a:uFillTx/>
                <a:ea typeface="Arial" charset="0"/>
                <a:cs typeface="Arial" charset="0"/>
              </a:rPr>
            </a:br>
            <a:r>
              <a:rPr kumimoji="0" lang="en-GB" sz="1400" b="1" i="0" u="none" strike="noStrike" kern="1200" cap="none" spc="0" normalizeH="0" baseline="0" noProof="0">
                <a:ln>
                  <a:noFill/>
                </a:ln>
                <a:effectLst/>
                <a:uLnTx/>
                <a:uFillTx/>
                <a:ea typeface="Arial" charset="0"/>
                <a:cs typeface="Arial" charset="0"/>
              </a:rPr>
              <a:t>execution</a:t>
            </a:r>
          </a:p>
        </p:txBody>
      </p:sp>
      <p:sp>
        <p:nvSpPr>
          <p:cNvPr id="212" name="Text Placeholder 5">
            <a:extLst>
              <a:ext uri="{FF2B5EF4-FFF2-40B4-BE49-F238E27FC236}">
                <a16:creationId xmlns:a16="http://schemas.microsoft.com/office/drawing/2014/main" id="{5D93620B-00A2-A3E8-572D-1EDAB9C8B949}"/>
              </a:ext>
            </a:extLst>
          </p:cNvPr>
          <p:cNvSpPr txBox="1">
            <a:spLocks/>
          </p:cNvSpPr>
          <p:nvPr/>
        </p:nvSpPr>
        <p:spPr>
          <a:xfrm>
            <a:off x="9709667" y="4467864"/>
            <a:ext cx="1641163" cy="171714"/>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1000"/>
              </a:spcBef>
              <a:spcAft>
                <a:spcPts val="0"/>
              </a:spcAft>
              <a:buClrTx/>
              <a:buSzTx/>
              <a:buFont typeface="Arial"/>
              <a:buNone/>
              <a:tabLst/>
              <a:defRPr/>
            </a:pPr>
            <a:r>
              <a:rPr kumimoji="0" lang="en-US" sz="1200" b="0" i="0" u="none" strike="noStrike" kern="1200" cap="none" spc="0" normalizeH="0" baseline="0">
                <a:ln>
                  <a:noFill/>
                </a:ln>
                <a:effectLst/>
                <a:uLnTx/>
                <a:uFillTx/>
                <a:latin typeface="+mn-lt"/>
                <a:ea typeface="Arial" charset="0"/>
                <a:cs typeface="Arial" charset="0"/>
              </a:rPr>
              <a:t>[Insert short description]</a:t>
            </a:r>
          </a:p>
        </p:txBody>
      </p:sp>
      <p:sp>
        <p:nvSpPr>
          <p:cNvPr id="241" name="TextBox 240">
            <a:extLst>
              <a:ext uri="{FF2B5EF4-FFF2-40B4-BE49-F238E27FC236}">
                <a16:creationId xmlns:a16="http://schemas.microsoft.com/office/drawing/2014/main" id="{9EFBBC42-AADB-AD58-3F1E-97697A4C83B3}"/>
              </a:ext>
            </a:extLst>
          </p:cNvPr>
          <p:cNvSpPr txBox="1"/>
          <p:nvPr/>
        </p:nvSpPr>
        <p:spPr>
          <a:xfrm>
            <a:off x="7492267" y="3791836"/>
            <a:ext cx="1641712" cy="585417"/>
          </a:xfrm>
          <a:prstGeom prst="rect">
            <a:avLst/>
          </a:prstGeom>
          <a:noFill/>
        </p:spPr>
        <p:txBody>
          <a:bodyPr wrap="square" lIns="0" tIns="91440" rIns="0" bIns="91440" rtlCol="0">
            <a:sp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effectLst/>
                <a:uLnTx/>
                <a:uFillTx/>
                <a:ea typeface="Arial" charset="0"/>
                <a:cs typeface="Arial" charset="0"/>
              </a:rPr>
              <a:t>Engage and align organization</a:t>
            </a:r>
          </a:p>
        </p:txBody>
      </p:sp>
      <p:sp>
        <p:nvSpPr>
          <p:cNvPr id="242" name="Text Placeholder 5">
            <a:extLst>
              <a:ext uri="{FF2B5EF4-FFF2-40B4-BE49-F238E27FC236}">
                <a16:creationId xmlns:a16="http://schemas.microsoft.com/office/drawing/2014/main" id="{812B6CF3-159B-FCEE-B695-4BECD81078D2}"/>
              </a:ext>
            </a:extLst>
          </p:cNvPr>
          <p:cNvSpPr txBox="1">
            <a:spLocks/>
          </p:cNvSpPr>
          <p:nvPr/>
        </p:nvSpPr>
        <p:spPr>
          <a:xfrm>
            <a:off x="7492267" y="4467864"/>
            <a:ext cx="1641163" cy="171714"/>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1000"/>
              </a:spcBef>
              <a:spcAft>
                <a:spcPts val="0"/>
              </a:spcAft>
              <a:buClrTx/>
              <a:buSzTx/>
              <a:buFont typeface="Arial"/>
              <a:buNone/>
              <a:tabLst/>
              <a:defRPr/>
            </a:pPr>
            <a:r>
              <a:rPr kumimoji="0" lang="en-US" sz="1200" b="0" i="0" u="none" strike="noStrike" kern="1200" cap="none" spc="0" normalizeH="0" baseline="0">
                <a:ln>
                  <a:noFill/>
                </a:ln>
                <a:effectLst/>
                <a:uLnTx/>
                <a:uFillTx/>
                <a:latin typeface="+mn-lt"/>
                <a:ea typeface="Arial" charset="0"/>
                <a:cs typeface="Arial" charset="0"/>
              </a:rPr>
              <a:t>[Insert short description]</a:t>
            </a:r>
          </a:p>
        </p:txBody>
      </p:sp>
      <p:sp>
        <p:nvSpPr>
          <p:cNvPr id="320" name="Text Placeholder 5">
            <a:extLst>
              <a:ext uri="{FF2B5EF4-FFF2-40B4-BE49-F238E27FC236}">
                <a16:creationId xmlns:a16="http://schemas.microsoft.com/office/drawing/2014/main" id="{9DBE8CDB-15CD-19E4-99D7-EFC6B077F8F3}"/>
              </a:ext>
            </a:extLst>
          </p:cNvPr>
          <p:cNvSpPr txBox="1">
            <a:spLocks/>
          </p:cNvSpPr>
          <p:nvPr/>
        </p:nvSpPr>
        <p:spPr>
          <a:xfrm>
            <a:off x="3058570" y="4467864"/>
            <a:ext cx="1641163" cy="171714"/>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3000"/>
              </a:lnSpc>
              <a:spcBef>
                <a:spcPts val="1000"/>
              </a:spcBef>
              <a:spcAft>
                <a:spcPts val="0"/>
              </a:spcAft>
              <a:buClrTx/>
              <a:buSzTx/>
              <a:buFont typeface="Arial"/>
              <a:buNone/>
              <a:tabLst/>
              <a:defRPr/>
            </a:pPr>
            <a:r>
              <a:rPr kumimoji="0" lang="en-US" sz="1200" b="0" i="0" u="none" strike="noStrike" kern="1200" cap="none" spc="0" normalizeH="0" baseline="0">
                <a:ln>
                  <a:noFill/>
                </a:ln>
                <a:effectLst/>
                <a:uLnTx/>
                <a:uFillTx/>
                <a:latin typeface="+mn-lt"/>
                <a:ea typeface="Arial" charset="0"/>
                <a:cs typeface="Arial" charset="0"/>
              </a:rPr>
              <a:t>[Insert short description]</a:t>
            </a:r>
          </a:p>
        </p:txBody>
      </p:sp>
      <p:sp>
        <p:nvSpPr>
          <p:cNvPr id="322" name="TextBox 321">
            <a:extLst>
              <a:ext uri="{FF2B5EF4-FFF2-40B4-BE49-F238E27FC236}">
                <a16:creationId xmlns:a16="http://schemas.microsoft.com/office/drawing/2014/main" id="{F97F54B0-C407-EF88-D3D6-F0026861D081}"/>
              </a:ext>
            </a:extLst>
          </p:cNvPr>
          <p:cNvSpPr txBox="1"/>
          <p:nvPr/>
        </p:nvSpPr>
        <p:spPr>
          <a:xfrm>
            <a:off x="3058021" y="3791836"/>
            <a:ext cx="1641712" cy="585417"/>
          </a:xfrm>
          <a:prstGeom prst="rect">
            <a:avLst/>
          </a:prstGeom>
          <a:noFill/>
        </p:spPr>
        <p:txBody>
          <a:bodyPr wrap="square" lIns="0" tIns="91440" rIns="0" bIns="91440" rtlCol="0">
            <a:spAutoFit/>
          </a:bodyPr>
          <a:lstStyle/>
          <a:p>
            <a:pPr marL="0" marR="0" lvl="0" indent="0" algn="ctr" defTabSz="914400" rtl="0" eaLnBrk="1" fontAlgn="auto" latinLnBrk="0" hangingPunct="1">
              <a:lnSpc>
                <a:spcPct val="93000"/>
              </a:lnSpc>
              <a:spcBef>
                <a:spcPts val="0"/>
              </a:spcBef>
              <a:spcAft>
                <a:spcPts val="0"/>
              </a:spcAft>
              <a:buClrTx/>
              <a:buSzTx/>
              <a:buFontTx/>
              <a:buNone/>
              <a:tabLst/>
              <a:defRPr/>
            </a:pPr>
            <a:r>
              <a:rPr kumimoji="0" lang="en-GB" sz="1400" b="1" i="0" u="none" strike="noStrike" kern="1200" cap="none" spc="0" normalizeH="0" baseline="0" noProof="0">
                <a:ln>
                  <a:noFill/>
                </a:ln>
                <a:effectLst/>
                <a:uLnTx/>
                <a:uFillTx/>
                <a:ea typeface="Arial" charset="0"/>
                <a:cs typeface="Arial" charset="0"/>
              </a:rPr>
              <a:t>Build strategy capabilities</a:t>
            </a:r>
          </a:p>
        </p:txBody>
      </p:sp>
      <p:sp>
        <p:nvSpPr>
          <p:cNvPr id="336" name="Text Placeholder 5">
            <a:extLst>
              <a:ext uri="{FF2B5EF4-FFF2-40B4-BE49-F238E27FC236}">
                <a16:creationId xmlns:a16="http://schemas.microsoft.com/office/drawing/2014/main" id="{E5182E79-87D7-4721-8028-BA3C113575C1}"/>
              </a:ext>
            </a:extLst>
          </p:cNvPr>
          <p:cNvSpPr txBox="1">
            <a:spLocks/>
          </p:cNvSpPr>
          <p:nvPr/>
        </p:nvSpPr>
        <p:spPr>
          <a:xfrm>
            <a:off x="841447" y="4467864"/>
            <a:ext cx="1641163" cy="1545423"/>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a:buNone/>
              <a:defRPr lang="en-US" sz="1400" b="0" i="0" kern="1200" smtClean="0">
                <a:solidFill>
                  <a:schemeClr val="tx1"/>
                </a:solidFill>
                <a:effectLst/>
                <a:latin typeface="Calibri Light" charset="0"/>
                <a:ea typeface="Calibri Light" charset="0"/>
                <a:cs typeface="Calibri Light" charset="0"/>
              </a:defRPr>
            </a:lvl1pPr>
            <a:lvl2pPr marL="457200" indent="0" algn="l" defTabSz="914400" rtl="0" eaLnBrk="1" latinLnBrk="0" hangingPunct="1">
              <a:lnSpc>
                <a:spcPct val="90000"/>
              </a:lnSpc>
              <a:spcBef>
                <a:spcPts val="500"/>
              </a:spcBef>
              <a:buFont typeface="Arial"/>
              <a:buNone/>
              <a:defRPr sz="2400" kern="1200">
                <a:solidFill>
                  <a:schemeClr val="tx1"/>
                </a:solidFill>
                <a:latin typeface="Calibri" charset="0"/>
                <a:ea typeface="Calibri" charset="0"/>
                <a:cs typeface="Calibri" charset="0"/>
              </a:defRPr>
            </a:lvl2pPr>
            <a:lvl3pPr marL="914400" indent="0" algn="l" defTabSz="914400" rtl="0" eaLnBrk="1" latinLnBrk="0" hangingPunct="1">
              <a:lnSpc>
                <a:spcPct val="90000"/>
              </a:lnSpc>
              <a:spcBef>
                <a:spcPts val="500"/>
              </a:spcBef>
              <a:buFont typeface="Arial"/>
              <a:buNone/>
              <a:defRPr sz="2000" kern="1200">
                <a:solidFill>
                  <a:schemeClr val="tx1"/>
                </a:solidFill>
                <a:latin typeface="Calibri" charset="0"/>
                <a:ea typeface="Calibri" charset="0"/>
                <a:cs typeface="Calibri" charset="0"/>
              </a:defRPr>
            </a:lvl3pPr>
            <a:lvl4pPr marL="13716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4pPr>
            <a:lvl5pPr marL="1828800" indent="0" algn="l" defTabSz="914400" rtl="0" eaLnBrk="1" latinLnBrk="0" hangingPunct="1">
              <a:lnSpc>
                <a:spcPct val="90000"/>
              </a:lnSpc>
              <a:spcBef>
                <a:spcPts val="50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lnSpc>
                <a:spcPct val="93000"/>
              </a:lnSpc>
              <a:defRPr/>
            </a:pPr>
            <a:r>
              <a:rPr kumimoji="0" lang="en-US" sz="1200" b="0" i="0" u="none" strike="noStrike" kern="1200" cap="none" spc="0" normalizeH="0" baseline="0">
                <a:ln>
                  <a:noFill/>
                </a:ln>
                <a:effectLst/>
                <a:uLnTx/>
                <a:uFillTx/>
                <a:latin typeface="+mn-lt"/>
                <a:ea typeface="Arial" charset="0"/>
                <a:cs typeface="Arial" charset="0"/>
              </a:rPr>
              <a:t>[Insert short description e.g., We will zoom in on the most important </a:t>
            </a:r>
            <a:r>
              <a:rPr kumimoji="0" lang="en-US" sz="1200" b="1" i="0" u="none" strike="noStrike" kern="1200" cap="none" spc="0" normalizeH="0" baseline="0">
                <a:ln>
                  <a:noFill/>
                </a:ln>
                <a:effectLst/>
                <a:uLnTx/>
                <a:uFillTx/>
                <a:latin typeface="+mn-lt"/>
                <a:ea typeface="Arial" charset="0"/>
                <a:cs typeface="Arial" charset="0"/>
              </a:rPr>
              <a:t>strategic issues </a:t>
            </a:r>
            <a:r>
              <a:rPr kumimoji="0" lang="en-US" sz="1200" b="0" i="0" u="none" strike="noStrike" kern="1200" cap="none" spc="0" normalizeH="0" baseline="0">
                <a:ln>
                  <a:noFill/>
                </a:ln>
                <a:effectLst/>
                <a:uLnTx/>
                <a:uFillTx/>
                <a:latin typeface="+mn-lt"/>
                <a:ea typeface="Arial" charset="0"/>
                <a:cs typeface="Arial" charset="0"/>
              </a:rPr>
              <a:t>and make sure to creatively </a:t>
            </a:r>
            <a:r>
              <a:rPr kumimoji="0" lang="en-US" sz="1200" b="1" i="0" u="none" strike="noStrike" kern="1200" cap="none" spc="0" normalizeH="0" baseline="0">
                <a:ln>
                  <a:noFill/>
                </a:ln>
                <a:effectLst/>
                <a:uLnTx/>
                <a:uFillTx/>
                <a:latin typeface="+mn-lt"/>
                <a:ea typeface="Arial" charset="0"/>
                <a:cs typeface="Arial" charset="0"/>
              </a:rPr>
              <a:t>explore multiple options </a:t>
            </a:r>
            <a:r>
              <a:rPr kumimoji="0" lang="en-US" sz="1200" b="0" i="0" u="none" strike="noStrike" kern="1200" cap="none" spc="0" normalizeH="0" baseline="0">
                <a:ln>
                  <a:noFill/>
                </a:ln>
                <a:effectLst/>
                <a:uLnTx/>
                <a:uFillTx/>
                <a:latin typeface="+mn-lt"/>
                <a:ea typeface="Arial" charset="0"/>
                <a:cs typeface="Arial" charset="0"/>
              </a:rPr>
              <a:t>for building a strong competitive advantage.]</a:t>
            </a:r>
          </a:p>
        </p:txBody>
      </p:sp>
      <p:sp>
        <p:nvSpPr>
          <p:cNvPr id="337" name="TextBox 336">
            <a:extLst>
              <a:ext uri="{FF2B5EF4-FFF2-40B4-BE49-F238E27FC236}">
                <a16:creationId xmlns:a16="http://schemas.microsoft.com/office/drawing/2014/main" id="{878E577D-ACE9-2C8B-65B3-068A46B12C6C}"/>
              </a:ext>
            </a:extLst>
          </p:cNvPr>
          <p:cNvSpPr txBox="1"/>
          <p:nvPr/>
        </p:nvSpPr>
        <p:spPr>
          <a:xfrm>
            <a:off x="840898" y="3791836"/>
            <a:ext cx="1641712" cy="585417"/>
          </a:xfrm>
          <a:prstGeom prst="rect">
            <a:avLst/>
          </a:prstGeom>
          <a:noFill/>
        </p:spPr>
        <p:txBody>
          <a:bodyPr wrap="square" lIns="0" tIns="91440" rIns="0" bIns="91440" rtlCol="0">
            <a:spAutoFit/>
          </a:bodyPr>
          <a:lstStyle/>
          <a:p>
            <a:pPr algn="ctr">
              <a:lnSpc>
                <a:spcPct val="93000"/>
              </a:lnSpc>
              <a:defRPr/>
            </a:pPr>
            <a:r>
              <a:rPr kumimoji="0" lang="en-GB" sz="1400" b="1" i="0" u="none" strike="noStrike" kern="1200" cap="none" spc="0" normalizeH="0" baseline="0" noProof="0">
                <a:ln>
                  <a:noFill/>
                </a:ln>
                <a:effectLst/>
                <a:uLnTx/>
                <a:uFillTx/>
                <a:ea typeface="Arial" charset="0"/>
                <a:cs typeface="Arial" charset="0"/>
              </a:rPr>
              <a:t>Explore multiple strategic options</a:t>
            </a:r>
          </a:p>
        </p:txBody>
      </p:sp>
      <p:sp>
        <p:nvSpPr>
          <p:cNvPr id="28" name="Oval 59">
            <a:extLst>
              <a:ext uri="{FF2B5EF4-FFF2-40B4-BE49-F238E27FC236}">
                <a16:creationId xmlns:a16="http://schemas.microsoft.com/office/drawing/2014/main" id="{B663F660-B752-B57C-CCA3-FAC34412F60E}"/>
              </a:ext>
            </a:extLst>
          </p:cNvPr>
          <p:cNvSpPr>
            <a:spLocks noChangeArrowheads="1"/>
          </p:cNvSpPr>
          <p:nvPr/>
        </p:nvSpPr>
        <p:spPr bwMode="auto">
          <a:xfrm>
            <a:off x="5419413" y="2036453"/>
            <a:ext cx="1353173" cy="1358136"/>
          </a:xfrm>
          <a:prstGeom prst="ellipse">
            <a:avLst/>
          </a:prstGeom>
          <a:solidFill>
            <a:schemeClr val="tx2"/>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effectLst/>
              <a:uLnTx/>
              <a:uFillTx/>
              <a:ea typeface="Arial" charset="0"/>
              <a:cs typeface="Arial" charset="0"/>
            </a:endParaRPr>
          </a:p>
        </p:txBody>
      </p:sp>
      <p:sp>
        <p:nvSpPr>
          <p:cNvPr id="220" name="Oval 59">
            <a:extLst>
              <a:ext uri="{FF2B5EF4-FFF2-40B4-BE49-F238E27FC236}">
                <a16:creationId xmlns:a16="http://schemas.microsoft.com/office/drawing/2014/main" id="{8612457E-5C5B-FB23-EFF9-70C02826D087}"/>
              </a:ext>
            </a:extLst>
          </p:cNvPr>
          <p:cNvSpPr>
            <a:spLocks noChangeArrowheads="1"/>
          </p:cNvSpPr>
          <p:nvPr/>
        </p:nvSpPr>
        <p:spPr bwMode="auto">
          <a:xfrm>
            <a:off x="9853662" y="2036453"/>
            <a:ext cx="1353173" cy="1358136"/>
          </a:xfrm>
          <a:prstGeom prst="ellipse">
            <a:avLst/>
          </a:prstGeom>
          <a:solidFill>
            <a:schemeClr val="tx2"/>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effectLst/>
              <a:uLnTx/>
              <a:uFillTx/>
              <a:ea typeface="Arial" charset="0"/>
              <a:cs typeface="Arial" charset="0"/>
            </a:endParaRPr>
          </a:p>
        </p:txBody>
      </p:sp>
      <p:sp>
        <p:nvSpPr>
          <p:cNvPr id="244" name="Oval 59">
            <a:extLst>
              <a:ext uri="{FF2B5EF4-FFF2-40B4-BE49-F238E27FC236}">
                <a16:creationId xmlns:a16="http://schemas.microsoft.com/office/drawing/2014/main" id="{0CB9A090-7391-2C53-E0AB-A019D37C2C3B}"/>
              </a:ext>
            </a:extLst>
          </p:cNvPr>
          <p:cNvSpPr>
            <a:spLocks noChangeArrowheads="1"/>
          </p:cNvSpPr>
          <p:nvPr/>
        </p:nvSpPr>
        <p:spPr bwMode="auto">
          <a:xfrm>
            <a:off x="7636536" y="2036453"/>
            <a:ext cx="1353173" cy="1358136"/>
          </a:xfrm>
          <a:prstGeom prst="ellipse">
            <a:avLst/>
          </a:prstGeom>
          <a:solidFill>
            <a:schemeClr val="tx2"/>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effectLst/>
              <a:uLnTx/>
              <a:uFillTx/>
              <a:ea typeface="Arial" charset="0"/>
              <a:cs typeface="Arial" charset="0"/>
            </a:endParaRPr>
          </a:p>
        </p:txBody>
      </p:sp>
      <p:sp>
        <p:nvSpPr>
          <p:cNvPr id="325" name="Oval 59">
            <a:extLst>
              <a:ext uri="{FF2B5EF4-FFF2-40B4-BE49-F238E27FC236}">
                <a16:creationId xmlns:a16="http://schemas.microsoft.com/office/drawing/2014/main" id="{1230B3DA-1210-0B34-6809-81DF5DD793B4}"/>
              </a:ext>
            </a:extLst>
          </p:cNvPr>
          <p:cNvSpPr>
            <a:spLocks noChangeArrowheads="1"/>
          </p:cNvSpPr>
          <p:nvPr/>
        </p:nvSpPr>
        <p:spPr bwMode="auto">
          <a:xfrm>
            <a:off x="3202290" y="2036453"/>
            <a:ext cx="1353173" cy="1358136"/>
          </a:xfrm>
          <a:prstGeom prst="ellipse">
            <a:avLst/>
          </a:prstGeom>
          <a:solidFill>
            <a:schemeClr val="tx2"/>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effectLst/>
              <a:uLnTx/>
              <a:uFillTx/>
              <a:ea typeface="Arial" charset="0"/>
              <a:cs typeface="Arial" charset="0"/>
            </a:endParaRPr>
          </a:p>
        </p:txBody>
      </p:sp>
      <p:sp>
        <p:nvSpPr>
          <p:cNvPr id="341" name="Oval 59">
            <a:extLst>
              <a:ext uri="{FF2B5EF4-FFF2-40B4-BE49-F238E27FC236}">
                <a16:creationId xmlns:a16="http://schemas.microsoft.com/office/drawing/2014/main" id="{3F1F0B9F-47CA-C421-9B7A-E3854E7E8599}"/>
              </a:ext>
            </a:extLst>
          </p:cNvPr>
          <p:cNvSpPr>
            <a:spLocks noChangeArrowheads="1"/>
          </p:cNvSpPr>
          <p:nvPr/>
        </p:nvSpPr>
        <p:spPr bwMode="auto">
          <a:xfrm>
            <a:off x="985168" y="2036453"/>
            <a:ext cx="1353173" cy="1358136"/>
          </a:xfrm>
          <a:prstGeom prst="ellipse">
            <a:avLst/>
          </a:prstGeom>
          <a:solidFill>
            <a:schemeClr val="tx2"/>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effectLst/>
              <a:uLnTx/>
              <a:uFillTx/>
              <a:ea typeface="Arial" charset="0"/>
              <a:cs typeface="Arial" charset="0"/>
            </a:endParaRPr>
          </a:p>
        </p:txBody>
      </p:sp>
      <p:cxnSp>
        <p:nvCxnSpPr>
          <p:cNvPr id="15" name="Straight Connector 14">
            <a:extLst>
              <a:ext uri="{FF2B5EF4-FFF2-40B4-BE49-F238E27FC236}">
                <a16:creationId xmlns:a16="http://schemas.microsoft.com/office/drawing/2014/main" id="{811C5ED7-D904-BD5B-AC7B-A174E17E3818}"/>
              </a:ext>
            </a:extLst>
          </p:cNvPr>
          <p:cNvCxnSpPr>
            <a:stCxn id="341" idx="4"/>
            <a:endCxn id="337" idx="0"/>
          </p:cNvCxnSpPr>
          <p:nvPr/>
        </p:nvCxnSpPr>
        <p:spPr>
          <a:xfrm flipH="1">
            <a:off x="1661754" y="3394589"/>
            <a:ext cx="1" cy="397247"/>
          </a:xfrm>
          <a:prstGeom prst="line">
            <a:avLst/>
          </a:prstGeom>
          <a:ln w="15875"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72078E-5BA1-D3C1-279A-5E4ACCBDC69C}"/>
              </a:ext>
            </a:extLst>
          </p:cNvPr>
          <p:cNvCxnSpPr>
            <a:cxnSpLocks/>
            <a:stCxn id="325" idx="4"/>
            <a:endCxn id="322" idx="0"/>
          </p:cNvCxnSpPr>
          <p:nvPr/>
        </p:nvCxnSpPr>
        <p:spPr>
          <a:xfrm>
            <a:off x="3878877" y="3394589"/>
            <a:ext cx="0" cy="397247"/>
          </a:xfrm>
          <a:prstGeom prst="line">
            <a:avLst/>
          </a:prstGeom>
          <a:ln w="15875"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9A12398-9631-3386-0E31-3B08E4096844}"/>
              </a:ext>
            </a:extLst>
          </p:cNvPr>
          <p:cNvCxnSpPr>
            <a:cxnSpLocks/>
            <a:stCxn id="28" idx="4"/>
            <a:endCxn id="9" idx="0"/>
          </p:cNvCxnSpPr>
          <p:nvPr/>
        </p:nvCxnSpPr>
        <p:spPr>
          <a:xfrm>
            <a:off x="6096000" y="3394589"/>
            <a:ext cx="0" cy="397247"/>
          </a:xfrm>
          <a:prstGeom prst="line">
            <a:avLst/>
          </a:prstGeom>
          <a:ln w="15875"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58E6D2-F97E-9417-A035-28DF02F2B7D7}"/>
              </a:ext>
            </a:extLst>
          </p:cNvPr>
          <p:cNvCxnSpPr>
            <a:cxnSpLocks/>
            <a:stCxn id="244" idx="4"/>
            <a:endCxn id="241" idx="0"/>
          </p:cNvCxnSpPr>
          <p:nvPr/>
        </p:nvCxnSpPr>
        <p:spPr>
          <a:xfrm>
            <a:off x="8313123" y="3394589"/>
            <a:ext cx="0" cy="397247"/>
          </a:xfrm>
          <a:prstGeom prst="line">
            <a:avLst/>
          </a:prstGeom>
          <a:ln w="15875"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EDB1E5C-9CCE-915C-FDAA-D35B48BD0275}"/>
              </a:ext>
            </a:extLst>
          </p:cNvPr>
          <p:cNvCxnSpPr>
            <a:cxnSpLocks/>
            <a:stCxn id="220" idx="4"/>
            <a:endCxn id="39" idx="0"/>
          </p:cNvCxnSpPr>
          <p:nvPr/>
        </p:nvCxnSpPr>
        <p:spPr>
          <a:xfrm flipH="1">
            <a:off x="10530248" y="3394589"/>
            <a:ext cx="1" cy="397247"/>
          </a:xfrm>
          <a:prstGeom prst="line">
            <a:avLst/>
          </a:prstGeom>
          <a:ln w="15875"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9021BD3D-E7F7-B187-12C2-0C45BF39090B}"/>
              </a:ext>
            </a:extLst>
          </p:cNvPr>
          <p:cNvPicPr>
            <a:picLocks noChangeAspect="1"/>
          </p:cNvPicPr>
          <p:nvPr/>
        </p:nvPicPr>
        <p:blipFill>
          <a:blip r:embed="rId5"/>
          <a:stretch>
            <a:fillRect/>
          </a:stretch>
        </p:blipFill>
        <p:spPr>
          <a:xfrm>
            <a:off x="3558836" y="2395481"/>
            <a:ext cx="640080" cy="640080"/>
          </a:xfrm>
          <a:prstGeom prst="rect">
            <a:avLst/>
          </a:prstGeom>
        </p:spPr>
      </p:pic>
      <p:pic>
        <p:nvPicPr>
          <p:cNvPr id="41" name="Picture 40">
            <a:extLst>
              <a:ext uri="{FF2B5EF4-FFF2-40B4-BE49-F238E27FC236}">
                <a16:creationId xmlns:a16="http://schemas.microsoft.com/office/drawing/2014/main" id="{AF0AB62F-FA72-E922-1CEC-DB8546405212}"/>
              </a:ext>
            </a:extLst>
          </p:cNvPr>
          <p:cNvPicPr>
            <a:picLocks noChangeAspect="1"/>
          </p:cNvPicPr>
          <p:nvPr/>
        </p:nvPicPr>
        <p:blipFill>
          <a:blip r:embed="rId6"/>
          <a:stretch>
            <a:fillRect/>
          </a:stretch>
        </p:blipFill>
        <p:spPr>
          <a:xfrm>
            <a:off x="1341714" y="2395481"/>
            <a:ext cx="640080" cy="640080"/>
          </a:xfrm>
          <a:prstGeom prst="rect">
            <a:avLst/>
          </a:prstGeom>
        </p:spPr>
      </p:pic>
      <p:pic>
        <p:nvPicPr>
          <p:cNvPr id="42" name="Picture 41">
            <a:extLst>
              <a:ext uri="{FF2B5EF4-FFF2-40B4-BE49-F238E27FC236}">
                <a16:creationId xmlns:a16="http://schemas.microsoft.com/office/drawing/2014/main" id="{32999DB9-D550-AF90-7C49-239381C9B627}"/>
              </a:ext>
            </a:extLst>
          </p:cNvPr>
          <p:cNvPicPr>
            <a:picLocks noChangeAspect="1"/>
          </p:cNvPicPr>
          <p:nvPr/>
        </p:nvPicPr>
        <p:blipFill>
          <a:blip r:embed="rId7"/>
          <a:stretch>
            <a:fillRect/>
          </a:stretch>
        </p:blipFill>
        <p:spPr>
          <a:xfrm>
            <a:off x="5775959" y="2395481"/>
            <a:ext cx="640080" cy="640080"/>
          </a:xfrm>
          <a:prstGeom prst="rect">
            <a:avLst/>
          </a:prstGeom>
        </p:spPr>
      </p:pic>
      <p:pic>
        <p:nvPicPr>
          <p:cNvPr id="43" name="Picture 42">
            <a:extLst>
              <a:ext uri="{FF2B5EF4-FFF2-40B4-BE49-F238E27FC236}">
                <a16:creationId xmlns:a16="http://schemas.microsoft.com/office/drawing/2014/main" id="{845EDEE9-9109-E454-A462-F2823F28D97E}"/>
              </a:ext>
            </a:extLst>
          </p:cNvPr>
          <p:cNvPicPr>
            <a:picLocks noChangeAspect="1"/>
          </p:cNvPicPr>
          <p:nvPr/>
        </p:nvPicPr>
        <p:blipFill>
          <a:blip r:embed="rId8"/>
          <a:stretch>
            <a:fillRect/>
          </a:stretch>
        </p:blipFill>
        <p:spPr>
          <a:xfrm>
            <a:off x="10210208" y="2395481"/>
            <a:ext cx="640080" cy="640080"/>
          </a:xfrm>
          <a:prstGeom prst="rect">
            <a:avLst/>
          </a:prstGeom>
        </p:spPr>
      </p:pic>
      <p:pic>
        <p:nvPicPr>
          <p:cNvPr id="44" name="Picture 43">
            <a:extLst>
              <a:ext uri="{FF2B5EF4-FFF2-40B4-BE49-F238E27FC236}">
                <a16:creationId xmlns:a16="http://schemas.microsoft.com/office/drawing/2014/main" id="{FE26C681-A486-4A3D-AC7D-345E381168BE}"/>
              </a:ext>
            </a:extLst>
          </p:cNvPr>
          <p:cNvPicPr>
            <a:picLocks noChangeAspect="1"/>
          </p:cNvPicPr>
          <p:nvPr/>
        </p:nvPicPr>
        <p:blipFill>
          <a:blip r:embed="rId9"/>
          <a:stretch>
            <a:fillRect/>
          </a:stretch>
        </p:blipFill>
        <p:spPr>
          <a:xfrm>
            <a:off x="7993082" y="2395481"/>
            <a:ext cx="640080" cy="640080"/>
          </a:xfrm>
          <a:prstGeom prst="rect">
            <a:avLst/>
          </a:prstGeom>
        </p:spPr>
      </p:pic>
    </p:spTree>
    <p:extLst>
      <p:ext uri="{BB962C8B-B14F-4D97-AF65-F5344CB8AC3E}">
        <p14:creationId xmlns:p14="http://schemas.microsoft.com/office/powerpoint/2010/main" val="3522464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E36DF-36D0-98ED-A82D-51138DA6E07D}"/>
            </a:ext>
          </a:extLst>
        </p:cNvPr>
        <p:cNvGrpSpPr/>
        <p:nvPr/>
      </p:nvGrpSpPr>
      <p:grpSpPr>
        <a:xfrm>
          <a:off x="0" y="0"/>
          <a:ext cx="0" cy="0"/>
          <a:chOff x="0" y="0"/>
          <a:chExt cx="0" cy="0"/>
        </a:xfrm>
      </p:grpSpPr>
      <p:graphicFrame>
        <p:nvGraphicFramePr>
          <p:cNvPr id="48" name="Object 47" hidden="1">
            <a:extLst>
              <a:ext uri="{FF2B5EF4-FFF2-40B4-BE49-F238E27FC236}">
                <a16:creationId xmlns:a16="http://schemas.microsoft.com/office/drawing/2014/main" id="{A851FB28-F4F9-4064-BDAD-5A9DAFBD92B4}"/>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48" name="Object 47" hidden="1">
                        <a:extLst>
                          <a:ext uri="{FF2B5EF4-FFF2-40B4-BE49-F238E27FC236}">
                            <a16:creationId xmlns:a16="http://schemas.microsoft.com/office/drawing/2014/main" id="{A851FB28-F4F9-4064-BDAD-5A9DAFBD92B4}"/>
                          </a:ext>
                        </a:extLst>
                      </p:cNvPr>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DF27992-B003-2B7D-FC6D-5195C369C222}"/>
              </a:ext>
            </a:extLst>
          </p:cNvPr>
          <p:cNvSpPr>
            <a:spLocks noGrp="1"/>
          </p:cNvSpPr>
          <p:nvPr>
            <p:ph type="title"/>
          </p:nvPr>
        </p:nvSpPr>
        <p:spPr/>
        <p:txBody>
          <a:bodyPr/>
          <a:lstStyle/>
          <a:p>
            <a:r>
              <a:rPr lang="en-US"/>
              <a:t>Six (6) key resources within relevant areas to answer specific questions</a:t>
            </a:r>
          </a:p>
        </p:txBody>
      </p:sp>
      <p:sp>
        <p:nvSpPr>
          <p:cNvPr id="3" name="Subtitle 2">
            <a:extLst>
              <a:ext uri="{FF2B5EF4-FFF2-40B4-BE49-F238E27FC236}">
                <a16:creationId xmlns:a16="http://schemas.microsoft.com/office/drawing/2014/main" id="{7D91F6A8-05B9-65EE-6F9D-6D0C652CF264}"/>
              </a:ext>
            </a:extLst>
          </p:cNvPr>
          <p:cNvSpPr>
            <a:spLocks noGrp="1"/>
          </p:cNvSpPr>
          <p:nvPr>
            <p:ph type="subTitle" idx="1"/>
          </p:nvPr>
        </p:nvSpPr>
        <p:spPr/>
        <p:txBody>
          <a:bodyPr/>
          <a:lstStyle/>
          <a:p>
            <a:endParaRPr lang="en-US"/>
          </a:p>
        </p:txBody>
      </p:sp>
      <p:sp>
        <p:nvSpPr>
          <p:cNvPr id="7" name="TextBox 6">
            <a:extLst>
              <a:ext uri="{FF2B5EF4-FFF2-40B4-BE49-F238E27FC236}">
                <a16:creationId xmlns:a16="http://schemas.microsoft.com/office/drawing/2014/main" id="{8C4B3333-C577-AA37-E75B-13E7A05F1003}"/>
              </a:ext>
            </a:extLst>
          </p:cNvPr>
          <p:cNvSpPr txBox="1"/>
          <p:nvPr/>
        </p:nvSpPr>
        <p:spPr>
          <a:xfrm>
            <a:off x="8078115" y="3198265"/>
            <a:ext cx="2715648" cy="646331"/>
          </a:xfrm>
          <a:prstGeom prst="rect">
            <a:avLst/>
          </a:prstGeom>
          <a:noFill/>
        </p:spPr>
        <p:txBody>
          <a:bodyPr wrap="square" rtlCol="0">
            <a:spAutoFit/>
          </a:bodyPr>
          <a:lstStyle/>
          <a:p>
            <a:pPr algn="ctr">
              <a:defRPr/>
            </a:pPr>
            <a:r>
              <a:rPr kumimoji="0" lang="en-US" sz="1800" b="1" i="0" u="none" strike="noStrike" kern="1200" cap="none" spc="0" normalizeH="0" baseline="0" noProof="0">
                <a:ln>
                  <a:noFill/>
                </a:ln>
                <a:effectLst/>
                <a:uLnTx/>
                <a:uFillTx/>
                <a:latin typeface="Arial" panose="020B0604020202020204" pitchFamily="34" charset="0"/>
                <a:cs typeface="Arial" panose="020B0604020202020204" pitchFamily="34" charset="0"/>
              </a:rPr>
              <a:t>[Insert relevant area e.g.,</a:t>
            </a:r>
            <a:r>
              <a:rPr lang="en-US" b="1">
                <a:latin typeface="Arial" panose="020B0604020202020204" pitchFamily="34" charset="0"/>
                <a:cs typeface="Arial" panose="020B0604020202020204" pitchFamily="34" charset="0"/>
              </a:rPr>
              <a:t> </a:t>
            </a:r>
            <a:r>
              <a:rPr kumimoji="0" lang="en-US" sz="1800" b="1" i="0" u="none" strike="noStrike" kern="1200" cap="none" spc="0" normalizeH="0" baseline="0" noProof="0">
                <a:ln>
                  <a:noFill/>
                </a:ln>
                <a:effectLst/>
                <a:uLnTx/>
                <a:uFillTx/>
                <a:latin typeface="Arial" panose="020B0604020202020204" pitchFamily="34" charset="0"/>
                <a:cs typeface="Arial" panose="020B0604020202020204" pitchFamily="34" charset="0"/>
              </a:rPr>
              <a:t>Production]</a:t>
            </a:r>
          </a:p>
        </p:txBody>
      </p:sp>
      <p:sp>
        <p:nvSpPr>
          <p:cNvPr id="9" name="TextBox 8">
            <a:extLst>
              <a:ext uri="{FF2B5EF4-FFF2-40B4-BE49-F238E27FC236}">
                <a16:creationId xmlns:a16="http://schemas.microsoft.com/office/drawing/2014/main" id="{301E982E-F3A1-1D18-1CDA-62F3565D175B}"/>
              </a:ext>
            </a:extLst>
          </p:cNvPr>
          <p:cNvSpPr txBox="1"/>
          <p:nvPr/>
        </p:nvSpPr>
        <p:spPr>
          <a:xfrm>
            <a:off x="1398236" y="5461157"/>
            <a:ext cx="27156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accent2"/>
                </a:solidFill>
                <a:effectLst/>
                <a:uLnTx/>
                <a:uFillTx/>
                <a:latin typeface="Arial" panose="020B0604020202020204" pitchFamily="34" charset="0"/>
                <a:cs typeface="Arial" panose="020B0604020202020204" pitchFamily="34" charset="0"/>
              </a:rPr>
              <a:t>[Insert relevant area e.g., Pricing]</a:t>
            </a:r>
          </a:p>
        </p:txBody>
      </p:sp>
      <p:sp>
        <p:nvSpPr>
          <p:cNvPr id="11" name="TextBox 10">
            <a:extLst>
              <a:ext uri="{FF2B5EF4-FFF2-40B4-BE49-F238E27FC236}">
                <a16:creationId xmlns:a16="http://schemas.microsoft.com/office/drawing/2014/main" id="{D18F10B1-D3DA-39BB-96A8-7B33B1ACED31}"/>
              </a:ext>
            </a:extLst>
          </p:cNvPr>
          <p:cNvSpPr txBox="1"/>
          <p:nvPr/>
        </p:nvSpPr>
        <p:spPr>
          <a:xfrm>
            <a:off x="1398236" y="3198265"/>
            <a:ext cx="27156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Arial" panose="020B0604020202020204" pitchFamily="34" charset="0"/>
                <a:cs typeface="Arial" panose="020B0604020202020204" pitchFamily="34" charset="0"/>
              </a:rPr>
              <a:t>[Insert relevant area e.g., Customer service]</a:t>
            </a:r>
          </a:p>
        </p:txBody>
      </p:sp>
      <p:sp>
        <p:nvSpPr>
          <p:cNvPr id="16" name="Oval 15">
            <a:extLst>
              <a:ext uri="{FF2B5EF4-FFF2-40B4-BE49-F238E27FC236}">
                <a16:creationId xmlns:a16="http://schemas.microsoft.com/office/drawing/2014/main" id="{B7718168-E857-7231-98C9-436CCF610883}"/>
              </a:ext>
            </a:extLst>
          </p:cNvPr>
          <p:cNvSpPr/>
          <p:nvPr/>
        </p:nvSpPr>
        <p:spPr>
          <a:xfrm>
            <a:off x="2158451" y="4089557"/>
            <a:ext cx="1195218" cy="119521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schemeClr val="tx1"/>
              </a:solidFill>
              <a:effectLst/>
              <a:uLnTx/>
              <a:uFillTx/>
              <a:ea typeface="+mn-ea"/>
              <a:cs typeface="+mn-cs"/>
            </a:endParaRPr>
          </a:p>
        </p:txBody>
      </p:sp>
      <p:sp>
        <p:nvSpPr>
          <p:cNvPr id="17" name="TextBox 16">
            <a:extLst>
              <a:ext uri="{FF2B5EF4-FFF2-40B4-BE49-F238E27FC236}">
                <a16:creationId xmlns:a16="http://schemas.microsoft.com/office/drawing/2014/main" id="{541CA97C-6F5D-64BF-A528-7C871EE10E53}"/>
              </a:ext>
            </a:extLst>
          </p:cNvPr>
          <p:cNvSpPr txBox="1"/>
          <p:nvPr/>
        </p:nvSpPr>
        <p:spPr>
          <a:xfrm>
            <a:off x="4738175" y="5461157"/>
            <a:ext cx="27156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accent2"/>
                </a:solidFill>
                <a:effectLst/>
                <a:uLnTx/>
                <a:uFillTx/>
                <a:latin typeface="Arial" panose="020B0604020202020204" pitchFamily="34" charset="0"/>
                <a:cs typeface="Arial" panose="020B0604020202020204" pitchFamily="34" charset="0"/>
              </a:rPr>
              <a:t>[Insert relevant area e.g., IT]</a:t>
            </a:r>
          </a:p>
        </p:txBody>
      </p:sp>
      <p:sp>
        <p:nvSpPr>
          <p:cNvPr id="19" name="Oval 18">
            <a:extLst>
              <a:ext uri="{FF2B5EF4-FFF2-40B4-BE49-F238E27FC236}">
                <a16:creationId xmlns:a16="http://schemas.microsoft.com/office/drawing/2014/main" id="{17414F58-9086-E214-AD91-A2C776FB8147}"/>
              </a:ext>
            </a:extLst>
          </p:cNvPr>
          <p:cNvSpPr/>
          <p:nvPr/>
        </p:nvSpPr>
        <p:spPr>
          <a:xfrm>
            <a:off x="5503155" y="4089557"/>
            <a:ext cx="1195218" cy="119521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schemeClr val="tx1"/>
              </a:solidFill>
              <a:effectLst/>
              <a:uLnTx/>
              <a:uFillTx/>
              <a:ea typeface="+mn-ea"/>
              <a:cs typeface="+mn-cs"/>
            </a:endParaRPr>
          </a:p>
        </p:txBody>
      </p:sp>
      <p:sp>
        <p:nvSpPr>
          <p:cNvPr id="21" name="TextBox 20">
            <a:extLst>
              <a:ext uri="{FF2B5EF4-FFF2-40B4-BE49-F238E27FC236}">
                <a16:creationId xmlns:a16="http://schemas.microsoft.com/office/drawing/2014/main" id="{C6358B32-65CB-CE03-EA71-CE72E40A701B}"/>
              </a:ext>
            </a:extLst>
          </p:cNvPr>
          <p:cNvSpPr txBox="1"/>
          <p:nvPr/>
        </p:nvSpPr>
        <p:spPr>
          <a:xfrm>
            <a:off x="8078115" y="5461157"/>
            <a:ext cx="27156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accent2"/>
                </a:solidFill>
                <a:effectLst/>
                <a:uLnTx/>
                <a:uFillTx/>
                <a:latin typeface="Arial" panose="020B0604020202020204" pitchFamily="34" charset="0"/>
                <a:cs typeface="Arial" panose="020B0604020202020204" pitchFamily="34" charset="0"/>
              </a:rPr>
              <a:t>[Insert relevant area e.g., Quality Control]</a:t>
            </a:r>
          </a:p>
        </p:txBody>
      </p:sp>
      <p:sp>
        <p:nvSpPr>
          <p:cNvPr id="22" name="Oval 21">
            <a:extLst>
              <a:ext uri="{FF2B5EF4-FFF2-40B4-BE49-F238E27FC236}">
                <a16:creationId xmlns:a16="http://schemas.microsoft.com/office/drawing/2014/main" id="{DCA14EAD-0E85-E7DE-FA98-B71AEAD57DB6}"/>
              </a:ext>
            </a:extLst>
          </p:cNvPr>
          <p:cNvSpPr/>
          <p:nvPr/>
        </p:nvSpPr>
        <p:spPr>
          <a:xfrm>
            <a:off x="8838330" y="4089557"/>
            <a:ext cx="1195218" cy="119521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schemeClr val="tx1"/>
              </a:solidFill>
              <a:effectLst/>
              <a:uLnTx/>
              <a:uFillTx/>
              <a:ea typeface="+mn-ea"/>
              <a:cs typeface="+mn-cs"/>
            </a:endParaRPr>
          </a:p>
        </p:txBody>
      </p:sp>
      <p:sp>
        <p:nvSpPr>
          <p:cNvPr id="23" name="TextBox 22">
            <a:extLst>
              <a:ext uri="{FF2B5EF4-FFF2-40B4-BE49-F238E27FC236}">
                <a16:creationId xmlns:a16="http://schemas.microsoft.com/office/drawing/2014/main" id="{7308CF42-7EFE-FE54-8D68-53A456C15706}"/>
              </a:ext>
            </a:extLst>
          </p:cNvPr>
          <p:cNvSpPr txBox="1"/>
          <p:nvPr/>
        </p:nvSpPr>
        <p:spPr>
          <a:xfrm>
            <a:off x="4738175" y="3198265"/>
            <a:ext cx="2715648" cy="646331"/>
          </a:xfrm>
          <a:prstGeom prst="rect">
            <a:avLst/>
          </a:prstGeom>
          <a:noFill/>
        </p:spPr>
        <p:txBody>
          <a:bodyPr wrap="square" rtlCol="0">
            <a:spAutoFit/>
          </a:bodyPr>
          <a:lstStyle/>
          <a:p>
            <a:pPr algn="ctr">
              <a:defRPr/>
            </a:pPr>
            <a:r>
              <a:rPr kumimoji="0" lang="en-US" sz="1800" b="1" i="0" u="none" strike="noStrike" kern="1200" cap="none" spc="0" normalizeH="0" baseline="0" noProof="0">
                <a:ln>
                  <a:noFill/>
                </a:ln>
                <a:effectLst/>
                <a:uLnTx/>
                <a:uFillTx/>
                <a:latin typeface="Arial" panose="020B0604020202020204" pitchFamily="34" charset="0"/>
                <a:cs typeface="Arial" panose="020B0604020202020204" pitchFamily="34" charset="0"/>
              </a:rPr>
              <a:t>[Insert relevant area e.g., Sales]</a:t>
            </a:r>
          </a:p>
        </p:txBody>
      </p:sp>
      <p:sp>
        <p:nvSpPr>
          <p:cNvPr id="24" name="Oval 23">
            <a:extLst>
              <a:ext uri="{FF2B5EF4-FFF2-40B4-BE49-F238E27FC236}">
                <a16:creationId xmlns:a16="http://schemas.microsoft.com/office/drawing/2014/main" id="{9FE30448-16B2-0058-FFED-51D194A1FE18}"/>
              </a:ext>
            </a:extLst>
          </p:cNvPr>
          <p:cNvSpPr/>
          <p:nvPr/>
        </p:nvSpPr>
        <p:spPr>
          <a:xfrm>
            <a:off x="2158451" y="1838172"/>
            <a:ext cx="1195218" cy="11952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schemeClr val="tx1"/>
              </a:solidFill>
              <a:effectLst/>
              <a:uLnTx/>
              <a:uFillTx/>
              <a:ea typeface="+mn-ea"/>
              <a:cs typeface="+mn-cs"/>
            </a:endParaRPr>
          </a:p>
        </p:txBody>
      </p:sp>
      <p:sp>
        <p:nvSpPr>
          <p:cNvPr id="25" name="Oval 24">
            <a:extLst>
              <a:ext uri="{FF2B5EF4-FFF2-40B4-BE49-F238E27FC236}">
                <a16:creationId xmlns:a16="http://schemas.microsoft.com/office/drawing/2014/main" id="{5F464F91-DECC-BCE6-0710-D6EFE8AF0328}"/>
              </a:ext>
            </a:extLst>
          </p:cNvPr>
          <p:cNvSpPr/>
          <p:nvPr/>
        </p:nvSpPr>
        <p:spPr>
          <a:xfrm>
            <a:off x="8838330" y="1838172"/>
            <a:ext cx="1195218" cy="11952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schemeClr val="tx1"/>
              </a:solidFill>
              <a:effectLst/>
              <a:uLnTx/>
              <a:uFillTx/>
              <a:ea typeface="+mn-ea"/>
              <a:cs typeface="+mn-cs"/>
            </a:endParaRPr>
          </a:p>
        </p:txBody>
      </p:sp>
      <p:sp>
        <p:nvSpPr>
          <p:cNvPr id="27" name="Oval 26">
            <a:extLst>
              <a:ext uri="{FF2B5EF4-FFF2-40B4-BE49-F238E27FC236}">
                <a16:creationId xmlns:a16="http://schemas.microsoft.com/office/drawing/2014/main" id="{68702787-DDA9-22AD-C55F-758FE5DAC4A6}"/>
              </a:ext>
            </a:extLst>
          </p:cNvPr>
          <p:cNvSpPr/>
          <p:nvPr/>
        </p:nvSpPr>
        <p:spPr>
          <a:xfrm>
            <a:off x="5503155" y="1838172"/>
            <a:ext cx="1195218" cy="11952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schemeClr val="tx1"/>
              </a:solidFill>
              <a:effectLst/>
              <a:uLnTx/>
              <a:uFillTx/>
              <a:ea typeface="+mn-ea"/>
              <a:cs typeface="+mn-cs"/>
            </a:endParaRPr>
          </a:p>
        </p:txBody>
      </p:sp>
      <p:pic>
        <p:nvPicPr>
          <p:cNvPr id="29" name="Graphic 28">
            <a:extLst>
              <a:ext uri="{FF2B5EF4-FFF2-40B4-BE49-F238E27FC236}">
                <a16:creationId xmlns:a16="http://schemas.microsoft.com/office/drawing/2014/main" id="{5599BD4B-8C34-A38F-63E4-176A9FA4FB0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97764" y="2177485"/>
            <a:ext cx="516592" cy="516591"/>
          </a:xfrm>
          <a:prstGeom prst="rect">
            <a:avLst/>
          </a:prstGeom>
        </p:spPr>
      </p:pic>
      <p:pic>
        <p:nvPicPr>
          <p:cNvPr id="30" name="Graphic 29">
            <a:extLst>
              <a:ext uri="{FF2B5EF4-FFF2-40B4-BE49-F238E27FC236}">
                <a16:creationId xmlns:a16="http://schemas.microsoft.com/office/drawing/2014/main" id="{02DF23E4-7505-77B3-33D0-A023906C488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97764" y="4428870"/>
            <a:ext cx="516592" cy="516591"/>
          </a:xfrm>
          <a:prstGeom prst="rect">
            <a:avLst/>
          </a:prstGeom>
        </p:spPr>
      </p:pic>
      <p:pic>
        <p:nvPicPr>
          <p:cNvPr id="31" name="Graphic 30">
            <a:extLst>
              <a:ext uri="{FF2B5EF4-FFF2-40B4-BE49-F238E27FC236}">
                <a16:creationId xmlns:a16="http://schemas.microsoft.com/office/drawing/2014/main" id="{7B8DF657-BC8E-18FB-9239-E0EA4C762F0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836785" y="4423187"/>
            <a:ext cx="527958" cy="527957"/>
          </a:xfrm>
          <a:prstGeom prst="rect">
            <a:avLst/>
          </a:prstGeom>
        </p:spPr>
      </p:pic>
      <p:pic>
        <p:nvPicPr>
          <p:cNvPr id="32" name="Graphic 31">
            <a:extLst>
              <a:ext uri="{FF2B5EF4-FFF2-40B4-BE49-F238E27FC236}">
                <a16:creationId xmlns:a16="http://schemas.microsoft.com/office/drawing/2014/main" id="{979C7684-F748-89E3-83FB-75748A15678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71960" y="4423187"/>
            <a:ext cx="527958" cy="527957"/>
          </a:xfrm>
          <a:prstGeom prst="rect">
            <a:avLst/>
          </a:prstGeom>
        </p:spPr>
      </p:pic>
      <p:pic>
        <p:nvPicPr>
          <p:cNvPr id="33" name="Graphic 32">
            <a:extLst>
              <a:ext uri="{FF2B5EF4-FFF2-40B4-BE49-F238E27FC236}">
                <a16:creationId xmlns:a16="http://schemas.microsoft.com/office/drawing/2014/main" id="{51DBE7D8-ED27-71FB-4A70-C44D6BD4172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832021" y="2171802"/>
            <a:ext cx="527958" cy="527957"/>
          </a:xfrm>
          <a:prstGeom prst="rect">
            <a:avLst/>
          </a:prstGeom>
        </p:spPr>
      </p:pic>
      <p:pic>
        <p:nvPicPr>
          <p:cNvPr id="34" name="Graphic 33">
            <a:extLst>
              <a:ext uri="{FF2B5EF4-FFF2-40B4-BE49-F238E27FC236}">
                <a16:creationId xmlns:a16="http://schemas.microsoft.com/office/drawing/2014/main" id="{4AD36693-D26E-8AB8-CCED-C039BEC94DA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177643" y="2177485"/>
            <a:ext cx="516592" cy="516591"/>
          </a:xfrm>
          <a:prstGeom prst="rect">
            <a:avLst/>
          </a:prstGeom>
        </p:spPr>
      </p:pic>
    </p:spTree>
    <p:extLst>
      <p:ext uri="{BB962C8B-B14F-4D97-AF65-F5344CB8AC3E}">
        <p14:creationId xmlns:p14="http://schemas.microsoft.com/office/powerpoint/2010/main" val="20168071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ktangel 14">
            <a:extLst>
              <a:ext uri="{FF2B5EF4-FFF2-40B4-BE49-F238E27FC236}">
                <a16:creationId xmlns:a16="http://schemas.microsoft.com/office/drawing/2014/main" id="{B9994B35-6500-7707-EA81-60076566528A}"/>
              </a:ext>
            </a:extLst>
          </p:cNvPr>
          <p:cNvSpPr/>
          <p:nvPr/>
        </p:nvSpPr>
        <p:spPr>
          <a:xfrm>
            <a:off x="2038306" y="4680684"/>
            <a:ext cx="3130058" cy="1485135"/>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ea typeface="+mn-ea"/>
              <a:cs typeface="+mn-cs"/>
            </a:endParaRPr>
          </a:p>
        </p:txBody>
      </p:sp>
      <p:sp>
        <p:nvSpPr>
          <p:cNvPr id="7" name="Rektangel 14">
            <a:extLst>
              <a:ext uri="{FF2B5EF4-FFF2-40B4-BE49-F238E27FC236}">
                <a16:creationId xmlns:a16="http://schemas.microsoft.com/office/drawing/2014/main" id="{90BAE2AA-46E4-E922-AE8B-37AAE89B61A0}"/>
              </a:ext>
            </a:extLst>
          </p:cNvPr>
          <p:cNvSpPr/>
          <p:nvPr/>
        </p:nvSpPr>
        <p:spPr>
          <a:xfrm>
            <a:off x="5270621" y="4680684"/>
            <a:ext cx="3130058" cy="1485135"/>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ea typeface="+mn-ea"/>
              <a:cs typeface="+mn-cs"/>
            </a:endParaRPr>
          </a:p>
        </p:txBody>
      </p:sp>
      <p:sp>
        <p:nvSpPr>
          <p:cNvPr id="9" name="Rektangel 14">
            <a:extLst>
              <a:ext uri="{FF2B5EF4-FFF2-40B4-BE49-F238E27FC236}">
                <a16:creationId xmlns:a16="http://schemas.microsoft.com/office/drawing/2014/main" id="{33BE55C0-6BAD-2250-2C10-ACA555BEAFA0}"/>
              </a:ext>
            </a:extLst>
          </p:cNvPr>
          <p:cNvSpPr/>
          <p:nvPr/>
        </p:nvSpPr>
        <p:spPr>
          <a:xfrm>
            <a:off x="8504359" y="4680684"/>
            <a:ext cx="3130058" cy="1485135"/>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ea typeface="+mn-ea"/>
              <a:cs typeface="+mn-cs"/>
            </a:endParaRPr>
          </a:p>
        </p:txBody>
      </p:sp>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71" name="Rectangle 14">
            <a:extLst>
              <a:ext uri="{FF2B5EF4-FFF2-40B4-BE49-F238E27FC236}">
                <a16:creationId xmlns:a16="http://schemas.microsoft.com/office/drawing/2014/main" id="{482EB890-E736-03DD-D596-E45D29EFBC27}"/>
              </a:ext>
            </a:extLst>
          </p:cNvPr>
          <p:cNvSpPr>
            <a:spLocks noChangeArrowheads="1"/>
          </p:cNvSpPr>
          <p:nvPr/>
        </p:nvSpPr>
        <p:spPr bwMode="auto">
          <a:xfrm>
            <a:off x="554736" y="1929844"/>
            <a:ext cx="1381315" cy="2441325"/>
          </a:xfrm>
          <a:prstGeom prst="rect">
            <a:avLst/>
          </a:prstGeom>
          <a:solidFill>
            <a:schemeClr val="tx2"/>
          </a:solidFill>
          <a:ln w="12700">
            <a:noFill/>
            <a:miter lim="800000"/>
            <a:headEnd/>
            <a:tailEnd/>
          </a:ln>
          <a:effectLst/>
        </p:spPr>
        <p:txBody>
          <a:bodyPr wrap="none" lIns="73152" tIns="91440" rIns="74094" bIns="91440" anchor="ctr" anchorCtr="0"/>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solidFill>
                  <a:schemeClr val="bg1"/>
                </a:solidFill>
                <a:effectLst/>
                <a:uLnTx/>
                <a:uFillTx/>
                <a:ea typeface="+mn-ea"/>
                <a:cs typeface="+mn-cs"/>
              </a:rPr>
              <a:t>Description</a:t>
            </a:r>
          </a:p>
        </p:txBody>
      </p:sp>
      <p:sp>
        <p:nvSpPr>
          <p:cNvPr id="491" name="Rectangle 14">
            <a:extLst>
              <a:ext uri="{FF2B5EF4-FFF2-40B4-BE49-F238E27FC236}">
                <a16:creationId xmlns:a16="http://schemas.microsoft.com/office/drawing/2014/main" id="{03118E90-0AF4-8A1C-3415-C891D02FE090}"/>
              </a:ext>
            </a:extLst>
          </p:cNvPr>
          <p:cNvSpPr>
            <a:spLocks noChangeArrowheads="1"/>
          </p:cNvSpPr>
          <p:nvPr/>
        </p:nvSpPr>
        <p:spPr bwMode="auto">
          <a:xfrm>
            <a:off x="554736" y="4680684"/>
            <a:ext cx="1381315" cy="1485135"/>
          </a:xfrm>
          <a:prstGeom prst="rect">
            <a:avLst/>
          </a:prstGeom>
          <a:solidFill>
            <a:schemeClr val="tx2"/>
          </a:solidFill>
          <a:ln w="12700">
            <a:noFill/>
            <a:miter lim="800000"/>
            <a:headEnd/>
            <a:tailEnd/>
          </a:ln>
          <a:effectLst/>
        </p:spPr>
        <p:txBody>
          <a:bodyPr wrap="none" lIns="73152" tIns="91440" rIns="74094" bIns="91440" anchor="ctr" anchorCtr="0"/>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solidFill>
                  <a:schemeClr val="bg1"/>
                </a:solidFill>
                <a:effectLst/>
                <a:uLnTx/>
                <a:uFillTx/>
                <a:ea typeface="+mn-ea"/>
                <a:cs typeface="+mn-cs"/>
              </a:rPr>
              <a:t>Example</a:t>
            </a:r>
          </a:p>
        </p:txBody>
      </p:sp>
      <p:sp>
        <p:nvSpPr>
          <p:cNvPr id="36" name="Picture Placeholder 35">
            <a:extLst>
              <a:ext uri="{FF2B5EF4-FFF2-40B4-BE49-F238E27FC236}">
                <a16:creationId xmlns:a16="http://schemas.microsoft.com/office/drawing/2014/main" id="{7F0CD21F-2923-4E70-B73D-1FF08395980B}"/>
              </a:ext>
            </a:extLst>
          </p:cNvPr>
          <p:cNvSpPr>
            <a:spLocks noGrp="1"/>
          </p:cNvSpPr>
          <p:nvPr>
            <p:ph type="pic" sz="quarter" idx="21"/>
          </p:nvPr>
        </p:nvSpPr>
        <p:spPr/>
        <p:txBody>
          <a:bodyPr/>
          <a:lstStyle/>
          <a:p>
            <a:endParaRPr lang="en-US"/>
          </a:p>
        </p:txBody>
      </p:sp>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The project will be centered around three key deliverables, which together make up the proposed solution</a:t>
            </a:r>
            <a:endParaRPr lang="en-DK"/>
          </a:p>
        </p:txBody>
      </p:sp>
      <p:sp>
        <p:nvSpPr>
          <p:cNvPr id="37" name="Picture Placeholder 36">
            <a:extLst>
              <a:ext uri="{FF2B5EF4-FFF2-40B4-BE49-F238E27FC236}">
                <a16:creationId xmlns:a16="http://schemas.microsoft.com/office/drawing/2014/main" id="{5BBFAC04-12F7-34B1-4AE1-CE8C71CCAB45}"/>
              </a:ext>
            </a:extLst>
          </p:cNvPr>
          <p:cNvSpPr>
            <a:spLocks noGrp="1"/>
          </p:cNvSpPr>
          <p:nvPr>
            <p:ph type="pic" sz="quarter" idx="22"/>
          </p:nvPr>
        </p:nvSpPr>
        <p:spPr/>
        <p:txBody>
          <a:bodyPr/>
          <a:lstStyle/>
          <a:p>
            <a:endParaRPr lang="en-US"/>
          </a:p>
        </p:txBody>
      </p:sp>
      <p:sp>
        <p:nvSpPr>
          <p:cNvPr id="38" name="Picture Placeholder 37">
            <a:extLst>
              <a:ext uri="{FF2B5EF4-FFF2-40B4-BE49-F238E27FC236}">
                <a16:creationId xmlns:a16="http://schemas.microsoft.com/office/drawing/2014/main" id="{AD1900AC-33C0-E24C-7630-DD966CB91648}"/>
              </a:ext>
            </a:extLst>
          </p:cNvPr>
          <p:cNvSpPr>
            <a:spLocks noGrp="1"/>
          </p:cNvSpPr>
          <p:nvPr>
            <p:ph type="pic" sz="quarter" idx="23"/>
          </p:nvPr>
        </p:nvSpPr>
        <p:spPr/>
        <p:txBody>
          <a:bodyPr/>
          <a:lstStyle/>
          <a:p>
            <a:endParaRPr lang="en-US"/>
          </a:p>
        </p:txBody>
      </p:sp>
      <p:sp>
        <p:nvSpPr>
          <p:cNvPr id="454" name="Rektangel 14">
            <a:extLst>
              <a:ext uri="{FF2B5EF4-FFF2-40B4-BE49-F238E27FC236}">
                <a16:creationId xmlns:a16="http://schemas.microsoft.com/office/drawing/2014/main" id="{920324B9-C891-BF5A-FAB7-1CF1F7EF1D32}"/>
              </a:ext>
            </a:extLst>
          </p:cNvPr>
          <p:cNvSpPr/>
          <p:nvPr/>
        </p:nvSpPr>
        <p:spPr>
          <a:xfrm>
            <a:off x="2038306" y="1929847"/>
            <a:ext cx="3130058" cy="2441324"/>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ea typeface="+mn-ea"/>
                <a:cs typeface="+mn-cs"/>
              </a:rPr>
              <a:t>[Insert description]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ea typeface="+mn-ea"/>
              <a:cs typeface="+mn-cs"/>
            </a:endParaRP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chemeClr val="tx1"/>
                </a:solidFill>
                <a:effectLst/>
                <a:uLnTx/>
                <a:uFillTx/>
                <a:latin typeface="+mn-lt"/>
                <a:ea typeface="+mn-ea"/>
                <a:cs typeface="Arial" pitchFamily="34" charset="0"/>
              </a:rPr>
              <a:t>[Insert main bullet points or associated activities, if relevant]</a:t>
            </a:r>
            <a:endParaRPr lang="en-GB" sz="1100">
              <a:solidFill>
                <a:schemeClr val="tx1"/>
              </a:solidFill>
              <a:latin typeface="+mn-lt"/>
            </a:endParaRP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chemeClr val="tx1"/>
                </a:solidFill>
                <a:effectLst/>
                <a:uLnTx/>
                <a:uFillTx/>
                <a:latin typeface="+mn-lt"/>
                <a:ea typeface="+mn-ea"/>
                <a:cs typeface="Arial" pitchFamily="34" charset="0"/>
              </a:rPr>
              <a:t>[Insert main bullet points or associated activities, if relevant]</a:t>
            </a: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chemeClr val="tx1"/>
                </a:solidFill>
                <a:effectLst/>
                <a:uLnTx/>
                <a:uFillTx/>
                <a:latin typeface="+mn-lt"/>
                <a:ea typeface="+mn-ea"/>
                <a:cs typeface="Arial" pitchFamily="34" charset="0"/>
              </a:rPr>
              <a:t>[Insert main bullet points or associated activities, if relevant]</a:t>
            </a: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chemeClr val="tx1"/>
                </a:solidFill>
                <a:effectLst/>
                <a:uLnTx/>
                <a:uFillTx/>
                <a:ea typeface="+mn-ea"/>
                <a:cs typeface="Arial" pitchFamily="34" charset="0"/>
              </a:rPr>
              <a:t>…</a:t>
            </a:r>
            <a:endParaRPr kumimoji="0" lang="en-GB" sz="1100" b="0" i="0" u="none" strike="noStrike" kern="1200" cap="none" spc="0" normalizeH="0" baseline="0" noProof="0">
              <a:ln>
                <a:noFill/>
              </a:ln>
              <a:solidFill>
                <a:schemeClr val="tx1"/>
              </a:solidFill>
              <a:effectLst/>
              <a:uLnTx/>
              <a:uFillTx/>
              <a:latin typeface="+mn-lt"/>
              <a:ea typeface="+mn-ea"/>
              <a:cs typeface="Arial" pitchFamily="34" charset="0"/>
            </a:endParaRPr>
          </a:p>
        </p:txBody>
      </p:sp>
      <p:sp>
        <p:nvSpPr>
          <p:cNvPr id="455" name="Rectangle 14">
            <a:extLst>
              <a:ext uri="{FF2B5EF4-FFF2-40B4-BE49-F238E27FC236}">
                <a16:creationId xmlns:a16="http://schemas.microsoft.com/office/drawing/2014/main" id="{09B1856C-8AE6-55FA-7250-65300EEF458D}"/>
              </a:ext>
            </a:extLst>
          </p:cNvPr>
          <p:cNvSpPr>
            <a:spLocks noChangeArrowheads="1"/>
          </p:cNvSpPr>
          <p:nvPr/>
        </p:nvSpPr>
        <p:spPr bwMode="auto">
          <a:xfrm>
            <a:off x="2039731" y="1419415"/>
            <a:ext cx="3130058" cy="392963"/>
          </a:xfrm>
          <a:prstGeom prst="rect">
            <a:avLst/>
          </a:prstGeom>
          <a:noFill/>
          <a:ln w="12700">
            <a:noFill/>
            <a:miter lim="800000"/>
            <a:headEnd/>
            <a:tailEnd/>
          </a:ln>
          <a:effectLst/>
        </p:spPr>
        <p:txBody>
          <a:bodyPr wrap="none" lIns="91440" tIns="74094" rIns="91440" bIns="74094" anchor="ct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effectLst/>
                <a:uLnTx/>
                <a:uFillTx/>
                <a:ea typeface="+mn-ea"/>
                <a:cs typeface="+mn-cs"/>
              </a:rPr>
              <a:t>[Insert deliverable 1]</a:t>
            </a:r>
          </a:p>
        </p:txBody>
      </p:sp>
      <p:sp>
        <p:nvSpPr>
          <p:cNvPr id="463" name="Rektangel 14">
            <a:extLst>
              <a:ext uri="{FF2B5EF4-FFF2-40B4-BE49-F238E27FC236}">
                <a16:creationId xmlns:a16="http://schemas.microsoft.com/office/drawing/2014/main" id="{47496EF8-4599-59DA-F3E6-8B025E3B4F3B}"/>
              </a:ext>
            </a:extLst>
          </p:cNvPr>
          <p:cNvSpPr/>
          <p:nvPr/>
        </p:nvSpPr>
        <p:spPr>
          <a:xfrm>
            <a:off x="5273468" y="1929847"/>
            <a:ext cx="3130058" cy="2441324"/>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ea typeface="+mn-ea"/>
                <a:cs typeface="+mn-cs"/>
              </a:rPr>
              <a:t>[Insert description]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ea typeface="+mn-ea"/>
              <a:cs typeface="+mn-cs"/>
            </a:endParaRP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chemeClr val="tx1"/>
                </a:solidFill>
                <a:effectLst/>
                <a:uLnTx/>
                <a:uFillTx/>
                <a:latin typeface="+mn-lt"/>
                <a:ea typeface="+mn-ea"/>
                <a:cs typeface="Arial" pitchFamily="34" charset="0"/>
              </a:rPr>
              <a:t>[Insert main bullet points or associated activities, if relevant]</a:t>
            </a:r>
            <a:endParaRPr lang="en-GB" sz="1100">
              <a:solidFill>
                <a:schemeClr val="tx1"/>
              </a:solidFill>
              <a:latin typeface="+mn-lt"/>
            </a:endParaRP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chemeClr val="tx1"/>
                </a:solidFill>
                <a:effectLst/>
                <a:uLnTx/>
                <a:uFillTx/>
                <a:latin typeface="+mn-lt"/>
                <a:ea typeface="+mn-ea"/>
                <a:cs typeface="Arial" pitchFamily="34" charset="0"/>
              </a:rPr>
              <a:t>[Insert main bullet points or associated activities, if relevant]</a:t>
            </a: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chemeClr val="tx1"/>
                </a:solidFill>
                <a:effectLst/>
                <a:uLnTx/>
                <a:uFillTx/>
                <a:latin typeface="+mn-lt"/>
                <a:ea typeface="+mn-ea"/>
                <a:cs typeface="Arial" pitchFamily="34" charset="0"/>
              </a:rPr>
              <a:t>[Insert main bullet points or associated activities, if relevant]</a:t>
            </a: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chemeClr val="tx1"/>
                </a:solidFill>
                <a:effectLst/>
                <a:uLnTx/>
                <a:uFillTx/>
                <a:ea typeface="+mn-ea"/>
                <a:cs typeface="Arial" pitchFamily="34" charset="0"/>
              </a:rPr>
              <a:t>…</a:t>
            </a:r>
            <a:endParaRPr kumimoji="0" lang="en-GB" sz="1100" b="0" i="0" u="none" strike="noStrike" kern="1200" cap="none" spc="0" normalizeH="0" baseline="0" noProof="0">
              <a:ln>
                <a:noFill/>
              </a:ln>
              <a:solidFill>
                <a:schemeClr val="tx1"/>
              </a:solidFill>
              <a:effectLst/>
              <a:uLnTx/>
              <a:uFillTx/>
              <a:latin typeface="+mn-lt"/>
              <a:ea typeface="+mn-ea"/>
              <a:cs typeface="Arial" pitchFamily="34" charset="0"/>
            </a:endParaRPr>
          </a:p>
        </p:txBody>
      </p:sp>
      <p:sp>
        <p:nvSpPr>
          <p:cNvPr id="464" name="Rectangle 14">
            <a:extLst>
              <a:ext uri="{FF2B5EF4-FFF2-40B4-BE49-F238E27FC236}">
                <a16:creationId xmlns:a16="http://schemas.microsoft.com/office/drawing/2014/main" id="{CFE33312-CFBA-D4D7-8C45-BC32B36EC560}"/>
              </a:ext>
            </a:extLst>
          </p:cNvPr>
          <p:cNvSpPr>
            <a:spLocks noChangeArrowheads="1"/>
          </p:cNvSpPr>
          <p:nvPr/>
        </p:nvSpPr>
        <p:spPr bwMode="auto">
          <a:xfrm>
            <a:off x="5273468" y="1419415"/>
            <a:ext cx="3130058" cy="392963"/>
          </a:xfrm>
          <a:prstGeom prst="rect">
            <a:avLst/>
          </a:prstGeom>
          <a:noFill/>
          <a:ln w="12700">
            <a:noFill/>
            <a:miter lim="800000"/>
            <a:headEnd/>
            <a:tailEnd/>
          </a:ln>
          <a:effectLst/>
        </p:spPr>
        <p:txBody>
          <a:bodyPr wrap="none" lIns="91440" tIns="74094" rIns="91440" bIns="74094" anchor="ct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effectLst/>
                <a:uLnTx/>
                <a:uFillTx/>
                <a:ea typeface="+mn-ea"/>
                <a:cs typeface="+mn-cs"/>
              </a:rPr>
              <a:t>[Insert deliverable 2]</a:t>
            </a:r>
          </a:p>
        </p:txBody>
      </p:sp>
      <p:sp>
        <p:nvSpPr>
          <p:cNvPr id="465" name="Rektangel 14">
            <a:extLst>
              <a:ext uri="{FF2B5EF4-FFF2-40B4-BE49-F238E27FC236}">
                <a16:creationId xmlns:a16="http://schemas.microsoft.com/office/drawing/2014/main" id="{F37C7A5E-5BB5-0384-E7EE-3F20127C22F5}"/>
              </a:ext>
            </a:extLst>
          </p:cNvPr>
          <p:cNvSpPr/>
          <p:nvPr/>
        </p:nvSpPr>
        <p:spPr>
          <a:xfrm>
            <a:off x="8507206" y="1929847"/>
            <a:ext cx="3130058" cy="2441324"/>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ea typeface="+mn-ea"/>
                <a:cs typeface="+mn-cs"/>
              </a:rPr>
              <a:t>[Insert description]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ea typeface="+mn-ea"/>
              <a:cs typeface="+mn-cs"/>
            </a:endParaRP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chemeClr val="tx1"/>
                </a:solidFill>
                <a:effectLst/>
                <a:uLnTx/>
                <a:uFillTx/>
                <a:latin typeface="+mn-lt"/>
                <a:ea typeface="+mn-ea"/>
                <a:cs typeface="Arial" pitchFamily="34" charset="0"/>
              </a:rPr>
              <a:t>[Insert main bullet points or associated activities, if relevant]</a:t>
            </a:r>
            <a:endParaRPr lang="en-GB" sz="1100">
              <a:solidFill>
                <a:schemeClr val="tx1"/>
              </a:solidFill>
              <a:latin typeface="+mn-lt"/>
            </a:endParaRP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chemeClr val="tx1"/>
                </a:solidFill>
                <a:effectLst/>
                <a:uLnTx/>
                <a:uFillTx/>
                <a:latin typeface="+mn-lt"/>
                <a:ea typeface="+mn-ea"/>
                <a:cs typeface="Arial" pitchFamily="34" charset="0"/>
              </a:rPr>
              <a:t>[Insert main bullet points or associated activities, if relevant]</a:t>
            </a:r>
          </a:p>
          <a:p>
            <a:pPr marL="182880" lvl="1" indent="-182880">
              <a:spcAft>
                <a:spcPts val="600"/>
              </a:spcAft>
              <a:buClr>
                <a:srgbClr val="061F32"/>
              </a:buClr>
              <a:buFont typeface="Arial" pitchFamily="34" charset="0"/>
              <a:buChar char="•"/>
              <a:defRPr/>
            </a:pPr>
            <a:r>
              <a:rPr kumimoji="0" lang="en-GB" sz="1100" b="0" i="0" u="none" strike="noStrike" kern="1200" cap="none" spc="0" normalizeH="0" baseline="0" noProof="0">
                <a:ln>
                  <a:noFill/>
                </a:ln>
                <a:solidFill>
                  <a:schemeClr val="tx1"/>
                </a:solidFill>
                <a:effectLst/>
                <a:uLnTx/>
                <a:uFillTx/>
                <a:latin typeface="+mn-lt"/>
                <a:ea typeface="+mn-ea"/>
                <a:cs typeface="Arial" pitchFamily="34" charset="0"/>
              </a:rPr>
              <a:t>[Insert main bullet points or associated activities, if relevant]</a:t>
            </a:r>
          </a:p>
          <a:p>
            <a:pPr marL="182880" marR="0" lvl="1" indent="-182880" algn="l" defTabSz="914400" rtl="0" eaLnBrk="1" fontAlgn="auto" latinLnBrk="0" hangingPunct="1">
              <a:lnSpc>
                <a:spcPct val="100000"/>
              </a:lnSpc>
              <a:spcBef>
                <a:spcPts val="0"/>
              </a:spcBef>
              <a:spcAft>
                <a:spcPts val="600"/>
              </a:spcAft>
              <a:buClr>
                <a:srgbClr val="061F32"/>
              </a:buClr>
              <a:buSzTx/>
              <a:buFont typeface="Arial" pitchFamily="34" charset="0"/>
              <a:buChar char="•"/>
              <a:tabLst/>
              <a:defRPr/>
            </a:pPr>
            <a:r>
              <a:rPr kumimoji="0" lang="en-GB" sz="1100" b="0" i="0" u="none" strike="noStrike" kern="1200" cap="none" spc="0" normalizeH="0" baseline="0" noProof="0">
                <a:ln>
                  <a:noFill/>
                </a:ln>
                <a:solidFill>
                  <a:schemeClr val="tx1"/>
                </a:solidFill>
                <a:effectLst/>
                <a:uLnTx/>
                <a:uFillTx/>
                <a:ea typeface="+mn-ea"/>
                <a:cs typeface="Arial" pitchFamily="34" charset="0"/>
              </a:rPr>
              <a:t>…</a:t>
            </a:r>
            <a:endParaRPr kumimoji="0" lang="en-GB" sz="1100" b="0" i="0" u="none" strike="noStrike" kern="1200" cap="none" spc="0" normalizeH="0" baseline="0" noProof="0">
              <a:ln>
                <a:noFill/>
              </a:ln>
              <a:solidFill>
                <a:schemeClr val="tx1"/>
              </a:solidFill>
              <a:effectLst/>
              <a:uLnTx/>
              <a:uFillTx/>
              <a:latin typeface="+mn-lt"/>
              <a:ea typeface="+mn-ea"/>
              <a:cs typeface="Arial" pitchFamily="34" charset="0"/>
            </a:endParaRPr>
          </a:p>
        </p:txBody>
      </p:sp>
      <p:sp>
        <p:nvSpPr>
          <p:cNvPr id="466" name="Rectangle 14">
            <a:extLst>
              <a:ext uri="{FF2B5EF4-FFF2-40B4-BE49-F238E27FC236}">
                <a16:creationId xmlns:a16="http://schemas.microsoft.com/office/drawing/2014/main" id="{04B29C19-1419-03E4-3733-DB0A94D77A38}"/>
              </a:ext>
            </a:extLst>
          </p:cNvPr>
          <p:cNvSpPr>
            <a:spLocks noChangeArrowheads="1"/>
          </p:cNvSpPr>
          <p:nvPr/>
        </p:nvSpPr>
        <p:spPr bwMode="auto">
          <a:xfrm>
            <a:off x="8507206" y="1419415"/>
            <a:ext cx="3130058" cy="392963"/>
          </a:xfrm>
          <a:prstGeom prst="rect">
            <a:avLst/>
          </a:prstGeom>
          <a:noFill/>
          <a:ln w="12700">
            <a:noFill/>
            <a:miter lim="800000"/>
            <a:headEnd/>
            <a:tailEnd/>
          </a:ln>
          <a:effectLst/>
        </p:spPr>
        <p:txBody>
          <a:bodyPr wrap="none" lIns="91440" tIns="74094" rIns="91440" bIns="74094" anchor="ct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altLang="en-DK" sz="1400" b="1" i="0" u="none" strike="noStrike" kern="1200" cap="none" spc="0" normalizeH="0" baseline="0">
                <a:ln>
                  <a:noFill/>
                </a:ln>
                <a:effectLst/>
                <a:uLnTx/>
                <a:uFillTx/>
                <a:ea typeface="+mn-ea"/>
                <a:cs typeface="+mn-cs"/>
              </a:rPr>
              <a:t>[Insert deliverable 3]</a:t>
            </a:r>
          </a:p>
        </p:txBody>
      </p:sp>
      <p:cxnSp>
        <p:nvCxnSpPr>
          <p:cNvPr id="11" name="Straight Connector 10">
            <a:extLst>
              <a:ext uri="{FF2B5EF4-FFF2-40B4-BE49-F238E27FC236}">
                <a16:creationId xmlns:a16="http://schemas.microsoft.com/office/drawing/2014/main" id="{CB148621-AB65-3EA7-B413-CFB4B80DA66C}"/>
              </a:ext>
            </a:extLst>
          </p:cNvPr>
          <p:cNvCxnSpPr>
            <a:cxnSpLocks/>
          </p:cNvCxnSpPr>
          <p:nvPr/>
        </p:nvCxnSpPr>
        <p:spPr>
          <a:xfrm>
            <a:off x="2039731" y="1812378"/>
            <a:ext cx="313005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2C16E31-4BE1-8E33-6092-930F71BF0DCF}"/>
              </a:ext>
            </a:extLst>
          </p:cNvPr>
          <p:cNvCxnSpPr>
            <a:cxnSpLocks/>
          </p:cNvCxnSpPr>
          <p:nvPr/>
        </p:nvCxnSpPr>
        <p:spPr>
          <a:xfrm>
            <a:off x="5273468" y="1812378"/>
            <a:ext cx="313005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E786D0C-1983-A25B-A4BD-CE1B00CCC2DD}"/>
              </a:ext>
            </a:extLst>
          </p:cNvPr>
          <p:cNvCxnSpPr>
            <a:cxnSpLocks/>
          </p:cNvCxnSpPr>
          <p:nvPr/>
        </p:nvCxnSpPr>
        <p:spPr>
          <a:xfrm>
            <a:off x="8507206" y="1812378"/>
            <a:ext cx="313005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Triangle 15">
            <a:extLst>
              <a:ext uri="{FF2B5EF4-FFF2-40B4-BE49-F238E27FC236}">
                <a16:creationId xmlns:a16="http://schemas.microsoft.com/office/drawing/2014/main" id="{82BFB15E-3BD0-8C35-5C2A-D608BD7EA603}"/>
              </a:ext>
            </a:extLst>
          </p:cNvPr>
          <p:cNvSpPr/>
          <p:nvPr/>
        </p:nvSpPr>
        <p:spPr>
          <a:xfrm rot="10800000">
            <a:off x="3347614" y="4426884"/>
            <a:ext cx="511444" cy="198088"/>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17" name="Triangle 16">
            <a:extLst>
              <a:ext uri="{FF2B5EF4-FFF2-40B4-BE49-F238E27FC236}">
                <a16:creationId xmlns:a16="http://schemas.microsoft.com/office/drawing/2014/main" id="{58B3FAB2-C04B-8DE8-4BC4-6CF006B9D58F}"/>
              </a:ext>
            </a:extLst>
          </p:cNvPr>
          <p:cNvSpPr/>
          <p:nvPr/>
        </p:nvSpPr>
        <p:spPr>
          <a:xfrm rot="10800000">
            <a:off x="6582064" y="4426884"/>
            <a:ext cx="511444" cy="198088"/>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18" name="Triangle 17">
            <a:extLst>
              <a:ext uri="{FF2B5EF4-FFF2-40B4-BE49-F238E27FC236}">
                <a16:creationId xmlns:a16="http://schemas.microsoft.com/office/drawing/2014/main" id="{E3EB205B-1906-05F8-A325-D1D9B12C157F}"/>
              </a:ext>
            </a:extLst>
          </p:cNvPr>
          <p:cNvSpPr/>
          <p:nvPr/>
        </p:nvSpPr>
        <p:spPr>
          <a:xfrm rot="10800000">
            <a:off x="9816513" y="4426884"/>
            <a:ext cx="511444" cy="198088"/>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Tree>
    <p:extLst>
      <p:ext uri="{BB962C8B-B14F-4D97-AF65-F5344CB8AC3E}">
        <p14:creationId xmlns:p14="http://schemas.microsoft.com/office/powerpoint/2010/main" val="21345384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[Client] faces several challenges leading to key question: [insert]</a:t>
            </a:r>
            <a:endParaRPr lang="en-DK"/>
          </a:p>
        </p:txBody>
      </p:sp>
      <p:sp>
        <p:nvSpPr>
          <p:cNvPr id="8" name="Subtitle 7">
            <a:extLst>
              <a:ext uri="{FF2B5EF4-FFF2-40B4-BE49-F238E27FC236}">
                <a16:creationId xmlns:a16="http://schemas.microsoft.com/office/drawing/2014/main" id="{A4F614F8-D62F-ED9F-4DBA-9755795C3BB3}"/>
              </a:ext>
            </a:extLst>
          </p:cNvPr>
          <p:cNvSpPr>
            <a:spLocks noGrp="1"/>
          </p:cNvSpPr>
          <p:nvPr>
            <p:ph type="subTitle" idx="1"/>
          </p:nvPr>
        </p:nvSpPr>
        <p:spPr/>
        <p:txBody>
          <a:bodyPr/>
          <a:lstStyle/>
          <a:p>
            <a:endParaRPr lang="en-US"/>
          </a:p>
        </p:txBody>
      </p:sp>
      <p:sp>
        <p:nvSpPr>
          <p:cNvPr id="7" name="Arrow: Pentagon 6">
            <a:extLst>
              <a:ext uri="{FF2B5EF4-FFF2-40B4-BE49-F238E27FC236}">
                <a16:creationId xmlns:a16="http://schemas.microsoft.com/office/drawing/2014/main" id="{7C1A64A1-3498-1F50-CB42-188B7AF99330}"/>
              </a:ext>
            </a:extLst>
          </p:cNvPr>
          <p:cNvSpPr/>
          <p:nvPr/>
        </p:nvSpPr>
        <p:spPr>
          <a:xfrm>
            <a:off x="554734" y="1599941"/>
            <a:ext cx="5303520" cy="4503737"/>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108000" rIns="9144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latin typeface="Arial"/>
                <a:ea typeface="+mn-ea"/>
                <a:cs typeface="+mn-cs"/>
              </a:rPr>
              <a:t>Situation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solidFill>
                <a:schemeClr val="tx1"/>
              </a:solidFill>
              <a:latin typeface="Arial"/>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a:ea typeface="+mn-ea"/>
                <a:cs typeface="+mn-cs"/>
              </a:rPr>
              <a:t>[Inser</a:t>
            </a:r>
            <a:r>
              <a:rPr lang="en-US" sz="1400">
                <a:solidFill>
                  <a:schemeClr val="tx1"/>
                </a:solidFill>
                <a:latin typeface="Arial"/>
              </a:rPr>
              <a:t>t high-level description of overall situation e.g. </a:t>
            </a:r>
            <a:r>
              <a:rPr kumimoji="0" lang="en-US" sz="1400" b="0" i="0" u="none" strike="noStrike" kern="1200" cap="none" spc="0" normalizeH="0" baseline="0" noProof="0">
                <a:ln>
                  <a:noFill/>
                </a:ln>
                <a:solidFill>
                  <a:schemeClr val="tx1"/>
                </a:solidFill>
                <a:effectLst/>
                <a:uLnTx/>
                <a:uFillTx/>
                <a:latin typeface="Arial"/>
                <a:ea typeface="+mn-ea"/>
                <a:cs typeface="+mn-cs"/>
              </a:rPr>
              <a:t>[Client] has an established cash management business within its markets.]</a:t>
            </a:r>
          </a:p>
          <a:p>
            <a:pPr marL="285750" indent="-285750">
              <a:spcAft>
                <a:spcPts val="600"/>
              </a:spcAft>
              <a:buFont typeface="Arial" panose="020B0604020202020204" pitchFamily="34" charset="0"/>
              <a:buChar char="•"/>
              <a:defRPr/>
            </a:pPr>
            <a:r>
              <a:rPr kumimoji="0" lang="en-US" sz="1400" b="0" i="0" u="none" strike="noStrike" kern="1200" cap="none" spc="0" normalizeH="0" baseline="0" noProof="0">
                <a:ln>
                  <a:noFill/>
                </a:ln>
                <a:solidFill>
                  <a:schemeClr val="tx1"/>
                </a:solidFill>
                <a:effectLst/>
                <a:uLnTx/>
                <a:uFillTx/>
                <a:latin typeface="Arial"/>
                <a:ea typeface="+mn-ea"/>
                <a:cs typeface="+mn-cs"/>
              </a:rPr>
              <a:t>[Inser</a:t>
            </a:r>
            <a:r>
              <a:rPr lang="en-US" sz="1400">
                <a:solidFill>
                  <a:schemeClr val="tx1"/>
                </a:solidFill>
                <a:latin typeface="Arial"/>
              </a:rPr>
              <a:t>t high-level </a:t>
            </a:r>
            <a:r>
              <a:rPr lang="en-US" sz="1400" err="1">
                <a:solidFill>
                  <a:schemeClr val="tx1"/>
                </a:solidFill>
                <a:latin typeface="Arial"/>
              </a:rPr>
              <a:t>descriptio</a:t>
            </a:r>
            <a:r>
              <a:rPr kumimoji="0" lang="en-US" sz="1400" i="0" u="none" strike="noStrike" kern="1200" cap="none" spc="0" normalizeH="0" baseline="0" noProof="0">
                <a:ln>
                  <a:noFill/>
                </a:ln>
                <a:solidFill>
                  <a:schemeClr val="tx1"/>
                </a:solidFill>
                <a:effectLst/>
                <a:uLnTx/>
                <a:uFillTx/>
                <a:latin typeface="Arial"/>
                <a:ea typeface="+mn-ea"/>
                <a:cs typeface="+mn-cs"/>
              </a:rPr>
              <a:t>n]</a:t>
            </a:r>
            <a:endParaRPr lang="en-US" sz="1400" noProof="0">
              <a:solidFill>
                <a:schemeClr val="tx1"/>
              </a:solidFill>
              <a:latin typeface="Arial"/>
            </a:endParaRPr>
          </a:p>
          <a:p>
            <a:pPr marL="285750" indent="-285750">
              <a:spcAft>
                <a:spcPts val="600"/>
              </a:spcAft>
              <a:buFont typeface="Arial" panose="020B0604020202020204" pitchFamily="34" charset="0"/>
              <a:buChar char="•"/>
              <a:defRPr/>
            </a:pPr>
            <a:r>
              <a:rPr kumimoji="0" lang="en-US" sz="1400" b="0" i="0" u="none" strike="noStrike" kern="1200" cap="none" spc="0" normalizeH="0" baseline="0" noProof="0">
                <a:ln>
                  <a:noFill/>
                </a:ln>
                <a:solidFill>
                  <a:schemeClr val="tx1"/>
                </a:solidFill>
                <a:effectLst/>
                <a:uLnTx/>
                <a:uFillTx/>
                <a:latin typeface="Arial"/>
                <a:ea typeface="+mn-ea"/>
                <a:cs typeface="+mn-cs"/>
              </a:rPr>
              <a:t>[Inser</a:t>
            </a:r>
            <a:r>
              <a:rPr lang="en-US" sz="1400">
                <a:solidFill>
                  <a:schemeClr val="tx1"/>
                </a:solidFill>
                <a:latin typeface="Arial"/>
              </a:rPr>
              <a:t>t high-level </a:t>
            </a:r>
            <a:r>
              <a:rPr lang="en-US" sz="1400" err="1">
                <a:solidFill>
                  <a:schemeClr val="tx1"/>
                </a:solidFill>
                <a:latin typeface="Arial"/>
              </a:rPr>
              <a:t>descriptio</a:t>
            </a:r>
            <a:r>
              <a:rPr kumimoji="0" lang="en-US" sz="1400" i="0" u="none" strike="noStrike" kern="1200" cap="none" spc="0" normalizeH="0" baseline="0" noProof="0">
                <a:ln>
                  <a:noFill/>
                </a:ln>
                <a:solidFill>
                  <a:schemeClr val="tx1"/>
                </a:solidFill>
                <a:effectLst/>
                <a:uLnTx/>
                <a:uFillTx/>
                <a:latin typeface="Arial"/>
                <a:ea typeface="+mn-ea"/>
                <a:cs typeface="+mn-cs"/>
              </a:rPr>
              <a:t>n]</a:t>
            </a:r>
            <a:endParaRPr lang="en-US" sz="1400">
              <a:solidFill>
                <a:schemeClr val="tx1"/>
              </a:solidFill>
              <a:latin typeface="Arial"/>
            </a:endParaRPr>
          </a:p>
          <a:p>
            <a:pPr marL="285750" indent="-285750">
              <a:spcAft>
                <a:spcPts val="600"/>
              </a:spcAft>
              <a:buFont typeface="Arial" panose="020B0604020202020204" pitchFamily="34" charset="0"/>
              <a:buChar char="•"/>
              <a:defRPr/>
            </a:pPr>
            <a:r>
              <a:rPr lang="en-US" sz="1400">
                <a:solidFill>
                  <a:schemeClr val="tx1"/>
                </a:solidFill>
                <a:latin typeface="Arial"/>
              </a:rPr>
              <a:t>…</a:t>
            </a:r>
          </a:p>
        </p:txBody>
      </p:sp>
      <p:sp>
        <p:nvSpPr>
          <p:cNvPr id="27" name="TextBox 26">
            <a:extLst>
              <a:ext uri="{FF2B5EF4-FFF2-40B4-BE49-F238E27FC236}">
                <a16:creationId xmlns:a16="http://schemas.microsoft.com/office/drawing/2014/main" id="{A074BDBD-9CFF-C8AA-3EFC-C832D236482C}"/>
              </a:ext>
            </a:extLst>
          </p:cNvPr>
          <p:cNvSpPr txBox="1"/>
          <p:nvPr/>
        </p:nvSpPr>
        <p:spPr>
          <a:xfrm>
            <a:off x="6970918" y="2017476"/>
            <a:ext cx="4666346" cy="601127"/>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0" indent="-144000" algn="l" defTabSz="914400" rtl="0" eaLnBrk="1" fontAlgn="auto" latinLnBrk="0" hangingPunct="1">
              <a:lnSpc>
                <a:spcPct val="93000"/>
              </a:lnSpc>
              <a:spcBef>
                <a:spcPts val="0"/>
              </a:spcBef>
              <a:spcAft>
                <a:spcPts val="0"/>
              </a:spcAft>
              <a:buClrTx/>
              <a:buSzPct val="100000"/>
              <a:buFontTx/>
              <a:buNone/>
              <a:tabLst/>
              <a:defRPr/>
            </a:pPr>
            <a:r>
              <a:rPr kumimoji="0" lang="en-GB" sz="1400" b="0" i="0" u="none" strike="noStrike" kern="1200" cap="none" spc="0" normalizeH="0" baseline="0" noProof="0">
                <a:ln>
                  <a:noFill/>
                </a:ln>
                <a:effectLst/>
                <a:uLnTx/>
                <a:uFillTx/>
                <a:latin typeface="Arial"/>
                <a:ea typeface="Times New Roman" panose="02020603050405020304" pitchFamily="18" charset="0"/>
                <a:cs typeface="+mn-cs"/>
              </a:rPr>
              <a:t>[Insert challenge]</a:t>
            </a:r>
          </a:p>
        </p:txBody>
      </p:sp>
      <p:sp>
        <p:nvSpPr>
          <p:cNvPr id="28" name="TextBox 27">
            <a:extLst>
              <a:ext uri="{FF2B5EF4-FFF2-40B4-BE49-F238E27FC236}">
                <a16:creationId xmlns:a16="http://schemas.microsoft.com/office/drawing/2014/main" id="{9870FD86-3555-1D67-C324-652AC8F4D285}"/>
              </a:ext>
            </a:extLst>
          </p:cNvPr>
          <p:cNvSpPr txBox="1"/>
          <p:nvPr/>
        </p:nvSpPr>
        <p:spPr>
          <a:xfrm>
            <a:off x="6970920" y="2879056"/>
            <a:ext cx="4666344" cy="601127"/>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0" indent="-144000" algn="l" defTabSz="914400" rtl="0" eaLnBrk="1" fontAlgn="auto" latinLnBrk="0" hangingPunct="1">
              <a:lnSpc>
                <a:spcPct val="93000"/>
              </a:lnSpc>
              <a:spcBef>
                <a:spcPts val="0"/>
              </a:spcBef>
              <a:spcAft>
                <a:spcPts val="0"/>
              </a:spcAft>
              <a:buClrTx/>
              <a:buSzPct val="100000"/>
              <a:buFontTx/>
              <a:buNone/>
              <a:tabLst/>
              <a:defRPr/>
            </a:pPr>
            <a:r>
              <a:rPr kumimoji="0" lang="en-GB" sz="1400" b="0" i="0" u="none" strike="noStrike" kern="1200" cap="none" spc="0" normalizeH="0" baseline="0" noProof="0">
                <a:ln>
                  <a:noFill/>
                </a:ln>
                <a:effectLst/>
                <a:uLnTx/>
                <a:uFillTx/>
                <a:latin typeface="Arial"/>
                <a:ea typeface="Times New Roman" panose="02020603050405020304" pitchFamily="18" charset="0"/>
                <a:cs typeface="+mn-cs"/>
              </a:rPr>
              <a:t>[Insert challenge]</a:t>
            </a:r>
          </a:p>
        </p:txBody>
      </p:sp>
      <p:sp>
        <p:nvSpPr>
          <p:cNvPr id="29" name="TextBox 28">
            <a:extLst>
              <a:ext uri="{FF2B5EF4-FFF2-40B4-BE49-F238E27FC236}">
                <a16:creationId xmlns:a16="http://schemas.microsoft.com/office/drawing/2014/main" id="{D59A4AB7-DFD9-2B60-10D4-8CA4D42B641A}"/>
              </a:ext>
            </a:extLst>
          </p:cNvPr>
          <p:cNvSpPr txBox="1"/>
          <p:nvPr/>
        </p:nvSpPr>
        <p:spPr>
          <a:xfrm>
            <a:off x="6970920" y="3740637"/>
            <a:ext cx="4666344" cy="601127"/>
          </a:xfrm>
          <a:prstGeom prst="rect">
            <a:avLst/>
          </a:prstGeom>
          <a:noFill/>
          <a:ln w="6350">
            <a:noFill/>
            <a:prstDash val="sysDash"/>
          </a:ln>
        </p:spPr>
        <p:txBody>
          <a:bodyPr wrap="square" lIns="0" tIns="0" rIns="0" bIns="0" rtlCol="0" anchor="ctr">
            <a:noAutofit/>
          </a:bodyPr>
          <a:lstStyle>
            <a:defPPr>
              <a:defRPr lang="en-US"/>
            </a:defPPr>
            <a:lvl1pPr indent="-144000">
              <a:lnSpc>
                <a:spcPct val="93000"/>
              </a:lnSpc>
              <a:buSzPct val="100000"/>
              <a:buNone/>
              <a:defRPr sz="1100">
                <a:latin typeface="Arial" panose="020B0604020202020204" pitchFamily="34" charset="0"/>
              </a:defRPr>
            </a:lvl1pPr>
            <a:lvl2pPr marL="0" lvl="1" indent="0">
              <a:lnSpc>
                <a:spcPct val="93000"/>
              </a:lnSpc>
              <a:buSzPct val="100000"/>
              <a:buChar char="​"/>
              <a:defRPr sz="1100">
                <a:latin typeface="Arial" panose="020B0604020202020204" pitchFamily="34" charset="0"/>
              </a:defRPr>
            </a:lvl2pPr>
            <a:lvl3pPr marL="144000" lvl="2">
              <a:lnSpc>
                <a:spcPct val="93000"/>
              </a:lnSpc>
              <a:buSzPct val="100000"/>
              <a:defRPr sz="1100">
                <a:latin typeface="Arial" panose="020B0604020202020204" pitchFamily="34" charset="0"/>
              </a:defRPr>
            </a:lvl3pPr>
            <a:lvl4pPr marL="288000" lvl="3">
              <a:lnSpc>
                <a:spcPct val="93000"/>
              </a:lnSpc>
              <a:buSzPct val="100000"/>
              <a:defRPr sz="1100">
                <a:latin typeface="Arial" panose="020B0604020202020204" pitchFamily="34" charset="0"/>
              </a:defRPr>
            </a:lvl4pPr>
            <a:lvl5pPr marL="432000" lvl="4" indent="-144000">
              <a:lnSpc>
                <a:spcPct val="93000"/>
              </a:lnSpc>
              <a:buSzPct val="100000"/>
              <a:buChar char="•"/>
              <a:defRPr sz="1100" b="0">
                <a:latin typeface="Arial" panose="020B0604020202020204" pitchFamily="34" charset="0"/>
              </a:defRPr>
            </a:lvl5pPr>
          </a:lstStyle>
          <a:p>
            <a:pPr marL="0" marR="0" lvl="0" indent="-144000" algn="l" defTabSz="914400" rtl="0" eaLnBrk="1" fontAlgn="auto" latinLnBrk="0" hangingPunct="1">
              <a:lnSpc>
                <a:spcPct val="93000"/>
              </a:lnSpc>
              <a:spcBef>
                <a:spcPts val="0"/>
              </a:spcBef>
              <a:spcAft>
                <a:spcPts val="0"/>
              </a:spcAft>
              <a:buClrTx/>
              <a:buSzPct val="100000"/>
              <a:buFontTx/>
              <a:buNone/>
              <a:tabLst/>
              <a:defRPr/>
            </a:pPr>
            <a:r>
              <a:rPr kumimoji="0" lang="en-GB" sz="1400" b="0" i="0" u="none" strike="noStrike" kern="1200" cap="none" spc="0" normalizeH="0" baseline="0" noProof="0">
                <a:ln>
                  <a:noFill/>
                </a:ln>
                <a:effectLst/>
                <a:uLnTx/>
                <a:uFillTx/>
                <a:latin typeface="Arial"/>
                <a:ea typeface="Times New Roman" panose="02020603050405020304" pitchFamily="18" charset="0"/>
                <a:cs typeface="+mn-cs"/>
              </a:rPr>
              <a:t>[Insert challenge]</a:t>
            </a:r>
          </a:p>
        </p:txBody>
      </p:sp>
      <p:sp>
        <p:nvSpPr>
          <p:cNvPr id="60" name="Oval 59">
            <a:extLst>
              <a:ext uri="{FF2B5EF4-FFF2-40B4-BE49-F238E27FC236}">
                <a16:creationId xmlns:a16="http://schemas.microsoft.com/office/drawing/2014/main" id="{ACC63742-C77A-4046-3746-CEC51C516F41}"/>
              </a:ext>
            </a:extLst>
          </p:cNvPr>
          <p:cNvSpPr/>
          <p:nvPr/>
        </p:nvSpPr>
        <p:spPr>
          <a:xfrm>
            <a:off x="6505198" y="2164555"/>
            <a:ext cx="306968" cy="306968"/>
          </a:xfrm>
          <a:prstGeom prst="ellipse">
            <a:avLst/>
          </a:prstGeom>
          <a:solidFill>
            <a:schemeClr val="tx2"/>
          </a:solidFill>
          <a:ln w="12700" cap="rnd">
            <a:solidFill>
              <a:schemeClr val="bg1"/>
            </a:solidFill>
            <a:prstDash val="solid"/>
            <a:round/>
          </a:ln>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latin typeface="Arial"/>
                <a:ea typeface="+mn-ea"/>
                <a:cs typeface="+mn-cs"/>
              </a:rPr>
              <a:t>1</a:t>
            </a:r>
          </a:p>
        </p:txBody>
      </p:sp>
      <p:sp>
        <p:nvSpPr>
          <p:cNvPr id="53" name="Oval 52">
            <a:extLst>
              <a:ext uri="{FF2B5EF4-FFF2-40B4-BE49-F238E27FC236}">
                <a16:creationId xmlns:a16="http://schemas.microsoft.com/office/drawing/2014/main" id="{CB5B9F8A-0494-E14C-AA6D-82CBACBCC91A}"/>
              </a:ext>
            </a:extLst>
          </p:cNvPr>
          <p:cNvSpPr/>
          <p:nvPr/>
        </p:nvSpPr>
        <p:spPr>
          <a:xfrm>
            <a:off x="6505198" y="3026135"/>
            <a:ext cx="306968" cy="306968"/>
          </a:xfrm>
          <a:prstGeom prst="ellipse">
            <a:avLst/>
          </a:prstGeom>
          <a:solidFill>
            <a:schemeClr val="tx2"/>
          </a:solidFill>
          <a:ln w="12700" cap="rnd">
            <a:solidFill>
              <a:schemeClr val="bg1"/>
            </a:solidFill>
            <a:prstDash val="solid"/>
            <a:round/>
          </a:ln>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latin typeface="Arial"/>
                <a:ea typeface="+mn-ea"/>
                <a:cs typeface="+mn-cs"/>
              </a:rPr>
              <a:t>2</a:t>
            </a:r>
          </a:p>
        </p:txBody>
      </p:sp>
      <p:sp>
        <p:nvSpPr>
          <p:cNvPr id="49" name="Oval 48">
            <a:extLst>
              <a:ext uri="{FF2B5EF4-FFF2-40B4-BE49-F238E27FC236}">
                <a16:creationId xmlns:a16="http://schemas.microsoft.com/office/drawing/2014/main" id="{37FB461A-CB38-1E4D-95CD-06ED7F0BAFD1}"/>
              </a:ext>
            </a:extLst>
          </p:cNvPr>
          <p:cNvSpPr/>
          <p:nvPr/>
        </p:nvSpPr>
        <p:spPr>
          <a:xfrm>
            <a:off x="6505198" y="3887716"/>
            <a:ext cx="306968" cy="306968"/>
          </a:xfrm>
          <a:prstGeom prst="ellipse">
            <a:avLst/>
          </a:prstGeom>
          <a:solidFill>
            <a:schemeClr val="tx2"/>
          </a:solidFill>
          <a:ln w="12700" cap="rnd">
            <a:solidFill>
              <a:schemeClr val="bg1"/>
            </a:solidFill>
            <a:prstDash val="solid"/>
            <a:round/>
          </a:ln>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bg1"/>
                </a:solidFill>
                <a:effectLst/>
                <a:uLnTx/>
                <a:uFillTx/>
                <a:latin typeface="Arial"/>
                <a:ea typeface="+mn-ea"/>
                <a:cs typeface="+mn-cs"/>
              </a:rPr>
              <a:t>3</a:t>
            </a:r>
          </a:p>
        </p:txBody>
      </p:sp>
      <p:sp>
        <p:nvSpPr>
          <p:cNvPr id="3" name="Isosceles Triangle 2">
            <a:extLst>
              <a:ext uri="{FF2B5EF4-FFF2-40B4-BE49-F238E27FC236}">
                <a16:creationId xmlns:a16="http://schemas.microsoft.com/office/drawing/2014/main" id="{24C67CCA-F8DA-ACF6-E5B7-AAA86E450020}"/>
              </a:ext>
            </a:extLst>
          </p:cNvPr>
          <p:cNvSpPr/>
          <p:nvPr/>
        </p:nvSpPr>
        <p:spPr>
          <a:xfrm rot="10800000">
            <a:off x="8455152" y="4557777"/>
            <a:ext cx="1060704" cy="190501"/>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tx1"/>
              </a:solidFill>
            </a:endParaRPr>
          </a:p>
        </p:txBody>
      </p:sp>
      <p:sp>
        <p:nvSpPr>
          <p:cNvPr id="19" name="Arrow: Pentagon 6">
            <a:extLst>
              <a:ext uri="{FF2B5EF4-FFF2-40B4-BE49-F238E27FC236}">
                <a16:creationId xmlns:a16="http://schemas.microsoft.com/office/drawing/2014/main" id="{3EC9ABCB-E892-47D0-59B5-C8823BC26EBD}"/>
              </a:ext>
            </a:extLst>
          </p:cNvPr>
          <p:cNvSpPr/>
          <p:nvPr/>
        </p:nvSpPr>
        <p:spPr>
          <a:xfrm>
            <a:off x="6333744" y="1599942"/>
            <a:ext cx="5303520" cy="37315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108000" rIns="9144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schemeClr val="tx1"/>
                </a:solidFill>
                <a:effectLst/>
                <a:uLnTx/>
                <a:uFillTx/>
                <a:latin typeface="Arial"/>
                <a:ea typeface="+mn-ea"/>
                <a:cs typeface="+mn-cs"/>
              </a:rPr>
              <a:t>Challe</a:t>
            </a:r>
            <a:r>
              <a:rPr lang="en-US" sz="1400" b="1" noProof="1">
                <a:solidFill>
                  <a:schemeClr val="tx1"/>
                </a:solidFill>
                <a:latin typeface="Arial"/>
              </a:rPr>
              <a:t>nges</a:t>
            </a:r>
            <a:endParaRPr kumimoji="0" lang="en-US" sz="1400" b="0" i="0" u="none" strike="noStrike" kern="1200" cap="none" spc="0" normalizeH="0" baseline="0" noProof="1">
              <a:ln>
                <a:noFill/>
              </a:ln>
              <a:solidFill>
                <a:schemeClr val="tx1"/>
              </a:solidFill>
              <a:effectLst/>
              <a:uLnTx/>
              <a:uFillTx/>
              <a:latin typeface="Arial"/>
              <a:ea typeface="+mn-ea"/>
              <a:cs typeface="+mn-cs"/>
            </a:endParaRPr>
          </a:p>
        </p:txBody>
      </p:sp>
      <p:sp>
        <p:nvSpPr>
          <p:cNvPr id="20" name="Arrow: Pentagon 6">
            <a:extLst>
              <a:ext uri="{FF2B5EF4-FFF2-40B4-BE49-F238E27FC236}">
                <a16:creationId xmlns:a16="http://schemas.microsoft.com/office/drawing/2014/main" id="{CC6E5FDF-C270-28DD-0EE5-11A83B93B0AF}"/>
              </a:ext>
            </a:extLst>
          </p:cNvPr>
          <p:cNvSpPr/>
          <p:nvPr/>
        </p:nvSpPr>
        <p:spPr>
          <a:xfrm>
            <a:off x="6333744" y="4942245"/>
            <a:ext cx="5303520" cy="1161433"/>
          </a:xfrm>
          <a:prstGeom prst="rect">
            <a:avLst/>
          </a:prstGeom>
          <a:noFill/>
          <a:ln w="9525">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108000" rIns="9144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latin typeface="Arial"/>
                <a:ea typeface="+mn-ea"/>
                <a:cs typeface="+mn-cs"/>
              </a:rPr>
              <a:t>Key 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a:solidFill>
                <a:schemeClr val="tx1"/>
              </a:solidFill>
              <a:latin typeface="Arial"/>
            </a:endParaRPr>
          </a:p>
          <a:p>
            <a:pPr>
              <a:defRPr/>
            </a:pPr>
            <a:r>
              <a:rPr kumimoji="0" lang="en-GB" sz="1400" b="0" i="0" u="none" strike="noStrike" kern="1200" cap="none" spc="0" normalizeH="0" baseline="0" noProof="0">
                <a:ln>
                  <a:noFill/>
                </a:ln>
                <a:solidFill>
                  <a:schemeClr val="tx1"/>
                </a:solidFill>
                <a:effectLst/>
                <a:uLnTx/>
                <a:uFillTx/>
                <a:latin typeface="Arial"/>
                <a:ea typeface="+mn-ea"/>
                <a:cs typeface="Arial" panose="020B0604020202020204" pitchFamily="34" charset="0"/>
              </a:rPr>
              <a:t>[Insert key question/objective of project]</a:t>
            </a:r>
          </a:p>
        </p:txBody>
      </p:sp>
    </p:spTree>
    <p:extLst>
      <p:ext uri="{BB962C8B-B14F-4D97-AF65-F5344CB8AC3E}">
        <p14:creationId xmlns:p14="http://schemas.microsoft.com/office/powerpoint/2010/main" val="41449018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This project will answer three key questions resulting in [insert desired impact]</a:t>
            </a:r>
            <a:endParaRPr lang="en-DK"/>
          </a:p>
        </p:txBody>
      </p:sp>
      <p:sp>
        <p:nvSpPr>
          <p:cNvPr id="6" name="Arrow: Pentagon 5">
            <a:extLst>
              <a:ext uri="{FF2B5EF4-FFF2-40B4-BE49-F238E27FC236}">
                <a16:creationId xmlns:a16="http://schemas.microsoft.com/office/drawing/2014/main" id="{5CBC6B6A-D47A-721B-D8C6-FC579EDC96A4}"/>
              </a:ext>
            </a:extLst>
          </p:cNvPr>
          <p:cNvSpPr/>
          <p:nvPr/>
        </p:nvSpPr>
        <p:spPr>
          <a:xfrm>
            <a:off x="6242304" y="1600100"/>
            <a:ext cx="5394960" cy="4524858"/>
          </a:xfrm>
          <a:prstGeom prst="homePlate">
            <a:avLst>
              <a:gd name="adj" fmla="val 0"/>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latin typeface="Arial"/>
                <a:ea typeface="+mn-ea"/>
                <a:cs typeface="+mn-cs"/>
              </a:rPr>
              <a:t>Key questions to be addressed</a:t>
            </a:r>
          </a:p>
          <a:p>
            <a:pPr lvl="1">
              <a:spcAft>
                <a:spcPts val="600"/>
              </a:spcAft>
              <a:defRPr/>
            </a:pPr>
            <a:endParaRPr lang="en-US" sz="1200" b="1">
              <a:solidFill>
                <a:schemeClr val="tx1"/>
              </a:solidFill>
              <a:latin typeface="Arial"/>
            </a:endParaRPr>
          </a:p>
          <a:p>
            <a:pPr marL="457200" lvl="2">
              <a:spcAft>
                <a:spcPts val="600"/>
              </a:spcAft>
              <a:defRPr/>
            </a:pPr>
            <a:r>
              <a:rPr kumimoji="0" lang="en-US" sz="1200" b="0" i="0" u="none" strike="noStrike" kern="1200" cap="none" spc="0" normalizeH="0" baseline="0" noProof="0">
                <a:ln>
                  <a:noFill/>
                </a:ln>
                <a:solidFill>
                  <a:schemeClr val="tx1"/>
                </a:solidFill>
                <a:effectLst/>
                <a:uLnTx/>
                <a:uFillTx/>
                <a:latin typeface="Arial"/>
                <a:ea typeface="+mn-ea"/>
                <a:cs typeface="+mn-cs"/>
              </a:rPr>
              <a:t>[Insert key question(s) that the proposed project aims to answer e.g. What might the right future organizational setup and procurement operating model for [Client] look like?]</a:t>
            </a:r>
          </a:p>
          <a:p>
            <a:pPr marL="457200" lvl="2">
              <a:spcAft>
                <a:spcPts val="600"/>
              </a:spcAft>
              <a:defRPr/>
            </a:pPr>
            <a:endParaRPr lang="en-US" sz="1200">
              <a:solidFill>
                <a:schemeClr val="tx1"/>
              </a:solidFill>
              <a:latin typeface="Arial"/>
            </a:endParaRPr>
          </a:p>
          <a:p>
            <a:pPr marL="457200" lvl="2">
              <a:spcAft>
                <a:spcPts val="600"/>
              </a:spcAft>
              <a:defRPr/>
            </a:pPr>
            <a:r>
              <a:rPr kumimoji="0" lang="en-US" sz="1200" b="0" i="0" u="none" strike="noStrike" kern="1200" cap="none" spc="0" normalizeH="0" baseline="0" noProof="0">
                <a:ln>
                  <a:noFill/>
                </a:ln>
                <a:solidFill>
                  <a:schemeClr val="tx1"/>
                </a:solidFill>
                <a:effectLst/>
                <a:uLnTx/>
                <a:uFillTx/>
                <a:latin typeface="Arial"/>
                <a:ea typeface="+mn-ea"/>
                <a:cs typeface="+mn-cs"/>
              </a:rPr>
              <a:t>[Insert key question(s) that the proposed project aims to answer]</a:t>
            </a:r>
          </a:p>
          <a:p>
            <a:pPr marL="457200" lvl="2">
              <a:spcAft>
                <a:spcPts val="600"/>
              </a:spcAft>
              <a:defRPr/>
            </a:pPr>
            <a:endParaRPr lang="en-US" sz="1200">
              <a:solidFill>
                <a:schemeClr val="tx1"/>
              </a:solidFill>
              <a:latin typeface="Arial"/>
            </a:endParaRPr>
          </a:p>
          <a:p>
            <a:pPr marL="457200" lvl="2">
              <a:spcAft>
                <a:spcPts val="600"/>
              </a:spcAft>
              <a:defRPr/>
            </a:pPr>
            <a:r>
              <a:rPr kumimoji="0" lang="en-US" sz="1200" b="0" i="0" u="none" strike="noStrike" kern="1200" cap="none" spc="0" normalizeH="0" baseline="0" noProof="0">
                <a:ln>
                  <a:noFill/>
                </a:ln>
                <a:solidFill>
                  <a:schemeClr val="tx1"/>
                </a:solidFill>
                <a:effectLst/>
                <a:uLnTx/>
                <a:uFillTx/>
                <a:latin typeface="Arial"/>
                <a:ea typeface="+mn-ea"/>
                <a:cs typeface="+mn-cs"/>
              </a:rPr>
              <a:t>[Insert key question(s) that the proposed project aims to answer]</a:t>
            </a:r>
            <a:endParaRPr kumimoji="0" lang="en-GB" sz="1200" b="0" i="0" u="none" strike="noStrike" kern="1200" cap="none" spc="0" normalizeH="0" baseline="0" noProof="0">
              <a:ln>
                <a:noFill/>
              </a:ln>
              <a:solidFill>
                <a:schemeClr val="tx1"/>
              </a:solidFill>
              <a:effectLst/>
              <a:uLnTx/>
              <a:uFillTx/>
              <a:latin typeface="Arial"/>
              <a:ea typeface="+mn-ea"/>
              <a:cs typeface="+mn-cs"/>
            </a:endParaRPr>
          </a:p>
          <a:p>
            <a:pPr marL="457200" lvl="2">
              <a:spcAft>
                <a:spcPts val="800"/>
              </a:spcAft>
              <a:defRPr/>
            </a:pPr>
            <a:endParaRPr kumimoji="0" lang="en-GB" sz="1200" b="0" i="0" u="none" strike="noStrike" kern="1200" cap="none" spc="0" normalizeH="0" baseline="0" noProof="0">
              <a:ln>
                <a:noFill/>
              </a:ln>
              <a:solidFill>
                <a:schemeClr val="tx1"/>
              </a:solidFill>
              <a:effectLst/>
              <a:uLnTx/>
              <a:uFillTx/>
              <a:latin typeface="Arial"/>
              <a:ea typeface="+mn-ea"/>
              <a:cs typeface="+mn-cs"/>
            </a:endParaRPr>
          </a:p>
        </p:txBody>
      </p:sp>
      <p:sp>
        <p:nvSpPr>
          <p:cNvPr id="10" name="Freeform: Shape 9">
            <a:extLst>
              <a:ext uri="{FF2B5EF4-FFF2-40B4-BE49-F238E27FC236}">
                <a16:creationId xmlns:a16="http://schemas.microsoft.com/office/drawing/2014/main" id="{1123B4A3-9E79-6DA5-357E-8CD0E15DA775}"/>
              </a:ext>
            </a:extLst>
          </p:cNvPr>
          <p:cNvSpPr>
            <a:spLocks noChangeAspect="1"/>
          </p:cNvSpPr>
          <p:nvPr/>
        </p:nvSpPr>
        <p:spPr>
          <a:xfrm>
            <a:off x="6367786" y="2193155"/>
            <a:ext cx="274320" cy="274320"/>
          </a:xfrm>
          <a:prstGeom prst="ellipse">
            <a:avLst/>
          </a:prstGeom>
          <a:solidFill>
            <a:schemeClr val="accent4"/>
          </a:solidFill>
          <a:ln w="12700" cap="rnd">
            <a:noFill/>
            <a:prstDash val="solid"/>
            <a:round/>
          </a:ln>
        </p:spPr>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1</a:t>
            </a:r>
          </a:p>
        </p:txBody>
      </p:sp>
      <p:sp>
        <p:nvSpPr>
          <p:cNvPr id="15" name="Freeform: Shape 14">
            <a:extLst>
              <a:ext uri="{FF2B5EF4-FFF2-40B4-BE49-F238E27FC236}">
                <a16:creationId xmlns:a16="http://schemas.microsoft.com/office/drawing/2014/main" id="{18D348F8-4D1B-4B65-C2C6-C00AE4DB894D}"/>
              </a:ext>
            </a:extLst>
          </p:cNvPr>
          <p:cNvSpPr>
            <a:spLocks noChangeAspect="1"/>
          </p:cNvSpPr>
          <p:nvPr/>
        </p:nvSpPr>
        <p:spPr>
          <a:xfrm>
            <a:off x="6367786" y="3040210"/>
            <a:ext cx="274320" cy="274320"/>
          </a:xfrm>
          <a:prstGeom prst="ellipse">
            <a:avLst/>
          </a:prstGeom>
          <a:solidFill>
            <a:schemeClr val="accent4"/>
          </a:solidFill>
          <a:ln w="12700" cap="rnd">
            <a:noFill/>
            <a:prstDash val="solid"/>
            <a:round/>
          </a:ln>
        </p:spPr>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2</a:t>
            </a:r>
          </a:p>
        </p:txBody>
      </p:sp>
      <p:sp>
        <p:nvSpPr>
          <p:cNvPr id="20" name="Freeform: Shape 19">
            <a:extLst>
              <a:ext uri="{FF2B5EF4-FFF2-40B4-BE49-F238E27FC236}">
                <a16:creationId xmlns:a16="http://schemas.microsoft.com/office/drawing/2014/main" id="{E170BAE4-0BF5-C543-4299-86082DFEFBF4}"/>
              </a:ext>
            </a:extLst>
          </p:cNvPr>
          <p:cNvSpPr>
            <a:spLocks noChangeAspect="1"/>
          </p:cNvSpPr>
          <p:nvPr/>
        </p:nvSpPr>
        <p:spPr>
          <a:xfrm>
            <a:off x="6367786" y="3550408"/>
            <a:ext cx="274320" cy="274320"/>
          </a:xfrm>
          <a:prstGeom prst="ellipse">
            <a:avLst/>
          </a:prstGeom>
          <a:solidFill>
            <a:schemeClr val="accent4"/>
          </a:solidFill>
          <a:ln w="12700" cap="rnd">
            <a:noFill/>
            <a:prstDash val="solid"/>
            <a:round/>
          </a:ln>
        </p:spPr>
        <p:txBody>
          <a:bodyPr lIns="0" tIns="45720" rIns="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3</a:t>
            </a:r>
          </a:p>
        </p:txBody>
      </p:sp>
      <p:sp>
        <p:nvSpPr>
          <p:cNvPr id="24" name="Rectangle 23">
            <a:extLst>
              <a:ext uri="{FF2B5EF4-FFF2-40B4-BE49-F238E27FC236}">
                <a16:creationId xmlns:a16="http://schemas.microsoft.com/office/drawing/2014/main" id="{D1021E3C-B425-B6DA-56B4-AE91F6475E7B}"/>
              </a:ext>
            </a:extLst>
          </p:cNvPr>
          <p:cNvSpPr/>
          <p:nvPr/>
        </p:nvSpPr>
        <p:spPr>
          <a:xfrm>
            <a:off x="554735" y="1600100"/>
            <a:ext cx="5394960" cy="34147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300"/>
              </a:spcBef>
              <a:spcAft>
                <a:spcPts val="300"/>
              </a:spcAft>
              <a:buClrTx/>
              <a:buSzTx/>
              <a:buFontTx/>
              <a:buNone/>
              <a:tabLst/>
              <a:defRPr/>
            </a:pPr>
            <a:r>
              <a:rPr kumimoji="0" lang="en-GB" sz="1400" b="1" i="0" u="none" strike="noStrike" kern="1200" cap="none" spc="0" normalizeH="0" baseline="0" noProof="0">
                <a:ln>
                  <a:noFill/>
                </a:ln>
                <a:solidFill>
                  <a:schemeClr val="bg1"/>
                </a:solidFill>
                <a:effectLst/>
                <a:uLnTx/>
                <a:uFillTx/>
                <a:latin typeface="Arial"/>
                <a:ea typeface="+mn-ea"/>
                <a:cs typeface="+mn-cs"/>
              </a:rPr>
              <a:t>Situation and complication</a:t>
            </a:r>
          </a:p>
        </p:txBody>
      </p:sp>
      <p:sp>
        <p:nvSpPr>
          <p:cNvPr id="26" name="TextBox 25">
            <a:extLst>
              <a:ext uri="{FF2B5EF4-FFF2-40B4-BE49-F238E27FC236}">
                <a16:creationId xmlns:a16="http://schemas.microsoft.com/office/drawing/2014/main" id="{7DBC319B-3BA9-CA8A-4D73-4FCC73756C2F}"/>
              </a:ext>
            </a:extLst>
          </p:cNvPr>
          <p:cNvSpPr txBox="1"/>
          <p:nvPr/>
        </p:nvSpPr>
        <p:spPr>
          <a:xfrm>
            <a:off x="554736" y="1950208"/>
            <a:ext cx="5394960" cy="1737360"/>
          </a:xfrm>
          <a:prstGeom prst="rect">
            <a:avLst/>
          </a:prstGeom>
          <a:noFill/>
          <a:ln w="6350">
            <a:noFill/>
            <a:prstDash val="sysDash"/>
          </a:ln>
        </p:spPr>
        <p:txBody>
          <a:bodyPr wrap="square" lIns="91440" tIns="91440" rIns="91440" bIns="91440" rtlCol="0">
            <a:noAutofit/>
          </a:bodyPr>
          <a:lstStyle/>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Arial"/>
                <a:ea typeface="+mn-ea"/>
                <a:cs typeface="+mn-cs"/>
              </a:rPr>
              <a:t>[Insert high-level description of overall situation, as well as complication or challenge facing client e.g. [Client] is on a journey to professionalize its procurement function(s). Today, the spend is fragmented across the various functions and not centralized in a group procurement function.]</a:t>
            </a:r>
          </a:p>
          <a:p>
            <a:pPr marL="171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latin typeface="Arial"/>
              </a:rPr>
              <a:t>[</a:t>
            </a:r>
            <a:r>
              <a:rPr kumimoji="0" lang="en-US" sz="1200" b="0" i="0" u="none" strike="noStrike" kern="1200" cap="none" spc="0" normalizeH="0" baseline="0" noProof="0">
                <a:ln>
                  <a:noFill/>
                </a:ln>
                <a:effectLst/>
                <a:uLnTx/>
                <a:uFillTx/>
                <a:latin typeface="Arial"/>
                <a:ea typeface="+mn-ea"/>
                <a:cs typeface="+mn-cs"/>
              </a:rPr>
              <a:t>Insert high-level description of overall situation, as well as complication or challenge facing client]</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Arial"/>
                <a:ea typeface="+mn-ea"/>
                <a:cs typeface="+mn-cs"/>
              </a:rPr>
              <a:t>…</a:t>
            </a:r>
          </a:p>
          <a:p>
            <a:pPr marL="182880" marR="0" lvl="1"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Arial"/>
                <a:ea typeface="+mn-ea"/>
                <a:cs typeface="+mn-cs"/>
              </a:rPr>
              <a:t>…</a:t>
            </a:r>
            <a:endParaRPr kumimoji="0" lang="en-GB" sz="1200" b="0" i="0" u="none" strike="noStrike" kern="1200" cap="none" spc="0" normalizeH="0" baseline="0" noProof="0">
              <a:ln>
                <a:noFill/>
              </a:ln>
              <a:effectLst/>
              <a:uLnTx/>
              <a:uFillTx/>
              <a:latin typeface="Arial"/>
              <a:ea typeface="+mn-ea"/>
              <a:cs typeface="+mn-cs"/>
            </a:endParaRPr>
          </a:p>
        </p:txBody>
      </p:sp>
      <p:sp>
        <p:nvSpPr>
          <p:cNvPr id="27" name="Rectangle 26">
            <a:extLst>
              <a:ext uri="{FF2B5EF4-FFF2-40B4-BE49-F238E27FC236}">
                <a16:creationId xmlns:a16="http://schemas.microsoft.com/office/drawing/2014/main" id="{7B3C2A72-8185-3D3B-AD45-160510BE1D92}"/>
              </a:ext>
            </a:extLst>
          </p:cNvPr>
          <p:cNvSpPr/>
          <p:nvPr/>
        </p:nvSpPr>
        <p:spPr>
          <a:xfrm>
            <a:off x="554735" y="4037079"/>
            <a:ext cx="5394960" cy="34147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a:ea typeface="+mn-ea"/>
                <a:cs typeface="+mn-cs"/>
              </a:rPr>
              <a:t>Desired impact from project</a:t>
            </a:r>
          </a:p>
        </p:txBody>
      </p:sp>
      <p:sp>
        <p:nvSpPr>
          <p:cNvPr id="28" name="TextBox 27">
            <a:extLst>
              <a:ext uri="{FF2B5EF4-FFF2-40B4-BE49-F238E27FC236}">
                <a16:creationId xmlns:a16="http://schemas.microsoft.com/office/drawing/2014/main" id="{02110E8E-7C37-FFBF-77DC-F93BEBF6041C}"/>
              </a:ext>
            </a:extLst>
          </p:cNvPr>
          <p:cNvSpPr txBox="1"/>
          <p:nvPr/>
        </p:nvSpPr>
        <p:spPr>
          <a:xfrm>
            <a:off x="554736" y="4387598"/>
            <a:ext cx="5394960" cy="1622585"/>
          </a:xfrm>
          <a:prstGeom prst="rect">
            <a:avLst/>
          </a:prstGeom>
          <a:noFill/>
          <a:ln w="6350">
            <a:noFill/>
            <a:prstDash val="sysDash"/>
          </a:ln>
        </p:spPr>
        <p:txBody>
          <a:bodyPr wrap="square" lIns="91440" tIns="91440" rIns="91440" bIns="91440" rtlCol="0">
            <a:noAutofit/>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effectLst/>
                <a:uLnTx/>
                <a:uFillTx/>
                <a:latin typeface="Arial"/>
                <a:ea typeface="+mn-ea"/>
                <a:cs typeface="+mn-cs"/>
              </a:rPr>
              <a:t>[Insert </a:t>
            </a:r>
            <a:r>
              <a:rPr lang="en-US" sz="1200" dirty="0">
                <a:latin typeface="Arial"/>
              </a:rPr>
              <a:t>main expected outcomes from proposed project e.g. </a:t>
            </a:r>
            <a:r>
              <a:rPr kumimoji="0" lang="en-US" sz="1200" b="0" i="0" u="none" strike="noStrike" kern="1200" cap="none" spc="0" normalizeH="0" baseline="0" noProof="0" dirty="0">
                <a:ln>
                  <a:noFill/>
                </a:ln>
                <a:effectLst/>
                <a:uLnTx/>
                <a:uFillTx/>
                <a:latin typeface="Arial"/>
                <a:ea typeface="+mn-ea"/>
                <a:cs typeface="+mn-cs"/>
              </a:rPr>
              <a:t>The project aims to design and implement the future procurement operating model and function.]</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effectLst/>
                <a:uLnTx/>
                <a:uFillTx/>
                <a:latin typeface="Arial"/>
                <a:ea typeface="+mn-ea"/>
                <a:cs typeface="+mn-cs"/>
              </a:rPr>
              <a:t>During this project, we will: </a:t>
            </a:r>
          </a:p>
          <a:p>
            <a:pPr marL="182880" lvl="1" indent="-182880">
              <a:spcAft>
                <a:spcPts val="600"/>
              </a:spcAft>
              <a:buFont typeface="Arial" panose="020B0604020202020204" pitchFamily="34" charset="0"/>
              <a:buChar char="•"/>
              <a:defRPr/>
            </a:pPr>
            <a:r>
              <a:rPr kumimoji="0" lang="en-US" sz="1200" b="0" i="0" u="none" strike="noStrike" kern="1200" cap="none" spc="0" normalizeH="0" baseline="0" noProof="0" dirty="0">
                <a:ln>
                  <a:noFill/>
                </a:ln>
                <a:effectLst/>
                <a:uLnTx/>
                <a:uFillTx/>
                <a:latin typeface="Arial"/>
                <a:ea typeface="+mn-ea"/>
                <a:cs typeface="+mn-cs"/>
              </a:rPr>
              <a:t>[Insert main deliverables or activities </a:t>
            </a:r>
            <a:r>
              <a:rPr lang="en-US" sz="1200" dirty="0">
                <a:latin typeface="Arial"/>
              </a:rPr>
              <a:t>in project e.g. </a:t>
            </a:r>
            <a:r>
              <a:rPr kumimoji="0" lang="en-US" sz="1200" b="0" i="0" u="none" strike="noStrike" kern="1200" cap="none" spc="0" normalizeH="0" baseline="0" noProof="0" dirty="0">
                <a:ln>
                  <a:noFill/>
                </a:ln>
                <a:effectLst/>
                <a:uLnTx/>
                <a:uFillTx/>
                <a:latin typeface="Arial"/>
                <a:ea typeface="+mn-ea"/>
                <a:cs typeface="+mn-cs"/>
              </a:rPr>
              <a:t>Assess the current procurement organization and processes to identify potential barriers and improvement areas.</a:t>
            </a:r>
          </a:p>
        </p:txBody>
      </p:sp>
    </p:spTree>
    <p:extLst>
      <p:ext uri="{BB962C8B-B14F-4D97-AF65-F5344CB8AC3E}">
        <p14:creationId xmlns:p14="http://schemas.microsoft.com/office/powerpoint/2010/main" val="1075041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97621-850E-33C6-1FC8-CFB2C7C7F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BF60B-DB8A-6262-759E-2D690F351BA1}"/>
              </a:ext>
            </a:extLst>
          </p:cNvPr>
          <p:cNvSpPr>
            <a:spLocks noGrp="1"/>
          </p:cNvSpPr>
          <p:nvPr>
            <p:ph type="title"/>
          </p:nvPr>
        </p:nvSpPr>
        <p:spPr/>
        <p:txBody>
          <a:bodyPr/>
          <a:lstStyle/>
          <a:p>
            <a:r>
              <a:rPr lang="en-US"/>
              <a:t>What we have achieved…</a:t>
            </a:r>
          </a:p>
        </p:txBody>
      </p:sp>
      <p:sp>
        <p:nvSpPr>
          <p:cNvPr id="3" name="Subtitle 2">
            <a:extLst>
              <a:ext uri="{FF2B5EF4-FFF2-40B4-BE49-F238E27FC236}">
                <a16:creationId xmlns:a16="http://schemas.microsoft.com/office/drawing/2014/main" id="{7284E01F-06B4-5362-C331-A5BDD126E3CB}"/>
              </a:ext>
            </a:extLst>
          </p:cNvPr>
          <p:cNvSpPr>
            <a:spLocks noGrp="1"/>
          </p:cNvSpPr>
          <p:nvPr>
            <p:ph type="subTitle" idx="1"/>
          </p:nvPr>
        </p:nvSpPr>
        <p:spPr/>
        <p:txBody>
          <a:bodyPr/>
          <a:lstStyle/>
          <a:p>
            <a:endParaRPr lang="en-US"/>
          </a:p>
        </p:txBody>
      </p:sp>
      <p:graphicFrame>
        <p:nvGraphicFramePr>
          <p:cNvPr id="18" name="Google Shape;48;p15">
            <a:extLst>
              <a:ext uri="{FF2B5EF4-FFF2-40B4-BE49-F238E27FC236}">
                <a16:creationId xmlns:a16="http://schemas.microsoft.com/office/drawing/2014/main" id="{C8F335EB-7F50-621F-3D2E-B42766778BB4}"/>
              </a:ext>
            </a:extLst>
          </p:cNvPr>
          <p:cNvGraphicFramePr/>
          <p:nvPr>
            <p:extLst>
              <p:ext uri="{D42A27DB-BD31-4B8C-83A1-F6EECF244321}">
                <p14:modId xmlns:p14="http://schemas.microsoft.com/office/powerpoint/2010/main" val="3712136184"/>
              </p:ext>
            </p:extLst>
          </p:nvPr>
        </p:nvGraphicFramePr>
        <p:xfrm>
          <a:off x="1647930" y="1479008"/>
          <a:ext cx="9989335" cy="4698164"/>
        </p:xfrm>
        <a:graphic>
          <a:graphicData uri="http://schemas.openxmlformats.org/drawingml/2006/table">
            <a:tbl>
              <a:tblPr>
                <a:noFill/>
              </a:tblPr>
              <a:tblGrid>
                <a:gridCol w="3175861">
                  <a:extLst>
                    <a:ext uri="{9D8B030D-6E8A-4147-A177-3AD203B41FA5}">
                      <a16:colId xmlns:a16="http://schemas.microsoft.com/office/drawing/2014/main" val="20001"/>
                    </a:ext>
                  </a:extLst>
                </a:gridCol>
                <a:gridCol w="502589">
                  <a:extLst>
                    <a:ext uri="{9D8B030D-6E8A-4147-A177-3AD203B41FA5}">
                      <a16:colId xmlns:a16="http://schemas.microsoft.com/office/drawing/2014/main" val="363221635"/>
                    </a:ext>
                  </a:extLst>
                </a:gridCol>
                <a:gridCol w="6310885">
                  <a:extLst>
                    <a:ext uri="{9D8B030D-6E8A-4147-A177-3AD203B41FA5}">
                      <a16:colId xmlns:a16="http://schemas.microsoft.com/office/drawing/2014/main" val="3981575016"/>
                    </a:ext>
                  </a:extLst>
                </a:gridCol>
              </a:tblGrid>
              <a:tr h="1129188">
                <a:tc>
                  <a:txBody>
                    <a:bodyPr/>
                    <a:lstStyle/>
                    <a:p>
                      <a:pPr marL="0" lvl="0" indent="0" algn="l" rtl="0">
                        <a:spcBef>
                          <a:spcPts val="0"/>
                        </a:spcBef>
                        <a:spcAft>
                          <a:spcPts val="0"/>
                        </a:spcAft>
                        <a:buNone/>
                      </a:pPr>
                      <a:r>
                        <a:rPr lang="en" sz="1400">
                          <a:solidFill>
                            <a:schemeClr val="tx1"/>
                          </a:solidFill>
                          <a:latin typeface="Arial" panose="020B0604020202020204" pitchFamily="34" charset="0"/>
                          <a:ea typeface="Helvetica Neue Light"/>
                          <a:cs typeface="Arial" panose="020B0604020202020204" pitchFamily="34" charset="0"/>
                          <a:sym typeface="Helvetica Neue Light"/>
                        </a:rPr>
                        <a:t>[Insert objective of project, e.g., Drive </a:t>
                      </a:r>
                      <a:r>
                        <a:rPr lang="en" sz="1400" b="1">
                          <a:solidFill>
                            <a:schemeClr val="tx1"/>
                          </a:solidFill>
                          <a:latin typeface="Arial" panose="020B0604020202020204" pitchFamily="34" charset="0"/>
                          <a:ea typeface="Helvetica Neue Light"/>
                          <a:cs typeface="Arial" panose="020B0604020202020204" pitchFamily="34" charset="0"/>
                          <a:sym typeface="Helvetica Neue Light"/>
                        </a:rPr>
                        <a:t>direct commercial impact </a:t>
                      </a:r>
                      <a:r>
                        <a:rPr lang="en" sz="1400">
                          <a:solidFill>
                            <a:schemeClr val="tx1"/>
                          </a:solidFill>
                          <a:latin typeface="Arial" panose="020B0604020202020204" pitchFamily="34" charset="0"/>
                          <a:ea typeface="Helvetica Neue Light"/>
                          <a:cs typeface="Arial" panose="020B0604020202020204" pitchFamily="34" charset="0"/>
                          <a:sym typeface="Helvetica Neue Light"/>
                        </a:rPr>
                        <a:t>with proof-of-concept]</a:t>
                      </a:r>
                      <a:endParaRPr sz="1400">
                        <a:solidFill>
                          <a:schemeClr val="tx1"/>
                        </a:solidFill>
                        <a:latin typeface="Arial" panose="020B0604020202020204" pitchFamily="34" charset="0"/>
                        <a:ea typeface="Helvetica Neue Light"/>
                        <a:cs typeface="Arial" panose="020B0604020202020204" pitchFamily="34" charset="0"/>
                        <a:sym typeface="Helvetica Neue Light"/>
                      </a:endParaRP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endParaRPr sz="1400">
                        <a:solidFill>
                          <a:schemeClr val="tx1"/>
                        </a:solidFill>
                        <a:latin typeface="Arial" panose="020B0604020202020204" pitchFamily="34" charset="0"/>
                        <a:ea typeface="Helvetica Neue Light"/>
                        <a:cs typeface="Arial" panose="020B0604020202020204" pitchFamily="34" charset="0"/>
                        <a:sym typeface="Helvetica Neue Light"/>
                      </a:endParaRP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tcPr>
                </a:tc>
                <a:tc>
                  <a:txBody>
                    <a:bodyPr/>
                    <a:lstStyle/>
                    <a:p>
                      <a:pPr marL="285750" lvl="0" indent="-285750" algn="l" rtl="0">
                        <a:spcBef>
                          <a:spcPts val="0"/>
                        </a:spcBef>
                        <a:spcAft>
                          <a:spcPts val="0"/>
                        </a:spcAft>
                        <a:buFont typeface="Arial" panose="020B0604020202020204" pitchFamily="34" charset="0"/>
                        <a:buChar char="•"/>
                      </a:pPr>
                      <a:r>
                        <a:rPr lang="en-US" sz="1400" noProof="0">
                          <a:solidFill>
                            <a:schemeClr val="tx1"/>
                          </a:solidFill>
                          <a:latin typeface="Arial" panose="020B0604020202020204" pitchFamily="34" charset="0"/>
                          <a:ea typeface="Helvetica Neue Light"/>
                          <a:cs typeface="Arial" panose="020B0604020202020204" pitchFamily="34" charset="0"/>
                          <a:sym typeface="Helvetica Neue Light"/>
                        </a:rPr>
                        <a:t>[Insert results so far within area / objective]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a:solidFill>
                            <a:schemeClr val="tx1"/>
                          </a:solidFill>
                          <a:latin typeface="Arial" panose="020B0604020202020204" pitchFamily="34" charset="0"/>
                          <a:ea typeface="Helvetica Neue Light"/>
                          <a:cs typeface="Arial" panose="020B0604020202020204" pitchFamily="34" charset="0"/>
                          <a:sym typeface="Helvetica Neue Light"/>
                        </a:rPr>
                        <a:t>[Insert results so far within area / objective]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a:solidFill>
                            <a:schemeClr val="tx1"/>
                          </a:solidFill>
                          <a:latin typeface="Arial" panose="020B0604020202020204" pitchFamily="34" charset="0"/>
                          <a:ea typeface="Helvetica Neue Light"/>
                          <a:cs typeface="Arial" panose="020B0604020202020204" pitchFamily="34" charset="0"/>
                          <a:sym typeface="Helvetica Neue Light"/>
                        </a:rPr>
                        <a:t>[Insert results so far within area / objective]</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129188">
                <a:tc>
                  <a:txBody>
                    <a:bodyPr/>
                    <a:lstStyle/>
                    <a:p>
                      <a:pPr marL="0" lvl="0" indent="0" algn="l" rtl="0">
                        <a:spcBef>
                          <a:spcPts val="0"/>
                        </a:spcBef>
                        <a:spcAft>
                          <a:spcPts val="0"/>
                        </a:spcAft>
                        <a:buNone/>
                      </a:pPr>
                      <a:r>
                        <a:rPr lang="en-US" sz="1400">
                          <a:solidFill>
                            <a:schemeClr val="tx1"/>
                          </a:solidFill>
                          <a:latin typeface="Arial" panose="020B0604020202020204" pitchFamily="34" charset="0"/>
                          <a:ea typeface="Helvetica Neue Light"/>
                          <a:cs typeface="Arial" panose="020B0604020202020204" pitchFamily="34" charset="0"/>
                          <a:sym typeface="Helvetica Neue Light"/>
                        </a:rPr>
                        <a:t>[Insert objective of project, e.g., Reinforce </a:t>
                      </a:r>
                      <a:r>
                        <a:rPr lang="en-US" sz="1400" b="1">
                          <a:solidFill>
                            <a:schemeClr val="tx1"/>
                          </a:solidFill>
                          <a:latin typeface="Arial" panose="020B0604020202020204" pitchFamily="34" charset="0"/>
                          <a:ea typeface="Helvetica Neue Light"/>
                          <a:cs typeface="Arial" panose="020B0604020202020204" pitchFamily="34" charset="0"/>
                          <a:sym typeface="Helvetica Neue Light"/>
                        </a:rPr>
                        <a:t>links</a:t>
                      </a:r>
                      <a:r>
                        <a:rPr lang="en-US" sz="1400" b="0">
                          <a:solidFill>
                            <a:schemeClr val="tx1"/>
                          </a:solidFill>
                          <a:latin typeface="Arial" panose="020B0604020202020204" pitchFamily="34" charset="0"/>
                          <a:ea typeface="Helvetica Neue Light"/>
                          <a:cs typeface="Arial" panose="020B0604020202020204" pitchFamily="34" charset="0"/>
                          <a:sym typeface="Helvetica Neue Light"/>
                        </a:rPr>
                        <a:t> between Sales and R&amp;D</a:t>
                      </a:r>
                      <a:r>
                        <a:rPr lang="en-US" sz="1400">
                          <a:solidFill>
                            <a:schemeClr val="tx1"/>
                          </a:solidFill>
                          <a:latin typeface="Arial" panose="020B0604020202020204" pitchFamily="34" charset="0"/>
                          <a:ea typeface="Helvetica Neue Light"/>
                          <a:cs typeface="Arial" panose="020B0604020202020204" pitchFamily="34" charset="0"/>
                          <a:sym typeface="Helvetica Neue Light"/>
                        </a:rPr>
                        <a:t>]</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2">
                          <a:lumMod val="90000"/>
                        </a:schemeClr>
                      </a:solidFill>
                      <a:prstDash val="sysDash"/>
                      <a:round/>
                      <a:headEnd type="none" w="med" len="med"/>
                      <a:tailEnd type="none" w="med" len="med"/>
                    </a:lnT>
                    <a:lnB w="9525"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endParaRPr lang="en-US" sz="1400">
                        <a:solidFill>
                          <a:schemeClr val="tx1"/>
                        </a:solidFill>
                        <a:latin typeface="Arial" panose="020B0604020202020204" pitchFamily="34" charset="0"/>
                        <a:ea typeface="Helvetica Neue Light"/>
                        <a:cs typeface="Arial" panose="020B0604020202020204" pitchFamily="34" charset="0"/>
                        <a:sym typeface="Helvetica Neue Light"/>
                      </a:endParaRP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2">
                          <a:lumMod val="90000"/>
                        </a:schemeClr>
                      </a:solidFill>
                      <a:prstDash val="sysDash"/>
                      <a:round/>
                      <a:headEnd type="none" w="med" len="med"/>
                      <a:tailEnd type="none" w="med" len="med"/>
                    </a:lnT>
                    <a:lnB w="9525"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Helvetica Neue Light"/>
                          <a:cs typeface="Arial" panose="020B0604020202020204" pitchFamily="34" charset="0"/>
                          <a:sym typeface="Helvetica Neue Light"/>
                        </a:rPr>
                        <a:t>[Insert results so far within area / objective]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Helvetica Neue Light"/>
                          <a:cs typeface="Arial" panose="020B0604020202020204" pitchFamily="34" charset="0"/>
                          <a:sym typeface="Helvetica Neue Light"/>
                        </a:rPr>
                        <a:t>[Insert results so far within area / objective]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Helvetica Neue Light"/>
                          <a:cs typeface="Arial" panose="020B0604020202020204" pitchFamily="34" charset="0"/>
                          <a:sym typeface="Helvetica Neue Light"/>
                        </a:rPr>
                        <a:t>[Insert results so far within area / objective]</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2">
                          <a:lumMod val="90000"/>
                        </a:schemeClr>
                      </a:solidFill>
                      <a:prstDash val="sysDash"/>
                      <a:round/>
                      <a:headEnd type="none" w="med" len="med"/>
                      <a:tailEnd type="none" w="med" len="med"/>
                    </a:lnT>
                    <a:lnB w="9525"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79047">
                <a:tc>
                  <a:txBody>
                    <a:bodyPr/>
                    <a:lstStyle/>
                    <a:p>
                      <a:pPr marL="0" lvl="0" indent="0" algn="l" rtl="0">
                        <a:spcBef>
                          <a:spcPts val="0"/>
                        </a:spcBef>
                        <a:spcAft>
                          <a:spcPts val="0"/>
                        </a:spcAft>
                        <a:buNone/>
                      </a:pPr>
                      <a:r>
                        <a:rPr lang="en-US" sz="1400">
                          <a:solidFill>
                            <a:schemeClr val="tx1"/>
                          </a:solidFill>
                          <a:latin typeface="Arial" panose="020B0604020202020204" pitchFamily="34" charset="0"/>
                          <a:ea typeface="Helvetica Neue Light"/>
                          <a:cs typeface="Arial" panose="020B0604020202020204" pitchFamily="34" charset="0"/>
                          <a:sym typeface="Helvetica Neue Light"/>
                        </a:rPr>
                        <a:t>[Insert objective of project, e.g., Differentiate company as a</a:t>
                      </a:r>
                      <a:r>
                        <a:rPr lang="en-US" sz="1400" b="1">
                          <a:solidFill>
                            <a:schemeClr val="tx1"/>
                          </a:solidFill>
                          <a:latin typeface="Arial" panose="020B0604020202020204" pitchFamily="34" charset="0"/>
                          <a:ea typeface="Helvetica Neue Light"/>
                          <a:cs typeface="Arial" panose="020B0604020202020204" pitchFamily="34" charset="0"/>
                          <a:sym typeface="Helvetica Neue Light"/>
                        </a:rPr>
                        <a:t> strategic-minded investor </a:t>
                      </a:r>
                      <a:r>
                        <a:rPr lang="en-US" sz="1400">
                          <a:solidFill>
                            <a:schemeClr val="tx1"/>
                          </a:solidFill>
                          <a:latin typeface="Arial" panose="020B0604020202020204" pitchFamily="34" charset="0"/>
                          <a:ea typeface="Helvetica Neue Light"/>
                          <a:cs typeface="Arial" panose="020B0604020202020204" pitchFamily="34" charset="0"/>
                          <a:sym typeface="Helvetica Neue Light"/>
                        </a:rPr>
                        <a:t>able to bring opportunities to its regional teams]</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2">
                          <a:lumMod val="90000"/>
                        </a:schemeClr>
                      </a:solidFill>
                      <a:prstDash val="sysDash"/>
                      <a:round/>
                      <a:headEnd type="none" w="med" len="med"/>
                      <a:tailEnd type="none" w="med" len="med"/>
                    </a:lnT>
                    <a:lnB w="9525"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endParaRPr lang="en-US" sz="1400">
                        <a:solidFill>
                          <a:schemeClr val="tx1"/>
                        </a:solidFill>
                        <a:latin typeface="Arial" panose="020B0604020202020204" pitchFamily="34" charset="0"/>
                        <a:ea typeface="Helvetica Neue Light"/>
                        <a:cs typeface="Arial" panose="020B0604020202020204" pitchFamily="34" charset="0"/>
                        <a:sym typeface="Helvetica Neue Light"/>
                      </a:endParaRP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2">
                          <a:lumMod val="90000"/>
                        </a:schemeClr>
                      </a:solidFill>
                      <a:prstDash val="sysDash"/>
                      <a:round/>
                      <a:headEnd type="none" w="med" len="med"/>
                      <a:tailEnd type="none" w="med" len="med"/>
                    </a:lnT>
                    <a:lnB w="9525"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Helvetica Neue Light"/>
                          <a:cs typeface="Arial" panose="020B0604020202020204" pitchFamily="34" charset="0"/>
                          <a:sym typeface="Helvetica Neue Light"/>
                        </a:rPr>
                        <a:t>[Insert results so far within area / objective]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Helvetica Neue Light"/>
                          <a:cs typeface="Arial" panose="020B0604020202020204" pitchFamily="34" charset="0"/>
                          <a:sym typeface="Helvetica Neue Light"/>
                        </a:rPr>
                        <a:t>[Insert results so far within area / objective]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Helvetica Neue Light"/>
                          <a:cs typeface="Arial" panose="020B0604020202020204" pitchFamily="34" charset="0"/>
                          <a:sym typeface="Helvetica Neue Light"/>
                        </a:rPr>
                        <a:t>[Insert results so far within area / objective]</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2">
                          <a:lumMod val="90000"/>
                        </a:schemeClr>
                      </a:solidFill>
                      <a:prstDash val="sysDash"/>
                      <a:round/>
                      <a:headEnd type="none" w="med" len="med"/>
                      <a:tailEnd type="none" w="med" len="med"/>
                    </a:lnT>
                    <a:lnB w="9525" cap="flat" cmpd="sng" algn="ctr">
                      <a:solidFill>
                        <a:schemeClr val="bg2">
                          <a:lumMod val="90000"/>
                        </a:schemeClr>
                      </a:solidFill>
                      <a:prstDash val="sys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129188">
                <a:tc>
                  <a:txBody>
                    <a:bodyPr/>
                    <a:lstStyle/>
                    <a:p>
                      <a:pPr marL="0" lvl="0" indent="0" algn="l" rtl="0">
                        <a:spcBef>
                          <a:spcPts val="0"/>
                        </a:spcBef>
                        <a:spcAft>
                          <a:spcPts val="0"/>
                        </a:spcAft>
                        <a:buNone/>
                      </a:pPr>
                      <a:r>
                        <a:rPr lang="en-US" sz="1400">
                          <a:solidFill>
                            <a:schemeClr val="tx1"/>
                          </a:solidFill>
                          <a:latin typeface="Arial" panose="020B0604020202020204" pitchFamily="34" charset="0"/>
                          <a:ea typeface="Helvetica Neue Light"/>
                          <a:cs typeface="Arial" panose="020B0604020202020204" pitchFamily="34" charset="0"/>
                          <a:sym typeface="Helvetica Neue Light"/>
                        </a:rPr>
                        <a:t>[Insert objective of project]</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2">
                          <a:lumMod val="90000"/>
                        </a:schemeClr>
                      </a:solidFill>
                      <a:prstDash val="sysDash"/>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endParaRPr lang="en-US" sz="1400">
                        <a:solidFill>
                          <a:schemeClr val="tx1"/>
                        </a:solidFill>
                        <a:latin typeface="Arial" panose="020B0604020202020204" pitchFamily="34" charset="0"/>
                        <a:ea typeface="Helvetica Neue Light"/>
                        <a:cs typeface="Arial" panose="020B0604020202020204" pitchFamily="34" charset="0"/>
                        <a:sym typeface="Helvetica Neue Light"/>
                      </a:endParaRP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2">
                          <a:lumMod val="90000"/>
                        </a:schemeClr>
                      </a:solidFill>
                      <a:prstDash val="sysDash"/>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Helvetica Neue Light"/>
                          <a:cs typeface="Arial" panose="020B0604020202020204" pitchFamily="34" charset="0"/>
                          <a:sym typeface="Helvetica Neue Light"/>
                        </a:rPr>
                        <a:t>[Insert results so far within area / objective]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Helvetica Neue Light"/>
                          <a:cs typeface="Arial" panose="020B0604020202020204" pitchFamily="34" charset="0"/>
                          <a:sym typeface="Helvetica Neue Light"/>
                        </a:rPr>
                        <a:t>[Insert results so far within area / objective]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Helvetica Neue Light"/>
                          <a:cs typeface="Arial" panose="020B0604020202020204" pitchFamily="34" charset="0"/>
                          <a:sym typeface="Helvetica Neue Light"/>
                        </a:rPr>
                        <a:t>[Insert results so far within area / objective]</a:t>
                      </a:r>
                    </a:p>
                  </a:txBody>
                  <a:tcPr marL="121900" marR="121900" marT="121900" marB="12190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2">
                          <a:lumMod val="90000"/>
                        </a:schemeClr>
                      </a:solidFill>
                      <a:prstDash val="sysDash"/>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5" name="Google Shape;49;p15">
            <a:extLst>
              <a:ext uri="{FF2B5EF4-FFF2-40B4-BE49-F238E27FC236}">
                <a16:creationId xmlns:a16="http://schemas.microsoft.com/office/drawing/2014/main" id="{B7E23431-26D2-D174-BBC3-F3D521E1A245}"/>
              </a:ext>
            </a:extLst>
          </p:cNvPr>
          <p:cNvSpPr/>
          <p:nvPr/>
        </p:nvSpPr>
        <p:spPr>
          <a:xfrm>
            <a:off x="620767" y="1730442"/>
            <a:ext cx="731600" cy="731600"/>
          </a:xfrm>
          <a:prstGeom prst="ellipse">
            <a:avLst/>
          </a:prstGeom>
          <a:noFill/>
          <a:ln w="19050"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6" name="Google Shape;50;p15">
            <a:extLst>
              <a:ext uri="{FF2B5EF4-FFF2-40B4-BE49-F238E27FC236}">
                <a16:creationId xmlns:a16="http://schemas.microsoft.com/office/drawing/2014/main" id="{DA0DCC22-BB13-6477-6B91-F0E8D99245D9}"/>
              </a:ext>
            </a:extLst>
          </p:cNvPr>
          <p:cNvSpPr/>
          <p:nvPr/>
        </p:nvSpPr>
        <p:spPr>
          <a:xfrm>
            <a:off x="620767" y="2881803"/>
            <a:ext cx="731600" cy="731600"/>
          </a:xfrm>
          <a:prstGeom prst="ellipse">
            <a:avLst/>
          </a:prstGeom>
          <a:noFill/>
          <a:ln w="19050"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7" name="Google Shape;51;p15">
            <a:extLst>
              <a:ext uri="{FF2B5EF4-FFF2-40B4-BE49-F238E27FC236}">
                <a16:creationId xmlns:a16="http://schemas.microsoft.com/office/drawing/2014/main" id="{D746ADB2-8AA6-4A48-E92C-5C73CB8C6564}"/>
              </a:ext>
            </a:extLst>
          </p:cNvPr>
          <p:cNvSpPr/>
          <p:nvPr/>
        </p:nvSpPr>
        <p:spPr>
          <a:xfrm>
            <a:off x="620767" y="4033164"/>
            <a:ext cx="731600" cy="731600"/>
          </a:xfrm>
          <a:prstGeom prst="ellipse">
            <a:avLst/>
          </a:prstGeom>
          <a:noFill/>
          <a:ln w="19050"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8" name="Google Shape;52;p15">
            <a:extLst>
              <a:ext uri="{FF2B5EF4-FFF2-40B4-BE49-F238E27FC236}">
                <a16:creationId xmlns:a16="http://schemas.microsoft.com/office/drawing/2014/main" id="{388D6272-5638-6C52-C7CA-C9CDFCC5B608}"/>
              </a:ext>
            </a:extLst>
          </p:cNvPr>
          <p:cNvSpPr/>
          <p:nvPr/>
        </p:nvSpPr>
        <p:spPr>
          <a:xfrm>
            <a:off x="620767" y="5184524"/>
            <a:ext cx="731600" cy="731600"/>
          </a:xfrm>
          <a:prstGeom prst="ellipse">
            <a:avLst/>
          </a:prstGeom>
          <a:noFill/>
          <a:ln w="19050"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pic>
        <p:nvPicPr>
          <p:cNvPr id="20" name="Graphic 19">
            <a:extLst>
              <a:ext uri="{FF2B5EF4-FFF2-40B4-BE49-F238E27FC236}">
                <a16:creationId xmlns:a16="http://schemas.microsoft.com/office/drawing/2014/main" id="{D89713DE-DE3E-12D3-6113-639E088598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2567" y="5316324"/>
            <a:ext cx="468000" cy="468000"/>
          </a:xfrm>
          <a:prstGeom prst="rect">
            <a:avLst/>
          </a:prstGeom>
        </p:spPr>
      </p:pic>
      <p:pic>
        <p:nvPicPr>
          <p:cNvPr id="22" name="Graphic 21">
            <a:extLst>
              <a:ext uri="{FF2B5EF4-FFF2-40B4-BE49-F238E27FC236}">
                <a16:creationId xmlns:a16="http://schemas.microsoft.com/office/drawing/2014/main" id="{74E8CB31-EF01-D88A-37A7-7F284C12478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2567" y="4164964"/>
            <a:ext cx="468000" cy="468000"/>
          </a:xfrm>
          <a:prstGeom prst="rect">
            <a:avLst/>
          </a:prstGeom>
        </p:spPr>
      </p:pic>
      <p:pic>
        <p:nvPicPr>
          <p:cNvPr id="24" name="Graphic 23">
            <a:extLst>
              <a:ext uri="{FF2B5EF4-FFF2-40B4-BE49-F238E27FC236}">
                <a16:creationId xmlns:a16="http://schemas.microsoft.com/office/drawing/2014/main" id="{CD1F0078-5D5D-C79B-62E7-85A50EDB94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567" y="1862242"/>
            <a:ext cx="468000" cy="468000"/>
          </a:xfrm>
          <a:prstGeom prst="rect">
            <a:avLst/>
          </a:prstGeom>
        </p:spPr>
      </p:pic>
      <p:pic>
        <p:nvPicPr>
          <p:cNvPr id="26" name="Graphic 25">
            <a:extLst>
              <a:ext uri="{FF2B5EF4-FFF2-40B4-BE49-F238E27FC236}">
                <a16:creationId xmlns:a16="http://schemas.microsoft.com/office/drawing/2014/main" id="{5694C54E-7943-1ADE-8162-42425AC6015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2567" y="3013603"/>
            <a:ext cx="468000" cy="468000"/>
          </a:xfrm>
          <a:prstGeom prst="rect">
            <a:avLst/>
          </a:prstGeom>
        </p:spPr>
      </p:pic>
      <p:sp>
        <p:nvSpPr>
          <p:cNvPr id="9" name="Triangle 22">
            <a:extLst>
              <a:ext uri="{FF2B5EF4-FFF2-40B4-BE49-F238E27FC236}">
                <a16:creationId xmlns:a16="http://schemas.microsoft.com/office/drawing/2014/main" id="{A60EF204-A8DF-6B18-202A-C28D5E215E45}"/>
              </a:ext>
            </a:extLst>
          </p:cNvPr>
          <p:cNvSpPr/>
          <p:nvPr/>
        </p:nvSpPr>
        <p:spPr>
          <a:xfrm rot="5400000">
            <a:off x="4903323" y="1997624"/>
            <a:ext cx="377252" cy="197237"/>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10" name="Triangle 22">
            <a:extLst>
              <a:ext uri="{FF2B5EF4-FFF2-40B4-BE49-F238E27FC236}">
                <a16:creationId xmlns:a16="http://schemas.microsoft.com/office/drawing/2014/main" id="{E5FD9CB8-98A3-9982-250E-78DB3B56086F}"/>
              </a:ext>
            </a:extLst>
          </p:cNvPr>
          <p:cNvSpPr/>
          <p:nvPr/>
        </p:nvSpPr>
        <p:spPr>
          <a:xfrm rot="5400000">
            <a:off x="4903323" y="3148985"/>
            <a:ext cx="377252" cy="197237"/>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11" name="Triangle 22">
            <a:extLst>
              <a:ext uri="{FF2B5EF4-FFF2-40B4-BE49-F238E27FC236}">
                <a16:creationId xmlns:a16="http://schemas.microsoft.com/office/drawing/2014/main" id="{5EA3B46D-89EA-B8AF-9A5D-C1FB1E7184E9}"/>
              </a:ext>
            </a:extLst>
          </p:cNvPr>
          <p:cNvSpPr/>
          <p:nvPr/>
        </p:nvSpPr>
        <p:spPr>
          <a:xfrm rot="5400000">
            <a:off x="4903323" y="4300346"/>
            <a:ext cx="377252" cy="197237"/>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12" name="Triangle 22">
            <a:extLst>
              <a:ext uri="{FF2B5EF4-FFF2-40B4-BE49-F238E27FC236}">
                <a16:creationId xmlns:a16="http://schemas.microsoft.com/office/drawing/2014/main" id="{783068AF-3B99-5335-2D33-82A55A1899AD}"/>
              </a:ext>
            </a:extLst>
          </p:cNvPr>
          <p:cNvSpPr/>
          <p:nvPr/>
        </p:nvSpPr>
        <p:spPr>
          <a:xfrm rot="5400000">
            <a:off x="4903323" y="5451706"/>
            <a:ext cx="377252" cy="197237"/>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Tree>
    <p:extLst>
      <p:ext uri="{BB962C8B-B14F-4D97-AF65-F5344CB8AC3E}">
        <p14:creationId xmlns:p14="http://schemas.microsoft.com/office/powerpoint/2010/main" val="42266345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A9357-77E5-A9A2-57A1-486CC527C35F}"/>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8266612-F1BA-0826-B78F-E0A07AD5F4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05" imgH="303" progId="TCLayout.ActiveDocument.1">
                  <p:embed/>
                </p:oleObj>
              </mc:Choice>
              <mc:Fallback>
                <p:oleObj name="think-cell Slide" r:id="rId7" imgW="305" imgH="303" progId="TCLayout.ActiveDocument.1">
                  <p:embed/>
                  <p:pic>
                    <p:nvPicPr>
                      <p:cNvPr id="2" name="think-cell data - do not delete" hidden="1">
                        <a:extLst>
                          <a:ext uri="{FF2B5EF4-FFF2-40B4-BE49-F238E27FC236}">
                            <a16:creationId xmlns:a16="http://schemas.microsoft.com/office/drawing/2014/main" id="{88266612-F1BA-0826-B78F-E0A07AD5F490}"/>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4" name="Rectangle 43">
            <a:extLst>
              <a:ext uri="{FF2B5EF4-FFF2-40B4-BE49-F238E27FC236}">
                <a16:creationId xmlns:a16="http://schemas.microsoft.com/office/drawing/2014/main" id="{2452EB61-8DF5-6328-F3CA-38009143CD05}"/>
              </a:ext>
            </a:extLst>
          </p:cNvPr>
          <p:cNvSpPr/>
          <p:nvPr/>
        </p:nvSpPr>
        <p:spPr>
          <a:xfrm>
            <a:off x="554736" y="1757146"/>
            <a:ext cx="3494847" cy="4235998"/>
          </a:xfrm>
          <a:prstGeom prst="rect">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solidFill>
                <a:schemeClr val="tx1"/>
              </a:solidFill>
            </a:endParaRPr>
          </a:p>
        </p:txBody>
      </p:sp>
      <p:sp>
        <p:nvSpPr>
          <p:cNvPr id="46" name="Rectangle 45">
            <a:extLst>
              <a:ext uri="{FF2B5EF4-FFF2-40B4-BE49-F238E27FC236}">
                <a16:creationId xmlns:a16="http://schemas.microsoft.com/office/drawing/2014/main" id="{70D0A725-5913-D4EA-02CD-7300DEBCEFE8}"/>
              </a:ext>
            </a:extLst>
          </p:cNvPr>
          <p:cNvSpPr/>
          <p:nvPr/>
        </p:nvSpPr>
        <p:spPr>
          <a:xfrm>
            <a:off x="8142417" y="1757146"/>
            <a:ext cx="3494847" cy="4235998"/>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solidFill>
                <a:schemeClr val="tx1"/>
              </a:solidFill>
            </a:endParaRPr>
          </a:p>
        </p:txBody>
      </p:sp>
      <p:sp>
        <p:nvSpPr>
          <p:cNvPr id="9" name="Title 8">
            <a:extLst>
              <a:ext uri="{FF2B5EF4-FFF2-40B4-BE49-F238E27FC236}">
                <a16:creationId xmlns:a16="http://schemas.microsoft.com/office/drawing/2014/main" id="{5E3E9EE8-7ABB-E4C2-A8C3-23180FAC1676}"/>
              </a:ext>
            </a:extLst>
          </p:cNvPr>
          <p:cNvSpPr>
            <a:spLocks noGrp="1"/>
          </p:cNvSpPr>
          <p:nvPr>
            <p:ph type="title"/>
          </p:nvPr>
        </p:nvSpPr>
        <p:spPr/>
        <p:txBody>
          <a:bodyPr/>
          <a:lstStyle/>
          <a:p>
            <a:r>
              <a:rPr lang="en-US"/>
              <a:t>We build solutions in three phases with stage gates between each phase – currently we are in the [insert] phase</a:t>
            </a:r>
          </a:p>
        </p:txBody>
      </p:sp>
      <p:sp>
        <p:nvSpPr>
          <p:cNvPr id="30" name="Rectangle 29">
            <a:extLst>
              <a:ext uri="{FF2B5EF4-FFF2-40B4-BE49-F238E27FC236}">
                <a16:creationId xmlns:a16="http://schemas.microsoft.com/office/drawing/2014/main" id="{27BD8890-6B9D-71E0-306E-FDE46C9E5EE8}"/>
              </a:ext>
            </a:extLst>
          </p:cNvPr>
          <p:cNvSpPr/>
          <p:nvPr/>
        </p:nvSpPr>
        <p:spPr>
          <a:xfrm>
            <a:off x="653220" y="1845560"/>
            <a:ext cx="3297878" cy="40943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bg1"/>
                </a:solidFill>
              </a:rPr>
              <a:t>Validation</a:t>
            </a:r>
          </a:p>
        </p:txBody>
      </p:sp>
      <p:sp>
        <p:nvSpPr>
          <p:cNvPr id="32" name="Rectangle 31">
            <a:extLst>
              <a:ext uri="{FF2B5EF4-FFF2-40B4-BE49-F238E27FC236}">
                <a16:creationId xmlns:a16="http://schemas.microsoft.com/office/drawing/2014/main" id="{A9953831-7FC1-28D4-3146-F9066A207DBE}"/>
              </a:ext>
            </a:extLst>
          </p:cNvPr>
          <p:cNvSpPr/>
          <p:nvPr/>
        </p:nvSpPr>
        <p:spPr>
          <a:xfrm>
            <a:off x="8240901" y="1845560"/>
            <a:ext cx="3297878" cy="4094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bg1"/>
                </a:solidFill>
              </a:rPr>
              <a:t>Commercialization</a:t>
            </a:r>
          </a:p>
        </p:txBody>
      </p:sp>
      <p:sp>
        <p:nvSpPr>
          <p:cNvPr id="47" name="Rectangle 46">
            <a:extLst>
              <a:ext uri="{FF2B5EF4-FFF2-40B4-BE49-F238E27FC236}">
                <a16:creationId xmlns:a16="http://schemas.microsoft.com/office/drawing/2014/main" id="{18ECC957-D689-8FB0-2F34-A8B8F1F0B24D}"/>
              </a:ext>
            </a:extLst>
          </p:cNvPr>
          <p:cNvSpPr/>
          <p:nvPr/>
        </p:nvSpPr>
        <p:spPr>
          <a:xfrm>
            <a:off x="653220" y="2372334"/>
            <a:ext cx="3297878" cy="301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xx months</a:t>
            </a:r>
          </a:p>
        </p:txBody>
      </p:sp>
      <p:sp>
        <p:nvSpPr>
          <p:cNvPr id="49" name="Rectangle 48">
            <a:extLst>
              <a:ext uri="{FF2B5EF4-FFF2-40B4-BE49-F238E27FC236}">
                <a16:creationId xmlns:a16="http://schemas.microsoft.com/office/drawing/2014/main" id="{B8C21B3E-3140-46BB-4D24-3A0C10F2B6D0}"/>
              </a:ext>
            </a:extLst>
          </p:cNvPr>
          <p:cNvSpPr/>
          <p:nvPr/>
        </p:nvSpPr>
        <p:spPr>
          <a:xfrm>
            <a:off x="8240901" y="2372334"/>
            <a:ext cx="3297878" cy="301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Ongoing</a:t>
            </a:r>
          </a:p>
        </p:txBody>
      </p:sp>
      <p:sp>
        <p:nvSpPr>
          <p:cNvPr id="50" name="TextBox 49">
            <a:extLst>
              <a:ext uri="{FF2B5EF4-FFF2-40B4-BE49-F238E27FC236}">
                <a16:creationId xmlns:a16="http://schemas.microsoft.com/office/drawing/2014/main" id="{ECD55410-03FC-8D00-B2EF-AB67BB03589D}"/>
              </a:ext>
            </a:extLst>
          </p:cNvPr>
          <p:cNvSpPr txBox="1"/>
          <p:nvPr/>
        </p:nvSpPr>
        <p:spPr>
          <a:xfrm>
            <a:off x="653220" y="3905596"/>
            <a:ext cx="3297878" cy="11849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MINIMUM VIABLE CONCEPT</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VISUAL PROTOTYPE(S)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INVESTMENT CASE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PROBLEM-SOLUTION FIT</a:t>
            </a:r>
          </a:p>
        </p:txBody>
      </p:sp>
      <p:sp>
        <p:nvSpPr>
          <p:cNvPr id="58" name="TextBox 57">
            <a:extLst>
              <a:ext uri="{FF2B5EF4-FFF2-40B4-BE49-F238E27FC236}">
                <a16:creationId xmlns:a16="http://schemas.microsoft.com/office/drawing/2014/main" id="{90DCBF22-FD79-0539-AC7B-64A938C3F747}"/>
              </a:ext>
            </a:extLst>
          </p:cNvPr>
          <p:cNvSpPr txBox="1"/>
          <p:nvPr/>
        </p:nvSpPr>
        <p:spPr>
          <a:xfrm>
            <a:off x="8240901" y="3905596"/>
            <a:ext cx="3297878" cy="89255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LAUNCH</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GROW &amp; SCALE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ITERATE</a:t>
            </a:r>
          </a:p>
        </p:txBody>
      </p:sp>
      <p:sp>
        <p:nvSpPr>
          <p:cNvPr id="79" name="Chevron 74">
            <a:extLst>
              <a:ext uri="{FF2B5EF4-FFF2-40B4-BE49-F238E27FC236}">
                <a16:creationId xmlns:a16="http://schemas.microsoft.com/office/drawing/2014/main" id="{108FB9D4-CEA5-4528-F06A-B031B5208A94}"/>
              </a:ext>
            </a:extLst>
          </p:cNvPr>
          <p:cNvSpPr>
            <a:spLocks noChangeAspect="1"/>
          </p:cNvSpPr>
          <p:nvPr>
            <p:custDataLst>
              <p:tags r:id="rId2"/>
            </p:custDataLst>
          </p:nvPr>
        </p:nvSpPr>
        <p:spPr>
          <a:xfrm rot="5400000">
            <a:off x="2238866" y="3611066"/>
            <a:ext cx="126587" cy="238646"/>
          </a:xfrm>
          <a:custGeom>
            <a:avLst/>
            <a:gdLst/>
            <a:ahLst/>
            <a:cxnLst/>
            <a:rect l="0" t="0" r="0" b="0"/>
            <a:pathLst>
              <a:path w="103601" h="195312">
                <a:moveTo>
                  <a:pt x="9358" y="193790"/>
                </a:moveTo>
                <a:lnTo>
                  <a:pt x="101575" y="101574"/>
                </a:lnTo>
                <a:lnTo>
                  <a:pt x="103600" y="99549"/>
                </a:lnTo>
                <a:lnTo>
                  <a:pt x="103600" y="96266"/>
                </a:lnTo>
                <a:lnTo>
                  <a:pt x="101575" y="94241"/>
                </a:lnTo>
                <a:lnTo>
                  <a:pt x="9358" y="2025"/>
                </a:lnTo>
                <a:lnTo>
                  <a:pt x="7332" y="0"/>
                </a:lnTo>
                <a:lnTo>
                  <a:pt x="4049" y="0"/>
                </a:lnTo>
                <a:lnTo>
                  <a:pt x="2026" y="2025"/>
                </a:lnTo>
                <a:lnTo>
                  <a:pt x="0" y="4048"/>
                </a:lnTo>
                <a:lnTo>
                  <a:pt x="0" y="7331"/>
                </a:lnTo>
                <a:lnTo>
                  <a:pt x="2026" y="9357"/>
                </a:lnTo>
                <a:lnTo>
                  <a:pt x="90576" y="97907"/>
                </a:lnTo>
                <a:lnTo>
                  <a:pt x="2026" y="186459"/>
                </a:lnTo>
                <a:lnTo>
                  <a:pt x="0" y="188483"/>
                </a:lnTo>
                <a:lnTo>
                  <a:pt x="0" y="191766"/>
                </a:lnTo>
                <a:lnTo>
                  <a:pt x="2026" y="193790"/>
                </a:lnTo>
                <a:lnTo>
                  <a:pt x="3040" y="194805"/>
                </a:lnTo>
                <a:lnTo>
                  <a:pt x="4366" y="195311"/>
                </a:lnTo>
                <a:lnTo>
                  <a:pt x="5692" y="195311"/>
                </a:lnTo>
                <a:lnTo>
                  <a:pt x="7017" y="195311"/>
                </a:lnTo>
                <a:lnTo>
                  <a:pt x="8348" y="194805"/>
                </a:lnTo>
                <a:close/>
              </a:path>
            </a:pathLst>
          </a:custGeom>
          <a:solidFill>
            <a:schemeClr val="accent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Arial" panose="020B0604020202020204" pitchFamily="34" charset="0"/>
              <a:ea typeface="+mn-ea"/>
              <a:cs typeface="Arial" panose="020B0604020202020204" pitchFamily="34" charset="0"/>
              <a:sym typeface="Arial"/>
            </a:endParaRPr>
          </a:p>
        </p:txBody>
      </p:sp>
      <p:sp>
        <p:nvSpPr>
          <p:cNvPr id="81" name="Chevron 74">
            <a:extLst>
              <a:ext uri="{FF2B5EF4-FFF2-40B4-BE49-F238E27FC236}">
                <a16:creationId xmlns:a16="http://schemas.microsoft.com/office/drawing/2014/main" id="{C8D0D2D7-0F98-38FC-91E9-8FC0A422081E}"/>
              </a:ext>
            </a:extLst>
          </p:cNvPr>
          <p:cNvSpPr>
            <a:spLocks noChangeAspect="1"/>
          </p:cNvSpPr>
          <p:nvPr>
            <p:custDataLst>
              <p:tags r:id="rId3"/>
            </p:custDataLst>
          </p:nvPr>
        </p:nvSpPr>
        <p:spPr>
          <a:xfrm rot="5400000">
            <a:off x="9826547" y="3611068"/>
            <a:ext cx="126587" cy="238646"/>
          </a:xfrm>
          <a:custGeom>
            <a:avLst/>
            <a:gdLst/>
            <a:ahLst/>
            <a:cxnLst/>
            <a:rect l="0" t="0" r="0" b="0"/>
            <a:pathLst>
              <a:path w="103601" h="195312">
                <a:moveTo>
                  <a:pt x="9358" y="193790"/>
                </a:moveTo>
                <a:lnTo>
                  <a:pt x="101575" y="101574"/>
                </a:lnTo>
                <a:lnTo>
                  <a:pt x="103600" y="99549"/>
                </a:lnTo>
                <a:lnTo>
                  <a:pt x="103600" y="96266"/>
                </a:lnTo>
                <a:lnTo>
                  <a:pt x="101575" y="94241"/>
                </a:lnTo>
                <a:lnTo>
                  <a:pt x="9358" y="2025"/>
                </a:lnTo>
                <a:lnTo>
                  <a:pt x="7332" y="0"/>
                </a:lnTo>
                <a:lnTo>
                  <a:pt x="4049" y="0"/>
                </a:lnTo>
                <a:lnTo>
                  <a:pt x="2026" y="2025"/>
                </a:lnTo>
                <a:lnTo>
                  <a:pt x="0" y="4048"/>
                </a:lnTo>
                <a:lnTo>
                  <a:pt x="0" y="7331"/>
                </a:lnTo>
                <a:lnTo>
                  <a:pt x="2026" y="9357"/>
                </a:lnTo>
                <a:lnTo>
                  <a:pt x="90576" y="97907"/>
                </a:lnTo>
                <a:lnTo>
                  <a:pt x="2026" y="186459"/>
                </a:lnTo>
                <a:lnTo>
                  <a:pt x="0" y="188483"/>
                </a:lnTo>
                <a:lnTo>
                  <a:pt x="0" y="191766"/>
                </a:lnTo>
                <a:lnTo>
                  <a:pt x="2026" y="193790"/>
                </a:lnTo>
                <a:lnTo>
                  <a:pt x="3040" y="194805"/>
                </a:lnTo>
                <a:lnTo>
                  <a:pt x="4366" y="195311"/>
                </a:lnTo>
                <a:lnTo>
                  <a:pt x="5692" y="195311"/>
                </a:lnTo>
                <a:lnTo>
                  <a:pt x="7017" y="195311"/>
                </a:lnTo>
                <a:lnTo>
                  <a:pt x="8348" y="194805"/>
                </a:lnTo>
                <a:close/>
              </a:path>
            </a:pathLst>
          </a:custGeom>
          <a:solidFill>
            <a:schemeClr val="accent1"/>
          </a:solid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Arial" panose="020B0604020202020204" pitchFamily="34" charset="0"/>
              <a:ea typeface="+mn-ea"/>
              <a:cs typeface="Arial" panose="020B0604020202020204" pitchFamily="34" charset="0"/>
              <a:sym typeface="Arial"/>
            </a:endParaRPr>
          </a:p>
        </p:txBody>
      </p:sp>
      <p:sp>
        <p:nvSpPr>
          <p:cNvPr id="86" name="TextBox 85">
            <a:extLst>
              <a:ext uri="{FF2B5EF4-FFF2-40B4-BE49-F238E27FC236}">
                <a16:creationId xmlns:a16="http://schemas.microsoft.com/office/drawing/2014/main" id="{6E3E30B5-9612-0253-08F2-C9D8F07DFF7A}"/>
              </a:ext>
            </a:extLst>
          </p:cNvPr>
          <p:cNvSpPr txBox="1"/>
          <p:nvPr/>
        </p:nvSpPr>
        <p:spPr>
          <a:xfrm>
            <a:off x="653220" y="5418602"/>
            <a:ext cx="3297878" cy="338554"/>
          </a:xfrm>
          <a:prstGeom prst="rect">
            <a:avLst/>
          </a:prstGeom>
          <a:noFill/>
          <a:ln w="6350">
            <a:noFill/>
            <a:miter lim="800000"/>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1" i="0" u="none" strike="noStrike" kern="1200" cap="none" spc="0" normalizeH="0" baseline="0" noProof="0">
                <a:ln>
                  <a:noFill/>
                </a:ln>
                <a:effectLst/>
                <a:uLnTx/>
                <a:uFillTx/>
                <a:ea typeface="+mn-ea"/>
                <a:cs typeface="+mn-cs"/>
              </a:rPr>
              <a:t>Validated growth option </a:t>
            </a:r>
          </a:p>
        </p:txBody>
      </p:sp>
      <p:sp>
        <p:nvSpPr>
          <p:cNvPr id="45" name="Rectangle 44">
            <a:extLst>
              <a:ext uri="{FF2B5EF4-FFF2-40B4-BE49-F238E27FC236}">
                <a16:creationId xmlns:a16="http://schemas.microsoft.com/office/drawing/2014/main" id="{1A983AA2-C56E-7864-4C86-873B4A9448C2}"/>
              </a:ext>
            </a:extLst>
          </p:cNvPr>
          <p:cNvSpPr/>
          <p:nvPr/>
        </p:nvSpPr>
        <p:spPr>
          <a:xfrm>
            <a:off x="4348577" y="1757146"/>
            <a:ext cx="3494847" cy="4235998"/>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solidFill>
                <a:schemeClr val="tx1"/>
              </a:solidFill>
            </a:endParaRPr>
          </a:p>
        </p:txBody>
      </p:sp>
      <p:sp>
        <p:nvSpPr>
          <p:cNvPr id="31" name="Rectangle 30">
            <a:extLst>
              <a:ext uri="{FF2B5EF4-FFF2-40B4-BE49-F238E27FC236}">
                <a16:creationId xmlns:a16="http://schemas.microsoft.com/office/drawing/2014/main" id="{8C604A57-B995-6189-BD5C-837FCDFC4420}"/>
              </a:ext>
            </a:extLst>
          </p:cNvPr>
          <p:cNvSpPr/>
          <p:nvPr/>
        </p:nvSpPr>
        <p:spPr>
          <a:xfrm>
            <a:off x="4447061" y="1845560"/>
            <a:ext cx="3297878" cy="4094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bg1"/>
                </a:solidFill>
              </a:rPr>
              <a:t>Incubation</a:t>
            </a:r>
          </a:p>
        </p:txBody>
      </p:sp>
      <p:sp>
        <p:nvSpPr>
          <p:cNvPr id="48" name="Rectangle 47">
            <a:extLst>
              <a:ext uri="{FF2B5EF4-FFF2-40B4-BE49-F238E27FC236}">
                <a16:creationId xmlns:a16="http://schemas.microsoft.com/office/drawing/2014/main" id="{E3A370FB-5653-64E5-4E54-298D384D0375}"/>
              </a:ext>
            </a:extLst>
          </p:cNvPr>
          <p:cNvSpPr/>
          <p:nvPr/>
        </p:nvSpPr>
        <p:spPr>
          <a:xfrm>
            <a:off x="4447061" y="2372334"/>
            <a:ext cx="3297878" cy="301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xx months</a:t>
            </a:r>
          </a:p>
        </p:txBody>
      </p:sp>
      <p:sp>
        <p:nvSpPr>
          <p:cNvPr id="54" name="TextBox 53">
            <a:extLst>
              <a:ext uri="{FF2B5EF4-FFF2-40B4-BE49-F238E27FC236}">
                <a16:creationId xmlns:a16="http://schemas.microsoft.com/office/drawing/2014/main" id="{2F76B7F8-00EA-0758-B16E-1BCAE12D5759}"/>
              </a:ext>
            </a:extLst>
          </p:cNvPr>
          <p:cNvSpPr txBox="1"/>
          <p:nvPr/>
        </p:nvSpPr>
        <p:spPr>
          <a:xfrm>
            <a:off x="4447061" y="3905596"/>
            <a:ext cx="3297878" cy="11849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MVP TO PILOT</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PRODUCT TEAM</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GO-TO-MARKET STRATEGY</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a-DK" sz="1400" i="0" u="none" strike="noStrike" kern="1200" cap="none" spc="0" normalizeH="0" baseline="0" noProof="0">
                <a:ln>
                  <a:noFill/>
                </a:ln>
                <a:effectLst/>
                <a:uLnTx/>
                <a:uFillTx/>
                <a:ea typeface="+mn-ea"/>
                <a:cs typeface="+mn-cs"/>
              </a:rPr>
              <a:t>SOFT LAUNCH</a:t>
            </a:r>
          </a:p>
        </p:txBody>
      </p:sp>
      <p:sp>
        <p:nvSpPr>
          <p:cNvPr id="80" name="Chevron 74">
            <a:extLst>
              <a:ext uri="{FF2B5EF4-FFF2-40B4-BE49-F238E27FC236}">
                <a16:creationId xmlns:a16="http://schemas.microsoft.com/office/drawing/2014/main" id="{9C613288-44DD-069B-7B61-23913CA82F03}"/>
              </a:ext>
            </a:extLst>
          </p:cNvPr>
          <p:cNvSpPr>
            <a:spLocks noChangeAspect="1"/>
          </p:cNvSpPr>
          <p:nvPr>
            <p:custDataLst>
              <p:tags r:id="rId4"/>
            </p:custDataLst>
          </p:nvPr>
        </p:nvSpPr>
        <p:spPr>
          <a:xfrm rot="5400000">
            <a:off x="6032707" y="3611067"/>
            <a:ext cx="126587" cy="238646"/>
          </a:xfrm>
          <a:custGeom>
            <a:avLst/>
            <a:gdLst/>
            <a:ahLst/>
            <a:cxnLst/>
            <a:rect l="0" t="0" r="0" b="0"/>
            <a:pathLst>
              <a:path w="103601" h="195312">
                <a:moveTo>
                  <a:pt x="9358" y="193790"/>
                </a:moveTo>
                <a:lnTo>
                  <a:pt x="101575" y="101574"/>
                </a:lnTo>
                <a:lnTo>
                  <a:pt x="103600" y="99549"/>
                </a:lnTo>
                <a:lnTo>
                  <a:pt x="103600" y="96266"/>
                </a:lnTo>
                <a:lnTo>
                  <a:pt x="101575" y="94241"/>
                </a:lnTo>
                <a:lnTo>
                  <a:pt x="9358" y="2025"/>
                </a:lnTo>
                <a:lnTo>
                  <a:pt x="7332" y="0"/>
                </a:lnTo>
                <a:lnTo>
                  <a:pt x="4049" y="0"/>
                </a:lnTo>
                <a:lnTo>
                  <a:pt x="2026" y="2025"/>
                </a:lnTo>
                <a:lnTo>
                  <a:pt x="0" y="4048"/>
                </a:lnTo>
                <a:lnTo>
                  <a:pt x="0" y="7331"/>
                </a:lnTo>
                <a:lnTo>
                  <a:pt x="2026" y="9357"/>
                </a:lnTo>
                <a:lnTo>
                  <a:pt x="90576" y="97907"/>
                </a:lnTo>
                <a:lnTo>
                  <a:pt x="2026" y="186459"/>
                </a:lnTo>
                <a:lnTo>
                  <a:pt x="0" y="188483"/>
                </a:lnTo>
                <a:lnTo>
                  <a:pt x="0" y="191766"/>
                </a:lnTo>
                <a:lnTo>
                  <a:pt x="2026" y="193790"/>
                </a:lnTo>
                <a:lnTo>
                  <a:pt x="3040" y="194805"/>
                </a:lnTo>
                <a:lnTo>
                  <a:pt x="4366" y="195311"/>
                </a:lnTo>
                <a:lnTo>
                  <a:pt x="5692" y="195311"/>
                </a:lnTo>
                <a:lnTo>
                  <a:pt x="7017" y="195311"/>
                </a:lnTo>
                <a:lnTo>
                  <a:pt x="8348" y="194805"/>
                </a:lnTo>
                <a:close/>
              </a:path>
            </a:pathLst>
          </a:custGeom>
          <a:solidFill>
            <a:schemeClr val="accent1"/>
          </a:solidFill>
          <a:ln w="63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Arial" panose="020B0604020202020204" pitchFamily="34" charset="0"/>
              <a:ea typeface="+mn-ea"/>
              <a:cs typeface="Arial" panose="020B0604020202020204" pitchFamily="34" charset="0"/>
              <a:sym typeface="Arial"/>
            </a:endParaRPr>
          </a:p>
        </p:txBody>
      </p:sp>
      <p:sp>
        <p:nvSpPr>
          <p:cNvPr id="87" name="TextBox 86">
            <a:extLst>
              <a:ext uri="{FF2B5EF4-FFF2-40B4-BE49-F238E27FC236}">
                <a16:creationId xmlns:a16="http://schemas.microsoft.com/office/drawing/2014/main" id="{C84C36E0-D795-1964-4D06-5F31570A889F}"/>
              </a:ext>
            </a:extLst>
          </p:cNvPr>
          <p:cNvSpPr txBox="1"/>
          <p:nvPr/>
        </p:nvSpPr>
        <p:spPr>
          <a:xfrm>
            <a:off x="4447061" y="5418602"/>
            <a:ext cx="3297878" cy="338554"/>
          </a:xfrm>
          <a:prstGeom prst="rect">
            <a:avLst/>
          </a:prstGeom>
          <a:noFill/>
          <a:ln w="6350">
            <a:noFill/>
            <a:miter lim="800000"/>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1" i="0" u="none" strike="noStrike" kern="1200" cap="none" spc="0" normalizeH="0" baseline="0" noProof="0">
                <a:ln>
                  <a:noFill/>
                </a:ln>
                <a:effectLst/>
                <a:uLnTx/>
                <a:uFillTx/>
                <a:ea typeface="+mn-ea"/>
                <a:cs typeface="+mn-cs"/>
              </a:rPr>
              <a:t>Minimal ”wowable” solution</a:t>
            </a:r>
          </a:p>
        </p:txBody>
      </p:sp>
      <p:sp>
        <p:nvSpPr>
          <p:cNvPr id="88" name="TextBox 87">
            <a:extLst>
              <a:ext uri="{FF2B5EF4-FFF2-40B4-BE49-F238E27FC236}">
                <a16:creationId xmlns:a16="http://schemas.microsoft.com/office/drawing/2014/main" id="{66D6E338-BAA5-03C9-993E-071E6B729C02}"/>
              </a:ext>
            </a:extLst>
          </p:cNvPr>
          <p:cNvSpPr txBox="1"/>
          <p:nvPr/>
        </p:nvSpPr>
        <p:spPr>
          <a:xfrm>
            <a:off x="8240901" y="5418602"/>
            <a:ext cx="3297878" cy="338554"/>
          </a:xfrm>
          <a:prstGeom prst="rect">
            <a:avLst/>
          </a:prstGeom>
          <a:noFill/>
          <a:ln w="6350">
            <a:noFill/>
            <a:miter lim="800000"/>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1" i="0" u="none" strike="noStrike" kern="1200" cap="none" spc="0" normalizeH="0" baseline="0" noProof="0">
                <a:ln>
                  <a:noFill/>
                </a:ln>
                <a:effectLst/>
                <a:uLnTx/>
                <a:uFillTx/>
                <a:ea typeface="+mn-ea"/>
                <a:cs typeface="+mn-cs"/>
              </a:rPr>
              <a:t>Sustainable new business</a:t>
            </a:r>
          </a:p>
        </p:txBody>
      </p:sp>
      <p:pic>
        <p:nvPicPr>
          <p:cNvPr id="11" name="Graphic 10">
            <a:extLst>
              <a:ext uri="{FF2B5EF4-FFF2-40B4-BE49-F238E27FC236}">
                <a16:creationId xmlns:a16="http://schemas.microsoft.com/office/drawing/2014/main" id="{C0835E2F-8A54-8ABA-9543-8D460EB6EA2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29840" y="2787205"/>
            <a:ext cx="720000" cy="720000"/>
          </a:xfrm>
          <a:prstGeom prst="rect">
            <a:avLst/>
          </a:prstGeom>
        </p:spPr>
      </p:pic>
      <p:pic>
        <p:nvPicPr>
          <p:cNvPr id="13" name="Graphic 12">
            <a:extLst>
              <a:ext uri="{FF2B5EF4-FFF2-40B4-BE49-F238E27FC236}">
                <a16:creationId xmlns:a16="http://schemas.microsoft.com/office/drawing/2014/main" id="{6444F5F9-9CC3-5F56-95BE-386C846B847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42159" y="2787205"/>
            <a:ext cx="720000" cy="720000"/>
          </a:xfrm>
          <a:prstGeom prst="rect">
            <a:avLst/>
          </a:prstGeom>
        </p:spPr>
      </p:pic>
      <p:pic>
        <p:nvPicPr>
          <p:cNvPr id="18" name="Graphic 17">
            <a:extLst>
              <a:ext uri="{FF2B5EF4-FFF2-40B4-BE49-F238E27FC236}">
                <a16:creationId xmlns:a16="http://schemas.microsoft.com/office/drawing/2014/main" id="{FF4C79FC-FB44-7094-128B-E202376AD74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736000" y="2787205"/>
            <a:ext cx="720000" cy="720000"/>
          </a:xfrm>
          <a:prstGeom prst="rect">
            <a:avLst/>
          </a:prstGeom>
        </p:spPr>
      </p:pic>
    </p:spTree>
    <p:extLst>
      <p:ext uri="{BB962C8B-B14F-4D97-AF65-F5344CB8AC3E}">
        <p14:creationId xmlns:p14="http://schemas.microsoft.com/office/powerpoint/2010/main" val="14551990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4D439-03B1-7BBD-BFD3-3F1A13B46DAB}"/>
              </a:ext>
            </a:extLst>
          </p:cNvPr>
          <p:cNvSpPr>
            <a:spLocks noGrp="1"/>
          </p:cNvSpPr>
          <p:nvPr>
            <p:ph type="title"/>
          </p:nvPr>
        </p:nvSpPr>
        <p:spPr/>
        <p:txBody>
          <a:bodyPr/>
          <a:lstStyle/>
          <a:p>
            <a:r>
              <a:rPr lang="en-US"/>
              <a:t>Current status is [insert]</a:t>
            </a:r>
          </a:p>
        </p:txBody>
      </p:sp>
      <p:sp>
        <p:nvSpPr>
          <p:cNvPr id="6" name="Google Shape;826;p87">
            <a:extLst>
              <a:ext uri="{FF2B5EF4-FFF2-40B4-BE49-F238E27FC236}">
                <a16:creationId xmlns:a16="http://schemas.microsoft.com/office/drawing/2014/main" id="{7159065D-F3A8-A814-4A1B-58790B28597E}"/>
              </a:ext>
            </a:extLst>
          </p:cNvPr>
          <p:cNvSpPr/>
          <p:nvPr/>
        </p:nvSpPr>
        <p:spPr>
          <a:xfrm>
            <a:off x="554743" y="1499168"/>
            <a:ext cx="3172800" cy="4657818"/>
          </a:xfrm>
          <a:prstGeom prst="rect">
            <a:avLst/>
          </a:prstGeom>
          <a:solidFill>
            <a:schemeClr val="bg1">
              <a:lumMod val="95000"/>
            </a:schemeClr>
          </a:solidFill>
          <a:ln>
            <a:noFill/>
          </a:ln>
          <a:effectLst/>
        </p:spPr>
        <p:txBody>
          <a:bodyPr spcFirstLastPara="1" wrap="square" lIns="36000" tIns="36000" rIns="36000" bIns="36000" anchor="ctr" anchorCtr="0">
            <a:noAutofit/>
          </a:bodyPr>
          <a:lstStyle/>
          <a:p>
            <a:pPr algn="ctr"/>
            <a:r>
              <a:rPr lang="en-GB" sz="1733">
                <a:latin typeface="Arial" panose="020B0604020202020204" pitchFamily="34" charset="0"/>
                <a:ea typeface="Century Gothic"/>
                <a:cs typeface="Arial" panose="020B0604020202020204" pitchFamily="34" charset="0"/>
                <a:sym typeface="Century Gothic"/>
              </a:rPr>
              <a:t> </a:t>
            </a:r>
            <a:endParaRPr sz="1733">
              <a:latin typeface="Arial" panose="020B0604020202020204" pitchFamily="34" charset="0"/>
              <a:ea typeface="Century Gothic"/>
              <a:cs typeface="Arial" panose="020B0604020202020204" pitchFamily="34" charset="0"/>
              <a:sym typeface="Century Gothic"/>
            </a:endParaRPr>
          </a:p>
        </p:txBody>
      </p:sp>
      <p:sp>
        <p:nvSpPr>
          <p:cNvPr id="7" name="Google Shape;827;p87">
            <a:extLst>
              <a:ext uri="{FF2B5EF4-FFF2-40B4-BE49-F238E27FC236}">
                <a16:creationId xmlns:a16="http://schemas.microsoft.com/office/drawing/2014/main" id="{7F7628B3-49E3-7397-B2D3-2002A0431C95}"/>
              </a:ext>
            </a:extLst>
          </p:cNvPr>
          <p:cNvSpPr txBox="1"/>
          <p:nvPr/>
        </p:nvSpPr>
        <p:spPr>
          <a:xfrm>
            <a:off x="764415" y="1951562"/>
            <a:ext cx="2756000" cy="607600"/>
          </a:xfrm>
          <a:prstGeom prst="rect">
            <a:avLst/>
          </a:prstGeom>
          <a:noFill/>
          <a:ln>
            <a:noFill/>
          </a:ln>
        </p:spPr>
        <p:txBody>
          <a:bodyPr spcFirstLastPara="1" wrap="square" lIns="91433" tIns="45700" rIns="91433" bIns="45700" anchor="t" anchorCtr="0">
            <a:noAutofit/>
          </a:bodyPr>
          <a:lstStyle/>
          <a:p>
            <a:pPr algn="ctr">
              <a:lnSpc>
                <a:spcPct val="130000"/>
              </a:lnSpc>
              <a:buClr>
                <a:srgbClr val="3B4550"/>
              </a:buClr>
              <a:buSzPts val="800"/>
            </a:pPr>
            <a:r>
              <a:rPr lang="en-US" sz="1200" noProof="0">
                <a:latin typeface="Arial" panose="020B0604020202020204" pitchFamily="34" charset="0"/>
                <a:ea typeface="Century Gothic"/>
                <a:cs typeface="Arial" panose="020B0604020202020204" pitchFamily="34" charset="0"/>
                <a:sym typeface="Century Gothic"/>
              </a:rPr>
              <a:t>[Insert description]</a:t>
            </a:r>
            <a:endParaRPr lang="en-US" sz="1200" noProof="0">
              <a:latin typeface="Arial" panose="020B0604020202020204" pitchFamily="34" charset="0"/>
              <a:cs typeface="Arial" panose="020B0604020202020204" pitchFamily="34" charset="0"/>
            </a:endParaRPr>
          </a:p>
        </p:txBody>
      </p:sp>
      <p:sp>
        <p:nvSpPr>
          <p:cNvPr id="9" name="Google Shape;829;p87">
            <a:extLst>
              <a:ext uri="{FF2B5EF4-FFF2-40B4-BE49-F238E27FC236}">
                <a16:creationId xmlns:a16="http://schemas.microsoft.com/office/drawing/2014/main" id="{A2178A21-3775-F9D9-D3CC-E227FF6E3B7F}"/>
              </a:ext>
            </a:extLst>
          </p:cNvPr>
          <p:cNvSpPr txBox="1"/>
          <p:nvPr/>
        </p:nvSpPr>
        <p:spPr>
          <a:xfrm>
            <a:off x="609243" y="4823408"/>
            <a:ext cx="3063801" cy="1276913"/>
          </a:xfrm>
          <a:prstGeom prst="rect">
            <a:avLst/>
          </a:prstGeom>
          <a:noFill/>
          <a:ln>
            <a:noFill/>
          </a:ln>
        </p:spPr>
        <p:txBody>
          <a:bodyPr spcFirstLastPara="1" wrap="square" lIns="91433" tIns="45700" rIns="91433" bIns="45700" anchor="t" anchorCtr="0">
            <a:noAutofit/>
          </a:bodyPr>
          <a:lstStyle/>
          <a:p>
            <a:pPr marL="171450" indent="-171450">
              <a:buClr>
                <a:schemeClr val="tx2"/>
              </a:buClr>
              <a:buSzPct val="100000"/>
              <a:buFont typeface="Arial" panose="020B0604020202020204" pitchFamily="34" charset="0"/>
              <a:buChar char="•"/>
            </a:pPr>
            <a:r>
              <a:rPr lang="en-US" sz="1200" noProof="0">
                <a:latin typeface="Arial" panose="020B0604020202020204" pitchFamily="34" charset="0"/>
                <a:ea typeface="Century Gothic"/>
                <a:cs typeface="Arial" panose="020B0604020202020204" pitchFamily="34" charset="0"/>
                <a:sym typeface="Century Gothic"/>
              </a:rPr>
              <a:t>[Insert any relevant roadblocks or issues]</a:t>
            </a:r>
          </a:p>
          <a:p>
            <a:pPr marL="171450" indent="-171450">
              <a:buClr>
                <a:schemeClr val="tx2"/>
              </a:buClr>
              <a:buSzPct val="100000"/>
              <a:buFont typeface="Arial" panose="020B0604020202020204" pitchFamily="34" charset="0"/>
              <a:buChar char="•"/>
            </a:pPr>
            <a:r>
              <a:rPr lang="en-US" sz="1200" noProof="0">
                <a:latin typeface="Arial" panose="020B0604020202020204" pitchFamily="34" charset="0"/>
                <a:ea typeface="Century Gothic"/>
                <a:cs typeface="Arial" panose="020B0604020202020204" pitchFamily="34" charset="0"/>
                <a:sym typeface="Century Gothic"/>
              </a:rPr>
              <a:t>[Insert any relevant roadblocks or issues]</a:t>
            </a:r>
            <a:endParaRPr lang="en-US" sz="1200">
              <a:latin typeface="Arial" panose="020B0604020202020204" pitchFamily="34" charset="0"/>
              <a:ea typeface="Century Gothic"/>
              <a:cs typeface="Arial" panose="020B0604020202020204" pitchFamily="34" charset="0"/>
              <a:sym typeface="Century Gothic"/>
            </a:endParaRPr>
          </a:p>
          <a:p>
            <a:pPr marL="171450" indent="-171450">
              <a:buClr>
                <a:schemeClr val="tx2"/>
              </a:buClr>
              <a:buSzPct val="100000"/>
              <a:buFont typeface="Arial" panose="020B0604020202020204" pitchFamily="34" charset="0"/>
              <a:buChar char="•"/>
            </a:pPr>
            <a:r>
              <a:rPr lang="en-US" sz="1200" noProof="0">
                <a:latin typeface="Arial" panose="020B0604020202020204" pitchFamily="34" charset="0"/>
                <a:ea typeface="Century Gothic"/>
                <a:cs typeface="Arial" panose="020B0604020202020204" pitchFamily="34" charset="0"/>
                <a:sym typeface="Century Gothic"/>
              </a:rPr>
              <a:t>[Insert any relevant roadblocks or issues]</a:t>
            </a:r>
            <a:endParaRPr lang="en-US" sz="1200">
              <a:latin typeface="Arial" panose="020B0604020202020204" pitchFamily="34" charset="0"/>
              <a:ea typeface="Century Gothic"/>
              <a:cs typeface="Arial" panose="020B0604020202020204" pitchFamily="34" charset="0"/>
              <a:sym typeface="Century Gothic"/>
            </a:endParaRPr>
          </a:p>
        </p:txBody>
      </p:sp>
      <p:sp>
        <p:nvSpPr>
          <p:cNvPr id="14" name="Google Shape;834;p87">
            <a:extLst>
              <a:ext uri="{FF2B5EF4-FFF2-40B4-BE49-F238E27FC236}">
                <a16:creationId xmlns:a16="http://schemas.microsoft.com/office/drawing/2014/main" id="{CC4C19E3-2E2A-1DFE-8E75-FFC0DC83BBA4}"/>
              </a:ext>
            </a:extLst>
          </p:cNvPr>
          <p:cNvSpPr/>
          <p:nvPr/>
        </p:nvSpPr>
        <p:spPr>
          <a:xfrm>
            <a:off x="878936" y="1220683"/>
            <a:ext cx="2519600" cy="591187"/>
          </a:xfrm>
          <a:prstGeom prst="rect">
            <a:avLst/>
          </a:prstGeom>
          <a:solidFill>
            <a:schemeClr val="tx2"/>
          </a:solidFill>
          <a:ln>
            <a:noFill/>
          </a:ln>
        </p:spPr>
        <p:txBody>
          <a:bodyPr spcFirstLastPara="1" wrap="square" lIns="36000" tIns="0" rIns="36000" bIns="0" anchor="ctr" anchorCtr="0">
            <a:noAutofit/>
          </a:bodyPr>
          <a:lstStyle/>
          <a:p>
            <a:pPr algn="ctr">
              <a:lnSpc>
                <a:spcPct val="90000"/>
              </a:lnSpc>
            </a:pPr>
            <a:r>
              <a:rPr lang="en-GB" sz="1400" b="1">
                <a:solidFill>
                  <a:schemeClr val="bg1"/>
                </a:solidFill>
                <a:latin typeface="Arial" panose="020B0604020202020204" pitchFamily="34" charset="0"/>
                <a:ea typeface="Century Gothic"/>
                <a:cs typeface="Arial" panose="020B0604020202020204" pitchFamily="34" charset="0"/>
                <a:sym typeface="Century Gothic"/>
              </a:rPr>
              <a:t>[Insert objective]</a:t>
            </a:r>
            <a:endParaRPr sz="1400">
              <a:solidFill>
                <a:schemeClr val="bg1"/>
              </a:solidFill>
              <a:latin typeface="Arial" panose="020B0604020202020204" pitchFamily="34" charset="0"/>
              <a:cs typeface="Arial" panose="020B0604020202020204" pitchFamily="34" charset="0"/>
            </a:endParaRPr>
          </a:p>
        </p:txBody>
      </p:sp>
      <p:cxnSp>
        <p:nvCxnSpPr>
          <p:cNvPr id="17" name="Google Shape;839;p87">
            <a:extLst>
              <a:ext uri="{FF2B5EF4-FFF2-40B4-BE49-F238E27FC236}">
                <a16:creationId xmlns:a16="http://schemas.microsoft.com/office/drawing/2014/main" id="{B3C49950-BF65-A1A6-AED5-E1DB36A19BA2}"/>
              </a:ext>
            </a:extLst>
          </p:cNvPr>
          <p:cNvCxnSpPr>
            <a:cxnSpLocks/>
          </p:cNvCxnSpPr>
          <p:nvPr/>
        </p:nvCxnSpPr>
        <p:spPr>
          <a:xfrm>
            <a:off x="554736" y="4672635"/>
            <a:ext cx="3168000" cy="0"/>
          </a:xfrm>
          <a:prstGeom prst="straightConnector1">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30" name="Google Shape;854;p87">
            <a:extLst>
              <a:ext uri="{FF2B5EF4-FFF2-40B4-BE49-F238E27FC236}">
                <a16:creationId xmlns:a16="http://schemas.microsoft.com/office/drawing/2014/main" id="{EA3394C2-4503-105A-3EE7-D9594F065EBF}"/>
              </a:ext>
            </a:extLst>
          </p:cNvPr>
          <p:cNvSpPr txBox="1"/>
          <p:nvPr/>
        </p:nvSpPr>
        <p:spPr>
          <a:xfrm>
            <a:off x="1031293" y="4513171"/>
            <a:ext cx="2214886" cy="327600"/>
          </a:xfrm>
          <a:prstGeom prst="rect">
            <a:avLst/>
          </a:prstGeom>
          <a:solidFill>
            <a:schemeClr val="bg1">
              <a:lumMod val="95000"/>
            </a:schemeClr>
          </a:solidFill>
          <a:ln>
            <a:noFill/>
          </a:ln>
        </p:spPr>
        <p:txBody>
          <a:bodyPr spcFirstLastPara="1" wrap="square" lIns="91433" tIns="45700" rIns="91433" bIns="45700" anchor="t" anchorCtr="0">
            <a:noAutofit/>
          </a:bodyPr>
          <a:lstStyle/>
          <a:p>
            <a:pPr algn="ctr">
              <a:lnSpc>
                <a:spcPct val="130000"/>
              </a:lnSpc>
              <a:buClr>
                <a:srgbClr val="3B4550"/>
              </a:buClr>
              <a:buSzPts val="800"/>
            </a:pPr>
            <a:r>
              <a:rPr lang="en-GB" sz="1200">
                <a:latin typeface="Arial" panose="020B0604020202020204" pitchFamily="34" charset="0"/>
                <a:cs typeface="Arial" panose="020B0604020202020204" pitchFamily="34" charset="0"/>
                <a:sym typeface="Century Gothic"/>
              </a:rPr>
              <a:t>Potential roadblocks or issues</a:t>
            </a:r>
            <a:endParaRPr sz="1200">
              <a:latin typeface="Arial" panose="020B0604020202020204" pitchFamily="34" charset="0"/>
              <a:cs typeface="Arial" panose="020B0604020202020204" pitchFamily="34" charset="0"/>
            </a:endParaRPr>
          </a:p>
        </p:txBody>
      </p:sp>
      <p:sp>
        <p:nvSpPr>
          <p:cNvPr id="53" name="Google Shape;837;p87">
            <a:extLst>
              <a:ext uri="{FF2B5EF4-FFF2-40B4-BE49-F238E27FC236}">
                <a16:creationId xmlns:a16="http://schemas.microsoft.com/office/drawing/2014/main" id="{D66C7D55-464B-1FA6-08AC-69822B593CCC}"/>
              </a:ext>
            </a:extLst>
          </p:cNvPr>
          <p:cNvSpPr/>
          <p:nvPr/>
        </p:nvSpPr>
        <p:spPr>
          <a:xfrm flipH="1">
            <a:off x="1347841" y="2707166"/>
            <a:ext cx="1517425" cy="1521824"/>
          </a:xfrm>
          <a:prstGeom prst="blockArc">
            <a:avLst>
              <a:gd name="adj1" fmla="val 3840131"/>
              <a:gd name="adj2" fmla="val 3839982"/>
              <a:gd name="adj3" fmla="val 15437"/>
            </a:avLst>
          </a:prstGeom>
          <a:solidFill>
            <a:schemeClr val="accent4">
              <a:lumMod val="40000"/>
              <a:lumOff val="60000"/>
            </a:schemeClr>
          </a:solidFill>
          <a:ln>
            <a:noFill/>
          </a:ln>
        </p:spPr>
        <p:txBody>
          <a:bodyPr spcFirstLastPara="1" wrap="square" lIns="91433" tIns="45700" rIns="91433" bIns="45700" anchor="t" anchorCtr="0">
            <a:noAutofit/>
          </a:bodyPr>
          <a:lstStyle/>
          <a:p>
            <a:endParaRPr sz="1200">
              <a:latin typeface="Arial" panose="020B0604020202020204" pitchFamily="34" charset="0"/>
              <a:ea typeface="Calibri"/>
              <a:cs typeface="Arial" panose="020B0604020202020204" pitchFamily="34" charset="0"/>
              <a:sym typeface="Calibri"/>
            </a:endParaRPr>
          </a:p>
        </p:txBody>
      </p:sp>
      <p:sp>
        <p:nvSpPr>
          <p:cNvPr id="15" name="Google Shape;835;p87">
            <a:extLst>
              <a:ext uri="{FF2B5EF4-FFF2-40B4-BE49-F238E27FC236}">
                <a16:creationId xmlns:a16="http://schemas.microsoft.com/office/drawing/2014/main" id="{BEFD5F13-EA09-AC7E-274F-E486F8EA75DD}"/>
              </a:ext>
            </a:extLst>
          </p:cNvPr>
          <p:cNvSpPr txBox="1"/>
          <p:nvPr/>
        </p:nvSpPr>
        <p:spPr>
          <a:xfrm>
            <a:off x="1598531" y="3321065"/>
            <a:ext cx="1016400" cy="327600"/>
          </a:xfrm>
          <a:prstGeom prst="rect">
            <a:avLst/>
          </a:prstGeom>
          <a:noFill/>
          <a:ln>
            <a:noFill/>
          </a:ln>
        </p:spPr>
        <p:txBody>
          <a:bodyPr spcFirstLastPara="1" wrap="square" lIns="0" tIns="0" rIns="0" bIns="0" anchor="t" anchorCtr="0">
            <a:noAutofit/>
          </a:bodyPr>
          <a:lstStyle/>
          <a:p>
            <a:pPr algn="ctr">
              <a:lnSpc>
                <a:spcPct val="90000"/>
              </a:lnSpc>
              <a:buClr>
                <a:srgbClr val="1BC99A"/>
              </a:buClr>
              <a:buSzPts val="1500"/>
            </a:pPr>
            <a:r>
              <a:rPr lang="en-GB" sz="2000">
                <a:latin typeface="Arial" panose="020B0604020202020204" pitchFamily="34" charset="0"/>
                <a:ea typeface="Century Gothic"/>
                <a:cs typeface="Arial" panose="020B0604020202020204" pitchFamily="34" charset="0"/>
                <a:sym typeface="Century Gothic"/>
              </a:rPr>
              <a:t>xx%</a:t>
            </a:r>
            <a:endParaRPr sz="1467">
              <a:latin typeface="Arial" panose="020B0604020202020204" pitchFamily="34" charset="0"/>
              <a:cs typeface="Arial" panose="020B0604020202020204" pitchFamily="34" charset="0"/>
            </a:endParaRPr>
          </a:p>
        </p:txBody>
      </p:sp>
      <p:sp>
        <p:nvSpPr>
          <p:cNvPr id="34" name="Google Shape;837;p87">
            <a:extLst>
              <a:ext uri="{FF2B5EF4-FFF2-40B4-BE49-F238E27FC236}">
                <a16:creationId xmlns:a16="http://schemas.microsoft.com/office/drawing/2014/main" id="{09AD5920-7E5B-712C-E636-051525F6EFAE}"/>
              </a:ext>
            </a:extLst>
          </p:cNvPr>
          <p:cNvSpPr/>
          <p:nvPr/>
        </p:nvSpPr>
        <p:spPr>
          <a:xfrm flipH="1">
            <a:off x="1347841" y="2707166"/>
            <a:ext cx="1517425" cy="1521824"/>
          </a:xfrm>
          <a:prstGeom prst="blockArc">
            <a:avLst>
              <a:gd name="adj1" fmla="val 9494617"/>
              <a:gd name="adj2" fmla="val 3839982"/>
              <a:gd name="adj3" fmla="val 15437"/>
            </a:avLst>
          </a:prstGeom>
          <a:solidFill>
            <a:schemeClr val="accent1"/>
          </a:solidFill>
          <a:ln>
            <a:noFill/>
          </a:ln>
        </p:spPr>
        <p:txBody>
          <a:bodyPr spcFirstLastPara="1" wrap="square" lIns="91433" tIns="45700" rIns="91433" bIns="45700" anchor="t" anchorCtr="0">
            <a:noAutofit/>
          </a:bodyPr>
          <a:lstStyle/>
          <a:p>
            <a:endParaRPr sz="1200">
              <a:latin typeface="Arial" panose="020B0604020202020204" pitchFamily="34" charset="0"/>
              <a:ea typeface="Calibri"/>
              <a:cs typeface="Arial" panose="020B0604020202020204" pitchFamily="34" charset="0"/>
              <a:sym typeface="Calibri"/>
            </a:endParaRPr>
          </a:p>
        </p:txBody>
      </p:sp>
      <p:sp>
        <p:nvSpPr>
          <p:cNvPr id="56" name="Google Shape;826;p87">
            <a:extLst>
              <a:ext uri="{FF2B5EF4-FFF2-40B4-BE49-F238E27FC236}">
                <a16:creationId xmlns:a16="http://schemas.microsoft.com/office/drawing/2014/main" id="{C023B05D-0A58-3E52-9035-56BE69B36182}"/>
              </a:ext>
            </a:extLst>
          </p:cNvPr>
          <p:cNvSpPr/>
          <p:nvPr/>
        </p:nvSpPr>
        <p:spPr>
          <a:xfrm>
            <a:off x="4509604" y="1499168"/>
            <a:ext cx="3172800" cy="4657818"/>
          </a:xfrm>
          <a:prstGeom prst="rect">
            <a:avLst/>
          </a:prstGeom>
          <a:solidFill>
            <a:schemeClr val="bg1">
              <a:lumMod val="95000"/>
            </a:schemeClr>
          </a:solidFill>
          <a:ln>
            <a:noFill/>
          </a:ln>
          <a:effectLst/>
        </p:spPr>
        <p:txBody>
          <a:bodyPr spcFirstLastPara="1" wrap="square" lIns="36000" tIns="36000" rIns="36000" bIns="36000" anchor="ctr" anchorCtr="0">
            <a:noAutofit/>
          </a:bodyPr>
          <a:lstStyle/>
          <a:p>
            <a:pPr algn="ctr"/>
            <a:r>
              <a:rPr lang="en-GB" sz="1733">
                <a:latin typeface="Arial" panose="020B0604020202020204" pitchFamily="34" charset="0"/>
                <a:ea typeface="Century Gothic"/>
                <a:cs typeface="Arial" panose="020B0604020202020204" pitchFamily="34" charset="0"/>
                <a:sym typeface="Century Gothic"/>
              </a:rPr>
              <a:t> </a:t>
            </a:r>
            <a:endParaRPr sz="1733">
              <a:latin typeface="Arial" panose="020B0604020202020204" pitchFamily="34" charset="0"/>
              <a:ea typeface="Century Gothic"/>
              <a:cs typeface="Arial" panose="020B0604020202020204" pitchFamily="34" charset="0"/>
              <a:sym typeface="Century Gothic"/>
            </a:endParaRPr>
          </a:p>
        </p:txBody>
      </p:sp>
      <p:sp>
        <p:nvSpPr>
          <p:cNvPr id="57" name="Google Shape;827;p87">
            <a:extLst>
              <a:ext uri="{FF2B5EF4-FFF2-40B4-BE49-F238E27FC236}">
                <a16:creationId xmlns:a16="http://schemas.microsoft.com/office/drawing/2014/main" id="{9103C31C-E07B-4CB9-E429-228B2AFE09AB}"/>
              </a:ext>
            </a:extLst>
          </p:cNvPr>
          <p:cNvSpPr txBox="1"/>
          <p:nvPr/>
        </p:nvSpPr>
        <p:spPr>
          <a:xfrm>
            <a:off x="4719276" y="1951562"/>
            <a:ext cx="2756000" cy="607600"/>
          </a:xfrm>
          <a:prstGeom prst="rect">
            <a:avLst/>
          </a:prstGeom>
          <a:noFill/>
          <a:ln>
            <a:noFill/>
          </a:ln>
        </p:spPr>
        <p:txBody>
          <a:bodyPr spcFirstLastPara="1" wrap="square" lIns="91433" tIns="45700" rIns="91433" bIns="45700" anchor="t" anchorCtr="0">
            <a:noAutofit/>
          </a:bodyPr>
          <a:lstStyle/>
          <a:p>
            <a:pPr algn="ctr">
              <a:lnSpc>
                <a:spcPct val="130000"/>
              </a:lnSpc>
              <a:buClr>
                <a:srgbClr val="3B4550"/>
              </a:buClr>
              <a:buSzPts val="800"/>
            </a:pPr>
            <a:r>
              <a:rPr lang="en-US" sz="1200" noProof="0">
                <a:latin typeface="Arial" panose="020B0604020202020204" pitchFamily="34" charset="0"/>
                <a:ea typeface="Century Gothic"/>
                <a:cs typeface="Arial" panose="020B0604020202020204" pitchFamily="34" charset="0"/>
                <a:sym typeface="Century Gothic"/>
              </a:rPr>
              <a:t>[Insert description]</a:t>
            </a:r>
            <a:endParaRPr lang="en-US" sz="1200" noProof="0">
              <a:latin typeface="Arial" panose="020B0604020202020204" pitchFamily="34" charset="0"/>
              <a:cs typeface="Arial" panose="020B0604020202020204" pitchFamily="34" charset="0"/>
            </a:endParaRPr>
          </a:p>
        </p:txBody>
      </p:sp>
      <p:sp>
        <p:nvSpPr>
          <p:cNvPr id="58" name="Google Shape;829;p87">
            <a:extLst>
              <a:ext uri="{FF2B5EF4-FFF2-40B4-BE49-F238E27FC236}">
                <a16:creationId xmlns:a16="http://schemas.microsoft.com/office/drawing/2014/main" id="{5750C8D1-EDEA-BC99-5A4F-57C495286F27}"/>
              </a:ext>
            </a:extLst>
          </p:cNvPr>
          <p:cNvSpPr txBox="1"/>
          <p:nvPr/>
        </p:nvSpPr>
        <p:spPr>
          <a:xfrm>
            <a:off x="4564104" y="4823408"/>
            <a:ext cx="3063801" cy="1276913"/>
          </a:xfrm>
          <a:prstGeom prst="rect">
            <a:avLst/>
          </a:prstGeom>
          <a:noFill/>
          <a:ln>
            <a:noFill/>
          </a:ln>
        </p:spPr>
        <p:txBody>
          <a:bodyPr spcFirstLastPara="1" wrap="square" lIns="91433" tIns="45700" rIns="91433" bIns="45700" anchor="t" anchorCtr="0">
            <a:noAutofit/>
          </a:bodyPr>
          <a:lstStyle/>
          <a:p>
            <a:pPr marL="171450" indent="-171450">
              <a:buClr>
                <a:schemeClr val="tx2"/>
              </a:buClr>
              <a:buSzPct val="100000"/>
              <a:buFont typeface="Arial" panose="020B0604020202020204" pitchFamily="34" charset="0"/>
              <a:buChar char="•"/>
            </a:pPr>
            <a:r>
              <a:rPr lang="en-US" sz="1200" noProof="0">
                <a:latin typeface="Arial" panose="020B0604020202020204" pitchFamily="34" charset="0"/>
                <a:ea typeface="Century Gothic"/>
                <a:cs typeface="Arial" panose="020B0604020202020204" pitchFamily="34" charset="0"/>
                <a:sym typeface="Century Gothic"/>
              </a:rPr>
              <a:t>[Insert any relevant roadblocks or issues]</a:t>
            </a:r>
          </a:p>
          <a:p>
            <a:pPr marL="171450" indent="-171450">
              <a:buClr>
                <a:schemeClr val="tx2"/>
              </a:buClr>
              <a:buSzPct val="100000"/>
              <a:buFont typeface="Arial" panose="020B0604020202020204" pitchFamily="34" charset="0"/>
              <a:buChar char="•"/>
            </a:pPr>
            <a:r>
              <a:rPr lang="en-US" sz="1200" noProof="0">
                <a:latin typeface="Arial" panose="020B0604020202020204" pitchFamily="34" charset="0"/>
                <a:ea typeface="Century Gothic"/>
                <a:cs typeface="Arial" panose="020B0604020202020204" pitchFamily="34" charset="0"/>
                <a:sym typeface="Century Gothic"/>
              </a:rPr>
              <a:t>[Insert any relevant roadblocks or issues]</a:t>
            </a:r>
            <a:endParaRPr lang="en-US" sz="1200">
              <a:latin typeface="Arial" panose="020B0604020202020204" pitchFamily="34" charset="0"/>
              <a:ea typeface="Century Gothic"/>
              <a:cs typeface="Arial" panose="020B0604020202020204" pitchFamily="34" charset="0"/>
              <a:sym typeface="Century Gothic"/>
            </a:endParaRPr>
          </a:p>
          <a:p>
            <a:pPr marL="171450" indent="-171450">
              <a:buClr>
                <a:schemeClr val="tx2"/>
              </a:buClr>
              <a:buSzPct val="100000"/>
              <a:buFont typeface="Arial" panose="020B0604020202020204" pitchFamily="34" charset="0"/>
              <a:buChar char="•"/>
            </a:pPr>
            <a:r>
              <a:rPr lang="en-US" sz="1200" noProof="0">
                <a:latin typeface="Arial" panose="020B0604020202020204" pitchFamily="34" charset="0"/>
                <a:ea typeface="Century Gothic"/>
                <a:cs typeface="Arial" panose="020B0604020202020204" pitchFamily="34" charset="0"/>
                <a:sym typeface="Century Gothic"/>
              </a:rPr>
              <a:t>[Insert any relevant roadblocks or issues]</a:t>
            </a:r>
            <a:endParaRPr lang="en-US" sz="1200">
              <a:latin typeface="Arial" panose="020B0604020202020204" pitchFamily="34" charset="0"/>
              <a:ea typeface="Century Gothic"/>
              <a:cs typeface="Arial" panose="020B0604020202020204" pitchFamily="34" charset="0"/>
              <a:sym typeface="Century Gothic"/>
            </a:endParaRPr>
          </a:p>
        </p:txBody>
      </p:sp>
      <p:sp>
        <p:nvSpPr>
          <p:cNvPr id="59" name="Google Shape;834;p87">
            <a:extLst>
              <a:ext uri="{FF2B5EF4-FFF2-40B4-BE49-F238E27FC236}">
                <a16:creationId xmlns:a16="http://schemas.microsoft.com/office/drawing/2014/main" id="{DBA05C3D-1C8C-4284-C2CC-C8BE6F5B9D7F}"/>
              </a:ext>
            </a:extLst>
          </p:cNvPr>
          <p:cNvSpPr/>
          <p:nvPr/>
        </p:nvSpPr>
        <p:spPr>
          <a:xfrm>
            <a:off x="4833797" y="1220683"/>
            <a:ext cx="2519600" cy="591187"/>
          </a:xfrm>
          <a:prstGeom prst="rect">
            <a:avLst/>
          </a:prstGeom>
          <a:solidFill>
            <a:schemeClr val="tx2"/>
          </a:solidFill>
          <a:ln>
            <a:noFill/>
          </a:ln>
        </p:spPr>
        <p:txBody>
          <a:bodyPr spcFirstLastPara="1" wrap="square" lIns="36000" tIns="0" rIns="36000" bIns="0" anchor="ctr" anchorCtr="0">
            <a:noAutofit/>
          </a:bodyPr>
          <a:lstStyle/>
          <a:p>
            <a:pPr algn="ctr">
              <a:lnSpc>
                <a:spcPct val="90000"/>
              </a:lnSpc>
            </a:pPr>
            <a:r>
              <a:rPr lang="en-GB" sz="1400" b="1">
                <a:solidFill>
                  <a:schemeClr val="bg1"/>
                </a:solidFill>
                <a:latin typeface="Arial" panose="020B0604020202020204" pitchFamily="34" charset="0"/>
                <a:ea typeface="Century Gothic"/>
                <a:cs typeface="Arial" panose="020B0604020202020204" pitchFamily="34" charset="0"/>
                <a:sym typeface="Century Gothic"/>
              </a:rPr>
              <a:t>[Insert objective]</a:t>
            </a:r>
            <a:endParaRPr sz="1400">
              <a:solidFill>
                <a:schemeClr val="bg1"/>
              </a:solidFill>
              <a:latin typeface="Arial" panose="020B0604020202020204" pitchFamily="34" charset="0"/>
              <a:cs typeface="Arial" panose="020B0604020202020204" pitchFamily="34" charset="0"/>
            </a:endParaRPr>
          </a:p>
        </p:txBody>
      </p:sp>
      <p:cxnSp>
        <p:nvCxnSpPr>
          <p:cNvPr id="60" name="Google Shape;839;p87">
            <a:extLst>
              <a:ext uri="{FF2B5EF4-FFF2-40B4-BE49-F238E27FC236}">
                <a16:creationId xmlns:a16="http://schemas.microsoft.com/office/drawing/2014/main" id="{8F7AC7FF-02A3-84F5-B627-E8227A2A2E19}"/>
              </a:ext>
            </a:extLst>
          </p:cNvPr>
          <p:cNvCxnSpPr>
            <a:cxnSpLocks/>
          </p:cNvCxnSpPr>
          <p:nvPr/>
        </p:nvCxnSpPr>
        <p:spPr>
          <a:xfrm>
            <a:off x="4509597" y="4672635"/>
            <a:ext cx="3168000" cy="0"/>
          </a:xfrm>
          <a:prstGeom prst="straightConnector1">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61" name="Google Shape;854;p87">
            <a:extLst>
              <a:ext uri="{FF2B5EF4-FFF2-40B4-BE49-F238E27FC236}">
                <a16:creationId xmlns:a16="http://schemas.microsoft.com/office/drawing/2014/main" id="{57DF767B-E077-EEB3-39A0-3B66BEF4525E}"/>
              </a:ext>
            </a:extLst>
          </p:cNvPr>
          <p:cNvSpPr txBox="1"/>
          <p:nvPr/>
        </p:nvSpPr>
        <p:spPr>
          <a:xfrm>
            <a:off x="4986154" y="4513171"/>
            <a:ext cx="2214886" cy="327600"/>
          </a:xfrm>
          <a:prstGeom prst="rect">
            <a:avLst/>
          </a:prstGeom>
          <a:solidFill>
            <a:schemeClr val="bg1">
              <a:lumMod val="95000"/>
            </a:schemeClr>
          </a:solidFill>
          <a:ln>
            <a:noFill/>
          </a:ln>
        </p:spPr>
        <p:txBody>
          <a:bodyPr spcFirstLastPara="1" wrap="square" lIns="91433" tIns="45700" rIns="91433" bIns="45700" anchor="t" anchorCtr="0">
            <a:noAutofit/>
          </a:bodyPr>
          <a:lstStyle/>
          <a:p>
            <a:pPr algn="ctr">
              <a:lnSpc>
                <a:spcPct val="130000"/>
              </a:lnSpc>
              <a:buClr>
                <a:srgbClr val="3B4550"/>
              </a:buClr>
              <a:buSzPts val="800"/>
            </a:pPr>
            <a:r>
              <a:rPr lang="en-GB" sz="1200">
                <a:latin typeface="Arial" panose="020B0604020202020204" pitchFamily="34" charset="0"/>
                <a:cs typeface="Arial" panose="020B0604020202020204" pitchFamily="34" charset="0"/>
                <a:sym typeface="Century Gothic"/>
              </a:rPr>
              <a:t>Potential roadblocks or issues</a:t>
            </a:r>
            <a:endParaRPr sz="1200">
              <a:latin typeface="Arial" panose="020B0604020202020204" pitchFamily="34" charset="0"/>
              <a:cs typeface="Arial" panose="020B0604020202020204" pitchFamily="34" charset="0"/>
            </a:endParaRPr>
          </a:p>
        </p:txBody>
      </p:sp>
      <p:sp>
        <p:nvSpPr>
          <p:cNvPr id="62" name="Google Shape;837;p87">
            <a:extLst>
              <a:ext uri="{FF2B5EF4-FFF2-40B4-BE49-F238E27FC236}">
                <a16:creationId xmlns:a16="http://schemas.microsoft.com/office/drawing/2014/main" id="{701B3586-1F92-464E-2942-4A0DD0EB2DE6}"/>
              </a:ext>
            </a:extLst>
          </p:cNvPr>
          <p:cNvSpPr/>
          <p:nvPr/>
        </p:nvSpPr>
        <p:spPr>
          <a:xfrm flipH="1">
            <a:off x="5302702" y="2707166"/>
            <a:ext cx="1517425" cy="1521824"/>
          </a:xfrm>
          <a:prstGeom prst="blockArc">
            <a:avLst>
              <a:gd name="adj1" fmla="val 3840131"/>
              <a:gd name="adj2" fmla="val 3839982"/>
              <a:gd name="adj3" fmla="val 15437"/>
            </a:avLst>
          </a:prstGeom>
          <a:solidFill>
            <a:schemeClr val="accent4">
              <a:lumMod val="40000"/>
              <a:lumOff val="60000"/>
            </a:schemeClr>
          </a:solidFill>
          <a:ln>
            <a:noFill/>
          </a:ln>
        </p:spPr>
        <p:txBody>
          <a:bodyPr spcFirstLastPara="1" wrap="square" lIns="91433" tIns="45700" rIns="91433" bIns="45700" anchor="t" anchorCtr="0">
            <a:noAutofit/>
          </a:bodyPr>
          <a:lstStyle/>
          <a:p>
            <a:endParaRPr sz="1200">
              <a:latin typeface="Arial" panose="020B0604020202020204" pitchFamily="34" charset="0"/>
              <a:ea typeface="Calibri"/>
              <a:cs typeface="Arial" panose="020B0604020202020204" pitchFamily="34" charset="0"/>
              <a:sym typeface="Calibri"/>
            </a:endParaRPr>
          </a:p>
        </p:txBody>
      </p:sp>
      <p:sp>
        <p:nvSpPr>
          <p:cNvPr id="63" name="Google Shape;835;p87">
            <a:extLst>
              <a:ext uri="{FF2B5EF4-FFF2-40B4-BE49-F238E27FC236}">
                <a16:creationId xmlns:a16="http://schemas.microsoft.com/office/drawing/2014/main" id="{AE4AED39-AF35-C9F7-BA5A-1D097D929BAD}"/>
              </a:ext>
            </a:extLst>
          </p:cNvPr>
          <p:cNvSpPr txBox="1"/>
          <p:nvPr/>
        </p:nvSpPr>
        <p:spPr>
          <a:xfrm>
            <a:off x="5553392" y="3321065"/>
            <a:ext cx="1016400" cy="327600"/>
          </a:xfrm>
          <a:prstGeom prst="rect">
            <a:avLst/>
          </a:prstGeom>
          <a:noFill/>
          <a:ln>
            <a:noFill/>
          </a:ln>
        </p:spPr>
        <p:txBody>
          <a:bodyPr spcFirstLastPara="1" wrap="square" lIns="0" tIns="0" rIns="0" bIns="0" anchor="t" anchorCtr="0">
            <a:noAutofit/>
          </a:bodyPr>
          <a:lstStyle/>
          <a:p>
            <a:pPr algn="ctr">
              <a:lnSpc>
                <a:spcPct val="90000"/>
              </a:lnSpc>
              <a:buClr>
                <a:srgbClr val="1BC99A"/>
              </a:buClr>
              <a:buSzPts val="1500"/>
            </a:pPr>
            <a:r>
              <a:rPr lang="en-GB" sz="2000">
                <a:latin typeface="Arial" panose="020B0604020202020204" pitchFamily="34" charset="0"/>
                <a:ea typeface="Century Gothic"/>
                <a:cs typeface="Arial" panose="020B0604020202020204" pitchFamily="34" charset="0"/>
                <a:sym typeface="Century Gothic"/>
              </a:rPr>
              <a:t>xx%</a:t>
            </a:r>
            <a:endParaRPr sz="1467">
              <a:latin typeface="Arial" panose="020B0604020202020204" pitchFamily="34" charset="0"/>
              <a:cs typeface="Arial" panose="020B0604020202020204" pitchFamily="34" charset="0"/>
            </a:endParaRPr>
          </a:p>
        </p:txBody>
      </p:sp>
      <p:sp>
        <p:nvSpPr>
          <p:cNvPr id="64" name="Google Shape;837;p87">
            <a:extLst>
              <a:ext uri="{FF2B5EF4-FFF2-40B4-BE49-F238E27FC236}">
                <a16:creationId xmlns:a16="http://schemas.microsoft.com/office/drawing/2014/main" id="{24F859AA-1798-6E99-6CD7-9E935919FA6D}"/>
              </a:ext>
            </a:extLst>
          </p:cNvPr>
          <p:cNvSpPr/>
          <p:nvPr/>
        </p:nvSpPr>
        <p:spPr>
          <a:xfrm flipH="1">
            <a:off x="5302702" y="2707166"/>
            <a:ext cx="1517425" cy="1521824"/>
          </a:xfrm>
          <a:prstGeom prst="blockArc">
            <a:avLst>
              <a:gd name="adj1" fmla="val 19969763"/>
              <a:gd name="adj2" fmla="val 3839982"/>
              <a:gd name="adj3" fmla="val 15437"/>
            </a:avLst>
          </a:prstGeom>
          <a:solidFill>
            <a:schemeClr val="accent1"/>
          </a:solidFill>
          <a:ln>
            <a:noFill/>
          </a:ln>
        </p:spPr>
        <p:txBody>
          <a:bodyPr spcFirstLastPara="1" wrap="square" lIns="91433" tIns="45700" rIns="91433" bIns="45700" anchor="t" anchorCtr="0">
            <a:noAutofit/>
          </a:bodyPr>
          <a:lstStyle/>
          <a:p>
            <a:endParaRPr sz="1200">
              <a:latin typeface="Arial" panose="020B0604020202020204" pitchFamily="34" charset="0"/>
              <a:ea typeface="Calibri"/>
              <a:cs typeface="Arial" panose="020B0604020202020204" pitchFamily="34" charset="0"/>
              <a:sym typeface="Calibri"/>
            </a:endParaRPr>
          </a:p>
        </p:txBody>
      </p:sp>
      <p:sp>
        <p:nvSpPr>
          <p:cNvPr id="66" name="Google Shape;826;p87">
            <a:extLst>
              <a:ext uri="{FF2B5EF4-FFF2-40B4-BE49-F238E27FC236}">
                <a16:creationId xmlns:a16="http://schemas.microsoft.com/office/drawing/2014/main" id="{E85C61E1-4B7A-58CB-333B-E15A221D1283}"/>
              </a:ext>
            </a:extLst>
          </p:cNvPr>
          <p:cNvSpPr/>
          <p:nvPr/>
        </p:nvSpPr>
        <p:spPr>
          <a:xfrm>
            <a:off x="8464464" y="1499168"/>
            <a:ext cx="3172800" cy="4657818"/>
          </a:xfrm>
          <a:prstGeom prst="rect">
            <a:avLst/>
          </a:prstGeom>
          <a:solidFill>
            <a:schemeClr val="bg1">
              <a:lumMod val="95000"/>
            </a:schemeClr>
          </a:solidFill>
          <a:ln>
            <a:noFill/>
          </a:ln>
          <a:effectLst/>
        </p:spPr>
        <p:txBody>
          <a:bodyPr spcFirstLastPara="1" wrap="square" lIns="36000" tIns="36000" rIns="36000" bIns="36000" anchor="ctr" anchorCtr="0">
            <a:noAutofit/>
          </a:bodyPr>
          <a:lstStyle/>
          <a:p>
            <a:pPr algn="ctr"/>
            <a:r>
              <a:rPr lang="en-GB" sz="1733">
                <a:latin typeface="Arial" panose="020B0604020202020204" pitchFamily="34" charset="0"/>
                <a:ea typeface="Century Gothic"/>
                <a:cs typeface="Arial" panose="020B0604020202020204" pitchFamily="34" charset="0"/>
                <a:sym typeface="Century Gothic"/>
              </a:rPr>
              <a:t> </a:t>
            </a:r>
            <a:endParaRPr sz="1733">
              <a:latin typeface="Arial" panose="020B0604020202020204" pitchFamily="34" charset="0"/>
              <a:ea typeface="Century Gothic"/>
              <a:cs typeface="Arial" panose="020B0604020202020204" pitchFamily="34" charset="0"/>
              <a:sym typeface="Century Gothic"/>
            </a:endParaRPr>
          </a:p>
        </p:txBody>
      </p:sp>
      <p:sp>
        <p:nvSpPr>
          <p:cNvPr id="67" name="Google Shape;827;p87">
            <a:extLst>
              <a:ext uri="{FF2B5EF4-FFF2-40B4-BE49-F238E27FC236}">
                <a16:creationId xmlns:a16="http://schemas.microsoft.com/office/drawing/2014/main" id="{0E22FD8D-8442-8BF6-16B2-172BD2DC96B0}"/>
              </a:ext>
            </a:extLst>
          </p:cNvPr>
          <p:cNvSpPr txBox="1"/>
          <p:nvPr/>
        </p:nvSpPr>
        <p:spPr>
          <a:xfrm>
            <a:off x="8674136" y="1951562"/>
            <a:ext cx="2756000" cy="607600"/>
          </a:xfrm>
          <a:prstGeom prst="rect">
            <a:avLst/>
          </a:prstGeom>
          <a:noFill/>
          <a:ln>
            <a:noFill/>
          </a:ln>
        </p:spPr>
        <p:txBody>
          <a:bodyPr spcFirstLastPara="1" wrap="square" lIns="91433" tIns="45700" rIns="91433" bIns="45700" anchor="t" anchorCtr="0">
            <a:noAutofit/>
          </a:bodyPr>
          <a:lstStyle/>
          <a:p>
            <a:pPr algn="ctr">
              <a:lnSpc>
                <a:spcPct val="130000"/>
              </a:lnSpc>
              <a:buClr>
                <a:srgbClr val="3B4550"/>
              </a:buClr>
              <a:buSzPts val="800"/>
            </a:pPr>
            <a:r>
              <a:rPr lang="en-US" sz="1200" noProof="0">
                <a:latin typeface="Arial" panose="020B0604020202020204" pitchFamily="34" charset="0"/>
                <a:ea typeface="Century Gothic"/>
                <a:cs typeface="Arial" panose="020B0604020202020204" pitchFamily="34" charset="0"/>
                <a:sym typeface="Century Gothic"/>
              </a:rPr>
              <a:t>[Insert description]</a:t>
            </a:r>
            <a:endParaRPr lang="en-US" sz="1200" noProof="0">
              <a:latin typeface="Arial" panose="020B0604020202020204" pitchFamily="34" charset="0"/>
              <a:cs typeface="Arial" panose="020B0604020202020204" pitchFamily="34" charset="0"/>
            </a:endParaRPr>
          </a:p>
        </p:txBody>
      </p:sp>
      <p:sp>
        <p:nvSpPr>
          <p:cNvPr id="68" name="Google Shape;829;p87">
            <a:extLst>
              <a:ext uri="{FF2B5EF4-FFF2-40B4-BE49-F238E27FC236}">
                <a16:creationId xmlns:a16="http://schemas.microsoft.com/office/drawing/2014/main" id="{C64F0DC3-37AA-7D99-9B20-8A7F646DF299}"/>
              </a:ext>
            </a:extLst>
          </p:cNvPr>
          <p:cNvSpPr txBox="1"/>
          <p:nvPr/>
        </p:nvSpPr>
        <p:spPr>
          <a:xfrm>
            <a:off x="8518964" y="4823408"/>
            <a:ext cx="3063801" cy="1276913"/>
          </a:xfrm>
          <a:prstGeom prst="rect">
            <a:avLst/>
          </a:prstGeom>
          <a:noFill/>
          <a:ln>
            <a:noFill/>
          </a:ln>
        </p:spPr>
        <p:txBody>
          <a:bodyPr spcFirstLastPara="1" wrap="square" lIns="91433" tIns="45700" rIns="91433" bIns="45700" anchor="t" anchorCtr="0">
            <a:noAutofit/>
          </a:bodyPr>
          <a:lstStyle/>
          <a:p>
            <a:pPr marL="171450" indent="-171450">
              <a:buClr>
                <a:schemeClr val="tx2"/>
              </a:buClr>
              <a:buSzPct val="100000"/>
              <a:buFont typeface="Arial" panose="020B0604020202020204" pitchFamily="34" charset="0"/>
              <a:buChar char="•"/>
            </a:pPr>
            <a:r>
              <a:rPr lang="en-US" sz="1200" noProof="0">
                <a:latin typeface="Arial" panose="020B0604020202020204" pitchFamily="34" charset="0"/>
                <a:ea typeface="Century Gothic"/>
                <a:cs typeface="Arial" panose="020B0604020202020204" pitchFamily="34" charset="0"/>
                <a:sym typeface="Century Gothic"/>
              </a:rPr>
              <a:t>[Insert any relevant roadblocks or issues]</a:t>
            </a:r>
          </a:p>
          <a:p>
            <a:pPr marL="171450" indent="-171450">
              <a:buClr>
                <a:schemeClr val="tx2"/>
              </a:buClr>
              <a:buSzPct val="100000"/>
              <a:buFont typeface="Arial" panose="020B0604020202020204" pitchFamily="34" charset="0"/>
              <a:buChar char="•"/>
            </a:pPr>
            <a:r>
              <a:rPr lang="en-US" sz="1200" noProof="0">
                <a:latin typeface="Arial" panose="020B0604020202020204" pitchFamily="34" charset="0"/>
                <a:ea typeface="Century Gothic"/>
                <a:cs typeface="Arial" panose="020B0604020202020204" pitchFamily="34" charset="0"/>
                <a:sym typeface="Century Gothic"/>
              </a:rPr>
              <a:t>[Insert any relevant roadblocks or issues]</a:t>
            </a:r>
            <a:endParaRPr lang="en-US" sz="1200">
              <a:latin typeface="Arial" panose="020B0604020202020204" pitchFamily="34" charset="0"/>
              <a:ea typeface="Century Gothic"/>
              <a:cs typeface="Arial" panose="020B0604020202020204" pitchFamily="34" charset="0"/>
              <a:sym typeface="Century Gothic"/>
            </a:endParaRPr>
          </a:p>
          <a:p>
            <a:pPr marL="171450" indent="-171450">
              <a:buClr>
                <a:schemeClr val="tx2"/>
              </a:buClr>
              <a:buSzPct val="100000"/>
              <a:buFont typeface="Arial" panose="020B0604020202020204" pitchFamily="34" charset="0"/>
              <a:buChar char="•"/>
            </a:pPr>
            <a:r>
              <a:rPr lang="en-US" sz="1200" noProof="0">
                <a:latin typeface="Arial" panose="020B0604020202020204" pitchFamily="34" charset="0"/>
                <a:ea typeface="Century Gothic"/>
                <a:cs typeface="Arial" panose="020B0604020202020204" pitchFamily="34" charset="0"/>
                <a:sym typeface="Century Gothic"/>
              </a:rPr>
              <a:t>[Insert any relevant roadblocks or issues]</a:t>
            </a:r>
            <a:endParaRPr lang="en-US" sz="1200">
              <a:latin typeface="Arial" panose="020B0604020202020204" pitchFamily="34" charset="0"/>
              <a:ea typeface="Century Gothic"/>
              <a:cs typeface="Arial" panose="020B0604020202020204" pitchFamily="34" charset="0"/>
              <a:sym typeface="Century Gothic"/>
            </a:endParaRPr>
          </a:p>
        </p:txBody>
      </p:sp>
      <p:sp>
        <p:nvSpPr>
          <p:cNvPr id="69" name="Google Shape;834;p87">
            <a:extLst>
              <a:ext uri="{FF2B5EF4-FFF2-40B4-BE49-F238E27FC236}">
                <a16:creationId xmlns:a16="http://schemas.microsoft.com/office/drawing/2014/main" id="{7F14433D-4E00-53D2-13B6-D6F96E98A33D}"/>
              </a:ext>
            </a:extLst>
          </p:cNvPr>
          <p:cNvSpPr/>
          <p:nvPr/>
        </p:nvSpPr>
        <p:spPr>
          <a:xfrm>
            <a:off x="8788657" y="1220683"/>
            <a:ext cx="2519600" cy="591187"/>
          </a:xfrm>
          <a:prstGeom prst="rect">
            <a:avLst/>
          </a:prstGeom>
          <a:solidFill>
            <a:schemeClr val="tx2"/>
          </a:solidFill>
          <a:ln>
            <a:noFill/>
          </a:ln>
        </p:spPr>
        <p:txBody>
          <a:bodyPr spcFirstLastPara="1" wrap="square" lIns="36000" tIns="0" rIns="36000" bIns="0" anchor="ctr" anchorCtr="0">
            <a:noAutofit/>
          </a:bodyPr>
          <a:lstStyle/>
          <a:p>
            <a:pPr algn="ctr">
              <a:lnSpc>
                <a:spcPct val="90000"/>
              </a:lnSpc>
            </a:pPr>
            <a:r>
              <a:rPr lang="en-GB" sz="1400" b="1">
                <a:solidFill>
                  <a:schemeClr val="bg1"/>
                </a:solidFill>
                <a:latin typeface="Arial" panose="020B0604020202020204" pitchFamily="34" charset="0"/>
                <a:ea typeface="Century Gothic"/>
                <a:cs typeface="Arial" panose="020B0604020202020204" pitchFamily="34" charset="0"/>
                <a:sym typeface="Century Gothic"/>
              </a:rPr>
              <a:t>[Insert objective]</a:t>
            </a:r>
            <a:endParaRPr sz="1400">
              <a:solidFill>
                <a:schemeClr val="bg1"/>
              </a:solidFill>
              <a:latin typeface="Arial" panose="020B0604020202020204" pitchFamily="34" charset="0"/>
              <a:cs typeface="Arial" panose="020B0604020202020204" pitchFamily="34" charset="0"/>
            </a:endParaRPr>
          </a:p>
        </p:txBody>
      </p:sp>
      <p:cxnSp>
        <p:nvCxnSpPr>
          <p:cNvPr id="70" name="Google Shape;839;p87">
            <a:extLst>
              <a:ext uri="{FF2B5EF4-FFF2-40B4-BE49-F238E27FC236}">
                <a16:creationId xmlns:a16="http://schemas.microsoft.com/office/drawing/2014/main" id="{826646F5-B234-DA8D-BD64-073896C1961F}"/>
              </a:ext>
            </a:extLst>
          </p:cNvPr>
          <p:cNvCxnSpPr>
            <a:cxnSpLocks/>
          </p:cNvCxnSpPr>
          <p:nvPr/>
        </p:nvCxnSpPr>
        <p:spPr>
          <a:xfrm>
            <a:off x="8464457" y="4672635"/>
            <a:ext cx="3168000" cy="0"/>
          </a:xfrm>
          <a:prstGeom prst="straightConnector1">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71" name="Google Shape;854;p87">
            <a:extLst>
              <a:ext uri="{FF2B5EF4-FFF2-40B4-BE49-F238E27FC236}">
                <a16:creationId xmlns:a16="http://schemas.microsoft.com/office/drawing/2014/main" id="{3872083A-E716-2140-DD15-1D9824C328B5}"/>
              </a:ext>
            </a:extLst>
          </p:cNvPr>
          <p:cNvSpPr txBox="1"/>
          <p:nvPr/>
        </p:nvSpPr>
        <p:spPr>
          <a:xfrm>
            <a:off x="8941014" y="4513171"/>
            <a:ext cx="2214886" cy="327600"/>
          </a:xfrm>
          <a:prstGeom prst="rect">
            <a:avLst/>
          </a:prstGeom>
          <a:solidFill>
            <a:schemeClr val="bg1">
              <a:lumMod val="95000"/>
            </a:schemeClr>
          </a:solidFill>
          <a:ln>
            <a:noFill/>
          </a:ln>
        </p:spPr>
        <p:txBody>
          <a:bodyPr spcFirstLastPara="1" wrap="square" lIns="91433" tIns="45700" rIns="91433" bIns="45700" anchor="t" anchorCtr="0">
            <a:noAutofit/>
          </a:bodyPr>
          <a:lstStyle/>
          <a:p>
            <a:pPr algn="ctr">
              <a:lnSpc>
                <a:spcPct val="130000"/>
              </a:lnSpc>
              <a:buClr>
                <a:srgbClr val="3B4550"/>
              </a:buClr>
              <a:buSzPts val="800"/>
            </a:pPr>
            <a:r>
              <a:rPr lang="en-GB" sz="1200">
                <a:latin typeface="Arial" panose="020B0604020202020204" pitchFamily="34" charset="0"/>
                <a:cs typeface="Arial" panose="020B0604020202020204" pitchFamily="34" charset="0"/>
                <a:sym typeface="Century Gothic"/>
              </a:rPr>
              <a:t>Potential roadblocks or issues</a:t>
            </a:r>
            <a:endParaRPr sz="1200">
              <a:latin typeface="Arial" panose="020B0604020202020204" pitchFamily="34" charset="0"/>
              <a:cs typeface="Arial" panose="020B0604020202020204" pitchFamily="34" charset="0"/>
            </a:endParaRPr>
          </a:p>
        </p:txBody>
      </p:sp>
      <p:sp>
        <p:nvSpPr>
          <p:cNvPr id="72" name="Google Shape;837;p87">
            <a:extLst>
              <a:ext uri="{FF2B5EF4-FFF2-40B4-BE49-F238E27FC236}">
                <a16:creationId xmlns:a16="http://schemas.microsoft.com/office/drawing/2014/main" id="{4984BA63-8904-E0C5-956C-55B2A8721AA0}"/>
              </a:ext>
            </a:extLst>
          </p:cNvPr>
          <p:cNvSpPr/>
          <p:nvPr/>
        </p:nvSpPr>
        <p:spPr>
          <a:xfrm flipH="1">
            <a:off x="9257562" y="2707166"/>
            <a:ext cx="1517425" cy="1521824"/>
          </a:xfrm>
          <a:prstGeom prst="blockArc">
            <a:avLst>
              <a:gd name="adj1" fmla="val 3840131"/>
              <a:gd name="adj2" fmla="val 3839982"/>
              <a:gd name="adj3" fmla="val 15437"/>
            </a:avLst>
          </a:prstGeom>
          <a:solidFill>
            <a:schemeClr val="accent4">
              <a:lumMod val="40000"/>
              <a:lumOff val="60000"/>
            </a:schemeClr>
          </a:solidFill>
          <a:ln>
            <a:noFill/>
          </a:ln>
        </p:spPr>
        <p:txBody>
          <a:bodyPr spcFirstLastPara="1" wrap="square" lIns="91433" tIns="45700" rIns="91433" bIns="45700" anchor="t" anchorCtr="0">
            <a:noAutofit/>
          </a:bodyPr>
          <a:lstStyle/>
          <a:p>
            <a:endParaRPr sz="1200">
              <a:latin typeface="Arial" panose="020B0604020202020204" pitchFamily="34" charset="0"/>
              <a:ea typeface="Calibri"/>
              <a:cs typeface="Arial" panose="020B0604020202020204" pitchFamily="34" charset="0"/>
              <a:sym typeface="Calibri"/>
            </a:endParaRPr>
          </a:p>
        </p:txBody>
      </p:sp>
      <p:sp>
        <p:nvSpPr>
          <p:cNvPr id="73" name="Google Shape;835;p87">
            <a:extLst>
              <a:ext uri="{FF2B5EF4-FFF2-40B4-BE49-F238E27FC236}">
                <a16:creationId xmlns:a16="http://schemas.microsoft.com/office/drawing/2014/main" id="{09AA6A8D-AB75-9FFE-5BB7-261935D4E5B3}"/>
              </a:ext>
            </a:extLst>
          </p:cNvPr>
          <p:cNvSpPr txBox="1"/>
          <p:nvPr/>
        </p:nvSpPr>
        <p:spPr>
          <a:xfrm>
            <a:off x="9508252" y="3321065"/>
            <a:ext cx="1016400" cy="327600"/>
          </a:xfrm>
          <a:prstGeom prst="rect">
            <a:avLst/>
          </a:prstGeom>
          <a:noFill/>
          <a:ln>
            <a:noFill/>
          </a:ln>
        </p:spPr>
        <p:txBody>
          <a:bodyPr spcFirstLastPara="1" wrap="square" lIns="0" tIns="0" rIns="0" bIns="0" anchor="t" anchorCtr="0">
            <a:noAutofit/>
          </a:bodyPr>
          <a:lstStyle/>
          <a:p>
            <a:pPr algn="ctr">
              <a:lnSpc>
                <a:spcPct val="90000"/>
              </a:lnSpc>
              <a:buClr>
                <a:srgbClr val="1BC99A"/>
              </a:buClr>
              <a:buSzPts val="1500"/>
            </a:pPr>
            <a:r>
              <a:rPr lang="en-GB" sz="2000">
                <a:latin typeface="Arial" panose="020B0604020202020204" pitchFamily="34" charset="0"/>
                <a:ea typeface="Century Gothic"/>
                <a:cs typeface="Arial" panose="020B0604020202020204" pitchFamily="34" charset="0"/>
                <a:sym typeface="Century Gothic"/>
              </a:rPr>
              <a:t>xx%</a:t>
            </a:r>
            <a:endParaRPr sz="1467">
              <a:latin typeface="Arial" panose="020B0604020202020204" pitchFamily="34" charset="0"/>
              <a:cs typeface="Arial" panose="020B0604020202020204" pitchFamily="34" charset="0"/>
            </a:endParaRPr>
          </a:p>
        </p:txBody>
      </p:sp>
      <p:sp>
        <p:nvSpPr>
          <p:cNvPr id="74" name="Google Shape;837;p87">
            <a:extLst>
              <a:ext uri="{FF2B5EF4-FFF2-40B4-BE49-F238E27FC236}">
                <a16:creationId xmlns:a16="http://schemas.microsoft.com/office/drawing/2014/main" id="{13915FBF-A99B-76A7-A890-31C1577FA21F}"/>
              </a:ext>
            </a:extLst>
          </p:cNvPr>
          <p:cNvSpPr/>
          <p:nvPr/>
        </p:nvSpPr>
        <p:spPr>
          <a:xfrm flipH="1">
            <a:off x="9257562" y="2707166"/>
            <a:ext cx="1517425" cy="1521824"/>
          </a:xfrm>
          <a:prstGeom prst="blockArc">
            <a:avLst>
              <a:gd name="adj1" fmla="val 14679106"/>
              <a:gd name="adj2" fmla="val 3839982"/>
              <a:gd name="adj3" fmla="val 15437"/>
            </a:avLst>
          </a:prstGeom>
          <a:solidFill>
            <a:schemeClr val="accent1"/>
          </a:solidFill>
          <a:ln>
            <a:noFill/>
          </a:ln>
        </p:spPr>
        <p:txBody>
          <a:bodyPr spcFirstLastPara="1" wrap="square" lIns="91433" tIns="45700" rIns="91433" bIns="45700" anchor="t" anchorCtr="0">
            <a:noAutofit/>
          </a:bodyPr>
          <a:lstStyle/>
          <a:p>
            <a:endParaRPr sz="1200">
              <a:latin typeface="Arial" panose="020B0604020202020204" pitchFamily="34" charset="0"/>
              <a:ea typeface="Calibri"/>
              <a:cs typeface="Arial" panose="020B0604020202020204" pitchFamily="34" charset="0"/>
              <a:sym typeface="Calibri"/>
            </a:endParaRPr>
          </a:p>
        </p:txBody>
      </p:sp>
    </p:spTree>
    <p:extLst>
      <p:ext uri="{BB962C8B-B14F-4D97-AF65-F5344CB8AC3E}">
        <p14:creationId xmlns:p14="http://schemas.microsoft.com/office/powerpoint/2010/main" val="27552778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AFD018-6359-B74A-4A6A-2621F4411F61}"/>
              </a:ext>
            </a:extLst>
          </p:cNvPr>
          <p:cNvSpPr>
            <a:spLocks noGrp="1"/>
          </p:cNvSpPr>
          <p:nvPr>
            <p:ph type="ctrTitle"/>
          </p:nvPr>
        </p:nvSpPr>
        <p:spPr/>
        <p:txBody>
          <a:bodyPr/>
          <a:lstStyle/>
          <a:p>
            <a:r>
              <a:rPr lang="en-US" dirty="0"/>
              <a:t>Timelines &amp; project plan</a:t>
            </a:r>
          </a:p>
        </p:txBody>
      </p:sp>
      <p:sp>
        <p:nvSpPr>
          <p:cNvPr id="6" name="Text Placeholder 5">
            <a:extLst>
              <a:ext uri="{FF2B5EF4-FFF2-40B4-BE49-F238E27FC236}">
                <a16:creationId xmlns:a16="http://schemas.microsoft.com/office/drawing/2014/main" id="{0F18E711-968C-D2A6-C255-67B36353663F}"/>
              </a:ext>
            </a:extLst>
          </p:cNvPr>
          <p:cNvSpPr>
            <a:spLocks noGrp="1"/>
          </p:cNvSpPr>
          <p:nvPr>
            <p:ph type="body" sz="quarter" idx="14"/>
          </p:nvPr>
        </p:nvSpPr>
        <p:spPr/>
        <p:txBody>
          <a:bodyPr/>
          <a:lstStyle/>
          <a:p>
            <a:r>
              <a:rPr lang="en-US" dirty="0"/>
              <a:t>05</a:t>
            </a:r>
          </a:p>
        </p:txBody>
      </p:sp>
    </p:spTree>
    <p:extLst>
      <p:ext uri="{BB962C8B-B14F-4D97-AF65-F5344CB8AC3E}">
        <p14:creationId xmlns:p14="http://schemas.microsoft.com/office/powerpoint/2010/main" val="34660195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think-cell data - do not delete" hidden="1">
            <a:extLst>
              <a:ext uri="{FF2B5EF4-FFF2-40B4-BE49-F238E27FC236}">
                <a16:creationId xmlns:a16="http://schemas.microsoft.com/office/drawing/2014/main" id="{AE422B86-6007-BF0D-7D25-ADEF0DCC842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5" imgH="303" progId="TCLayout.ActiveDocument.1">
                  <p:embed/>
                </p:oleObj>
              </mc:Choice>
              <mc:Fallback>
                <p:oleObj name="think-cell Slide" r:id="rId3" imgW="305" imgH="303" progId="TCLayout.ActiveDocument.1">
                  <p:embed/>
                  <p:pic>
                    <p:nvPicPr>
                      <p:cNvPr id="79" name="think-cell data - do not delete" hidden="1">
                        <a:extLst>
                          <a:ext uri="{FF2B5EF4-FFF2-40B4-BE49-F238E27FC236}">
                            <a16:creationId xmlns:a16="http://schemas.microsoft.com/office/drawing/2014/main" id="{AE422B86-6007-BF0D-7D25-ADEF0DCC842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object 15"/>
          <p:cNvSpPr/>
          <p:nvPr/>
        </p:nvSpPr>
        <p:spPr>
          <a:xfrm>
            <a:off x="4192109" y="3404219"/>
            <a:ext cx="2412000" cy="1225296"/>
          </a:xfrm>
          <a:custGeom>
            <a:avLst/>
            <a:gdLst/>
            <a:ahLst/>
            <a:cxnLst/>
            <a:rect l="l" t="t" r="r" b="b"/>
            <a:pathLst>
              <a:path w="2231390" h="1534795">
                <a:moveTo>
                  <a:pt x="2231136" y="767334"/>
                </a:moveTo>
                <a:lnTo>
                  <a:pt x="2083308" y="0"/>
                </a:lnTo>
                <a:lnTo>
                  <a:pt x="0" y="0"/>
                </a:lnTo>
                <a:lnTo>
                  <a:pt x="0" y="1534668"/>
                </a:lnTo>
                <a:lnTo>
                  <a:pt x="2083308" y="1534668"/>
                </a:lnTo>
                <a:lnTo>
                  <a:pt x="2231136" y="767334"/>
                </a:lnTo>
                <a:close/>
              </a:path>
            </a:pathLst>
          </a:custGeom>
          <a:solidFill>
            <a:schemeClr val="bg1">
              <a:lumMod val="95000"/>
            </a:schemeClr>
          </a:solidFill>
        </p:spPr>
        <p:txBody>
          <a:bodyPr wrap="square" lIns="108000" tIns="72000" rIns="108000" bIns="72000" rtlCol="0"/>
          <a:lstStyle/>
          <a:p>
            <a:pPr marL="179705" indent="-167005">
              <a:spcBef>
                <a:spcPts val="345"/>
              </a:spcBef>
              <a:buClr>
                <a:schemeClr val="tx1"/>
              </a:buClr>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2700">
              <a:spcBef>
                <a:spcPts val="345"/>
              </a:spcBef>
              <a:buClr>
                <a:schemeClr val="tx1"/>
              </a:buClr>
              <a:tabLst>
                <a:tab pos="179705" algn="l"/>
              </a:tabLst>
            </a:pPr>
            <a:r>
              <a:rPr lang="en-US" sz="1200" noProof="0">
                <a:solidFill>
                  <a:schemeClr val="tx2"/>
                </a:solidFill>
                <a:cs typeface="Arial"/>
              </a:rPr>
              <a:t>…</a:t>
            </a:r>
          </a:p>
        </p:txBody>
      </p:sp>
      <p:sp>
        <p:nvSpPr>
          <p:cNvPr id="19" name="object 19"/>
          <p:cNvSpPr/>
          <p:nvPr/>
        </p:nvSpPr>
        <p:spPr>
          <a:xfrm>
            <a:off x="1714468" y="3404219"/>
            <a:ext cx="2412000" cy="1225296"/>
          </a:xfrm>
          <a:custGeom>
            <a:avLst/>
            <a:gdLst/>
            <a:ahLst/>
            <a:cxnLst/>
            <a:rect l="l" t="t" r="r" b="b"/>
            <a:pathLst>
              <a:path w="2227580" h="1534795">
                <a:moveTo>
                  <a:pt x="2227326" y="767334"/>
                </a:moveTo>
                <a:lnTo>
                  <a:pt x="2080260" y="0"/>
                </a:lnTo>
                <a:lnTo>
                  <a:pt x="0" y="0"/>
                </a:lnTo>
                <a:lnTo>
                  <a:pt x="0" y="1534668"/>
                </a:lnTo>
                <a:lnTo>
                  <a:pt x="2080260" y="1534668"/>
                </a:lnTo>
                <a:lnTo>
                  <a:pt x="2227326" y="767334"/>
                </a:lnTo>
                <a:close/>
              </a:path>
            </a:pathLst>
          </a:custGeom>
          <a:solidFill>
            <a:schemeClr val="bg1">
              <a:lumMod val="95000"/>
            </a:schemeClr>
          </a:solidFill>
        </p:spPr>
        <p:txBody>
          <a:bodyPr wrap="square" lIns="108000" tIns="72000" rIns="108000" bIns="72000" rtlCol="0"/>
          <a:lstStyle/>
          <a:p>
            <a:pPr marL="179705" indent="-167005">
              <a:spcBef>
                <a:spcPts val="345"/>
              </a:spcBef>
              <a:buClr>
                <a:schemeClr val="tx1"/>
              </a:buClr>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2700">
              <a:spcBef>
                <a:spcPts val="345"/>
              </a:spcBef>
              <a:buClr>
                <a:schemeClr val="tx1"/>
              </a:buClr>
              <a:tabLst>
                <a:tab pos="179705" algn="l"/>
              </a:tabLst>
            </a:pPr>
            <a:r>
              <a:rPr lang="en-US" sz="1200" noProof="0">
                <a:solidFill>
                  <a:schemeClr val="tx2"/>
                </a:solidFill>
                <a:cs typeface="Arial"/>
              </a:rPr>
              <a:t>…</a:t>
            </a:r>
          </a:p>
        </p:txBody>
      </p:sp>
      <p:sp>
        <p:nvSpPr>
          <p:cNvPr id="21" name="object 21"/>
          <p:cNvSpPr/>
          <p:nvPr/>
        </p:nvSpPr>
        <p:spPr>
          <a:xfrm>
            <a:off x="6674031" y="3404219"/>
            <a:ext cx="2412000" cy="1225296"/>
          </a:xfrm>
          <a:custGeom>
            <a:avLst/>
            <a:gdLst/>
            <a:ahLst/>
            <a:cxnLst/>
            <a:rect l="l" t="t" r="r" b="b"/>
            <a:pathLst>
              <a:path w="2230754" h="1534795">
                <a:moveTo>
                  <a:pt x="2230373" y="767334"/>
                </a:moveTo>
                <a:lnTo>
                  <a:pt x="2083307" y="0"/>
                </a:lnTo>
                <a:lnTo>
                  <a:pt x="0" y="0"/>
                </a:lnTo>
                <a:lnTo>
                  <a:pt x="0" y="1534668"/>
                </a:lnTo>
                <a:lnTo>
                  <a:pt x="2083307" y="1534668"/>
                </a:lnTo>
                <a:lnTo>
                  <a:pt x="2230373" y="767334"/>
                </a:lnTo>
                <a:close/>
              </a:path>
            </a:pathLst>
          </a:custGeom>
          <a:solidFill>
            <a:schemeClr val="bg1">
              <a:lumMod val="95000"/>
            </a:schemeClr>
          </a:solidFill>
        </p:spPr>
        <p:txBody>
          <a:bodyPr wrap="square" lIns="108000" tIns="72000" rIns="108000" bIns="72000" rtlCol="0"/>
          <a:lstStyle/>
          <a:p>
            <a:pPr marL="179705" indent="-167005">
              <a:spcBef>
                <a:spcPts val="345"/>
              </a:spcBef>
              <a:buClr>
                <a:schemeClr val="tx1"/>
              </a:buClr>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2700">
              <a:spcBef>
                <a:spcPts val="345"/>
              </a:spcBef>
              <a:buClr>
                <a:schemeClr val="tx1"/>
              </a:buClr>
              <a:tabLst>
                <a:tab pos="179705" algn="l"/>
              </a:tabLst>
            </a:pPr>
            <a:r>
              <a:rPr lang="en-US" sz="1200" noProof="0">
                <a:solidFill>
                  <a:schemeClr val="tx2"/>
                </a:solidFill>
                <a:cs typeface="Arial"/>
              </a:rPr>
              <a:t>…</a:t>
            </a:r>
          </a:p>
        </p:txBody>
      </p:sp>
      <p:sp>
        <p:nvSpPr>
          <p:cNvPr id="48" name="Title 47">
            <a:extLst>
              <a:ext uri="{FF2B5EF4-FFF2-40B4-BE49-F238E27FC236}">
                <a16:creationId xmlns:a16="http://schemas.microsoft.com/office/drawing/2014/main" id="{0B368A14-A854-4DF5-F88F-1FAB6535600B}"/>
              </a:ext>
            </a:extLst>
          </p:cNvPr>
          <p:cNvSpPr>
            <a:spLocks noGrp="1"/>
          </p:cNvSpPr>
          <p:nvPr>
            <p:ph type="title"/>
          </p:nvPr>
        </p:nvSpPr>
        <p:spPr/>
        <p:txBody>
          <a:bodyPr/>
          <a:lstStyle/>
          <a:p>
            <a:r>
              <a:rPr lang="en-US" spc="-10"/>
              <a:t>Four-</a:t>
            </a:r>
            <a:r>
              <a:rPr lang="en-US"/>
              <a:t>step</a:t>
            </a:r>
            <a:r>
              <a:rPr lang="en-US" spc="-50"/>
              <a:t> </a:t>
            </a:r>
            <a:r>
              <a:rPr lang="en-US"/>
              <a:t>approach</a:t>
            </a:r>
            <a:r>
              <a:rPr lang="en-US" spc="-45"/>
              <a:t> </a:t>
            </a:r>
            <a:r>
              <a:rPr lang="en-US"/>
              <a:t>to</a:t>
            </a:r>
            <a:r>
              <a:rPr lang="en-US" spc="-45"/>
              <a:t> </a:t>
            </a:r>
            <a:r>
              <a:rPr lang="en-US"/>
              <a:t>realize</a:t>
            </a:r>
            <a:r>
              <a:rPr lang="en-US" spc="-45"/>
              <a:t> </a:t>
            </a:r>
            <a:r>
              <a:rPr lang="en-US"/>
              <a:t>vision</a:t>
            </a:r>
            <a:r>
              <a:rPr lang="en-US" spc="-45"/>
              <a:t> </a:t>
            </a:r>
            <a:r>
              <a:rPr lang="en-US"/>
              <a:t>and</a:t>
            </a:r>
            <a:r>
              <a:rPr lang="en-US" spc="-50"/>
              <a:t> </a:t>
            </a:r>
            <a:r>
              <a:rPr lang="en-US"/>
              <a:t>capture</a:t>
            </a:r>
            <a:r>
              <a:rPr lang="en-US" spc="-45"/>
              <a:t> </a:t>
            </a:r>
            <a:r>
              <a:rPr lang="en-US" spc="-10"/>
              <a:t>value</a:t>
            </a:r>
            <a:endParaRPr lang="en-US"/>
          </a:p>
        </p:txBody>
      </p:sp>
      <p:sp>
        <p:nvSpPr>
          <p:cNvPr id="17" name="object 17"/>
          <p:cNvSpPr/>
          <p:nvPr/>
        </p:nvSpPr>
        <p:spPr>
          <a:xfrm>
            <a:off x="1714468" y="4706737"/>
            <a:ext cx="7371557" cy="1226820"/>
          </a:xfrm>
          <a:custGeom>
            <a:avLst/>
            <a:gdLst/>
            <a:ahLst/>
            <a:cxnLst/>
            <a:rect l="l" t="t" r="r" b="b"/>
            <a:pathLst>
              <a:path w="6080125" h="1226820">
                <a:moveTo>
                  <a:pt x="6079997" y="613410"/>
                </a:moveTo>
                <a:lnTo>
                  <a:pt x="5953506" y="0"/>
                </a:lnTo>
                <a:lnTo>
                  <a:pt x="0" y="0"/>
                </a:lnTo>
                <a:lnTo>
                  <a:pt x="0" y="1226820"/>
                </a:lnTo>
                <a:lnTo>
                  <a:pt x="5953506" y="1226820"/>
                </a:lnTo>
                <a:lnTo>
                  <a:pt x="6079997" y="613410"/>
                </a:lnTo>
                <a:close/>
              </a:path>
            </a:pathLst>
          </a:custGeom>
          <a:solidFill>
            <a:schemeClr val="bg1">
              <a:lumMod val="95000"/>
            </a:schemeClr>
          </a:solidFill>
        </p:spPr>
        <p:txBody>
          <a:bodyPr wrap="square" lIns="108000" tIns="72000" rIns="108000" bIns="72000" rtlCol="0"/>
          <a:lstStyle/>
          <a:p>
            <a:pPr marL="179705" indent="-167005">
              <a:spcBef>
                <a:spcPts val="345"/>
              </a:spcBef>
              <a:buClr>
                <a:schemeClr val="tx1"/>
              </a:buClr>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2700">
              <a:spcBef>
                <a:spcPts val="345"/>
              </a:spcBef>
              <a:buClr>
                <a:schemeClr val="tx1"/>
              </a:buClr>
              <a:tabLst>
                <a:tab pos="179705" algn="l"/>
              </a:tabLst>
            </a:pPr>
            <a:r>
              <a:rPr lang="en-US" sz="1200" noProof="0">
                <a:solidFill>
                  <a:schemeClr val="tx2"/>
                </a:solidFill>
                <a:cs typeface="Arial"/>
              </a:rPr>
              <a:t>…</a:t>
            </a:r>
          </a:p>
        </p:txBody>
      </p:sp>
      <p:sp>
        <p:nvSpPr>
          <p:cNvPr id="27" name="object 27"/>
          <p:cNvSpPr txBox="1"/>
          <p:nvPr/>
        </p:nvSpPr>
        <p:spPr>
          <a:xfrm>
            <a:off x="2676003" y="1369521"/>
            <a:ext cx="436491" cy="197490"/>
          </a:xfrm>
          <a:prstGeom prst="rect">
            <a:avLst/>
          </a:prstGeom>
        </p:spPr>
        <p:txBody>
          <a:bodyPr vert="horz" wrap="square" lIns="0" tIns="12700" rIns="0" bIns="0" rtlCol="0">
            <a:spAutoFit/>
          </a:bodyPr>
          <a:lstStyle/>
          <a:p>
            <a:pPr marL="12700" algn="ctr">
              <a:spcBef>
                <a:spcPts val="100"/>
              </a:spcBef>
            </a:pPr>
            <a:r>
              <a:rPr lang="da-DK" sz="1200" b="1" spc="-20">
                <a:solidFill>
                  <a:schemeClr val="tx2"/>
                </a:solidFill>
                <a:cs typeface="Arial"/>
              </a:rPr>
              <a:t>2025</a:t>
            </a:r>
            <a:endParaRPr sz="1200" b="1">
              <a:solidFill>
                <a:schemeClr val="tx2"/>
              </a:solidFill>
              <a:cs typeface="Arial"/>
            </a:endParaRPr>
          </a:p>
        </p:txBody>
      </p:sp>
      <p:sp>
        <p:nvSpPr>
          <p:cNvPr id="28" name="object 28"/>
          <p:cNvSpPr txBox="1"/>
          <p:nvPr/>
        </p:nvSpPr>
        <p:spPr>
          <a:xfrm>
            <a:off x="10178347" y="1369521"/>
            <a:ext cx="436491" cy="197490"/>
          </a:xfrm>
          <a:prstGeom prst="rect">
            <a:avLst/>
          </a:prstGeom>
        </p:spPr>
        <p:txBody>
          <a:bodyPr vert="horz" wrap="square" lIns="0" tIns="12700" rIns="0" bIns="0" rtlCol="0">
            <a:spAutoFit/>
          </a:bodyPr>
          <a:lstStyle/>
          <a:p>
            <a:pPr marL="12700" algn="ctr">
              <a:spcBef>
                <a:spcPts val="100"/>
              </a:spcBef>
            </a:pPr>
            <a:r>
              <a:rPr lang="da-DK" sz="1200" b="1" spc="-20">
                <a:solidFill>
                  <a:schemeClr val="tx2"/>
                </a:solidFill>
                <a:cs typeface="Arial"/>
              </a:rPr>
              <a:t>2028</a:t>
            </a:r>
            <a:endParaRPr sz="1200" b="1">
              <a:solidFill>
                <a:schemeClr val="tx2"/>
              </a:solidFill>
              <a:cs typeface="Arial"/>
            </a:endParaRPr>
          </a:p>
        </p:txBody>
      </p:sp>
      <p:sp>
        <p:nvSpPr>
          <p:cNvPr id="35" name="object 35"/>
          <p:cNvSpPr txBox="1"/>
          <p:nvPr/>
        </p:nvSpPr>
        <p:spPr>
          <a:xfrm>
            <a:off x="5176784" y="1369521"/>
            <a:ext cx="436491" cy="197490"/>
          </a:xfrm>
          <a:prstGeom prst="rect">
            <a:avLst/>
          </a:prstGeom>
        </p:spPr>
        <p:txBody>
          <a:bodyPr vert="horz" wrap="square" lIns="0" tIns="12700" rIns="0" bIns="0" rtlCol="0">
            <a:spAutoFit/>
          </a:bodyPr>
          <a:lstStyle/>
          <a:p>
            <a:pPr marL="12700" algn="ctr">
              <a:spcBef>
                <a:spcPts val="100"/>
              </a:spcBef>
            </a:pPr>
            <a:r>
              <a:rPr lang="da-DK" sz="1200" b="1" spc="-20">
                <a:solidFill>
                  <a:schemeClr val="tx2"/>
                </a:solidFill>
                <a:cs typeface="Arial"/>
              </a:rPr>
              <a:t>2026</a:t>
            </a:r>
            <a:endParaRPr sz="1200" b="1">
              <a:solidFill>
                <a:schemeClr val="tx2"/>
              </a:solidFill>
              <a:cs typeface="Arial"/>
            </a:endParaRPr>
          </a:p>
        </p:txBody>
      </p:sp>
      <p:sp>
        <p:nvSpPr>
          <p:cNvPr id="4" name="object 4"/>
          <p:cNvSpPr txBox="1"/>
          <p:nvPr/>
        </p:nvSpPr>
        <p:spPr>
          <a:xfrm>
            <a:off x="1814018" y="2939341"/>
            <a:ext cx="2160460" cy="215444"/>
          </a:xfrm>
          <a:prstGeom prst="rect">
            <a:avLst/>
          </a:prstGeom>
        </p:spPr>
        <p:txBody>
          <a:bodyPr vert="horz" wrap="square" lIns="0" tIns="0" rIns="0" bIns="0" rtlCol="0">
            <a:spAutoFit/>
          </a:bodyPr>
          <a:lstStyle/>
          <a:p>
            <a:pPr marL="12700" algn="ctr">
              <a:spcBef>
                <a:spcPts val="630"/>
              </a:spcBef>
            </a:pPr>
            <a:r>
              <a:rPr sz="1400" b="1">
                <a:solidFill>
                  <a:schemeClr val="tx2"/>
                </a:solidFill>
                <a:cs typeface="Arial"/>
              </a:rPr>
              <a:t>Strengthen</a:t>
            </a:r>
            <a:r>
              <a:rPr sz="1400" b="1" spc="-50">
                <a:solidFill>
                  <a:schemeClr val="tx2"/>
                </a:solidFill>
                <a:cs typeface="Arial"/>
              </a:rPr>
              <a:t> </a:t>
            </a:r>
            <a:r>
              <a:rPr sz="1400" b="1" spc="-10">
                <a:solidFill>
                  <a:schemeClr val="tx2"/>
                </a:solidFill>
                <a:cs typeface="Arial"/>
              </a:rPr>
              <a:t>foundation</a:t>
            </a:r>
            <a:endParaRPr sz="1400">
              <a:solidFill>
                <a:schemeClr val="tx2"/>
              </a:solidFill>
              <a:cs typeface="Arial"/>
            </a:endParaRPr>
          </a:p>
        </p:txBody>
      </p:sp>
      <p:sp>
        <p:nvSpPr>
          <p:cNvPr id="3" name="object 4">
            <a:extLst>
              <a:ext uri="{FF2B5EF4-FFF2-40B4-BE49-F238E27FC236}">
                <a16:creationId xmlns:a16="http://schemas.microsoft.com/office/drawing/2014/main" id="{FAA3DBAB-0F1F-C2A3-6FD5-3E6ABD8B3617}"/>
              </a:ext>
            </a:extLst>
          </p:cNvPr>
          <p:cNvSpPr txBox="1"/>
          <p:nvPr/>
        </p:nvSpPr>
        <p:spPr>
          <a:xfrm>
            <a:off x="4294016" y="2655768"/>
            <a:ext cx="2160460" cy="215444"/>
          </a:xfrm>
          <a:prstGeom prst="rect">
            <a:avLst/>
          </a:prstGeom>
        </p:spPr>
        <p:txBody>
          <a:bodyPr vert="horz" wrap="square" lIns="0" tIns="0" rIns="0" bIns="0" rtlCol="0">
            <a:spAutoFit/>
          </a:bodyPr>
          <a:lstStyle/>
          <a:p>
            <a:pPr algn="ctr"/>
            <a:r>
              <a:rPr sz="1400" b="1" spc="-10">
                <a:solidFill>
                  <a:schemeClr val="tx2"/>
                </a:solidFill>
                <a:cs typeface="Arial"/>
              </a:rPr>
              <a:t>Ramp-</a:t>
            </a:r>
            <a:r>
              <a:rPr sz="1400" b="1" spc="-25">
                <a:solidFill>
                  <a:schemeClr val="tx2"/>
                </a:solidFill>
                <a:cs typeface="Arial"/>
              </a:rPr>
              <a:t>up</a:t>
            </a:r>
            <a:endParaRPr sz="1400">
              <a:solidFill>
                <a:schemeClr val="tx2"/>
              </a:solidFill>
              <a:cs typeface="Arial"/>
            </a:endParaRPr>
          </a:p>
        </p:txBody>
      </p:sp>
      <p:grpSp>
        <p:nvGrpSpPr>
          <p:cNvPr id="63" name="Group 62">
            <a:extLst>
              <a:ext uri="{FF2B5EF4-FFF2-40B4-BE49-F238E27FC236}">
                <a16:creationId xmlns:a16="http://schemas.microsoft.com/office/drawing/2014/main" id="{DEF969E4-69EA-9D24-6869-4814E4A38064}"/>
              </a:ext>
            </a:extLst>
          </p:cNvPr>
          <p:cNvGrpSpPr/>
          <p:nvPr/>
        </p:nvGrpSpPr>
        <p:grpSpPr>
          <a:xfrm>
            <a:off x="1714468" y="2087093"/>
            <a:ext cx="9920320" cy="1059270"/>
            <a:chOff x="1329762" y="1963666"/>
            <a:chExt cx="9542003" cy="1465334"/>
          </a:xfrm>
        </p:grpSpPr>
        <p:grpSp>
          <p:nvGrpSpPr>
            <p:cNvPr id="55" name="Group 54">
              <a:extLst>
                <a:ext uri="{FF2B5EF4-FFF2-40B4-BE49-F238E27FC236}">
                  <a16:creationId xmlns:a16="http://schemas.microsoft.com/office/drawing/2014/main" id="{0546888A-C1AA-EFA1-3F37-D82CB55798EC}"/>
                </a:ext>
              </a:extLst>
            </p:cNvPr>
            <p:cNvGrpSpPr/>
            <p:nvPr/>
          </p:nvGrpSpPr>
          <p:grpSpPr>
            <a:xfrm>
              <a:off x="1329762" y="2696333"/>
              <a:ext cx="4769976" cy="732667"/>
              <a:chOff x="1329762" y="2696333"/>
              <a:chExt cx="4769976" cy="732667"/>
            </a:xfrm>
          </p:grpSpPr>
          <p:grpSp>
            <p:nvGrpSpPr>
              <p:cNvPr id="51" name="Group 50">
                <a:extLst>
                  <a:ext uri="{FF2B5EF4-FFF2-40B4-BE49-F238E27FC236}">
                    <a16:creationId xmlns:a16="http://schemas.microsoft.com/office/drawing/2014/main" id="{662D9502-23AC-6346-F34A-692051BF957F}"/>
                  </a:ext>
                </a:extLst>
              </p:cNvPr>
              <p:cNvGrpSpPr/>
              <p:nvPr/>
            </p:nvGrpSpPr>
            <p:grpSpPr>
              <a:xfrm>
                <a:off x="1329762" y="3070860"/>
                <a:ext cx="2384988" cy="358140"/>
                <a:chOff x="1329762" y="3070860"/>
                <a:chExt cx="2384988" cy="358140"/>
              </a:xfrm>
            </p:grpSpPr>
            <p:cxnSp>
              <p:nvCxnSpPr>
                <p:cNvPr id="43" name="Straight Connector 42">
                  <a:extLst>
                    <a:ext uri="{FF2B5EF4-FFF2-40B4-BE49-F238E27FC236}">
                      <a16:creationId xmlns:a16="http://schemas.microsoft.com/office/drawing/2014/main" id="{61D09DEF-6AC0-B0F1-0FA3-626CFFE40624}"/>
                    </a:ext>
                  </a:extLst>
                </p:cNvPr>
                <p:cNvCxnSpPr/>
                <p:nvPr/>
              </p:nvCxnSpPr>
              <p:spPr>
                <a:xfrm>
                  <a:off x="1329762" y="3070860"/>
                  <a:ext cx="0" cy="358140"/>
                </a:xfrm>
                <a:prstGeom prst="line">
                  <a:avLst/>
                </a:prstGeom>
                <a:ln w="1905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AE6708C-CF02-11F3-0BBE-DED69BC4FE4A}"/>
                    </a:ext>
                  </a:extLst>
                </p:cNvPr>
                <p:cNvCxnSpPr>
                  <a:cxnSpLocks/>
                </p:cNvCxnSpPr>
                <p:nvPr/>
              </p:nvCxnSpPr>
              <p:spPr>
                <a:xfrm>
                  <a:off x="1329762" y="3070860"/>
                  <a:ext cx="2384988" cy="0"/>
                </a:xfrm>
                <a:prstGeom prst="line">
                  <a:avLst/>
                </a:prstGeom>
                <a:ln w="1905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95E26F8D-1811-1295-3EB4-808588618FE3}"/>
                  </a:ext>
                </a:extLst>
              </p:cNvPr>
              <p:cNvGrpSpPr/>
              <p:nvPr/>
            </p:nvGrpSpPr>
            <p:grpSpPr>
              <a:xfrm>
                <a:off x="3714750" y="2696333"/>
                <a:ext cx="2384988" cy="358140"/>
                <a:chOff x="1329762" y="3070860"/>
                <a:chExt cx="2384988" cy="358140"/>
              </a:xfrm>
            </p:grpSpPr>
            <p:cxnSp>
              <p:nvCxnSpPr>
                <p:cNvPr id="53" name="Straight Connector 52">
                  <a:extLst>
                    <a:ext uri="{FF2B5EF4-FFF2-40B4-BE49-F238E27FC236}">
                      <a16:creationId xmlns:a16="http://schemas.microsoft.com/office/drawing/2014/main" id="{785568AF-BB67-3B82-1CC8-D2EA90587F5C}"/>
                    </a:ext>
                  </a:extLst>
                </p:cNvPr>
                <p:cNvCxnSpPr/>
                <p:nvPr/>
              </p:nvCxnSpPr>
              <p:spPr>
                <a:xfrm>
                  <a:off x="1329762" y="3070860"/>
                  <a:ext cx="0" cy="358140"/>
                </a:xfrm>
                <a:prstGeom prst="line">
                  <a:avLst/>
                </a:prstGeom>
                <a:ln w="1905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0960FCF-9022-C781-85DF-0D18792FC297}"/>
                    </a:ext>
                  </a:extLst>
                </p:cNvPr>
                <p:cNvCxnSpPr>
                  <a:cxnSpLocks/>
                </p:cNvCxnSpPr>
                <p:nvPr/>
              </p:nvCxnSpPr>
              <p:spPr>
                <a:xfrm>
                  <a:off x="1329762" y="3070860"/>
                  <a:ext cx="2384988" cy="0"/>
                </a:xfrm>
                <a:prstGeom prst="line">
                  <a:avLst/>
                </a:prstGeom>
                <a:ln w="1905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grpSp>
        </p:grpSp>
        <p:grpSp>
          <p:nvGrpSpPr>
            <p:cNvPr id="56" name="Group 55">
              <a:extLst>
                <a:ext uri="{FF2B5EF4-FFF2-40B4-BE49-F238E27FC236}">
                  <a16:creationId xmlns:a16="http://schemas.microsoft.com/office/drawing/2014/main" id="{E121948D-DFD7-9244-56D8-340CE9A8B4B6}"/>
                </a:ext>
              </a:extLst>
            </p:cNvPr>
            <p:cNvGrpSpPr/>
            <p:nvPr/>
          </p:nvGrpSpPr>
          <p:grpSpPr>
            <a:xfrm>
              <a:off x="6101789" y="1963666"/>
              <a:ext cx="4769976" cy="732667"/>
              <a:chOff x="1329762" y="2696333"/>
              <a:chExt cx="4769976" cy="732667"/>
            </a:xfrm>
          </p:grpSpPr>
          <p:grpSp>
            <p:nvGrpSpPr>
              <p:cNvPr id="57" name="Group 56">
                <a:extLst>
                  <a:ext uri="{FF2B5EF4-FFF2-40B4-BE49-F238E27FC236}">
                    <a16:creationId xmlns:a16="http://schemas.microsoft.com/office/drawing/2014/main" id="{43C4E270-BB3A-B145-0EF3-F0F5B3087260}"/>
                  </a:ext>
                </a:extLst>
              </p:cNvPr>
              <p:cNvGrpSpPr/>
              <p:nvPr/>
            </p:nvGrpSpPr>
            <p:grpSpPr>
              <a:xfrm>
                <a:off x="1329762" y="3070860"/>
                <a:ext cx="2384988" cy="358140"/>
                <a:chOff x="1329762" y="3070860"/>
                <a:chExt cx="2384988" cy="358140"/>
              </a:xfrm>
            </p:grpSpPr>
            <p:cxnSp>
              <p:nvCxnSpPr>
                <p:cNvPr id="61" name="Straight Connector 60">
                  <a:extLst>
                    <a:ext uri="{FF2B5EF4-FFF2-40B4-BE49-F238E27FC236}">
                      <a16:creationId xmlns:a16="http://schemas.microsoft.com/office/drawing/2014/main" id="{694A4023-CC35-63A2-5FA7-6E5BF4FB1CA5}"/>
                    </a:ext>
                  </a:extLst>
                </p:cNvPr>
                <p:cNvCxnSpPr/>
                <p:nvPr/>
              </p:nvCxnSpPr>
              <p:spPr>
                <a:xfrm>
                  <a:off x="1329762" y="3070860"/>
                  <a:ext cx="0" cy="358140"/>
                </a:xfrm>
                <a:prstGeom prst="line">
                  <a:avLst/>
                </a:prstGeom>
                <a:ln w="1905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6F6B8A1-8999-CDE5-51A4-8D3EACEE3A4D}"/>
                    </a:ext>
                  </a:extLst>
                </p:cNvPr>
                <p:cNvCxnSpPr>
                  <a:cxnSpLocks/>
                </p:cNvCxnSpPr>
                <p:nvPr/>
              </p:nvCxnSpPr>
              <p:spPr>
                <a:xfrm>
                  <a:off x="1329762" y="3070860"/>
                  <a:ext cx="2384988" cy="0"/>
                </a:xfrm>
                <a:prstGeom prst="line">
                  <a:avLst/>
                </a:prstGeom>
                <a:ln w="1905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D1C9CFE3-3EC6-9BF5-B620-562C5C5274D0}"/>
                  </a:ext>
                </a:extLst>
              </p:cNvPr>
              <p:cNvGrpSpPr/>
              <p:nvPr/>
            </p:nvGrpSpPr>
            <p:grpSpPr>
              <a:xfrm>
                <a:off x="3714750" y="2696333"/>
                <a:ext cx="2384988" cy="358140"/>
                <a:chOff x="1329762" y="3070860"/>
                <a:chExt cx="2384988" cy="358140"/>
              </a:xfrm>
            </p:grpSpPr>
            <p:cxnSp>
              <p:nvCxnSpPr>
                <p:cNvPr id="59" name="Straight Connector 58">
                  <a:extLst>
                    <a:ext uri="{FF2B5EF4-FFF2-40B4-BE49-F238E27FC236}">
                      <a16:creationId xmlns:a16="http://schemas.microsoft.com/office/drawing/2014/main" id="{91774FC2-78A1-1D71-D37D-557A5C200409}"/>
                    </a:ext>
                  </a:extLst>
                </p:cNvPr>
                <p:cNvCxnSpPr/>
                <p:nvPr/>
              </p:nvCxnSpPr>
              <p:spPr>
                <a:xfrm>
                  <a:off x="1329762" y="3070860"/>
                  <a:ext cx="0" cy="358140"/>
                </a:xfrm>
                <a:prstGeom prst="line">
                  <a:avLst/>
                </a:prstGeom>
                <a:ln w="1905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5EE8842-12F9-59E6-7B4B-943AA1871B83}"/>
                    </a:ext>
                  </a:extLst>
                </p:cNvPr>
                <p:cNvCxnSpPr>
                  <a:cxnSpLocks/>
                </p:cNvCxnSpPr>
                <p:nvPr/>
              </p:nvCxnSpPr>
              <p:spPr>
                <a:xfrm>
                  <a:off x="1329762" y="3070860"/>
                  <a:ext cx="2384988" cy="0"/>
                </a:xfrm>
                <a:prstGeom prst="line">
                  <a:avLst/>
                </a:prstGeom>
                <a:ln w="1905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grpSp>
        </p:grpSp>
      </p:grpSp>
      <p:sp>
        <p:nvSpPr>
          <p:cNvPr id="64" name="object 4">
            <a:extLst>
              <a:ext uri="{FF2B5EF4-FFF2-40B4-BE49-F238E27FC236}">
                <a16:creationId xmlns:a16="http://schemas.microsoft.com/office/drawing/2014/main" id="{BC095288-4333-F4E1-E50B-1938C41B3800}"/>
              </a:ext>
            </a:extLst>
          </p:cNvPr>
          <p:cNvSpPr txBox="1"/>
          <p:nvPr/>
        </p:nvSpPr>
        <p:spPr>
          <a:xfrm>
            <a:off x="6868394" y="2392796"/>
            <a:ext cx="2160460" cy="215444"/>
          </a:xfrm>
          <a:prstGeom prst="rect">
            <a:avLst/>
          </a:prstGeom>
        </p:spPr>
        <p:txBody>
          <a:bodyPr vert="horz" wrap="square" lIns="0" tIns="0" rIns="0" bIns="0" rtlCol="0">
            <a:spAutoFit/>
          </a:bodyPr>
          <a:lstStyle/>
          <a:p>
            <a:pPr algn="ctr"/>
            <a:r>
              <a:rPr lang="en-IN" sz="1400" b="1" spc="-10">
                <a:solidFill>
                  <a:schemeClr val="tx2"/>
                </a:solidFill>
                <a:cs typeface="Arial"/>
              </a:rPr>
              <a:t>Expansion</a:t>
            </a:r>
          </a:p>
        </p:txBody>
      </p:sp>
      <p:sp>
        <p:nvSpPr>
          <p:cNvPr id="65" name="object 4">
            <a:extLst>
              <a:ext uri="{FF2B5EF4-FFF2-40B4-BE49-F238E27FC236}">
                <a16:creationId xmlns:a16="http://schemas.microsoft.com/office/drawing/2014/main" id="{A14ECAC1-9257-3534-9232-2798E1184E8D}"/>
              </a:ext>
            </a:extLst>
          </p:cNvPr>
          <p:cNvSpPr txBox="1"/>
          <p:nvPr/>
        </p:nvSpPr>
        <p:spPr>
          <a:xfrm>
            <a:off x="9316362" y="2130697"/>
            <a:ext cx="2160460" cy="215444"/>
          </a:xfrm>
          <a:prstGeom prst="rect">
            <a:avLst/>
          </a:prstGeom>
        </p:spPr>
        <p:txBody>
          <a:bodyPr vert="horz" wrap="square" lIns="0" tIns="0" rIns="0" bIns="0" rtlCol="0">
            <a:spAutoFit/>
          </a:bodyPr>
          <a:lstStyle/>
          <a:p>
            <a:pPr algn="ctr"/>
            <a:r>
              <a:rPr lang="en-IN" sz="1400" b="1" spc="-10">
                <a:solidFill>
                  <a:schemeClr val="tx2"/>
                </a:solidFill>
                <a:cs typeface="Arial"/>
              </a:rPr>
              <a:t>Full value capture</a:t>
            </a:r>
          </a:p>
        </p:txBody>
      </p:sp>
      <p:sp>
        <p:nvSpPr>
          <p:cNvPr id="80" name="Rectangle 79">
            <a:extLst>
              <a:ext uri="{FF2B5EF4-FFF2-40B4-BE49-F238E27FC236}">
                <a16:creationId xmlns:a16="http://schemas.microsoft.com/office/drawing/2014/main" id="{013D92D2-FFC4-718E-0C45-90CBA7EC153E}"/>
              </a:ext>
            </a:extLst>
          </p:cNvPr>
          <p:cNvSpPr/>
          <p:nvPr/>
        </p:nvSpPr>
        <p:spPr>
          <a:xfrm>
            <a:off x="554736" y="3404219"/>
            <a:ext cx="1066440" cy="1225296"/>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b="1" spc="-10" noProof="0">
                <a:solidFill>
                  <a:schemeClr val="bg1"/>
                </a:solidFill>
                <a:cs typeface="Arial"/>
              </a:rPr>
              <a:t>Functional initiatives</a:t>
            </a:r>
            <a:endParaRPr lang="en-US" sz="1200" noProof="0">
              <a:solidFill>
                <a:schemeClr val="bg1"/>
              </a:solidFill>
              <a:cs typeface="Arial"/>
            </a:endParaRPr>
          </a:p>
        </p:txBody>
      </p:sp>
      <p:sp>
        <p:nvSpPr>
          <p:cNvPr id="81" name="Rectangle 80">
            <a:extLst>
              <a:ext uri="{FF2B5EF4-FFF2-40B4-BE49-F238E27FC236}">
                <a16:creationId xmlns:a16="http://schemas.microsoft.com/office/drawing/2014/main" id="{3F536BBE-329F-3B3F-8ACD-FC46D6C82505}"/>
              </a:ext>
            </a:extLst>
          </p:cNvPr>
          <p:cNvSpPr/>
          <p:nvPr/>
        </p:nvSpPr>
        <p:spPr>
          <a:xfrm>
            <a:off x="554736" y="4699619"/>
            <a:ext cx="1066440" cy="1225296"/>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en-US" sz="1200" b="1" spc="-10" noProof="0">
                <a:solidFill>
                  <a:schemeClr val="bg1"/>
                </a:solidFill>
                <a:cs typeface="Arial"/>
              </a:rPr>
              <a:t>Strategic initiatives</a:t>
            </a:r>
          </a:p>
        </p:txBody>
      </p:sp>
      <p:sp>
        <p:nvSpPr>
          <p:cNvPr id="2" name="object 5">
            <a:extLst>
              <a:ext uri="{FF2B5EF4-FFF2-40B4-BE49-F238E27FC236}">
                <a16:creationId xmlns:a16="http://schemas.microsoft.com/office/drawing/2014/main" id="{6147FE29-6EF6-CA0D-1BA2-AE1B6CD1AA10}"/>
              </a:ext>
            </a:extLst>
          </p:cNvPr>
          <p:cNvSpPr/>
          <p:nvPr/>
        </p:nvSpPr>
        <p:spPr>
          <a:xfrm>
            <a:off x="1714468" y="1622803"/>
            <a:ext cx="9920318" cy="381000"/>
          </a:xfrm>
          <a:prstGeom prst="rightArrow">
            <a:avLst/>
          </a:prstGeom>
          <a:solidFill>
            <a:schemeClr val="accent5"/>
          </a:solidFill>
        </p:spPr>
        <p:txBody>
          <a:bodyPr wrap="square" lIns="0" tIns="0" rIns="0" bIns="0" rtlCol="0"/>
          <a:lstStyle/>
          <a:p>
            <a:endParaRPr sz="1100"/>
          </a:p>
        </p:txBody>
      </p:sp>
      <p:sp>
        <p:nvSpPr>
          <p:cNvPr id="13" name="object 35">
            <a:extLst>
              <a:ext uri="{FF2B5EF4-FFF2-40B4-BE49-F238E27FC236}">
                <a16:creationId xmlns:a16="http://schemas.microsoft.com/office/drawing/2014/main" id="{57852FDB-4D22-BA8E-389E-E5E55A5CC7BC}"/>
              </a:ext>
            </a:extLst>
          </p:cNvPr>
          <p:cNvSpPr txBox="1"/>
          <p:nvPr/>
        </p:nvSpPr>
        <p:spPr>
          <a:xfrm>
            <a:off x="7677565" y="1369521"/>
            <a:ext cx="436491" cy="197490"/>
          </a:xfrm>
          <a:prstGeom prst="rect">
            <a:avLst/>
          </a:prstGeom>
        </p:spPr>
        <p:txBody>
          <a:bodyPr vert="horz" wrap="square" lIns="0" tIns="12700" rIns="0" bIns="0" rtlCol="0">
            <a:spAutoFit/>
          </a:bodyPr>
          <a:lstStyle/>
          <a:p>
            <a:pPr marL="12700" algn="ctr">
              <a:spcBef>
                <a:spcPts val="100"/>
              </a:spcBef>
            </a:pPr>
            <a:r>
              <a:rPr lang="da-DK" sz="1200" b="1" spc="-20">
                <a:solidFill>
                  <a:schemeClr val="tx2"/>
                </a:solidFill>
                <a:cs typeface="Arial"/>
              </a:rPr>
              <a:t>2027</a:t>
            </a:r>
            <a:endParaRPr sz="1200" b="1">
              <a:solidFill>
                <a:schemeClr val="tx2"/>
              </a:solidFill>
              <a:cs typeface="Arial"/>
            </a:endParaRPr>
          </a:p>
        </p:txBody>
      </p:sp>
      <p:sp>
        <p:nvSpPr>
          <p:cNvPr id="14" name="object 21">
            <a:extLst>
              <a:ext uri="{FF2B5EF4-FFF2-40B4-BE49-F238E27FC236}">
                <a16:creationId xmlns:a16="http://schemas.microsoft.com/office/drawing/2014/main" id="{850D2745-539F-9B58-894C-4A8D2F9BFB99}"/>
              </a:ext>
            </a:extLst>
          </p:cNvPr>
          <p:cNvSpPr/>
          <p:nvPr/>
        </p:nvSpPr>
        <p:spPr>
          <a:xfrm>
            <a:off x="9155240" y="3404219"/>
            <a:ext cx="2412000" cy="1225296"/>
          </a:xfrm>
          <a:custGeom>
            <a:avLst/>
            <a:gdLst/>
            <a:ahLst/>
            <a:cxnLst/>
            <a:rect l="l" t="t" r="r" b="b"/>
            <a:pathLst>
              <a:path w="2230754" h="1534795">
                <a:moveTo>
                  <a:pt x="2230373" y="767334"/>
                </a:moveTo>
                <a:lnTo>
                  <a:pt x="2083307" y="0"/>
                </a:lnTo>
                <a:lnTo>
                  <a:pt x="0" y="0"/>
                </a:lnTo>
                <a:lnTo>
                  <a:pt x="0" y="1534668"/>
                </a:lnTo>
                <a:lnTo>
                  <a:pt x="2083307" y="1534668"/>
                </a:lnTo>
                <a:lnTo>
                  <a:pt x="2230373" y="767334"/>
                </a:lnTo>
                <a:close/>
              </a:path>
            </a:pathLst>
          </a:custGeom>
          <a:solidFill>
            <a:schemeClr val="bg1">
              <a:lumMod val="95000"/>
            </a:schemeClr>
          </a:solidFill>
        </p:spPr>
        <p:txBody>
          <a:bodyPr wrap="square" lIns="108000" tIns="72000" rIns="108000" bIns="72000" rtlCol="0"/>
          <a:lstStyle/>
          <a:p>
            <a:pPr marL="179705" indent="-167005">
              <a:spcBef>
                <a:spcPts val="345"/>
              </a:spcBef>
              <a:buClr>
                <a:schemeClr val="tx1"/>
              </a:buClr>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79705" indent="-167005">
              <a:spcBef>
                <a:spcPts val="345"/>
              </a:spcBef>
              <a:buClr>
                <a:schemeClr val="tx1"/>
              </a:buClr>
              <a:buFontTx/>
              <a:buChar char="•"/>
              <a:tabLst>
                <a:tab pos="179705" algn="l"/>
              </a:tabLst>
            </a:pPr>
            <a:r>
              <a:rPr lang="en-US" sz="1200" noProof="0">
                <a:solidFill>
                  <a:schemeClr val="tx2"/>
                </a:solidFill>
                <a:cs typeface="Arial"/>
              </a:rPr>
              <a:t>[Insert initiatives]</a:t>
            </a:r>
          </a:p>
          <a:p>
            <a:pPr marL="12700">
              <a:spcBef>
                <a:spcPts val="345"/>
              </a:spcBef>
              <a:buClr>
                <a:schemeClr val="tx1"/>
              </a:buClr>
              <a:tabLst>
                <a:tab pos="179705" algn="l"/>
              </a:tabLst>
            </a:pPr>
            <a:r>
              <a:rPr lang="en-US" sz="1200" noProof="0">
                <a:solidFill>
                  <a:schemeClr val="tx2"/>
                </a:solidFill>
                <a:cs typeface="Arial"/>
              </a:rPr>
              <a:t>…</a:t>
            </a:r>
          </a:p>
        </p:txBody>
      </p:sp>
    </p:spTree>
    <p:extLst>
      <p:ext uri="{BB962C8B-B14F-4D97-AF65-F5344CB8AC3E}">
        <p14:creationId xmlns:p14="http://schemas.microsoft.com/office/powerpoint/2010/main" val="3988885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31EFBAD1-24CC-44F2-AD73-52CAB943A80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61" imgH="264" progId="TCLayout.ActiveDocument.1">
                  <p:embed/>
                </p:oleObj>
              </mc:Choice>
              <mc:Fallback>
                <p:oleObj name="think-cell Slide" r:id="rId4" imgW="261" imgH="264" progId="TCLayout.ActiveDocument.1">
                  <p:embed/>
                  <p:pic>
                    <p:nvPicPr>
                      <p:cNvPr id="30" name="think-cell data - do not delete" hidden="1">
                        <a:extLst>
                          <a:ext uri="{FF2B5EF4-FFF2-40B4-BE49-F238E27FC236}">
                            <a16:creationId xmlns:a16="http://schemas.microsoft.com/office/drawing/2014/main" id="{31EFBAD1-24CC-44F2-AD73-52CAB943A80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161FAA-F62D-4AAE-A39D-BF9669D06A20}"/>
              </a:ext>
            </a:extLst>
          </p:cNvPr>
          <p:cNvSpPr>
            <a:spLocks noGrp="1"/>
          </p:cNvSpPr>
          <p:nvPr>
            <p:ph type="title"/>
          </p:nvPr>
        </p:nvSpPr>
        <p:spPr/>
        <p:txBody>
          <a:bodyPr vert="horz"/>
          <a:lstStyle/>
          <a:p>
            <a:r>
              <a:rPr lang="en-US"/>
              <a:t>[Maturity or level slide</a:t>
            </a:r>
            <a:r>
              <a:rPr lang="en-GB"/>
              <a:t> / Insert action title</a:t>
            </a:r>
            <a:r>
              <a:rPr lang="en-US"/>
              <a:t>]</a:t>
            </a:r>
          </a:p>
        </p:txBody>
      </p:sp>
      <p:sp>
        <p:nvSpPr>
          <p:cNvPr id="3" name="Subtitle 2">
            <a:extLst>
              <a:ext uri="{FF2B5EF4-FFF2-40B4-BE49-F238E27FC236}">
                <a16:creationId xmlns:a16="http://schemas.microsoft.com/office/drawing/2014/main" id="{08147301-DC1C-01E3-30E5-E251476BF0D2}"/>
              </a:ext>
            </a:extLst>
          </p:cNvPr>
          <p:cNvSpPr>
            <a:spLocks noGrp="1"/>
          </p:cNvSpPr>
          <p:nvPr>
            <p:ph type="subTitle" idx="1"/>
          </p:nvPr>
        </p:nvSpPr>
        <p:spPr/>
        <p:txBody>
          <a:bodyPr/>
          <a:lstStyle/>
          <a:p>
            <a:endParaRPr lang="en-US"/>
          </a:p>
        </p:txBody>
      </p:sp>
      <p:sp>
        <p:nvSpPr>
          <p:cNvPr id="34" name="Rechteck 39">
            <a:extLst>
              <a:ext uri="{FF2B5EF4-FFF2-40B4-BE49-F238E27FC236}">
                <a16:creationId xmlns:a16="http://schemas.microsoft.com/office/drawing/2014/main" id="{2BE06D60-7E81-4195-9A98-C3CF1CCAE0F9}"/>
              </a:ext>
            </a:extLst>
          </p:cNvPr>
          <p:cNvSpPr/>
          <p:nvPr/>
        </p:nvSpPr>
        <p:spPr bwMode="gray">
          <a:xfrm>
            <a:off x="554039" y="2785605"/>
            <a:ext cx="2062910" cy="388203"/>
          </a:xfrm>
          <a:prstGeom prst="rect">
            <a:avLst/>
          </a:prstGeom>
          <a:solidFill>
            <a:schemeClr val="accent1"/>
          </a:solidFill>
          <a:ln w="12700" algn="ctr">
            <a:noFill/>
            <a:miter lim="800000"/>
            <a:headEnd/>
            <a:tailEnd/>
          </a:ln>
          <a:effectLst/>
        </p:spPr>
        <p:txBody>
          <a:bodyPr lIns="0" tIns="36000" rIns="0" bIns="0" anchor="ctr"/>
          <a:lstStyle/>
          <a:p>
            <a:pPr indent="-120648" algn="ctr" defTabSz="1068891" eaLnBrk="0" hangingPunct="0">
              <a:lnSpc>
                <a:spcPct val="95000"/>
              </a:lnSpc>
              <a:spcAft>
                <a:spcPts val="1067"/>
              </a:spcAft>
              <a:buClr>
                <a:srgbClr val="808080"/>
              </a:buClr>
              <a:defRPr/>
            </a:pPr>
            <a:r>
              <a:rPr lang="en-US" sz="1400" b="1" noProof="1">
                <a:solidFill>
                  <a:schemeClr val="bg1"/>
                </a:solidFill>
                <a:cs typeface="Verdana" panose="020B0604030504040204" pitchFamily="34" charset="0"/>
              </a:rPr>
              <a:t>Level 1</a:t>
            </a:r>
          </a:p>
        </p:txBody>
      </p:sp>
      <p:sp>
        <p:nvSpPr>
          <p:cNvPr id="36" name="Rechteck 36">
            <a:extLst>
              <a:ext uri="{FF2B5EF4-FFF2-40B4-BE49-F238E27FC236}">
                <a16:creationId xmlns:a16="http://schemas.microsoft.com/office/drawing/2014/main" id="{95A41D06-3F93-4FEF-9D36-8C3135501755}"/>
              </a:ext>
            </a:extLst>
          </p:cNvPr>
          <p:cNvSpPr/>
          <p:nvPr/>
        </p:nvSpPr>
        <p:spPr bwMode="gray">
          <a:xfrm>
            <a:off x="2809292" y="2591504"/>
            <a:ext cx="2062910" cy="582304"/>
          </a:xfrm>
          <a:prstGeom prst="rect">
            <a:avLst/>
          </a:prstGeom>
          <a:solidFill>
            <a:schemeClr val="accent4"/>
          </a:solidFill>
          <a:ln w="12700" algn="ctr">
            <a:noFill/>
            <a:miter lim="800000"/>
            <a:headEnd/>
            <a:tailEnd/>
          </a:ln>
          <a:effectLst/>
        </p:spPr>
        <p:txBody>
          <a:bodyPr lIns="0" tIns="0" rIns="0" bIns="0" anchor="ctr"/>
          <a:lstStyle/>
          <a:p>
            <a:pPr indent="-120648" algn="ctr" defTabSz="1068891" eaLnBrk="0" hangingPunct="0">
              <a:buClr>
                <a:srgbClr val="808080"/>
              </a:buClr>
            </a:pPr>
            <a:r>
              <a:rPr lang="en-US" sz="1400" b="1" noProof="1">
                <a:solidFill>
                  <a:schemeClr val="bg1"/>
                </a:solidFill>
                <a:cs typeface="Verdana" panose="020B0604030504040204" pitchFamily="34" charset="0"/>
              </a:rPr>
              <a:t>Level 2</a:t>
            </a:r>
          </a:p>
        </p:txBody>
      </p:sp>
      <p:sp>
        <p:nvSpPr>
          <p:cNvPr id="37" name="Rechteck 43">
            <a:extLst>
              <a:ext uri="{FF2B5EF4-FFF2-40B4-BE49-F238E27FC236}">
                <a16:creationId xmlns:a16="http://schemas.microsoft.com/office/drawing/2014/main" id="{2084AD30-0A5E-4929-9BEA-F05CE1496472}"/>
              </a:ext>
            </a:extLst>
          </p:cNvPr>
          <p:cNvSpPr/>
          <p:nvPr/>
        </p:nvSpPr>
        <p:spPr bwMode="gray">
          <a:xfrm>
            <a:off x="5064546" y="2397402"/>
            <a:ext cx="2062910" cy="776406"/>
          </a:xfrm>
          <a:prstGeom prst="rect">
            <a:avLst/>
          </a:prstGeom>
          <a:solidFill>
            <a:schemeClr val="tx2"/>
          </a:solidFill>
          <a:ln w="12700" algn="ctr">
            <a:noFill/>
            <a:miter lim="800000"/>
            <a:headEnd/>
            <a:tailEnd/>
          </a:ln>
          <a:effectLst/>
        </p:spPr>
        <p:txBody>
          <a:bodyPr lIns="0" tIns="0" rIns="0" bIns="0" anchor="ctr"/>
          <a:lstStyle/>
          <a:p>
            <a:pPr indent="-120648" algn="ctr" defTabSz="1068891" eaLnBrk="0" hangingPunct="0">
              <a:buClr>
                <a:srgbClr val="808080"/>
              </a:buClr>
            </a:pPr>
            <a:r>
              <a:rPr lang="en-US" sz="1400" b="1" noProof="1">
                <a:solidFill>
                  <a:schemeClr val="bg1"/>
                </a:solidFill>
                <a:cs typeface="Verdana" panose="020B0604030504040204" pitchFamily="34" charset="0"/>
              </a:rPr>
              <a:t>Level 3</a:t>
            </a:r>
          </a:p>
        </p:txBody>
      </p:sp>
      <p:sp>
        <p:nvSpPr>
          <p:cNvPr id="38" name="Rechteck 44">
            <a:extLst>
              <a:ext uri="{FF2B5EF4-FFF2-40B4-BE49-F238E27FC236}">
                <a16:creationId xmlns:a16="http://schemas.microsoft.com/office/drawing/2014/main" id="{C86816B3-BF30-447B-A6DE-B3A073499C03}"/>
              </a:ext>
            </a:extLst>
          </p:cNvPr>
          <p:cNvSpPr/>
          <p:nvPr/>
        </p:nvSpPr>
        <p:spPr bwMode="gray">
          <a:xfrm>
            <a:off x="7319799" y="2199453"/>
            <a:ext cx="2062910" cy="974355"/>
          </a:xfrm>
          <a:prstGeom prst="rect">
            <a:avLst/>
          </a:prstGeom>
          <a:solidFill>
            <a:schemeClr val="accent3"/>
          </a:solidFill>
          <a:ln w="12700" algn="ctr">
            <a:noFill/>
            <a:miter lim="800000"/>
            <a:headEnd/>
            <a:tailEnd/>
          </a:ln>
          <a:effectLst/>
        </p:spPr>
        <p:txBody>
          <a:bodyPr lIns="0" tIns="0" rIns="0" bIns="0" anchor="ctr"/>
          <a:lstStyle/>
          <a:p>
            <a:pPr indent="-120648" algn="ctr" defTabSz="1068891" eaLnBrk="0" hangingPunct="0">
              <a:buClr>
                <a:srgbClr val="808080"/>
              </a:buClr>
            </a:pPr>
            <a:r>
              <a:rPr lang="en-US" sz="1400" b="1" noProof="1">
                <a:solidFill>
                  <a:schemeClr val="bg1"/>
                </a:solidFill>
                <a:cs typeface="Verdana" panose="020B0604030504040204" pitchFamily="34" charset="0"/>
              </a:rPr>
              <a:t>Level 4</a:t>
            </a:r>
          </a:p>
        </p:txBody>
      </p:sp>
      <p:sp>
        <p:nvSpPr>
          <p:cNvPr id="39" name="_color1">
            <a:extLst>
              <a:ext uri="{FF2B5EF4-FFF2-40B4-BE49-F238E27FC236}">
                <a16:creationId xmlns:a16="http://schemas.microsoft.com/office/drawing/2014/main" id="{6D600D2B-98A5-439F-9A46-171685117893}"/>
              </a:ext>
            </a:extLst>
          </p:cNvPr>
          <p:cNvSpPr/>
          <p:nvPr/>
        </p:nvSpPr>
        <p:spPr bwMode="gray">
          <a:xfrm>
            <a:off x="9575054" y="1978921"/>
            <a:ext cx="2062910" cy="1194887"/>
          </a:xfrm>
          <a:prstGeom prst="rect">
            <a:avLst/>
          </a:prstGeom>
          <a:solidFill>
            <a:schemeClr val="accent5"/>
          </a:solidFill>
          <a:ln w="12700">
            <a:noFill/>
            <a:miter lim="800000"/>
            <a:headEnd/>
            <a:tailEnd/>
          </a:ln>
          <a:effectLst/>
        </p:spPr>
        <p:txBody>
          <a:bodyPr lIns="0" tIns="0" rIns="0" bIns="0" anchor="ctr"/>
          <a:lstStyle/>
          <a:p>
            <a:pPr indent="-120648" algn="ctr" defTabSz="1068891" eaLnBrk="0" hangingPunct="0">
              <a:buClr>
                <a:srgbClr val="808080"/>
              </a:buClr>
              <a:defRPr/>
            </a:pPr>
            <a:r>
              <a:rPr lang="en-US" sz="1400" b="1" noProof="1">
                <a:solidFill>
                  <a:schemeClr val="bg1"/>
                </a:solidFill>
                <a:cs typeface="Verdana" panose="020B0604030504040204" pitchFamily="34" charset="0"/>
              </a:rPr>
              <a:t>Level 5</a:t>
            </a:r>
          </a:p>
        </p:txBody>
      </p:sp>
      <p:sp>
        <p:nvSpPr>
          <p:cNvPr id="41" name="Text Box 6">
            <a:extLst>
              <a:ext uri="{FF2B5EF4-FFF2-40B4-BE49-F238E27FC236}">
                <a16:creationId xmlns:a16="http://schemas.microsoft.com/office/drawing/2014/main" id="{E6D81F70-2285-49D7-AEC7-2EEFB88E59BE}"/>
              </a:ext>
            </a:extLst>
          </p:cNvPr>
          <p:cNvSpPr txBox="1">
            <a:spLocks noChangeArrowheads="1"/>
          </p:cNvSpPr>
          <p:nvPr/>
        </p:nvSpPr>
        <p:spPr bwMode="gray">
          <a:xfrm>
            <a:off x="554039" y="3379667"/>
            <a:ext cx="2062910"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[Insert level]</a:t>
            </a:r>
          </a:p>
        </p:txBody>
      </p:sp>
      <p:cxnSp>
        <p:nvCxnSpPr>
          <p:cNvPr id="42" name="Straight Connector 41">
            <a:extLst>
              <a:ext uri="{FF2B5EF4-FFF2-40B4-BE49-F238E27FC236}">
                <a16:creationId xmlns:a16="http://schemas.microsoft.com/office/drawing/2014/main" id="{185CC5D9-5F9E-42AF-B4FF-76F3105CE223}"/>
              </a:ext>
            </a:extLst>
          </p:cNvPr>
          <p:cNvCxnSpPr>
            <a:cxnSpLocks/>
          </p:cNvCxnSpPr>
          <p:nvPr/>
        </p:nvCxnSpPr>
        <p:spPr>
          <a:xfrm flipH="1">
            <a:off x="554039" y="3611958"/>
            <a:ext cx="206291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44" name="Text Box 6">
            <a:extLst>
              <a:ext uri="{FF2B5EF4-FFF2-40B4-BE49-F238E27FC236}">
                <a16:creationId xmlns:a16="http://schemas.microsoft.com/office/drawing/2014/main" id="{9C092720-77FE-485E-8431-593FAB8C303F}"/>
              </a:ext>
            </a:extLst>
          </p:cNvPr>
          <p:cNvSpPr txBox="1">
            <a:spLocks noChangeArrowheads="1"/>
          </p:cNvSpPr>
          <p:nvPr/>
        </p:nvSpPr>
        <p:spPr bwMode="gray">
          <a:xfrm>
            <a:off x="2809292" y="3379667"/>
            <a:ext cx="2062910"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[Insert level]</a:t>
            </a:r>
          </a:p>
        </p:txBody>
      </p:sp>
      <p:cxnSp>
        <p:nvCxnSpPr>
          <p:cNvPr id="45" name="Straight Connector 44">
            <a:extLst>
              <a:ext uri="{FF2B5EF4-FFF2-40B4-BE49-F238E27FC236}">
                <a16:creationId xmlns:a16="http://schemas.microsoft.com/office/drawing/2014/main" id="{17DE5830-5E13-402B-8F60-E398C805F10E}"/>
              </a:ext>
            </a:extLst>
          </p:cNvPr>
          <p:cNvCxnSpPr>
            <a:cxnSpLocks/>
          </p:cNvCxnSpPr>
          <p:nvPr/>
        </p:nvCxnSpPr>
        <p:spPr>
          <a:xfrm flipH="1">
            <a:off x="2809292" y="3611958"/>
            <a:ext cx="206291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47" name="Text Box 6">
            <a:extLst>
              <a:ext uri="{FF2B5EF4-FFF2-40B4-BE49-F238E27FC236}">
                <a16:creationId xmlns:a16="http://schemas.microsoft.com/office/drawing/2014/main" id="{74A2607E-BEF9-4344-AB6A-9749214BF05F}"/>
              </a:ext>
            </a:extLst>
          </p:cNvPr>
          <p:cNvSpPr txBox="1">
            <a:spLocks noChangeArrowheads="1"/>
          </p:cNvSpPr>
          <p:nvPr/>
        </p:nvSpPr>
        <p:spPr bwMode="gray">
          <a:xfrm>
            <a:off x="5064546" y="3379667"/>
            <a:ext cx="2062910"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[Insert level]</a:t>
            </a:r>
          </a:p>
        </p:txBody>
      </p:sp>
      <p:cxnSp>
        <p:nvCxnSpPr>
          <p:cNvPr id="48" name="Straight Connector 47">
            <a:extLst>
              <a:ext uri="{FF2B5EF4-FFF2-40B4-BE49-F238E27FC236}">
                <a16:creationId xmlns:a16="http://schemas.microsoft.com/office/drawing/2014/main" id="{13AC108D-242B-4527-967F-733F8AE75E56}"/>
              </a:ext>
            </a:extLst>
          </p:cNvPr>
          <p:cNvCxnSpPr>
            <a:cxnSpLocks/>
          </p:cNvCxnSpPr>
          <p:nvPr/>
        </p:nvCxnSpPr>
        <p:spPr>
          <a:xfrm flipH="1">
            <a:off x="5064546" y="3611958"/>
            <a:ext cx="206291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50" name="Text Box 6">
            <a:extLst>
              <a:ext uri="{FF2B5EF4-FFF2-40B4-BE49-F238E27FC236}">
                <a16:creationId xmlns:a16="http://schemas.microsoft.com/office/drawing/2014/main" id="{483EB446-6E0C-491B-8053-5FD6D302338A}"/>
              </a:ext>
            </a:extLst>
          </p:cNvPr>
          <p:cNvSpPr txBox="1">
            <a:spLocks noChangeArrowheads="1"/>
          </p:cNvSpPr>
          <p:nvPr/>
        </p:nvSpPr>
        <p:spPr bwMode="gray">
          <a:xfrm>
            <a:off x="7319798" y="3379667"/>
            <a:ext cx="2062910"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[Insert level]</a:t>
            </a:r>
          </a:p>
        </p:txBody>
      </p:sp>
      <p:cxnSp>
        <p:nvCxnSpPr>
          <p:cNvPr id="51" name="Straight Connector 50">
            <a:extLst>
              <a:ext uri="{FF2B5EF4-FFF2-40B4-BE49-F238E27FC236}">
                <a16:creationId xmlns:a16="http://schemas.microsoft.com/office/drawing/2014/main" id="{3F6351B1-0B23-4C2A-A133-32E379B4D49B}"/>
              </a:ext>
            </a:extLst>
          </p:cNvPr>
          <p:cNvCxnSpPr>
            <a:cxnSpLocks/>
          </p:cNvCxnSpPr>
          <p:nvPr/>
        </p:nvCxnSpPr>
        <p:spPr>
          <a:xfrm flipH="1">
            <a:off x="7319798" y="3611958"/>
            <a:ext cx="206291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 Box 6">
            <a:extLst>
              <a:ext uri="{FF2B5EF4-FFF2-40B4-BE49-F238E27FC236}">
                <a16:creationId xmlns:a16="http://schemas.microsoft.com/office/drawing/2014/main" id="{4A409F65-1A55-4A02-8994-DFE4657C3DA6}"/>
              </a:ext>
            </a:extLst>
          </p:cNvPr>
          <p:cNvSpPr txBox="1">
            <a:spLocks noChangeArrowheads="1"/>
          </p:cNvSpPr>
          <p:nvPr/>
        </p:nvSpPr>
        <p:spPr bwMode="gray">
          <a:xfrm>
            <a:off x="9575054" y="3379667"/>
            <a:ext cx="2062910"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[Insert level]</a:t>
            </a:r>
          </a:p>
        </p:txBody>
      </p:sp>
      <p:cxnSp>
        <p:nvCxnSpPr>
          <p:cNvPr id="54" name="Straight Connector 53">
            <a:extLst>
              <a:ext uri="{FF2B5EF4-FFF2-40B4-BE49-F238E27FC236}">
                <a16:creationId xmlns:a16="http://schemas.microsoft.com/office/drawing/2014/main" id="{AE2FD6E5-C1BC-4698-A364-6A365BD20DCA}"/>
              </a:ext>
            </a:extLst>
          </p:cNvPr>
          <p:cNvCxnSpPr>
            <a:cxnSpLocks/>
          </p:cNvCxnSpPr>
          <p:nvPr/>
        </p:nvCxnSpPr>
        <p:spPr>
          <a:xfrm flipH="1">
            <a:off x="9575054" y="3611958"/>
            <a:ext cx="206291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55" name="Text Box 6">
            <a:extLst>
              <a:ext uri="{FF2B5EF4-FFF2-40B4-BE49-F238E27FC236}">
                <a16:creationId xmlns:a16="http://schemas.microsoft.com/office/drawing/2014/main" id="{2E8D6174-EE4A-4179-BF1D-BD201D614B06}"/>
              </a:ext>
            </a:extLst>
          </p:cNvPr>
          <p:cNvSpPr txBox="1">
            <a:spLocks noChangeArrowheads="1"/>
          </p:cNvSpPr>
          <p:nvPr/>
        </p:nvSpPr>
        <p:spPr bwMode="gray">
          <a:xfrm>
            <a:off x="554039" y="3709022"/>
            <a:ext cx="2062910" cy="632275"/>
          </a:xfrm>
          <a:prstGeom prst="rect">
            <a:avLst/>
          </a:prstGeom>
          <a:noFill/>
          <a:ln w="9525">
            <a:noFill/>
            <a:miter lim="800000"/>
          </a:ln>
          <a:effectLst/>
        </p:spPr>
        <p:txBody>
          <a:bodyPr wrap="square" lIns="72000" tIns="72000" rIns="72000" bIns="36000" anchor="t"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144000" indent="-144000">
              <a:spcBef>
                <a:spcPts val="600"/>
              </a:spcBef>
              <a:spcAft>
                <a:spcPts val="600"/>
              </a:spcAft>
              <a:buFont typeface="Arial" panose="020B0604020202020204" pitchFamily="34" charset="0"/>
              <a:buChar char="•"/>
            </a:pPr>
            <a:r>
              <a:rPr lang="en-US" sz="1200" noProof="1">
                <a:solidFill>
                  <a:schemeClr val="tx2"/>
                </a:solidFill>
              </a:rPr>
              <a:t>[Insert description of level]</a:t>
            </a:r>
          </a:p>
          <a:p>
            <a:pPr marL="144000" indent="-144000">
              <a:spcBef>
                <a:spcPts val="600"/>
              </a:spcBef>
              <a:spcAft>
                <a:spcPts val="600"/>
              </a:spcAft>
              <a:buFont typeface="Arial" panose="020B0604020202020204" pitchFamily="34" charset="0"/>
              <a:buChar char="•"/>
            </a:pPr>
            <a:r>
              <a:rPr lang="en-US" sz="1200" noProof="1">
                <a:solidFill>
                  <a:schemeClr val="tx2"/>
                </a:solidFill>
              </a:rPr>
              <a:t>…</a:t>
            </a:r>
          </a:p>
        </p:txBody>
      </p:sp>
      <p:sp>
        <p:nvSpPr>
          <p:cNvPr id="56" name="Text Box 6">
            <a:extLst>
              <a:ext uri="{FF2B5EF4-FFF2-40B4-BE49-F238E27FC236}">
                <a16:creationId xmlns:a16="http://schemas.microsoft.com/office/drawing/2014/main" id="{4CBD95F9-60DE-4486-B224-328FE3BFEFB6}"/>
              </a:ext>
            </a:extLst>
          </p:cNvPr>
          <p:cNvSpPr txBox="1">
            <a:spLocks noChangeArrowheads="1"/>
          </p:cNvSpPr>
          <p:nvPr/>
        </p:nvSpPr>
        <p:spPr bwMode="gray">
          <a:xfrm>
            <a:off x="2809292" y="3709022"/>
            <a:ext cx="2062910" cy="632275"/>
          </a:xfrm>
          <a:prstGeom prst="rect">
            <a:avLst/>
          </a:prstGeom>
          <a:noFill/>
          <a:ln w="9525">
            <a:noFill/>
            <a:miter lim="800000"/>
          </a:ln>
          <a:effectLst/>
        </p:spPr>
        <p:txBody>
          <a:bodyPr wrap="square" lIns="72000" tIns="72000" rIns="72000" bIns="36000" anchor="t"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144000" indent="-144000">
              <a:spcBef>
                <a:spcPts val="600"/>
              </a:spcBef>
              <a:spcAft>
                <a:spcPts val="600"/>
              </a:spcAft>
              <a:buFont typeface="Arial" panose="020B0604020202020204" pitchFamily="34" charset="0"/>
              <a:buChar char="•"/>
            </a:pPr>
            <a:r>
              <a:rPr lang="en-US" sz="1200" noProof="1">
                <a:solidFill>
                  <a:schemeClr val="tx2"/>
                </a:solidFill>
              </a:rPr>
              <a:t>[Insert description of level]</a:t>
            </a:r>
          </a:p>
          <a:p>
            <a:pPr marL="144000" indent="-144000">
              <a:spcBef>
                <a:spcPts val="600"/>
              </a:spcBef>
              <a:spcAft>
                <a:spcPts val="600"/>
              </a:spcAft>
              <a:buFont typeface="Arial" panose="020B0604020202020204" pitchFamily="34" charset="0"/>
              <a:buChar char="•"/>
            </a:pPr>
            <a:r>
              <a:rPr lang="en-US" sz="1200" noProof="1">
                <a:solidFill>
                  <a:schemeClr val="tx2"/>
                </a:solidFill>
              </a:rPr>
              <a:t>…</a:t>
            </a:r>
          </a:p>
        </p:txBody>
      </p:sp>
      <p:sp>
        <p:nvSpPr>
          <p:cNvPr id="57" name="Text Box 6">
            <a:extLst>
              <a:ext uri="{FF2B5EF4-FFF2-40B4-BE49-F238E27FC236}">
                <a16:creationId xmlns:a16="http://schemas.microsoft.com/office/drawing/2014/main" id="{0222AC08-473A-4E1D-966F-74BB5A05E4D2}"/>
              </a:ext>
            </a:extLst>
          </p:cNvPr>
          <p:cNvSpPr txBox="1">
            <a:spLocks noChangeArrowheads="1"/>
          </p:cNvSpPr>
          <p:nvPr/>
        </p:nvSpPr>
        <p:spPr bwMode="gray">
          <a:xfrm>
            <a:off x="5064546" y="3709022"/>
            <a:ext cx="2062910" cy="632275"/>
          </a:xfrm>
          <a:prstGeom prst="rect">
            <a:avLst/>
          </a:prstGeom>
          <a:noFill/>
          <a:ln w="9525">
            <a:noFill/>
            <a:miter lim="800000"/>
          </a:ln>
          <a:effectLst/>
        </p:spPr>
        <p:txBody>
          <a:bodyPr wrap="square" lIns="72000" tIns="72000" rIns="72000" bIns="36000" anchor="t"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144000" indent="-144000">
              <a:spcBef>
                <a:spcPts val="600"/>
              </a:spcBef>
              <a:spcAft>
                <a:spcPts val="600"/>
              </a:spcAft>
              <a:buFont typeface="Arial" panose="020B0604020202020204" pitchFamily="34" charset="0"/>
              <a:buChar char="•"/>
            </a:pPr>
            <a:r>
              <a:rPr lang="en-US" sz="1200" noProof="1">
                <a:solidFill>
                  <a:schemeClr val="tx2"/>
                </a:solidFill>
              </a:rPr>
              <a:t>[Insert description of level]</a:t>
            </a:r>
          </a:p>
          <a:p>
            <a:pPr marL="144000" indent="-144000">
              <a:spcBef>
                <a:spcPts val="600"/>
              </a:spcBef>
              <a:spcAft>
                <a:spcPts val="600"/>
              </a:spcAft>
              <a:buFont typeface="Arial" panose="020B0604020202020204" pitchFamily="34" charset="0"/>
              <a:buChar char="•"/>
            </a:pPr>
            <a:r>
              <a:rPr lang="en-US" sz="1200" noProof="1">
                <a:solidFill>
                  <a:schemeClr val="tx2"/>
                </a:solidFill>
              </a:rPr>
              <a:t>…</a:t>
            </a:r>
          </a:p>
        </p:txBody>
      </p:sp>
      <p:sp>
        <p:nvSpPr>
          <p:cNvPr id="58" name="Text Box 6">
            <a:extLst>
              <a:ext uri="{FF2B5EF4-FFF2-40B4-BE49-F238E27FC236}">
                <a16:creationId xmlns:a16="http://schemas.microsoft.com/office/drawing/2014/main" id="{CCD00207-C38E-4D7B-B174-07C4CAF816D4}"/>
              </a:ext>
            </a:extLst>
          </p:cNvPr>
          <p:cNvSpPr txBox="1">
            <a:spLocks noChangeArrowheads="1"/>
          </p:cNvSpPr>
          <p:nvPr/>
        </p:nvSpPr>
        <p:spPr bwMode="gray">
          <a:xfrm>
            <a:off x="7319798" y="3709022"/>
            <a:ext cx="2062910" cy="632275"/>
          </a:xfrm>
          <a:prstGeom prst="rect">
            <a:avLst/>
          </a:prstGeom>
          <a:noFill/>
          <a:ln w="9525">
            <a:noFill/>
            <a:miter lim="800000"/>
          </a:ln>
          <a:effectLst/>
        </p:spPr>
        <p:txBody>
          <a:bodyPr wrap="square" lIns="72000" tIns="72000" rIns="72000" bIns="36000" anchor="t"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144000" indent="-144000">
              <a:spcBef>
                <a:spcPts val="600"/>
              </a:spcBef>
              <a:spcAft>
                <a:spcPts val="600"/>
              </a:spcAft>
              <a:buFont typeface="Arial" panose="020B0604020202020204" pitchFamily="34" charset="0"/>
              <a:buChar char="•"/>
            </a:pPr>
            <a:r>
              <a:rPr lang="en-US" sz="1200" noProof="1">
                <a:solidFill>
                  <a:schemeClr val="tx2"/>
                </a:solidFill>
              </a:rPr>
              <a:t>[Insert description of level]</a:t>
            </a:r>
          </a:p>
          <a:p>
            <a:pPr marL="144000" indent="-144000">
              <a:spcBef>
                <a:spcPts val="600"/>
              </a:spcBef>
              <a:spcAft>
                <a:spcPts val="600"/>
              </a:spcAft>
              <a:buFont typeface="Arial" panose="020B0604020202020204" pitchFamily="34" charset="0"/>
              <a:buChar char="•"/>
            </a:pPr>
            <a:r>
              <a:rPr lang="en-US" sz="1200" noProof="1">
                <a:solidFill>
                  <a:schemeClr val="tx2"/>
                </a:solidFill>
              </a:rPr>
              <a:t>…</a:t>
            </a:r>
          </a:p>
        </p:txBody>
      </p:sp>
      <p:sp>
        <p:nvSpPr>
          <p:cNvPr id="59" name="Text Box 6">
            <a:extLst>
              <a:ext uri="{FF2B5EF4-FFF2-40B4-BE49-F238E27FC236}">
                <a16:creationId xmlns:a16="http://schemas.microsoft.com/office/drawing/2014/main" id="{6D6BC6EA-B1FB-442E-B049-4A4602707793}"/>
              </a:ext>
            </a:extLst>
          </p:cNvPr>
          <p:cNvSpPr txBox="1">
            <a:spLocks noChangeArrowheads="1"/>
          </p:cNvSpPr>
          <p:nvPr/>
        </p:nvSpPr>
        <p:spPr bwMode="gray">
          <a:xfrm>
            <a:off x="9575054" y="3709022"/>
            <a:ext cx="2062910" cy="632275"/>
          </a:xfrm>
          <a:prstGeom prst="rect">
            <a:avLst/>
          </a:prstGeom>
          <a:noFill/>
          <a:ln w="9525">
            <a:noFill/>
            <a:miter lim="800000"/>
          </a:ln>
          <a:effectLst/>
        </p:spPr>
        <p:txBody>
          <a:bodyPr wrap="square" lIns="72000" tIns="72000" rIns="72000" bIns="36000" anchor="t"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144000" indent="-144000">
              <a:spcBef>
                <a:spcPts val="600"/>
              </a:spcBef>
              <a:spcAft>
                <a:spcPts val="600"/>
              </a:spcAft>
              <a:buFont typeface="Arial" panose="020B0604020202020204" pitchFamily="34" charset="0"/>
              <a:buChar char="•"/>
            </a:pPr>
            <a:r>
              <a:rPr lang="en-US" sz="1200" noProof="1">
                <a:solidFill>
                  <a:schemeClr val="tx2"/>
                </a:solidFill>
              </a:rPr>
              <a:t>[Insert description of level]</a:t>
            </a:r>
          </a:p>
          <a:p>
            <a:pPr marL="144000" indent="-144000">
              <a:spcBef>
                <a:spcPts val="600"/>
              </a:spcBef>
              <a:spcAft>
                <a:spcPts val="600"/>
              </a:spcAft>
              <a:buFont typeface="Arial" panose="020B0604020202020204" pitchFamily="34" charset="0"/>
              <a:buChar char="•"/>
            </a:pPr>
            <a:r>
              <a:rPr lang="en-US" sz="1200" noProof="1">
                <a:solidFill>
                  <a:schemeClr val="tx2"/>
                </a:solidFill>
              </a:rPr>
              <a:t>…</a:t>
            </a:r>
          </a:p>
        </p:txBody>
      </p:sp>
      <p:sp>
        <p:nvSpPr>
          <p:cNvPr id="60" name="Pentagon 4">
            <a:extLst>
              <a:ext uri="{FF2B5EF4-FFF2-40B4-BE49-F238E27FC236}">
                <a16:creationId xmlns:a16="http://schemas.microsoft.com/office/drawing/2014/main" id="{894824FD-03D5-43E5-AB37-A60C9EE5ECFA}"/>
              </a:ext>
            </a:extLst>
          </p:cNvPr>
          <p:cNvSpPr/>
          <p:nvPr/>
        </p:nvSpPr>
        <p:spPr>
          <a:xfrm>
            <a:off x="550864" y="5130232"/>
            <a:ext cx="5545136" cy="439387"/>
          </a:xfrm>
          <a:prstGeom prst="homePlate">
            <a:avLst>
              <a:gd name="adj" fmla="val 337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IN" sz="1200">
                <a:solidFill>
                  <a:schemeClr val="tx2"/>
                </a:solidFill>
              </a:rPr>
              <a:t>[Insert description of phase, if relevant]</a:t>
            </a:r>
          </a:p>
        </p:txBody>
      </p:sp>
      <p:sp>
        <p:nvSpPr>
          <p:cNvPr id="61" name="Pentagon 4">
            <a:extLst>
              <a:ext uri="{FF2B5EF4-FFF2-40B4-BE49-F238E27FC236}">
                <a16:creationId xmlns:a16="http://schemas.microsoft.com/office/drawing/2014/main" id="{AA936DCB-9865-43FA-971F-A1C83F529B95}"/>
              </a:ext>
            </a:extLst>
          </p:cNvPr>
          <p:cNvSpPr/>
          <p:nvPr/>
        </p:nvSpPr>
        <p:spPr>
          <a:xfrm>
            <a:off x="6093264" y="5130232"/>
            <a:ext cx="5544000" cy="439387"/>
          </a:xfrm>
          <a:prstGeom prst="homePlate">
            <a:avLst>
              <a:gd name="adj" fmla="val 337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IN" sz="1200">
                <a:solidFill>
                  <a:schemeClr val="tx2"/>
                </a:solidFill>
              </a:rPr>
              <a:t>[Insert description of phase, if relevant]</a:t>
            </a:r>
          </a:p>
        </p:txBody>
      </p:sp>
      <p:sp>
        <p:nvSpPr>
          <p:cNvPr id="62" name="Pentagon 48">
            <a:extLst>
              <a:ext uri="{FF2B5EF4-FFF2-40B4-BE49-F238E27FC236}">
                <a16:creationId xmlns:a16="http://schemas.microsoft.com/office/drawing/2014/main" id="{B27FD2A5-5C0A-49B3-8FCC-8C69E7E3E9B9}"/>
              </a:ext>
            </a:extLst>
          </p:cNvPr>
          <p:cNvSpPr/>
          <p:nvPr/>
        </p:nvSpPr>
        <p:spPr>
          <a:xfrm>
            <a:off x="4648200" y="2293275"/>
            <a:ext cx="774283" cy="252000"/>
          </a:xfrm>
          <a:prstGeom prst="homePlate">
            <a:avLst>
              <a:gd name="adj" fmla="val 38366"/>
            </a:avLst>
          </a:prstGeom>
          <a:solidFill>
            <a:schemeClr val="accent6"/>
          </a:solidFill>
          <a:ln w="6350">
            <a:noFill/>
          </a:ln>
        </p:spPr>
        <p:style>
          <a:lnRef idx="2">
            <a:schemeClr val="dk1"/>
          </a:lnRef>
          <a:fillRef idx="1">
            <a:schemeClr val="lt1"/>
          </a:fillRef>
          <a:effectRef idx="0">
            <a:schemeClr val="dk1"/>
          </a:effectRef>
          <a:fontRef idx="minor">
            <a:schemeClr val="dk1"/>
          </a:fontRef>
        </p:style>
        <p:txBody>
          <a:bodyPr lIns="36000" tIns="36000" rIns="36000" bIns="36000" rtlCol="0" anchor="ctr"/>
          <a:lstStyle/>
          <a:p>
            <a:pPr algn="ctr"/>
            <a:r>
              <a:rPr lang="en-US" sz="1200" b="1">
                <a:solidFill>
                  <a:schemeClr val="bg1"/>
                </a:solidFill>
              </a:rPr>
              <a:t>Today</a:t>
            </a:r>
          </a:p>
        </p:txBody>
      </p:sp>
      <p:sp>
        <p:nvSpPr>
          <p:cNvPr id="8" name="TextBox 7">
            <a:extLst>
              <a:ext uri="{FF2B5EF4-FFF2-40B4-BE49-F238E27FC236}">
                <a16:creationId xmlns:a16="http://schemas.microsoft.com/office/drawing/2014/main" id="{BCE25182-A12D-0E02-17F9-085444C6F539}"/>
              </a:ext>
            </a:extLst>
          </p:cNvPr>
          <p:cNvSpPr txBox="1"/>
          <p:nvPr/>
        </p:nvSpPr>
        <p:spPr>
          <a:xfrm>
            <a:off x="7273636" y="4804756"/>
            <a:ext cx="0" cy="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Tree>
    <p:extLst>
      <p:ext uri="{BB962C8B-B14F-4D97-AF65-F5344CB8AC3E}">
        <p14:creationId xmlns:p14="http://schemas.microsoft.com/office/powerpoint/2010/main" val="14605025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a:extLst>
              <a:ext uri="{FF2B5EF4-FFF2-40B4-BE49-F238E27FC236}">
                <a16:creationId xmlns:a16="http://schemas.microsoft.com/office/drawing/2014/main" id="{162A6FB6-BC6D-6215-6A71-410DECC25491}"/>
              </a:ext>
            </a:extLst>
          </p:cNvPr>
          <p:cNvSpPr/>
          <p:nvPr/>
        </p:nvSpPr>
        <p:spPr>
          <a:xfrm>
            <a:off x="8809686" y="1670639"/>
            <a:ext cx="2827578" cy="668138"/>
          </a:xfrm>
          <a:prstGeom prst="chevron">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a:solidFill>
                  <a:schemeClr val="bg1"/>
                </a:solidFill>
              </a:rPr>
              <a:t>Solutions</a:t>
            </a:r>
          </a:p>
        </p:txBody>
      </p:sp>
      <p:graphicFrame>
        <p:nvGraphicFramePr>
          <p:cNvPr id="13" name="think-cell data - do not delete" hidden="1">
            <a:extLst>
              <a:ext uri="{FF2B5EF4-FFF2-40B4-BE49-F238E27FC236}">
                <a16:creationId xmlns:a16="http://schemas.microsoft.com/office/drawing/2014/main" id="{C0F74D07-2096-63DD-9C32-763CC80C271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1" imgH="360" progId="TCLayout.ActiveDocument.1">
                  <p:embed/>
                </p:oleObj>
              </mc:Choice>
              <mc:Fallback>
                <p:oleObj name="think-cell Slide" r:id="rId3" imgW="351" imgH="360" progId="TCLayout.ActiveDocument.1">
                  <p:embed/>
                  <p:pic>
                    <p:nvPicPr>
                      <p:cNvPr id="13" name="think-cell data - do not delete" hidden="1">
                        <a:extLst>
                          <a:ext uri="{FF2B5EF4-FFF2-40B4-BE49-F238E27FC236}">
                            <a16:creationId xmlns:a16="http://schemas.microsoft.com/office/drawing/2014/main" id="{C0F74D07-2096-63DD-9C32-763CC80C27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B5E15F9-01FC-BA3F-770E-A0F599986F58}"/>
              </a:ext>
            </a:extLst>
          </p:cNvPr>
          <p:cNvSpPr>
            <a:spLocks noGrp="1"/>
          </p:cNvSpPr>
          <p:nvPr>
            <p:ph type="title"/>
          </p:nvPr>
        </p:nvSpPr>
        <p:spPr/>
        <p:txBody>
          <a:bodyPr vert="horz"/>
          <a:lstStyle/>
          <a:p>
            <a:r>
              <a:rPr lang="en-US"/>
              <a:t>There are several potential solutions to [insert problem]</a:t>
            </a:r>
          </a:p>
        </p:txBody>
      </p:sp>
      <p:sp>
        <p:nvSpPr>
          <p:cNvPr id="3" name="Subtitle 2">
            <a:extLst>
              <a:ext uri="{FF2B5EF4-FFF2-40B4-BE49-F238E27FC236}">
                <a16:creationId xmlns:a16="http://schemas.microsoft.com/office/drawing/2014/main" id="{5C52F468-729B-95A2-BFA6-81773AF17FEA}"/>
              </a:ext>
            </a:extLst>
          </p:cNvPr>
          <p:cNvSpPr>
            <a:spLocks noGrp="1"/>
          </p:cNvSpPr>
          <p:nvPr>
            <p:ph type="subTitle" idx="1"/>
          </p:nvPr>
        </p:nvSpPr>
        <p:spPr/>
        <p:txBody>
          <a:bodyPr/>
          <a:lstStyle/>
          <a:p>
            <a:endParaRPr lang="en-US"/>
          </a:p>
        </p:txBody>
      </p:sp>
      <p:sp>
        <p:nvSpPr>
          <p:cNvPr id="8" name="Pentagon 7">
            <a:extLst>
              <a:ext uri="{FF2B5EF4-FFF2-40B4-BE49-F238E27FC236}">
                <a16:creationId xmlns:a16="http://schemas.microsoft.com/office/drawing/2014/main" id="{575AB8F2-A155-0C41-095C-A8A10D955A4C}"/>
              </a:ext>
            </a:extLst>
          </p:cNvPr>
          <p:cNvSpPr/>
          <p:nvPr/>
        </p:nvSpPr>
        <p:spPr>
          <a:xfrm>
            <a:off x="554736" y="1670639"/>
            <a:ext cx="2959802" cy="668138"/>
          </a:xfrm>
          <a:prstGeom prst="homePlat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a:solidFill>
                  <a:schemeClr val="bg1"/>
                </a:solidFill>
              </a:rPr>
              <a:t>Problem</a:t>
            </a:r>
          </a:p>
        </p:txBody>
      </p:sp>
      <p:sp>
        <p:nvSpPr>
          <p:cNvPr id="9" name="Chevron 8">
            <a:extLst>
              <a:ext uri="{FF2B5EF4-FFF2-40B4-BE49-F238E27FC236}">
                <a16:creationId xmlns:a16="http://schemas.microsoft.com/office/drawing/2014/main" id="{63E17F22-1B5F-1B5F-00E7-3465954DF167}"/>
              </a:ext>
            </a:extLst>
          </p:cNvPr>
          <p:cNvSpPr/>
          <p:nvPr/>
        </p:nvSpPr>
        <p:spPr>
          <a:xfrm>
            <a:off x="3394535" y="1670639"/>
            <a:ext cx="2827578" cy="668138"/>
          </a:xfrm>
          <a:prstGeom prst="chevron">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a:solidFill>
                  <a:schemeClr val="bg1"/>
                </a:solidFill>
              </a:rPr>
              <a:t>Operational issues</a:t>
            </a:r>
          </a:p>
        </p:txBody>
      </p:sp>
      <p:sp>
        <p:nvSpPr>
          <p:cNvPr id="10" name="Chevron 9">
            <a:extLst>
              <a:ext uri="{FF2B5EF4-FFF2-40B4-BE49-F238E27FC236}">
                <a16:creationId xmlns:a16="http://schemas.microsoft.com/office/drawing/2014/main" id="{649C7E31-C64D-F5EE-3C43-2B95C77A3467}"/>
              </a:ext>
            </a:extLst>
          </p:cNvPr>
          <p:cNvSpPr/>
          <p:nvPr/>
        </p:nvSpPr>
        <p:spPr>
          <a:xfrm>
            <a:off x="6102110" y="1670639"/>
            <a:ext cx="2827578" cy="668138"/>
          </a:xfrm>
          <a:prstGeom prst="chevron">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a:solidFill>
                  <a:schemeClr val="bg1"/>
                </a:solidFill>
              </a:rPr>
              <a:t>Root causes</a:t>
            </a:r>
          </a:p>
        </p:txBody>
      </p:sp>
      <p:sp>
        <p:nvSpPr>
          <p:cNvPr id="14" name="TextBox 13">
            <a:extLst>
              <a:ext uri="{FF2B5EF4-FFF2-40B4-BE49-F238E27FC236}">
                <a16:creationId xmlns:a16="http://schemas.microsoft.com/office/drawing/2014/main" id="{0071611C-BAC6-2A68-0D3F-7A9879FAF402}"/>
              </a:ext>
            </a:extLst>
          </p:cNvPr>
          <p:cNvSpPr txBox="1"/>
          <p:nvPr/>
        </p:nvSpPr>
        <p:spPr>
          <a:xfrm>
            <a:off x="554736" y="3621211"/>
            <a:ext cx="2324942" cy="1246495"/>
          </a:xfrm>
          <a:prstGeom prst="rect">
            <a:avLst/>
          </a:prstGeom>
          <a:noFill/>
        </p:spPr>
        <p:txBody>
          <a:bodyPr wrap="square" rtlCol="0" anchor="ctr">
            <a:noAutofit/>
          </a:bodyPr>
          <a:lstStyle/>
          <a:p>
            <a:pPr>
              <a:spcAft>
                <a:spcPts val="600"/>
              </a:spcAft>
            </a:pPr>
            <a:r>
              <a:rPr lang="en-US" sz="1400">
                <a:solidFill>
                  <a:schemeClr val="tx2"/>
                </a:solidFill>
              </a:rPr>
              <a:t>[Insert description of problem e.g., </a:t>
            </a:r>
          </a:p>
          <a:p>
            <a:pPr>
              <a:spcAft>
                <a:spcPts val="600"/>
              </a:spcAft>
            </a:pPr>
            <a:r>
              <a:rPr lang="en-US" sz="1400">
                <a:solidFill>
                  <a:schemeClr val="tx2"/>
                </a:solidFill>
              </a:rPr>
              <a:t>Power fluctuates up to 100 times daily over the past 12 months]</a:t>
            </a:r>
          </a:p>
        </p:txBody>
      </p:sp>
      <p:sp>
        <p:nvSpPr>
          <p:cNvPr id="15" name="TextBox 14">
            <a:extLst>
              <a:ext uri="{FF2B5EF4-FFF2-40B4-BE49-F238E27FC236}">
                <a16:creationId xmlns:a16="http://schemas.microsoft.com/office/drawing/2014/main" id="{A6C480C2-5108-4638-2028-2D2E09C0918E}"/>
              </a:ext>
            </a:extLst>
          </p:cNvPr>
          <p:cNvSpPr txBox="1"/>
          <p:nvPr/>
        </p:nvSpPr>
        <p:spPr>
          <a:xfrm>
            <a:off x="3879167" y="2428512"/>
            <a:ext cx="1858314" cy="954107"/>
          </a:xfrm>
          <a:prstGeom prst="rect">
            <a:avLst/>
          </a:prstGeom>
          <a:noFill/>
        </p:spPr>
        <p:txBody>
          <a:bodyPr wrap="square" rtlCol="0">
            <a:spAutoFit/>
          </a:bodyPr>
          <a:lstStyle/>
          <a:p>
            <a:pPr>
              <a:spcAft>
                <a:spcPts val="600"/>
              </a:spcAft>
            </a:pPr>
            <a:r>
              <a:rPr lang="en-US" sz="1400">
                <a:solidFill>
                  <a:schemeClr val="tx2"/>
                </a:solidFill>
              </a:rPr>
              <a:t>[Insert issues identified e.g., Inconsistent fuel flow to the turbine]</a:t>
            </a:r>
          </a:p>
        </p:txBody>
      </p:sp>
      <p:sp>
        <p:nvSpPr>
          <p:cNvPr id="16" name="TextBox 15">
            <a:extLst>
              <a:ext uri="{FF2B5EF4-FFF2-40B4-BE49-F238E27FC236}">
                <a16:creationId xmlns:a16="http://schemas.microsoft.com/office/drawing/2014/main" id="{24513E7C-EF80-1B03-72D1-DAEF9C02B13F}"/>
              </a:ext>
            </a:extLst>
          </p:cNvPr>
          <p:cNvSpPr txBox="1"/>
          <p:nvPr/>
        </p:nvSpPr>
        <p:spPr>
          <a:xfrm>
            <a:off x="6586742" y="2428512"/>
            <a:ext cx="1858314" cy="954107"/>
          </a:xfrm>
          <a:prstGeom prst="rect">
            <a:avLst/>
          </a:prstGeom>
          <a:noFill/>
        </p:spPr>
        <p:txBody>
          <a:bodyPr wrap="square" rtlCol="0">
            <a:spAutoFit/>
          </a:bodyPr>
          <a:lstStyle/>
          <a:p>
            <a:pPr>
              <a:spcAft>
                <a:spcPts val="600"/>
              </a:spcAft>
            </a:pPr>
            <a:r>
              <a:rPr lang="en-US" sz="1400">
                <a:solidFill>
                  <a:schemeClr val="tx2"/>
                </a:solidFill>
              </a:rPr>
              <a:t>[Insert root cause of issue e.g., Intermittent sensor failures]</a:t>
            </a:r>
            <a:endParaRPr lang="en-US" sz="1400" b="1">
              <a:solidFill>
                <a:schemeClr val="tx2"/>
              </a:solidFill>
            </a:endParaRPr>
          </a:p>
        </p:txBody>
      </p:sp>
      <p:sp>
        <p:nvSpPr>
          <p:cNvPr id="17" name="TextBox 16">
            <a:extLst>
              <a:ext uri="{FF2B5EF4-FFF2-40B4-BE49-F238E27FC236}">
                <a16:creationId xmlns:a16="http://schemas.microsoft.com/office/drawing/2014/main" id="{529E2F74-859E-4CCE-ED92-568853A3A465}"/>
              </a:ext>
            </a:extLst>
          </p:cNvPr>
          <p:cNvSpPr txBox="1"/>
          <p:nvPr/>
        </p:nvSpPr>
        <p:spPr>
          <a:xfrm>
            <a:off x="9294318" y="2428511"/>
            <a:ext cx="1858314" cy="738664"/>
          </a:xfrm>
          <a:prstGeom prst="rect">
            <a:avLst/>
          </a:prstGeom>
          <a:noFill/>
        </p:spPr>
        <p:txBody>
          <a:bodyPr wrap="square" rtlCol="0">
            <a:spAutoFit/>
          </a:bodyPr>
          <a:lstStyle/>
          <a:p>
            <a:pPr>
              <a:spcAft>
                <a:spcPts val="600"/>
              </a:spcAft>
            </a:pPr>
            <a:r>
              <a:rPr lang="en-US" sz="1400">
                <a:solidFill>
                  <a:schemeClr val="tx2"/>
                </a:solidFill>
              </a:rPr>
              <a:t>[Insert potential solution e.g., Replace all sensors]</a:t>
            </a:r>
            <a:endParaRPr lang="en-US" sz="1400" b="1">
              <a:solidFill>
                <a:schemeClr val="tx2"/>
              </a:solidFill>
            </a:endParaRPr>
          </a:p>
        </p:txBody>
      </p:sp>
      <p:cxnSp>
        <p:nvCxnSpPr>
          <p:cNvPr id="18" name="Straight Arrow Connector 17">
            <a:extLst>
              <a:ext uri="{FF2B5EF4-FFF2-40B4-BE49-F238E27FC236}">
                <a16:creationId xmlns:a16="http://schemas.microsoft.com/office/drawing/2014/main" id="{2F238387-4310-DDA9-52FD-6D8ED04B3FBE}"/>
              </a:ext>
            </a:extLst>
          </p:cNvPr>
          <p:cNvCxnSpPr>
            <a:cxnSpLocks/>
          </p:cNvCxnSpPr>
          <p:nvPr/>
        </p:nvCxnSpPr>
        <p:spPr>
          <a:xfrm>
            <a:off x="5824992" y="2690122"/>
            <a:ext cx="674240" cy="0"/>
          </a:xfrm>
          <a:prstGeom prst="straightConnector1">
            <a:avLst/>
          </a:prstGeom>
          <a:ln>
            <a:solidFill>
              <a:schemeClr val="bg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C6F1F52-8925-12A4-5835-DF8DB6C37420}"/>
              </a:ext>
            </a:extLst>
          </p:cNvPr>
          <p:cNvCxnSpPr>
            <a:cxnSpLocks/>
          </p:cNvCxnSpPr>
          <p:nvPr/>
        </p:nvCxnSpPr>
        <p:spPr>
          <a:xfrm>
            <a:off x="8532567" y="2690122"/>
            <a:ext cx="674240" cy="0"/>
          </a:xfrm>
          <a:prstGeom prst="straightConnector1">
            <a:avLst/>
          </a:prstGeom>
          <a:ln>
            <a:solidFill>
              <a:schemeClr val="bg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E83EC950-2703-1BE2-D84E-C2A9F8A909D8}"/>
              </a:ext>
            </a:extLst>
          </p:cNvPr>
          <p:cNvCxnSpPr>
            <a:cxnSpLocks/>
          </p:cNvCxnSpPr>
          <p:nvPr/>
        </p:nvCxnSpPr>
        <p:spPr>
          <a:xfrm rot="16200000">
            <a:off x="7521149" y="-587333"/>
            <a:ext cx="1" cy="8253227"/>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005AA71-B9CE-108B-0F91-F24F2D6DE02D}"/>
              </a:ext>
            </a:extLst>
          </p:cNvPr>
          <p:cNvSpPr txBox="1"/>
          <p:nvPr/>
        </p:nvSpPr>
        <p:spPr>
          <a:xfrm>
            <a:off x="3879167" y="3696050"/>
            <a:ext cx="1858314" cy="523220"/>
          </a:xfrm>
          <a:prstGeom prst="rect">
            <a:avLst/>
          </a:prstGeom>
          <a:noFill/>
        </p:spPr>
        <p:txBody>
          <a:bodyPr wrap="square" rtlCol="0">
            <a:spAutoFit/>
          </a:bodyPr>
          <a:lstStyle/>
          <a:p>
            <a:pPr>
              <a:spcAft>
                <a:spcPts val="600"/>
              </a:spcAft>
            </a:pPr>
            <a:r>
              <a:rPr lang="en-US" sz="1400">
                <a:solidFill>
                  <a:schemeClr val="tx2"/>
                </a:solidFill>
              </a:rPr>
              <a:t>[Insert issues identified]</a:t>
            </a:r>
            <a:endParaRPr lang="en-US" sz="1400" b="1">
              <a:solidFill>
                <a:schemeClr val="tx2"/>
              </a:solidFill>
            </a:endParaRPr>
          </a:p>
        </p:txBody>
      </p:sp>
      <p:sp>
        <p:nvSpPr>
          <p:cNvPr id="26" name="TextBox 25">
            <a:extLst>
              <a:ext uri="{FF2B5EF4-FFF2-40B4-BE49-F238E27FC236}">
                <a16:creationId xmlns:a16="http://schemas.microsoft.com/office/drawing/2014/main" id="{E909D4FE-DA8F-1D79-A476-110F4447D18D}"/>
              </a:ext>
            </a:extLst>
          </p:cNvPr>
          <p:cNvSpPr txBox="1"/>
          <p:nvPr/>
        </p:nvSpPr>
        <p:spPr>
          <a:xfrm>
            <a:off x="6586742" y="3696050"/>
            <a:ext cx="1858314" cy="523220"/>
          </a:xfrm>
          <a:prstGeom prst="rect">
            <a:avLst/>
          </a:prstGeom>
          <a:noFill/>
        </p:spPr>
        <p:txBody>
          <a:bodyPr wrap="square" rtlCol="0">
            <a:spAutoFit/>
          </a:bodyPr>
          <a:lstStyle/>
          <a:p>
            <a:pPr>
              <a:spcAft>
                <a:spcPts val="600"/>
              </a:spcAft>
            </a:pPr>
            <a:r>
              <a:rPr lang="en-US" sz="1400">
                <a:solidFill>
                  <a:schemeClr val="tx2"/>
                </a:solidFill>
              </a:rPr>
              <a:t>[Insert root cause of issue]</a:t>
            </a:r>
            <a:endParaRPr lang="en-US" sz="1400" b="1">
              <a:solidFill>
                <a:schemeClr val="tx2"/>
              </a:solidFill>
            </a:endParaRPr>
          </a:p>
        </p:txBody>
      </p:sp>
      <p:sp>
        <p:nvSpPr>
          <p:cNvPr id="27" name="TextBox 26">
            <a:extLst>
              <a:ext uri="{FF2B5EF4-FFF2-40B4-BE49-F238E27FC236}">
                <a16:creationId xmlns:a16="http://schemas.microsoft.com/office/drawing/2014/main" id="{625F9613-A099-83B6-C35B-3CBBDF0150F2}"/>
              </a:ext>
            </a:extLst>
          </p:cNvPr>
          <p:cNvSpPr txBox="1"/>
          <p:nvPr/>
        </p:nvSpPr>
        <p:spPr>
          <a:xfrm>
            <a:off x="9294318" y="3696049"/>
            <a:ext cx="1858314" cy="523220"/>
          </a:xfrm>
          <a:prstGeom prst="rect">
            <a:avLst/>
          </a:prstGeom>
          <a:noFill/>
        </p:spPr>
        <p:txBody>
          <a:bodyPr wrap="square" rtlCol="0">
            <a:spAutoFit/>
          </a:bodyPr>
          <a:lstStyle/>
          <a:p>
            <a:pPr>
              <a:spcAft>
                <a:spcPts val="600"/>
              </a:spcAft>
            </a:pPr>
            <a:r>
              <a:rPr lang="en-US" sz="1400">
                <a:solidFill>
                  <a:schemeClr val="tx2"/>
                </a:solidFill>
              </a:rPr>
              <a:t>[Insert potential solution]</a:t>
            </a:r>
            <a:endParaRPr lang="en-US" sz="1400" b="1">
              <a:solidFill>
                <a:schemeClr val="tx2"/>
              </a:solidFill>
            </a:endParaRPr>
          </a:p>
        </p:txBody>
      </p:sp>
      <p:cxnSp>
        <p:nvCxnSpPr>
          <p:cNvPr id="28" name="Straight Arrow Connector 27">
            <a:extLst>
              <a:ext uri="{FF2B5EF4-FFF2-40B4-BE49-F238E27FC236}">
                <a16:creationId xmlns:a16="http://schemas.microsoft.com/office/drawing/2014/main" id="{DB4FCD70-2F71-DE9E-AFF1-923425FD5CB5}"/>
              </a:ext>
            </a:extLst>
          </p:cNvPr>
          <p:cNvCxnSpPr>
            <a:cxnSpLocks/>
          </p:cNvCxnSpPr>
          <p:nvPr/>
        </p:nvCxnSpPr>
        <p:spPr>
          <a:xfrm>
            <a:off x="5824992" y="3957660"/>
            <a:ext cx="674240" cy="0"/>
          </a:xfrm>
          <a:prstGeom prst="straightConnector1">
            <a:avLst/>
          </a:prstGeom>
          <a:ln>
            <a:solidFill>
              <a:schemeClr val="bg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9624441-B404-FB0A-E6BA-1C796D5C9BC3}"/>
              </a:ext>
            </a:extLst>
          </p:cNvPr>
          <p:cNvCxnSpPr>
            <a:cxnSpLocks/>
          </p:cNvCxnSpPr>
          <p:nvPr/>
        </p:nvCxnSpPr>
        <p:spPr>
          <a:xfrm>
            <a:off x="8532567" y="3957660"/>
            <a:ext cx="674240" cy="0"/>
          </a:xfrm>
          <a:prstGeom prst="straightConnector1">
            <a:avLst/>
          </a:prstGeom>
          <a:ln>
            <a:solidFill>
              <a:schemeClr val="bg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98C63F5-A7B7-E150-DC1E-8F1622BDE192}"/>
              </a:ext>
            </a:extLst>
          </p:cNvPr>
          <p:cNvCxnSpPr>
            <a:cxnSpLocks/>
          </p:cNvCxnSpPr>
          <p:nvPr/>
        </p:nvCxnSpPr>
        <p:spPr>
          <a:xfrm rot="16200000">
            <a:off x="7521149" y="680312"/>
            <a:ext cx="1" cy="8253227"/>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6221E2D-4D18-35E0-70B8-ECDA389F8A27}"/>
              </a:ext>
            </a:extLst>
          </p:cNvPr>
          <p:cNvSpPr txBox="1"/>
          <p:nvPr/>
        </p:nvSpPr>
        <p:spPr>
          <a:xfrm>
            <a:off x="3879167" y="4963695"/>
            <a:ext cx="1858314" cy="523220"/>
          </a:xfrm>
          <a:prstGeom prst="rect">
            <a:avLst/>
          </a:prstGeom>
          <a:noFill/>
        </p:spPr>
        <p:txBody>
          <a:bodyPr wrap="square" rtlCol="0">
            <a:spAutoFit/>
          </a:bodyPr>
          <a:lstStyle/>
          <a:p>
            <a:pPr>
              <a:spcAft>
                <a:spcPts val="600"/>
              </a:spcAft>
            </a:pPr>
            <a:r>
              <a:rPr lang="en-US" sz="1400">
                <a:solidFill>
                  <a:schemeClr val="tx2"/>
                </a:solidFill>
              </a:rPr>
              <a:t>[Insert issues identified]</a:t>
            </a:r>
            <a:endParaRPr lang="en-US" sz="1400" b="1">
              <a:solidFill>
                <a:schemeClr val="tx2"/>
              </a:solidFill>
            </a:endParaRPr>
          </a:p>
        </p:txBody>
      </p:sp>
      <p:sp>
        <p:nvSpPr>
          <p:cNvPr id="33" name="TextBox 32">
            <a:extLst>
              <a:ext uri="{FF2B5EF4-FFF2-40B4-BE49-F238E27FC236}">
                <a16:creationId xmlns:a16="http://schemas.microsoft.com/office/drawing/2014/main" id="{6BD9CD2F-21A6-B72A-1ECB-FC051CDACE33}"/>
              </a:ext>
            </a:extLst>
          </p:cNvPr>
          <p:cNvSpPr txBox="1"/>
          <p:nvPr/>
        </p:nvSpPr>
        <p:spPr>
          <a:xfrm>
            <a:off x="6586742" y="4963695"/>
            <a:ext cx="1858314" cy="523220"/>
          </a:xfrm>
          <a:prstGeom prst="rect">
            <a:avLst/>
          </a:prstGeom>
          <a:noFill/>
        </p:spPr>
        <p:txBody>
          <a:bodyPr wrap="square" rtlCol="0">
            <a:spAutoFit/>
          </a:bodyPr>
          <a:lstStyle/>
          <a:p>
            <a:pPr>
              <a:spcAft>
                <a:spcPts val="600"/>
              </a:spcAft>
            </a:pPr>
            <a:r>
              <a:rPr lang="en-US" sz="1400">
                <a:solidFill>
                  <a:schemeClr val="tx2"/>
                </a:solidFill>
              </a:rPr>
              <a:t>[Insert root cause of issue]</a:t>
            </a:r>
            <a:endParaRPr lang="en-US" sz="1400" b="1">
              <a:solidFill>
                <a:schemeClr val="tx2"/>
              </a:solidFill>
            </a:endParaRPr>
          </a:p>
        </p:txBody>
      </p:sp>
      <p:sp>
        <p:nvSpPr>
          <p:cNvPr id="34" name="TextBox 33">
            <a:extLst>
              <a:ext uri="{FF2B5EF4-FFF2-40B4-BE49-F238E27FC236}">
                <a16:creationId xmlns:a16="http://schemas.microsoft.com/office/drawing/2014/main" id="{A6A9DC77-3DC9-744B-959A-D1215A70C09F}"/>
              </a:ext>
            </a:extLst>
          </p:cNvPr>
          <p:cNvSpPr txBox="1"/>
          <p:nvPr/>
        </p:nvSpPr>
        <p:spPr>
          <a:xfrm>
            <a:off x="9294318" y="4963694"/>
            <a:ext cx="1858314" cy="523220"/>
          </a:xfrm>
          <a:prstGeom prst="rect">
            <a:avLst/>
          </a:prstGeom>
          <a:noFill/>
        </p:spPr>
        <p:txBody>
          <a:bodyPr wrap="square" rtlCol="0">
            <a:spAutoFit/>
          </a:bodyPr>
          <a:lstStyle/>
          <a:p>
            <a:pPr>
              <a:spcAft>
                <a:spcPts val="600"/>
              </a:spcAft>
            </a:pPr>
            <a:r>
              <a:rPr lang="en-US" sz="1400">
                <a:solidFill>
                  <a:schemeClr val="tx2"/>
                </a:solidFill>
              </a:rPr>
              <a:t>[Insert potential solution]</a:t>
            </a:r>
            <a:endParaRPr lang="en-US" sz="1400" b="1">
              <a:solidFill>
                <a:schemeClr val="tx2"/>
              </a:solidFill>
            </a:endParaRPr>
          </a:p>
        </p:txBody>
      </p:sp>
      <p:cxnSp>
        <p:nvCxnSpPr>
          <p:cNvPr id="35" name="Straight Arrow Connector 34">
            <a:extLst>
              <a:ext uri="{FF2B5EF4-FFF2-40B4-BE49-F238E27FC236}">
                <a16:creationId xmlns:a16="http://schemas.microsoft.com/office/drawing/2014/main" id="{0019CC59-C833-52B1-3E53-10942C4734F3}"/>
              </a:ext>
            </a:extLst>
          </p:cNvPr>
          <p:cNvCxnSpPr>
            <a:cxnSpLocks/>
          </p:cNvCxnSpPr>
          <p:nvPr/>
        </p:nvCxnSpPr>
        <p:spPr>
          <a:xfrm>
            <a:off x="5824992" y="5225305"/>
            <a:ext cx="674240" cy="0"/>
          </a:xfrm>
          <a:prstGeom prst="straightConnector1">
            <a:avLst/>
          </a:prstGeom>
          <a:ln>
            <a:solidFill>
              <a:schemeClr val="bg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AF10AF2-4049-F473-5E5E-D226D2DD9E1C}"/>
              </a:ext>
            </a:extLst>
          </p:cNvPr>
          <p:cNvCxnSpPr>
            <a:cxnSpLocks/>
          </p:cNvCxnSpPr>
          <p:nvPr/>
        </p:nvCxnSpPr>
        <p:spPr>
          <a:xfrm>
            <a:off x="8532567" y="5225305"/>
            <a:ext cx="674240" cy="0"/>
          </a:xfrm>
          <a:prstGeom prst="straightConnector1">
            <a:avLst/>
          </a:prstGeom>
          <a:ln>
            <a:solidFill>
              <a:schemeClr val="bg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6" name="Right Brace 5">
            <a:extLst>
              <a:ext uri="{FF2B5EF4-FFF2-40B4-BE49-F238E27FC236}">
                <a16:creationId xmlns:a16="http://schemas.microsoft.com/office/drawing/2014/main" id="{38848C8B-DB6A-C22C-6BC3-15A0FAD8E7D7}"/>
              </a:ext>
            </a:extLst>
          </p:cNvPr>
          <p:cNvSpPr/>
          <p:nvPr/>
        </p:nvSpPr>
        <p:spPr>
          <a:xfrm>
            <a:off x="3102440" y="2571131"/>
            <a:ext cx="204584" cy="3346654"/>
          </a:xfrm>
          <a:prstGeom prst="rightBrace">
            <a:avLst/>
          </a:prstGeom>
          <a:ln w="15875"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013275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29C88-F5EE-845B-A953-02DA15A031F8}"/>
            </a:ext>
          </a:extLst>
        </p:cNvPr>
        <p:cNvGrpSpPr/>
        <p:nvPr/>
      </p:nvGrpSpPr>
      <p:grpSpPr>
        <a:xfrm>
          <a:off x="0" y="0"/>
          <a:ext cx="0" cy="0"/>
          <a:chOff x="0" y="0"/>
          <a:chExt cx="0" cy="0"/>
        </a:xfrm>
      </p:grpSpPr>
      <p:graphicFrame>
        <p:nvGraphicFramePr>
          <p:cNvPr id="32" name="think-cell data - do not delete" hidden="1">
            <a:extLst>
              <a:ext uri="{FF2B5EF4-FFF2-40B4-BE49-F238E27FC236}">
                <a16:creationId xmlns:a16="http://schemas.microsoft.com/office/drawing/2014/main" id="{97A7B017-E7B5-FF93-799D-9A6B4EC934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61" imgH="264" progId="TCLayout.ActiveDocument.1">
                  <p:embed/>
                </p:oleObj>
              </mc:Choice>
              <mc:Fallback>
                <p:oleObj name="think-cell Slide" r:id="rId4" imgW="261" imgH="264" progId="TCLayout.ActiveDocument.1">
                  <p:embed/>
                  <p:pic>
                    <p:nvPicPr>
                      <p:cNvPr id="32" name="think-cell data - do not delete" hidden="1">
                        <a:extLst>
                          <a:ext uri="{FF2B5EF4-FFF2-40B4-BE49-F238E27FC236}">
                            <a16:creationId xmlns:a16="http://schemas.microsoft.com/office/drawing/2014/main" id="{97A7B017-E7B5-FF93-799D-9A6B4EC934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14AE436-67A9-E90D-A85C-B78AF749289C}"/>
              </a:ext>
            </a:extLst>
          </p:cNvPr>
          <p:cNvSpPr>
            <a:spLocks noGrp="1"/>
          </p:cNvSpPr>
          <p:nvPr>
            <p:ph type="title"/>
          </p:nvPr>
        </p:nvSpPr>
        <p:spPr/>
        <p:txBody>
          <a:bodyPr vert="horz"/>
          <a:lstStyle/>
          <a:p>
            <a:r>
              <a:rPr lang="en-US"/>
              <a:t>There are five main phases in this project</a:t>
            </a:r>
          </a:p>
        </p:txBody>
      </p:sp>
      <p:sp>
        <p:nvSpPr>
          <p:cNvPr id="41" name="Text Box 6">
            <a:extLst>
              <a:ext uri="{FF2B5EF4-FFF2-40B4-BE49-F238E27FC236}">
                <a16:creationId xmlns:a16="http://schemas.microsoft.com/office/drawing/2014/main" id="{A8DD0227-57B1-DA42-52DF-F92CFA8837C0}"/>
              </a:ext>
            </a:extLst>
          </p:cNvPr>
          <p:cNvSpPr txBox="1">
            <a:spLocks noChangeArrowheads="1"/>
          </p:cNvSpPr>
          <p:nvPr/>
        </p:nvSpPr>
        <p:spPr bwMode="gray">
          <a:xfrm>
            <a:off x="554034" y="4284000"/>
            <a:ext cx="864000" cy="1638299"/>
          </a:xfrm>
          <a:prstGeom prst="rect">
            <a:avLst/>
          </a:prstGeom>
          <a:solidFill>
            <a:schemeClr val="tx2"/>
          </a:solidFill>
          <a:ln w="9525">
            <a:noFill/>
            <a:miter lim="800000"/>
          </a:ln>
          <a:effectLst/>
        </p:spPr>
        <p:txBody>
          <a:bodyPr wrap="square" lIns="72000" tIns="72000" rIns="36000" bIns="36000" anchor="ctr"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spcBef>
                <a:spcPct val="50000"/>
              </a:spcBef>
            </a:pPr>
            <a:r>
              <a:rPr lang="en-US" sz="1200" b="1" noProof="1">
                <a:solidFill>
                  <a:schemeClr val="bg1"/>
                </a:solidFill>
              </a:rPr>
              <a:t>Key activities</a:t>
            </a:r>
          </a:p>
        </p:txBody>
      </p:sp>
      <p:sp>
        <p:nvSpPr>
          <p:cNvPr id="50" name="Oval 49">
            <a:extLst>
              <a:ext uri="{FF2B5EF4-FFF2-40B4-BE49-F238E27FC236}">
                <a16:creationId xmlns:a16="http://schemas.microsoft.com/office/drawing/2014/main" id="{AD84E77A-351B-3F8F-7291-64E81A0AB864}"/>
              </a:ext>
            </a:extLst>
          </p:cNvPr>
          <p:cNvSpPr>
            <a:spLocks noChangeAspect="1"/>
          </p:cNvSpPr>
          <p:nvPr/>
        </p:nvSpPr>
        <p:spPr>
          <a:xfrm>
            <a:off x="2338908" y="1079976"/>
            <a:ext cx="291510" cy="2915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b="1">
                <a:solidFill>
                  <a:schemeClr val="bg1"/>
                </a:solidFill>
              </a:rPr>
              <a:t>1</a:t>
            </a:r>
          </a:p>
        </p:txBody>
      </p:sp>
      <p:sp>
        <p:nvSpPr>
          <p:cNvPr id="51" name="Oval 50">
            <a:extLst>
              <a:ext uri="{FF2B5EF4-FFF2-40B4-BE49-F238E27FC236}">
                <a16:creationId xmlns:a16="http://schemas.microsoft.com/office/drawing/2014/main" id="{6943285B-5D5C-6EAB-1BFB-1B3386B79EEF}"/>
              </a:ext>
            </a:extLst>
          </p:cNvPr>
          <p:cNvSpPr>
            <a:spLocks noChangeAspect="1"/>
          </p:cNvSpPr>
          <p:nvPr/>
        </p:nvSpPr>
        <p:spPr>
          <a:xfrm>
            <a:off x="4382894" y="1079976"/>
            <a:ext cx="291510" cy="2915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b="1">
                <a:solidFill>
                  <a:schemeClr val="bg1"/>
                </a:solidFill>
              </a:rPr>
              <a:t>2</a:t>
            </a:r>
          </a:p>
        </p:txBody>
      </p:sp>
      <p:sp>
        <p:nvSpPr>
          <p:cNvPr id="52" name="Oval 51">
            <a:extLst>
              <a:ext uri="{FF2B5EF4-FFF2-40B4-BE49-F238E27FC236}">
                <a16:creationId xmlns:a16="http://schemas.microsoft.com/office/drawing/2014/main" id="{7AAF5B24-682B-859A-8E39-4EFBC088465D}"/>
              </a:ext>
            </a:extLst>
          </p:cNvPr>
          <p:cNvSpPr>
            <a:spLocks noChangeAspect="1"/>
          </p:cNvSpPr>
          <p:nvPr/>
        </p:nvSpPr>
        <p:spPr>
          <a:xfrm>
            <a:off x="6426880" y="1079976"/>
            <a:ext cx="291510" cy="2915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b="1">
                <a:solidFill>
                  <a:schemeClr val="bg1"/>
                </a:solidFill>
              </a:rPr>
              <a:t>3</a:t>
            </a:r>
          </a:p>
        </p:txBody>
      </p:sp>
      <p:sp>
        <p:nvSpPr>
          <p:cNvPr id="53" name="Oval 52">
            <a:extLst>
              <a:ext uri="{FF2B5EF4-FFF2-40B4-BE49-F238E27FC236}">
                <a16:creationId xmlns:a16="http://schemas.microsoft.com/office/drawing/2014/main" id="{9E4B2121-8499-5FD6-785E-9D39D4802669}"/>
              </a:ext>
            </a:extLst>
          </p:cNvPr>
          <p:cNvSpPr>
            <a:spLocks noChangeAspect="1"/>
          </p:cNvSpPr>
          <p:nvPr/>
        </p:nvSpPr>
        <p:spPr>
          <a:xfrm>
            <a:off x="8470867" y="1079976"/>
            <a:ext cx="291510" cy="2915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b="1">
                <a:solidFill>
                  <a:schemeClr val="bg1"/>
                </a:solidFill>
              </a:rPr>
              <a:t>4</a:t>
            </a:r>
          </a:p>
        </p:txBody>
      </p:sp>
      <p:sp>
        <p:nvSpPr>
          <p:cNvPr id="54" name="Oval 53">
            <a:extLst>
              <a:ext uri="{FF2B5EF4-FFF2-40B4-BE49-F238E27FC236}">
                <a16:creationId xmlns:a16="http://schemas.microsoft.com/office/drawing/2014/main" id="{7CE9D434-0D76-DF07-A460-02359C19458E}"/>
              </a:ext>
            </a:extLst>
          </p:cNvPr>
          <p:cNvSpPr>
            <a:spLocks noChangeAspect="1"/>
          </p:cNvSpPr>
          <p:nvPr/>
        </p:nvSpPr>
        <p:spPr>
          <a:xfrm>
            <a:off x="10514852" y="1079976"/>
            <a:ext cx="291510" cy="2915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b="1">
                <a:solidFill>
                  <a:schemeClr val="bg1"/>
                </a:solidFill>
              </a:rPr>
              <a:t>5</a:t>
            </a:r>
          </a:p>
        </p:txBody>
      </p:sp>
      <p:sp>
        <p:nvSpPr>
          <p:cNvPr id="24" name="Text Box 6">
            <a:extLst>
              <a:ext uri="{FF2B5EF4-FFF2-40B4-BE49-F238E27FC236}">
                <a16:creationId xmlns:a16="http://schemas.microsoft.com/office/drawing/2014/main" id="{B9883A83-AB34-3CCA-459F-82279E1931E8}"/>
              </a:ext>
            </a:extLst>
          </p:cNvPr>
          <p:cNvSpPr txBox="1">
            <a:spLocks noChangeArrowheads="1"/>
          </p:cNvSpPr>
          <p:nvPr/>
        </p:nvSpPr>
        <p:spPr bwMode="gray">
          <a:xfrm>
            <a:off x="1507306" y="1556375"/>
            <a:ext cx="1954714"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Preparation</a:t>
            </a:r>
          </a:p>
        </p:txBody>
      </p:sp>
      <p:cxnSp>
        <p:nvCxnSpPr>
          <p:cNvPr id="55" name="Straight Connector 54">
            <a:extLst>
              <a:ext uri="{FF2B5EF4-FFF2-40B4-BE49-F238E27FC236}">
                <a16:creationId xmlns:a16="http://schemas.microsoft.com/office/drawing/2014/main" id="{1A665FCE-915F-D0FF-C180-1455363E75B4}"/>
              </a:ext>
            </a:extLst>
          </p:cNvPr>
          <p:cNvCxnSpPr>
            <a:cxnSpLocks/>
          </p:cNvCxnSpPr>
          <p:nvPr/>
        </p:nvCxnSpPr>
        <p:spPr>
          <a:xfrm flipH="1">
            <a:off x="1507306" y="1788666"/>
            <a:ext cx="1954714"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9" name="Text Box 7">
            <a:extLst>
              <a:ext uri="{FF2B5EF4-FFF2-40B4-BE49-F238E27FC236}">
                <a16:creationId xmlns:a16="http://schemas.microsoft.com/office/drawing/2014/main" id="{DB6502BF-F714-5A67-0034-961E844B86CD}"/>
              </a:ext>
            </a:extLst>
          </p:cNvPr>
          <p:cNvSpPr txBox="1">
            <a:spLocks noChangeArrowheads="1"/>
          </p:cNvSpPr>
          <p:nvPr/>
        </p:nvSpPr>
        <p:spPr bwMode="gray">
          <a:xfrm>
            <a:off x="3551292" y="1556375"/>
            <a:ext cx="1954714"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Planning</a:t>
            </a:r>
          </a:p>
        </p:txBody>
      </p:sp>
      <p:cxnSp>
        <p:nvCxnSpPr>
          <p:cNvPr id="56" name="Straight Connector 55">
            <a:extLst>
              <a:ext uri="{FF2B5EF4-FFF2-40B4-BE49-F238E27FC236}">
                <a16:creationId xmlns:a16="http://schemas.microsoft.com/office/drawing/2014/main" id="{3382542E-F0AE-CC0D-A2DE-D785A633E5CC}"/>
              </a:ext>
            </a:extLst>
          </p:cNvPr>
          <p:cNvCxnSpPr>
            <a:cxnSpLocks/>
          </p:cNvCxnSpPr>
          <p:nvPr/>
        </p:nvCxnSpPr>
        <p:spPr>
          <a:xfrm flipH="1">
            <a:off x="3551292" y="1788666"/>
            <a:ext cx="1954714"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 Box 7">
            <a:extLst>
              <a:ext uri="{FF2B5EF4-FFF2-40B4-BE49-F238E27FC236}">
                <a16:creationId xmlns:a16="http://schemas.microsoft.com/office/drawing/2014/main" id="{ECC78F3B-4D69-DF06-E082-79542AFA154C}"/>
              </a:ext>
            </a:extLst>
          </p:cNvPr>
          <p:cNvSpPr txBox="1">
            <a:spLocks noChangeArrowheads="1"/>
          </p:cNvSpPr>
          <p:nvPr/>
        </p:nvSpPr>
        <p:spPr bwMode="gray">
          <a:xfrm>
            <a:off x="5595278" y="1556375"/>
            <a:ext cx="1954714"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Execution</a:t>
            </a:r>
          </a:p>
        </p:txBody>
      </p:sp>
      <p:cxnSp>
        <p:nvCxnSpPr>
          <p:cNvPr id="57" name="Straight Connector 56">
            <a:extLst>
              <a:ext uri="{FF2B5EF4-FFF2-40B4-BE49-F238E27FC236}">
                <a16:creationId xmlns:a16="http://schemas.microsoft.com/office/drawing/2014/main" id="{330A39F1-3564-5F6C-71D9-C3FB63D9A1CA}"/>
              </a:ext>
            </a:extLst>
          </p:cNvPr>
          <p:cNvCxnSpPr>
            <a:cxnSpLocks/>
          </p:cNvCxnSpPr>
          <p:nvPr/>
        </p:nvCxnSpPr>
        <p:spPr>
          <a:xfrm flipH="1">
            <a:off x="5595278" y="1788666"/>
            <a:ext cx="1954714"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Text Box 8">
            <a:extLst>
              <a:ext uri="{FF2B5EF4-FFF2-40B4-BE49-F238E27FC236}">
                <a16:creationId xmlns:a16="http://schemas.microsoft.com/office/drawing/2014/main" id="{388FA010-C29F-2AAE-793D-5ED560DCDFD0}"/>
              </a:ext>
            </a:extLst>
          </p:cNvPr>
          <p:cNvSpPr txBox="1">
            <a:spLocks noChangeArrowheads="1"/>
          </p:cNvSpPr>
          <p:nvPr/>
        </p:nvSpPr>
        <p:spPr bwMode="gray">
          <a:xfrm>
            <a:off x="7639264" y="1556375"/>
            <a:ext cx="1954714"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Quality control</a:t>
            </a:r>
          </a:p>
        </p:txBody>
      </p:sp>
      <p:cxnSp>
        <p:nvCxnSpPr>
          <p:cNvPr id="58" name="Straight Connector 57">
            <a:extLst>
              <a:ext uri="{FF2B5EF4-FFF2-40B4-BE49-F238E27FC236}">
                <a16:creationId xmlns:a16="http://schemas.microsoft.com/office/drawing/2014/main" id="{716B3A40-55DA-03C3-85D4-19E6A1EDD261}"/>
              </a:ext>
            </a:extLst>
          </p:cNvPr>
          <p:cNvCxnSpPr>
            <a:cxnSpLocks/>
          </p:cNvCxnSpPr>
          <p:nvPr/>
        </p:nvCxnSpPr>
        <p:spPr>
          <a:xfrm flipH="1">
            <a:off x="7639265" y="1788666"/>
            <a:ext cx="1954714"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Text Box 9">
            <a:extLst>
              <a:ext uri="{FF2B5EF4-FFF2-40B4-BE49-F238E27FC236}">
                <a16:creationId xmlns:a16="http://schemas.microsoft.com/office/drawing/2014/main" id="{E6CCE95B-C640-0625-B897-8376D09D2CEB}"/>
              </a:ext>
            </a:extLst>
          </p:cNvPr>
          <p:cNvSpPr txBox="1">
            <a:spLocks noChangeArrowheads="1"/>
          </p:cNvSpPr>
          <p:nvPr/>
        </p:nvSpPr>
        <p:spPr bwMode="gray">
          <a:xfrm>
            <a:off x="9683250" y="1556375"/>
            <a:ext cx="1954714" cy="184666"/>
          </a:xfrm>
          <a:prstGeom prst="rect">
            <a:avLst/>
          </a:prstGeom>
          <a:noFill/>
          <a:ln w="9525">
            <a:noFill/>
            <a:miter lim="800000"/>
          </a:ln>
          <a:effectLst/>
        </p:spPr>
        <p:txBody>
          <a:bodyPr wrap="square" lIns="0" tIns="0" rIns="0" bIns="0" anchor="ctr" anchorCtr="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200" b="1" noProof="1">
                <a:solidFill>
                  <a:schemeClr val="tx2"/>
                </a:solidFill>
              </a:rPr>
              <a:t>Closing</a:t>
            </a:r>
          </a:p>
        </p:txBody>
      </p:sp>
      <p:cxnSp>
        <p:nvCxnSpPr>
          <p:cNvPr id="59" name="Straight Connector 58">
            <a:extLst>
              <a:ext uri="{FF2B5EF4-FFF2-40B4-BE49-F238E27FC236}">
                <a16:creationId xmlns:a16="http://schemas.microsoft.com/office/drawing/2014/main" id="{114E4BC8-5A6B-C2E9-A49D-A2933E814A4F}"/>
              </a:ext>
            </a:extLst>
          </p:cNvPr>
          <p:cNvCxnSpPr>
            <a:cxnSpLocks/>
          </p:cNvCxnSpPr>
          <p:nvPr/>
        </p:nvCxnSpPr>
        <p:spPr>
          <a:xfrm flipH="1">
            <a:off x="9683250" y="1788666"/>
            <a:ext cx="1954714"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Text Box 6">
            <a:extLst>
              <a:ext uri="{FF2B5EF4-FFF2-40B4-BE49-F238E27FC236}">
                <a16:creationId xmlns:a16="http://schemas.microsoft.com/office/drawing/2014/main" id="{02486C14-DC3D-F70E-83D2-4F49645670C6}"/>
              </a:ext>
            </a:extLst>
          </p:cNvPr>
          <p:cNvSpPr txBox="1">
            <a:spLocks noChangeArrowheads="1"/>
          </p:cNvSpPr>
          <p:nvPr/>
        </p:nvSpPr>
        <p:spPr bwMode="gray">
          <a:xfrm>
            <a:off x="554034" y="1909155"/>
            <a:ext cx="864000" cy="504000"/>
          </a:xfrm>
          <a:prstGeom prst="rect">
            <a:avLst/>
          </a:prstGeom>
          <a:solidFill>
            <a:schemeClr val="tx2"/>
          </a:solidFill>
          <a:ln w="9525">
            <a:noFill/>
            <a:miter lim="800000"/>
          </a:ln>
          <a:effectLst/>
        </p:spPr>
        <p:txBody>
          <a:bodyPr wrap="square" lIns="72000" tIns="72000" rIns="36000" bIns="36000" anchor="ctr"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spcBef>
                <a:spcPct val="50000"/>
              </a:spcBef>
            </a:pPr>
            <a:r>
              <a:rPr lang="en-US" sz="1200" b="1" noProof="1">
                <a:solidFill>
                  <a:schemeClr val="bg1"/>
                </a:solidFill>
              </a:rPr>
              <a:t>Timeline</a:t>
            </a:r>
          </a:p>
        </p:txBody>
      </p:sp>
      <p:sp>
        <p:nvSpPr>
          <p:cNvPr id="73" name="Text Box 6">
            <a:extLst>
              <a:ext uri="{FF2B5EF4-FFF2-40B4-BE49-F238E27FC236}">
                <a16:creationId xmlns:a16="http://schemas.microsoft.com/office/drawing/2014/main" id="{B4CAF33F-23DB-75B2-6AFC-F43A9ED569F2}"/>
              </a:ext>
            </a:extLst>
          </p:cNvPr>
          <p:cNvSpPr txBox="1">
            <a:spLocks noChangeArrowheads="1"/>
          </p:cNvSpPr>
          <p:nvPr/>
        </p:nvSpPr>
        <p:spPr bwMode="gray">
          <a:xfrm>
            <a:off x="1507306" y="1909155"/>
            <a:ext cx="1954714" cy="504000"/>
          </a:xfrm>
          <a:prstGeom prst="rect">
            <a:avLst/>
          </a:prstGeom>
          <a:noFill/>
          <a:ln w="9525">
            <a:noFill/>
            <a:miter lim="800000"/>
          </a:ln>
          <a:effectLst/>
        </p:spPr>
        <p:txBody>
          <a:bodyPr wrap="square" lIns="72000" tIns="72000" rIns="72000" bIns="36000" anchor="ctr"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000" noProof="1">
                <a:solidFill>
                  <a:schemeClr val="tx2"/>
                </a:solidFill>
              </a:rPr>
              <a:t>xx weeks</a:t>
            </a:r>
          </a:p>
        </p:txBody>
      </p:sp>
      <p:sp>
        <p:nvSpPr>
          <p:cNvPr id="74" name="Text Box 6">
            <a:extLst>
              <a:ext uri="{FF2B5EF4-FFF2-40B4-BE49-F238E27FC236}">
                <a16:creationId xmlns:a16="http://schemas.microsoft.com/office/drawing/2014/main" id="{B29B6B36-0169-F645-DAD8-6077F0B33635}"/>
              </a:ext>
            </a:extLst>
          </p:cNvPr>
          <p:cNvSpPr txBox="1">
            <a:spLocks noChangeArrowheads="1"/>
          </p:cNvSpPr>
          <p:nvPr/>
        </p:nvSpPr>
        <p:spPr bwMode="gray">
          <a:xfrm>
            <a:off x="3551292" y="1909155"/>
            <a:ext cx="1954714" cy="504000"/>
          </a:xfrm>
          <a:prstGeom prst="rect">
            <a:avLst/>
          </a:prstGeom>
          <a:noFill/>
          <a:ln w="9525">
            <a:noFill/>
            <a:miter lim="800000"/>
          </a:ln>
          <a:effectLst/>
        </p:spPr>
        <p:txBody>
          <a:bodyPr wrap="square" lIns="72000" tIns="72000" rIns="72000" bIns="36000" anchor="ctr"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000" noProof="1">
                <a:solidFill>
                  <a:schemeClr val="tx2"/>
                </a:solidFill>
              </a:rPr>
              <a:t>xx weeks</a:t>
            </a:r>
          </a:p>
        </p:txBody>
      </p:sp>
      <p:sp>
        <p:nvSpPr>
          <p:cNvPr id="75" name="Text Box 6">
            <a:extLst>
              <a:ext uri="{FF2B5EF4-FFF2-40B4-BE49-F238E27FC236}">
                <a16:creationId xmlns:a16="http://schemas.microsoft.com/office/drawing/2014/main" id="{AE51C023-CD35-9510-7794-FB728F87B56D}"/>
              </a:ext>
            </a:extLst>
          </p:cNvPr>
          <p:cNvSpPr txBox="1">
            <a:spLocks noChangeArrowheads="1"/>
          </p:cNvSpPr>
          <p:nvPr/>
        </p:nvSpPr>
        <p:spPr bwMode="gray">
          <a:xfrm>
            <a:off x="5595278" y="1909155"/>
            <a:ext cx="1954714" cy="504000"/>
          </a:xfrm>
          <a:prstGeom prst="rect">
            <a:avLst/>
          </a:prstGeom>
          <a:noFill/>
          <a:ln w="9525">
            <a:noFill/>
            <a:miter lim="800000"/>
          </a:ln>
          <a:effectLst/>
        </p:spPr>
        <p:txBody>
          <a:bodyPr wrap="square" lIns="72000" tIns="72000" rIns="72000" bIns="36000" anchor="ctr"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000" noProof="1">
                <a:solidFill>
                  <a:schemeClr val="tx2"/>
                </a:solidFill>
              </a:rPr>
              <a:t>xx weeks</a:t>
            </a:r>
          </a:p>
        </p:txBody>
      </p:sp>
      <p:sp>
        <p:nvSpPr>
          <p:cNvPr id="76" name="Text Box 6">
            <a:extLst>
              <a:ext uri="{FF2B5EF4-FFF2-40B4-BE49-F238E27FC236}">
                <a16:creationId xmlns:a16="http://schemas.microsoft.com/office/drawing/2014/main" id="{8E31FB8A-CFB2-111D-BF7D-C747EE931DB3}"/>
              </a:ext>
            </a:extLst>
          </p:cNvPr>
          <p:cNvSpPr txBox="1">
            <a:spLocks noChangeArrowheads="1"/>
          </p:cNvSpPr>
          <p:nvPr/>
        </p:nvSpPr>
        <p:spPr bwMode="gray">
          <a:xfrm>
            <a:off x="7639264" y="1909155"/>
            <a:ext cx="1954714" cy="504000"/>
          </a:xfrm>
          <a:prstGeom prst="rect">
            <a:avLst/>
          </a:prstGeom>
          <a:noFill/>
          <a:ln w="9525">
            <a:noFill/>
            <a:miter lim="800000"/>
          </a:ln>
          <a:effectLst/>
        </p:spPr>
        <p:txBody>
          <a:bodyPr wrap="square" lIns="72000" tIns="72000" rIns="72000" bIns="36000" anchor="ctr"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000" noProof="1">
                <a:solidFill>
                  <a:schemeClr val="tx2"/>
                </a:solidFill>
              </a:rPr>
              <a:t>xx weeks</a:t>
            </a:r>
          </a:p>
        </p:txBody>
      </p:sp>
      <p:sp>
        <p:nvSpPr>
          <p:cNvPr id="77" name="Text Box 6">
            <a:extLst>
              <a:ext uri="{FF2B5EF4-FFF2-40B4-BE49-F238E27FC236}">
                <a16:creationId xmlns:a16="http://schemas.microsoft.com/office/drawing/2014/main" id="{3153D282-27C7-AA2D-9DFD-7EBD92C6608F}"/>
              </a:ext>
            </a:extLst>
          </p:cNvPr>
          <p:cNvSpPr txBox="1">
            <a:spLocks noChangeArrowheads="1"/>
          </p:cNvSpPr>
          <p:nvPr/>
        </p:nvSpPr>
        <p:spPr bwMode="gray">
          <a:xfrm>
            <a:off x="9683250" y="1909155"/>
            <a:ext cx="1954714" cy="504000"/>
          </a:xfrm>
          <a:prstGeom prst="rect">
            <a:avLst/>
          </a:prstGeom>
          <a:noFill/>
          <a:ln w="9525">
            <a:noFill/>
            <a:miter lim="800000"/>
          </a:ln>
          <a:effectLst/>
        </p:spPr>
        <p:txBody>
          <a:bodyPr wrap="square" lIns="72000" tIns="72000" rIns="72000" bIns="36000" anchor="ctr"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ct val="50000"/>
              </a:spcBef>
            </a:pPr>
            <a:r>
              <a:rPr lang="en-US" sz="1000" noProof="1">
                <a:solidFill>
                  <a:schemeClr val="tx2"/>
                </a:solidFill>
              </a:rPr>
              <a:t>xx weeks</a:t>
            </a:r>
          </a:p>
        </p:txBody>
      </p:sp>
      <p:sp>
        <p:nvSpPr>
          <p:cNvPr id="78" name="Text Box 6">
            <a:extLst>
              <a:ext uri="{FF2B5EF4-FFF2-40B4-BE49-F238E27FC236}">
                <a16:creationId xmlns:a16="http://schemas.microsoft.com/office/drawing/2014/main" id="{B3B94FE3-3BA3-4688-3119-228DB36C8798}"/>
              </a:ext>
            </a:extLst>
          </p:cNvPr>
          <p:cNvSpPr txBox="1">
            <a:spLocks noChangeArrowheads="1"/>
          </p:cNvSpPr>
          <p:nvPr/>
        </p:nvSpPr>
        <p:spPr bwMode="gray">
          <a:xfrm>
            <a:off x="1507306" y="4284000"/>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16000" indent="-216000">
              <a:spcBef>
                <a:spcPts val="300"/>
              </a:spcBef>
              <a:spcAft>
                <a:spcPts val="300"/>
              </a:spcAft>
              <a:buFont typeface="Arial" panose="020B0604020202020204" pitchFamily="34" charset="0"/>
              <a:buChar char="•"/>
            </a:pPr>
            <a:r>
              <a:rPr lang="en-US" sz="1000" noProof="1">
                <a:solidFill>
                  <a:schemeClr val="tx2"/>
                </a:solidFill>
              </a:rPr>
              <a:t>Identify business needs</a:t>
            </a:r>
          </a:p>
          <a:p>
            <a:pPr marL="216000" indent="-216000">
              <a:spcBef>
                <a:spcPts val="300"/>
              </a:spcBef>
              <a:spcAft>
                <a:spcPts val="300"/>
              </a:spcAft>
              <a:buFont typeface="Arial" panose="020B0604020202020204" pitchFamily="34" charset="0"/>
              <a:buChar char="•"/>
            </a:pPr>
            <a:r>
              <a:rPr lang="en-US" sz="1000" noProof="1">
                <a:solidFill>
                  <a:schemeClr val="tx2"/>
                </a:solidFill>
              </a:rPr>
              <a:t>Create a project charter</a:t>
            </a:r>
          </a:p>
          <a:p>
            <a:pPr marL="216000" indent="-216000">
              <a:spcBef>
                <a:spcPts val="300"/>
              </a:spcBef>
              <a:spcAft>
                <a:spcPts val="300"/>
              </a:spcAft>
              <a:buFont typeface="Arial" panose="020B0604020202020204" pitchFamily="34" charset="0"/>
              <a:buChar char="•"/>
            </a:pPr>
            <a:r>
              <a:rPr lang="en-US" sz="1000" noProof="1">
                <a:solidFill>
                  <a:schemeClr val="tx2"/>
                </a:solidFill>
              </a:rPr>
              <a:t>Formal authorization to start the project</a:t>
            </a:r>
          </a:p>
          <a:p>
            <a:pPr marL="216000" indent="-216000">
              <a:spcBef>
                <a:spcPts val="300"/>
              </a:spcBef>
              <a:spcAft>
                <a:spcPts val="300"/>
              </a:spcAft>
              <a:buFont typeface="Arial" panose="020B0604020202020204" pitchFamily="34" charset="0"/>
              <a:buChar char="•"/>
            </a:pPr>
            <a:r>
              <a:rPr lang="en-US" sz="1000" noProof="1">
                <a:solidFill>
                  <a:schemeClr val="tx2"/>
                </a:solidFill>
              </a:rPr>
              <a:t>…</a:t>
            </a:r>
          </a:p>
        </p:txBody>
      </p:sp>
      <p:sp>
        <p:nvSpPr>
          <p:cNvPr id="79" name="Text Box 6">
            <a:extLst>
              <a:ext uri="{FF2B5EF4-FFF2-40B4-BE49-F238E27FC236}">
                <a16:creationId xmlns:a16="http://schemas.microsoft.com/office/drawing/2014/main" id="{B18009FB-6732-8050-01C8-85263DAC592A}"/>
              </a:ext>
            </a:extLst>
          </p:cNvPr>
          <p:cNvSpPr txBox="1">
            <a:spLocks noChangeArrowheads="1"/>
          </p:cNvSpPr>
          <p:nvPr/>
        </p:nvSpPr>
        <p:spPr bwMode="gray">
          <a:xfrm>
            <a:off x="3551292" y="4284000"/>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16000" indent="-216000">
              <a:spcBef>
                <a:spcPts val="300"/>
              </a:spcBef>
              <a:spcAft>
                <a:spcPts val="300"/>
              </a:spcAft>
              <a:buFont typeface="Arial" panose="020B0604020202020204" pitchFamily="34" charset="0"/>
              <a:buChar char="•"/>
            </a:pPr>
            <a:r>
              <a:rPr lang="en-US" sz="1000" noProof="1">
                <a:solidFill>
                  <a:schemeClr val="tx2"/>
                </a:solidFill>
              </a:rPr>
              <a:t>Gather business requirement</a:t>
            </a:r>
          </a:p>
          <a:p>
            <a:pPr marL="216000" indent="-216000">
              <a:spcBef>
                <a:spcPts val="300"/>
              </a:spcBef>
              <a:spcAft>
                <a:spcPts val="300"/>
              </a:spcAft>
              <a:buFont typeface="Arial" panose="020B0604020202020204" pitchFamily="34" charset="0"/>
              <a:buChar char="•"/>
            </a:pPr>
            <a:r>
              <a:rPr lang="en-US" sz="1000" noProof="1">
                <a:solidFill>
                  <a:schemeClr val="tx2"/>
                </a:solidFill>
              </a:rPr>
              <a:t>Break down work into main activities</a:t>
            </a:r>
          </a:p>
          <a:p>
            <a:pPr marL="216000" indent="-216000">
              <a:spcBef>
                <a:spcPts val="300"/>
              </a:spcBef>
              <a:spcAft>
                <a:spcPts val="300"/>
              </a:spcAft>
              <a:buFont typeface="Arial" panose="020B0604020202020204" pitchFamily="34" charset="0"/>
              <a:buChar char="•"/>
            </a:pPr>
            <a:r>
              <a:rPr lang="en-US" sz="1000" noProof="1">
                <a:solidFill>
                  <a:schemeClr val="tx2"/>
                </a:solidFill>
              </a:rPr>
              <a:t>…</a:t>
            </a:r>
          </a:p>
        </p:txBody>
      </p:sp>
      <p:sp>
        <p:nvSpPr>
          <p:cNvPr id="80" name="Text Box 6">
            <a:extLst>
              <a:ext uri="{FF2B5EF4-FFF2-40B4-BE49-F238E27FC236}">
                <a16:creationId xmlns:a16="http://schemas.microsoft.com/office/drawing/2014/main" id="{FFB9FACF-1534-D028-9530-7F89AE7EF13E}"/>
              </a:ext>
            </a:extLst>
          </p:cNvPr>
          <p:cNvSpPr txBox="1">
            <a:spLocks noChangeArrowheads="1"/>
          </p:cNvSpPr>
          <p:nvPr/>
        </p:nvSpPr>
        <p:spPr bwMode="gray">
          <a:xfrm>
            <a:off x="5595278" y="4284000"/>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16000" indent="-216000">
              <a:spcBef>
                <a:spcPts val="300"/>
              </a:spcBef>
              <a:spcAft>
                <a:spcPts val="300"/>
              </a:spcAft>
              <a:buFont typeface="Arial" panose="020B0604020202020204" pitchFamily="34" charset="0"/>
              <a:buChar char="•"/>
            </a:pPr>
            <a:r>
              <a:rPr lang="en-US" sz="1000" noProof="1">
                <a:solidFill>
                  <a:schemeClr val="tx2"/>
                </a:solidFill>
              </a:rPr>
              <a:t>…</a:t>
            </a:r>
          </a:p>
          <a:p>
            <a:pPr marL="216000" indent="-216000">
              <a:spcBef>
                <a:spcPts val="300"/>
              </a:spcBef>
              <a:spcAft>
                <a:spcPts val="300"/>
              </a:spcAft>
              <a:buFont typeface="Arial" panose="020B0604020202020204" pitchFamily="34" charset="0"/>
              <a:buChar char="•"/>
            </a:pPr>
            <a:r>
              <a:rPr lang="en-US" sz="1000" noProof="1">
                <a:solidFill>
                  <a:schemeClr val="tx2"/>
                </a:solidFill>
              </a:rPr>
              <a:t>…</a:t>
            </a:r>
          </a:p>
          <a:p>
            <a:pPr marL="216000" indent="-216000">
              <a:spcBef>
                <a:spcPts val="300"/>
              </a:spcBef>
              <a:spcAft>
                <a:spcPts val="300"/>
              </a:spcAft>
              <a:buFont typeface="Arial" panose="020B0604020202020204" pitchFamily="34" charset="0"/>
              <a:buChar char="•"/>
            </a:pPr>
            <a:r>
              <a:rPr lang="en-US" sz="1000" noProof="1">
                <a:solidFill>
                  <a:schemeClr val="tx2"/>
                </a:solidFill>
              </a:rPr>
              <a:t>…</a:t>
            </a:r>
          </a:p>
        </p:txBody>
      </p:sp>
      <p:sp>
        <p:nvSpPr>
          <p:cNvPr id="81" name="Text Box 6">
            <a:extLst>
              <a:ext uri="{FF2B5EF4-FFF2-40B4-BE49-F238E27FC236}">
                <a16:creationId xmlns:a16="http://schemas.microsoft.com/office/drawing/2014/main" id="{3F377CDA-2748-DB72-4A72-DA6875EF0932}"/>
              </a:ext>
            </a:extLst>
          </p:cNvPr>
          <p:cNvSpPr txBox="1">
            <a:spLocks noChangeArrowheads="1"/>
          </p:cNvSpPr>
          <p:nvPr/>
        </p:nvSpPr>
        <p:spPr bwMode="gray">
          <a:xfrm>
            <a:off x="7639264" y="4284000"/>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16000" indent="-216000">
              <a:spcBef>
                <a:spcPts val="300"/>
              </a:spcBef>
              <a:spcAft>
                <a:spcPts val="300"/>
              </a:spcAft>
              <a:buFont typeface="Arial" panose="020B0604020202020204" pitchFamily="34" charset="0"/>
              <a:buChar char="•"/>
            </a:pPr>
            <a:r>
              <a:rPr lang="en-US" sz="1000" noProof="1">
                <a:solidFill>
                  <a:schemeClr val="tx2"/>
                </a:solidFill>
              </a:rPr>
              <a:t>Measure against performance baseline</a:t>
            </a:r>
          </a:p>
          <a:p>
            <a:pPr marL="216000" indent="-216000">
              <a:spcBef>
                <a:spcPts val="300"/>
              </a:spcBef>
              <a:spcAft>
                <a:spcPts val="300"/>
              </a:spcAft>
              <a:buFont typeface="Arial" panose="020B0604020202020204" pitchFamily="34" charset="0"/>
              <a:buChar char="•"/>
            </a:pPr>
            <a:r>
              <a:rPr lang="en-US" sz="1000" noProof="1">
                <a:solidFill>
                  <a:schemeClr val="tx2"/>
                </a:solidFill>
              </a:rPr>
              <a:t>Recommend preventive and corrective actions</a:t>
            </a:r>
          </a:p>
          <a:p>
            <a:pPr marL="216000" indent="-216000">
              <a:spcBef>
                <a:spcPts val="300"/>
              </a:spcBef>
              <a:spcAft>
                <a:spcPts val="300"/>
              </a:spcAft>
              <a:buFont typeface="Arial" panose="020B0604020202020204" pitchFamily="34" charset="0"/>
              <a:buChar char="•"/>
            </a:pPr>
            <a:r>
              <a:rPr lang="en-US" sz="1000" noProof="1">
                <a:solidFill>
                  <a:schemeClr val="tx2"/>
                </a:solidFill>
              </a:rPr>
              <a:t>Ensure quality control</a:t>
            </a:r>
          </a:p>
          <a:p>
            <a:pPr marL="216000" indent="-216000">
              <a:spcBef>
                <a:spcPts val="300"/>
              </a:spcBef>
              <a:spcAft>
                <a:spcPts val="300"/>
              </a:spcAft>
              <a:buFont typeface="Arial" panose="020B0604020202020204" pitchFamily="34" charset="0"/>
              <a:buChar char="•"/>
            </a:pPr>
            <a:r>
              <a:rPr lang="en-US" sz="1000" noProof="1">
                <a:solidFill>
                  <a:schemeClr val="tx2"/>
                </a:solidFill>
              </a:rPr>
              <a:t>Implement change control</a:t>
            </a:r>
          </a:p>
          <a:p>
            <a:pPr marL="216000" indent="-216000">
              <a:spcBef>
                <a:spcPts val="300"/>
              </a:spcBef>
              <a:spcAft>
                <a:spcPts val="300"/>
              </a:spcAft>
              <a:buFont typeface="Arial" panose="020B0604020202020204" pitchFamily="34" charset="0"/>
              <a:buChar char="•"/>
            </a:pPr>
            <a:r>
              <a:rPr lang="en-US" sz="1000" noProof="1">
                <a:solidFill>
                  <a:schemeClr val="tx2"/>
                </a:solidFill>
              </a:rPr>
              <a:t>…</a:t>
            </a:r>
          </a:p>
        </p:txBody>
      </p:sp>
      <p:sp>
        <p:nvSpPr>
          <p:cNvPr id="82" name="Text Box 6">
            <a:extLst>
              <a:ext uri="{FF2B5EF4-FFF2-40B4-BE49-F238E27FC236}">
                <a16:creationId xmlns:a16="http://schemas.microsoft.com/office/drawing/2014/main" id="{DCCAE52A-994B-BA67-D50E-962EDBD37ADF}"/>
              </a:ext>
            </a:extLst>
          </p:cNvPr>
          <p:cNvSpPr txBox="1">
            <a:spLocks noChangeArrowheads="1"/>
          </p:cNvSpPr>
          <p:nvPr/>
        </p:nvSpPr>
        <p:spPr bwMode="gray">
          <a:xfrm>
            <a:off x="9683250" y="4284000"/>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16000" indent="-216000">
              <a:spcBef>
                <a:spcPts val="300"/>
              </a:spcBef>
              <a:spcAft>
                <a:spcPts val="300"/>
              </a:spcAft>
              <a:buFont typeface="Arial" panose="020B0604020202020204" pitchFamily="34" charset="0"/>
              <a:buChar char="•"/>
            </a:pPr>
            <a:r>
              <a:rPr lang="en-US" sz="1000" noProof="1">
                <a:solidFill>
                  <a:schemeClr val="tx2"/>
                </a:solidFill>
              </a:rPr>
              <a:t>…</a:t>
            </a:r>
          </a:p>
          <a:p>
            <a:pPr marL="216000" indent="-216000">
              <a:spcBef>
                <a:spcPts val="300"/>
              </a:spcBef>
              <a:spcAft>
                <a:spcPts val="300"/>
              </a:spcAft>
              <a:buFont typeface="Arial" panose="020B0604020202020204" pitchFamily="34" charset="0"/>
              <a:buChar char="•"/>
            </a:pPr>
            <a:r>
              <a:rPr lang="en-US" sz="1000" noProof="1">
                <a:solidFill>
                  <a:schemeClr val="tx2"/>
                </a:solidFill>
              </a:rPr>
              <a:t>…</a:t>
            </a:r>
          </a:p>
          <a:p>
            <a:pPr marL="216000" indent="-216000">
              <a:spcBef>
                <a:spcPts val="300"/>
              </a:spcBef>
              <a:spcAft>
                <a:spcPts val="300"/>
              </a:spcAft>
              <a:buFont typeface="Arial" panose="020B0604020202020204" pitchFamily="34" charset="0"/>
              <a:buChar char="•"/>
            </a:pPr>
            <a:r>
              <a:rPr lang="en-US" sz="1000" noProof="1">
                <a:solidFill>
                  <a:schemeClr val="tx2"/>
                </a:solidFill>
              </a:rPr>
              <a:t>…</a:t>
            </a:r>
          </a:p>
        </p:txBody>
      </p:sp>
      <p:cxnSp>
        <p:nvCxnSpPr>
          <p:cNvPr id="83" name="Straight Connector 82">
            <a:extLst>
              <a:ext uri="{FF2B5EF4-FFF2-40B4-BE49-F238E27FC236}">
                <a16:creationId xmlns:a16="http://schemas.microsoft.com/office/drawing/2014/main" id="{7B6E8E86-452B-5DBC-A3E1-9E64337668D1}"/>
              </a:ext>
            </a:extLst>
          </p:cNvPr>
          <p:cNvCxnSpPr>
            <a:cxnSpLocks/>
          </p:cNvCxnSpPr>
          <p:nvPr/>
        </p:nvCxnSpPr>
        <p:spPr>
          <a:xfrm>
            <a:off x="550864" y="2473399"/>
            <a:ext cx="11087099"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Text Box 6">
            <a:extLst>
              <a:ext uri="{FF2B5EF4-FFF2-40B4-BE49-F238E27FC236}">
                <a16:creationId xmlns:a16="http://schemas.microsoft.com/office/drawing/2014/main" id="{4AB84BFB-4A2F-CE4A-F825-90AE3EA0BAA4}"/>
              </a:ext>
            </a:extLst>
          </p:cNvPr>
          <p:cNvSpPr txBox="1">
            <a:spLocks noChangeArrowheads="1"/>
          </p:cNvSpPr>
          <p:nvPr/>
        </p:nvSpPr>
        <p:spPr bwMode="gray">
          <a:xfrm>
            <a:off x="554034" y="2529428"/>
            <a:ext cx="864000" cy="1638299"/>
          </a:xfrm>
          <a:prstGeom prst="rect">
            <a:avLst/>
          </a:prstGeom>
          <a:solidFill>
            <a:schemeClr val="tx2"/>
          </a:solidFill>
          <a:ln w="9525">
            <a:noFill/>
            <a:miter lim="800000"/>
          </a:ln>
          <a:effectLst/>
        </p:spPr>
        <p:txBody>
          <a:bodyPr wrap="square" lIns="72000" tIns="72000" rIns="36000" bIns="36000" anchor="ctr"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spcBef>
                <a:spcPct val="50000"/>
              </a:spcBef>
            </a:pPr>
            <a:r>
              <a:rPr lang="en-US" sz="1200" b="1" noProof="1">
                <a:solidFill>
                  <a:schemeClr val="bg1"/>
                </a:solidFill>
              </a:rPr>
              <a:t>Main objectives</a:t>
            </a:r>
          </a:p>
        </p:txBody>
      </p:sp>
      <p:sp>
        <p:nvSpPr>
          <p:cNvPr id="4" name="Text Box 6">
            <a:extLst>
              <a:ext uri="{FF2B5EF4-FFF2-40B4-BE49-F238E27FC236}">
                <a16:creationId xmlns:a16="http://schemas.microsoft.com/office/drawing/2014/main" id="{9FF8B6FD-0764-BF53-4EE6-6B4F698D3806}"/>
              </a:ext>
            </a:extLst>
          </p:cNvPr>
          <p:cNvSpPr txBox="1">
            <a:spLocks noChangeArrowheads="1"/>
          </p:cNvSpPr>
          <p:nvPr/>
        </p:nvSpPr>
        <p:spPr bwMode="gray">
          <a:xfrm>
            <a:off x="1507306" y="2529428"/>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28600" indent="-228600">
              <a:spcBef>
                <a:spcPts val="300"/>
              </a:spcBef>
              <a:spcAft>
                <a:spcPts val="300"/>
              </a:spcAft>
              <a:buFont typeface="+mj-lt"/>
              <a:buAutoNum type="arabicPeriod"/>
            </a:pPr>
            <a:r>
              <a:rPr lang="en-US" sz="1000" noProof="1">
                <a:solidFill>
                  <a:schemeClr val="tx2"/>
                </a:solidFill>
              </a:rPr>
              <a:t>[Insert main objective of phase]</a:t>
            </a:r>
          </a:p>
          <a:p>
            <a:pPr marL="228600" indent="-228600">
              <a:spcBef>
                <a:spcPts val="300"/>
              </a:spcBef>
              <a:spcAft>
                <a:spcPts val="300"/>
              </a:spcAft>
              <a:buFont typeface="+mj-lt"/>
              <a:buAutoNum type="arabicPeriod"/>
            </a:pPr>
            <a:r>
              <a:rPr lang="en-US" sz="1000" noProof="1">
                <a:solidFill>
                  <a:schemeClr val="tx2"/>
                </a:solidFill>
              </a:rPr>
              <a:t>…</a:t>
            </a:r>
          </a:p>
          <a:p>
            <a:pPr marL="228600" indent="-228600">
              <a:spcBef>
                <a:spcPts val="300"/>
              </a:spcBef>
              <a:spcAft>
                <a:spcPts val="300"/>
              </a:spcAft>
              <a:buFont typeface="+mj-lt"/>
              <a:buAutoNum type="arabicPeriod"/>
            </a:pPr>
            <a:r>
              <a:rPr lang="en-US" sz="1000" noProof="1">
                <a:solidFill>
                  <a:schemeClr val="tx2"/>
                </a:solidFill>
              </a:rPr>
              <a:t>…</a:t>
            </a:r>
          </a:p>
        </p:txBody>
      </p:sp>
      <p:sp>
        <p:nvSpPr>
          <p:cNvPr id="6" name="Text Box 6">
            <a:extLst>
              <a:ext uri="{FF2B5EF4-FFF2-40B4-BE49-F238E27FC236}">
                <a16:creationId xmlns:a16="http://schemas.microsoft.com/office/drawing/2014/main" id="{27C3FC33-5DC5-6594-C712-739800A1F19B}"/>
              </a:ext>
            </a:extLst>
          </p:cNvPr>
          <p:cNvSpPr txBox="1">
            <a:spLocks noChangeArrowheads="1"/>
          </p:cNvSpPr>
          <p:nvPr/>
        </p:nvSpPr>
        <p:spPr bwMode="gray">
          <a:xfrm>
            <a:off x="3551292" y="2529428"/>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28600" indent="-228600">
              <a:spcBef>
                <a:spcPts val="300"/>
              </a:spcBef>
              <a:spcAft>
                <a:spcPts val="300"/>
              </a:spcAft>
              <a:buFont typeface="+mj-lt"/>
              <a:buAutoNum type="arabicPeriod"/>
            </a:pPr>
            <a:r>
              <a:rPr lang="en-US" sz="1000" noProof="1">
                <a:solidFill>
                  <a:schemeClr val="tx2"/>
                </a:solidFill>
              </a:rPr>
              <a:t>[Insert main objective of phase]</a:t>
            </a:r>
          </a:p>
          <a:p>
            <a:pPr marL="228600" indent="-228600">
              <a:spcBef>
                <a:spcPts val="300"/>
              </a:spcBef>
              <a:spcAft>
                <a:spcPts val="300"/>
              </a:spcAft>
              <a:buFont typeface="+mj-lt"/>
              <a:buAutoNum type="arabicPeriod"/>
            </a:pPr>
            <a:r>
              <a:rPr lang="en-US" sz="1000" noProof="1">
                <a:solidFill>
                  <a:schemeClr val="tx2"/>
                </a:solidFill>
              </a:rPr>
              <a:t>…</a:t>
            </a:r>
          </a:p>
          <a:p>
            <a:pPr marL="228600" indent="-228600">
              <a:spcBef>
                <a:spcPts val="300"/>
              </a:spcBef>
              <a:spcAft>
                <a:spcPts val="300"/>
              </a:spcAft>
              <a:buFont typeface="+mj-lt"/>
              <a:buAutoNum type="arabicPeriod"/>
            </a:pPr>
            <a:r>
              <a:rPr lang="en-US" sz="1000" noProof="1">
                <a:solidFill>
                  <a:schemeClr val="tx2"/>
                </a:solidFill>
              </a:rPr>
              <a:t>…</a:t>
            </a:r>
          </a:p>
        </p:txBody>
      </p:sp>
      <p:sp>
        <p:nvSpPr>
          <p:cNvPr id="7" name="Text Box 6">
            <a:extLst>
              <a:ext uri="{FF2B5EF4-FFF2-40B4-BE49-F238E27FC236}">
                <a16:creationId xmlns:a16="http://schemas.microsoft.com/office/drawing/2014/main" id="{3A0D42D2-F7F7-82CD-DB46-6DC545184B84}"/>
              </a:ext>
            </a:extLst>
          </p:cNvPr>
          <p:cNvSpPr txBox="1">
            <a:spLocks noChangeArrowheads="1"/>
          </p:cNvSpPr>
          <p:nvPr/>
        </p:nvSpPr>
        <p:spPr bwMode="gray">
          <a:xfrm>
            <a:off x="5595278" y="2529428"/>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28600" indent="-228600">
              <a:spcBef>
                <a:spcPts val="300"/>
              </a:spcBef>
              <a:spcAft>
                <a:spcPts val="300"/>
              </a:spcAft>
              <a:buFont typeface="+mj-lt"/>
              <a:buAutoNum type="arabicPeriod"/>
            </a:pPr>
            <a:r>
              <a:rPr lang="en-US" sz="1000" noProof="1">
                <a:solidFill>
                  <a:schemeClr val="tx2"/>
                </a:solidFill>
              </a:rPr>
              <a:t>[Insert main objective of phase]</a:t>
            </a:r>
          </a:p>
          <a:p>
            <a:pPr marL="228600" indent="-228600">
              <a:spcBef>
                <a:spcPts val="300"/>
              </a:spcBef>
              <a:spcAft>
                <a:spcPts val="300"/>
              </a:spcAft>
              <a:buFont typeface="+mj-lt"/>
              <a:buAutoNum type="arabicPeriod"/>
            </a:pPr>
            <a:r>
              <a:rPr lang="en-US" sz="1000" noProof="1">
                <a:solidFill>
                  <a:schemeClr val="tx2"/>
                </a:solidFill>
              </a:rPr>
              <a:t>…</a:t>
            </a:r>
          </a:p>
          <a:p>
            <a:pPr marL="228600" indent="-228600">
              <a:spcBef>
                <a:spcPts val="300"/>
              </a:spcBef>
              <a:spcAft>
                <a:spcPts val="300"/>
              </a:spcAft>
              <a:buFont typeface="+mj-lt"/>
              <a:buAutoNum type="arabicPeriod"/>
            </a:pPr>
            <a:r>
              <a:rPr lang="en-US" sz="1000" noProof="1">
                <a:solidFill>
                  <a:schemeClr val="tx2"/>
                </a:solidFill>
              </a:rPr>
              <a:t>…</a:t>
            </a:r>
          </a:p>
        </p:txBody>
      </p:sp>
      <p:sp>
        <p:nvSpPr>
          <p:cNvPr id="8" name="Text Box 6">
            <a:extLst>
              <a:ext uri="{FF2B5EF4-FFF2-40B4-BE49-F238E27FC236}">
                <a16:creationId xmlns:a16="http://schemas.microsoft.com/office/drawing/2014/main" id="{56E63C21-F46B-341D-9776-2E2291F2BCF0}"/>
              </a:ext>
            </a:extLst>
          </p:cNvPr>
          <p:cNvSpPr txBox="1">
            <a:spLocks noChangeArrowheads="1"/>
          </p:cNvSpPr>
          <p:nvPr/>
        </p:nvSpPr>
        <p:spPr bwMode="gray">
          <a:xfrm>
            <a:off x="7639264" y="2529428"/>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28600" indent="-228600">
              <a:spcBef>
                <a:spcPts val="300"/>
              </a:spcBef>
              <a:spcAft>
                <a:spcPts val="300"/>
              </a:spcAft>
              <a:buFont typeface="+mj-lt"/>
              <a:buAutoNum type="arabicPeriod"/>
            </a:pPr>
            <a:r>
              <a:rPr lang="en-US" sz="1000" noProof="1">
                <a:solidFill>
                  <a:schemeClr val="tx2"/>
                </a:solidFill>
              </a:rPr>
              <a:t>[Insert main objective of phase]</a:t>
            </a:r>
          </a:p>
          <a:p>
            <a:pPr marL="228600" indent="-228600">
              <a:spcBef>
                <a:spcPts val="300"/>
              </a:spcBef>
              <a:spcAft>
                <a:spcPts val="300"/>
              </a:spcAft>
              <a:buFont typeface="+mj-lt"/>
              <a:buAutoNum type="arabicPeriod"/>
            </a:pPr>
            <a:r>
              <a:rPr lang="en-US" sz="1000" noProof="1">
                <a:solidFill>
                  <a:schemeClr val="tx2"/>
                </a:solidFill>
              </a:rPr>
              <a:t>…</a:t>
            </a:r>
          </a:p>
          <a:p>
            <a:pPr marL="228600" indent="-228600">
              <a:spcBef>
                <a:spcPts val="300"/>
              </a:spcBef>
              <a:spcAft>
                <a:spcPts val="300"/>
              </a:spcAft>
              <a:buFont typeface="+mj-lt"/>
              <a:buAutoNum type="arabicPeriod"/>
            </a:pPr>
            <a:r>
              <a:rPr lang="en-US" sz="1000" noProof="1">
                <a:solidFill>
                  <a:schemeClr val="tx2"/>
                </a:solidFill>
              </a:rPr>
              <a:t>…</a:t>
            </a:r>
          </a:p>
        </p:txBody>
      </p:sp>
      <p:sp>
        <p:nvSpPr>
          <p:cNvPr id="9" name="Text Box 6">
            <a:extLst>
              <a:ext uri="{FF2B5EF4-FFF2-40B4-BE49-F238E27FC236}">
                <a16:creationId xmlns:a16="http://schemas.microsoft.com/office/drawing/2014/main" id="{7491070F-E0BB-90DB-484C-86CC8159764B}"/>
              </a:ext>
            </a:extLst>
          </p:cNvPr>
          <p:cNvSpPr txBox="1">
            <a:spLocks noChangeArrowheads="1"/>
          </p:cNvSpPr>
          <p:nvPr/>
        </p:nvSpPr>
        <p:spPr bwMode="gray">
          <a:xfrm>
            <a:off x="9683250" y="2529428"/>
            <a:ext cx="1954714" cy="1638299"/>
          </a:xfrm>
          <a:prstGeom prst="rect">
            <a:avLst/>
          </a:prstGeom>
          <a:noFill/>
          <a:ln w="9525">
            <a:noFill/>
            <a:miter lim="800000"/>
          </a:ln>
          <a:effectLst/>
        </p:spPr>
        <p:txBody>
          <a:bodyPr wrap="square" lIns="72000" tIns="72000" rIns="72000" bIns="36000" anchor="t" anchorCtr="0">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28600" indent="-228600">
              <a:spcBef>
                <a:spcPts val="300"/>
              </a:spcBef>
              <a:spcAft>
                <a:spcPts val="300"/>
              </a:spcAft>
              <a:buFont typeface="+mj-lt"/>
              <a:buAutoNum type="arabicPeriod"/>
            </a:pPr>
            <a:r>
              <a:rPr lang="en-US" sz="1000" noProof="1">
                <a:solidFill>
                  <a:schemeClr val="tx2"/>
                </a:solidFill>
              </a:rPr>
              <a:t>[Insert main objective of phase]</a:t>
            </a:r>
          </a:p>
          <a:p>
            <a:pPr marL="228600" indent="-228600">
              <a:spcBef>
                <a:spcPts val="300"/>
              </a:spcBef>
              <a:spcAft>
                <a:spcPts val="300"/>
              </a:spcAft>
              <a:buFont typeface="+mj-lt"/>
              <a:buAutoNum type="arabicPeriod"/>
            </a:pPr>
            <a:r>
              <a:rPr lang="en-US" sz="1000" noProof="1">
                <a:solidFill>
                  <a:schemeClr val="tx2"/>
                </a:solidFill>
              </a:rPr>
              <a:t>…</a:t>
            </a:r>
          </a:p>
          <a:p>
            <a:pPr marL="228600" indent="-228600">
              <a:spcBef>
                <a:spcPts val="300"/>
              </a:spcBef>
              <a:spcAft>
                <a:spcPts val="300"/>
              </a:spcAft>
              <a:buFont typeface="+mj-lt"/>
              <a:buAutoNum type="arabicPeriod"/>
            </a:pPr>
            <a:r>
              <a:rPr lang="en-US" sz="1000" noProof="1">
                <a:solidFill>
                  <a:schemeClr val="tx2"/>
                </a:solidFill>
              </a:rPr>
              <a:t>…</a:t>
            </a:r>
          </a:p>
        </p:txBody>
      </p:sp>
      <p:cxnSp>
        <p:nvCxnSpPr>
          <p:cNvPr id="10" name="Straight Connector 9">
            <a:extLst>
              <a:ext uri="{FF2B5EF4-FFF2-40B4-BE49-F238E27FC236}">
                <a16:creationId xmlns:a16="http://schemas.microsoft.com/office/drawing/2014/main" id="{B20E10B0-2820-85DE-ECBB-A4DF1876812A}"/>
              </a:ext>
            </a:extLst>
          </p:cNvPr>
          <p:cNvCxnSpPr>
            <a:cxnSpLocks/>
          </p:cNvCxnSpPr>
          <p:nvPr/>
        </p:nvCxnSpPr>
        <p:spPr>
          <a:xfrm>
            <a:off x="554034" y="4225864"/>
            <a:ext cx="11087099"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5449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84FB-D0A0-9B28-1642-68338E9F48B5}"/>
              </a:ext>
            </a:extLst>
          </p:cNvPr>
          <p:cNvSpPr>
            <a:spLocks noGrp="1"/>
          </p:cNvSpPr>
          <p:nvPr>
            <p:ph type="title"/>
          </p:nvPr>
        </p:nvSpPr>
        <p:spPr/>
        <p:txBody>
          <a:bodyPr>
            <a:normAutofit/>
          </a:bodyPr>
          <a:lstStyle/>
          <a:p>
            <a:r>
              <a:rPr lang="en-GB"/>
              <a:t>This project will focus on the Due Diligence phase of the M&amp;A process </a:t>
            </a:r>
            <a:endParaRPr lang="en-DK"/>
          </a:p>
        </p:txBody>
      </p:sp>
      <p:sp>
        <p:nvSpPr>
          <p:cNvPr id="29" name="Chevron 10">
            <a:extLst>
              <a:ext uri="{FF2B5EF4-FFF2-40B4-BE49-F238E27FC236}">
                <a16:creationId xmlns:a16="http://schemas.microsoft.com/office/drawing/2014/main" id="{4ADA10AC-CC54-E486-CAAD-0A92BC06276B}"/>
              </a:ext>
            </a:extLst>
          </p:cNvPr>
          <p:cNvSpPr/>
          <p:nvPr/>
        </p:nvSpPr>
        <p:spPr bwMode="auto">
          <a:xfrm>
            <a:off x="2763458" y="1779591"/>
            <a:ext cx="2351155" cy="734607"/>
          </a:xfrm>
          <a:prstGeom prst="chevron">
            <a:avLst>
              <a:gd name="adj" fmla="val 31818"/>
            </a:avLst>
          </a:prstGeom>
          <a:solidFill>
            <a:schemeClr val="tx2"/>
          </a:solidFill>
          <a:ln>
            <a:noFill/>
          </a:ln>
          <a:effectLst/>
        </p:spPr>
        <p:txBody>
          <a:bodyPr wrap="square" lIns="91440" tIns="45715" rIns="0" bIns="45715" rtlCol="0" anchor="ctr">
            <a:noAutofit/>
          </a:bodyPr>
          <a:lstStyle/>
          <a:p>
            <a:pPr algn="ctr" defTabSz="623853" rtl="0" fontAlgn="base">
              <a:spcBef>
                <a:spcPts val="600"/>
              </a:spcBef>
              <a:spcAft>
                <a:spcPts val="600"/>
              </a:spcAft>
              <a:buClr>
                <a:srgbClr val="000000"/>
              </a:buClr>
            </a:pPr>
            <a:r>
              <a:rPr lang="en-US" sz="1400" kern="1200">
                <a:solidFill>
                  <a:schemeClr val="bg1"/>
                </a:solidFill>
                <a:ea typeface="+mn-ea"/>
                <a:cs typeface="Arial" panose="020B0604020202020204" pitchFamily="34" charset="0"/>
              </a:rPr>
              <a:t>Target i</a:t>
            </a:r>
            <a:r>
              <a:rPr lang="en-US" sz="1400">
                <a:solidFill>
                  <a:schemeClr val="bg1"/>
                </a:solidFill>
                <a:cs typeface="Arial" panose="020B0604020202020204" pitchFamily="34" charset="0"/>
              </a:rPr>
              <a:t>dentification</a:t>
            </a:r>
            <a:endParaRPr lang="en-US" sz="1400" kern="1200">
              <a:solidFill>
                <a:schemeClr val="bg1"/>
              </a:solidFill>
              <a:ea typeface="+mn-ea"/>
              <a:cs typeface="Arial" panose="020B0604020202020204" pitchFamily="34" charset="0"/>
            </a:endParaRPr>
          </a:p>
        </p:txBody>
      </p:sp>
      <p:sp>
        <p:nvSpPr>
          <p:cNvPr id="31" name="Chevron 14">
            <a:extLst>
              <a:ext uri="{FF2B5EF4-FFF2-40B4-BE49-F238E27FC236}">
                <a16:creationId xmlns:a16="http://schemas.microsoft.com/office/drawing/2014/main" id="{B9C5049E-F03D-32F7-9C0F-3C150C9F0E76}"/>
              </a:ext>
            </a:extLst>
          </p:cNvPr>
          <p:cNvSpPr/>
          <p:nvPr/>
        </p:nvSpPr>
        <p:spPr bwMode="auto">
          <a:xfrm>
            <a:off x="4982887" y="1779591"/>
            <a:ext cx="2351155" cy="734607"/>
          </a:xfrm>
          <a:prstGeom prst="chevron">
            <a:avLst>
              <a:gd name="adj" fmla="val 31818"/>
            </a:avLst>
          </a:prstGeom>
          <a:solidFill>
            <a:schemeClr val="accent5"/>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400">
                <a:solidFill>
                  <a:schemeClr val="bg1"/>
                </a:solidFill>
                <a:cs typeface="Arial" panose="020B0604020202020204" pitchFamily="34" charset="0"/>
              </a:rPr>
              <a:t>Due diligence</a:t>
            </a:r>
          </a:p>
        </p:txBody>
      </p:sp>
      <p:sp>
        <p:nvSpPr>
          <p:cNvPr id="32" name="Chevron 17">
            <a:extLst>
              <a:ext uri="{FF2B5EF4-FFF2-40B4-BE49-F238E27FC236}">
                <a16:creationId xmlns:a16="http://schemas.microsoft.com/office/drawing/2014/main" id="{8C73411B-16FE-D653-45AE-3DC70B290A50}"/>
              </a:ext>
            </a:extLst>
          </p:cNvPr>
          <p:cNvSpPr/>
          <p:nvPr/>
        </p:nvSpPr>
        <p:spPr bwMode="auto">
          <a:xfrm>
            <a:off x="7202316" y="1779591"/>
            <a:ext cx="2351155" cy="734607"/>
          </a:xfrm>
          <a:prstGeom prst="chevron">
            <a:avLst>
              <a:gd name="adj" fmla="val 31818"/>
            </a:avLst>
          </a:prstGeom>
          <a:solidFill>
            <a:schemeClr val="tx2"/>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400">
                <a:solidFill>
                  <a:schemeClr val="bg1"/>
                </a:solidFill>
                <a:cs typeface="Arial" panose="020B0604020202020204" pitchFamily="34" charset="0"/>
              </a:rPr>
              <a:t>Transaction execution</a:t>
            </a:r>
          </a:p>
        </p:txBody>
      </p:sp>
      <p:sp>
        <p:nvSpPr>
          <p:cNvPr id="33" name="Chevron 103">
            <a:extLst>
              <a:ext uri="{FF2B5EF4-FFF2-40B4-BE49-F238E27FC236}">
                <a16:creationId xmlns:a16="http://schemas.microsoft.com/office/drawing/2014/main" id="{9336FA72-44B6-DBEF-B1C7-829B2BAD3ECA}"/>
              </a:ext>
            </a:extLst>
          </p:cNvPr>
          <p:cNvSpPr/>
          <p:nvPr/>
        </p:nvSpPr>
        <p:spPr bwMode="auto">
          <a:xfrm>
            <a:off x="9421744" y="1779591"/>
            <a:ext cx="2351155" cy="734607"/>
          </a:xfrm>
          <a:prstGeom prst="chevron">
            <a:avLst>
              <a:gd name="adj" fmla="val 31818"/>
            </a:avLst>
          </a:prstGeom>
          <a:solidFill>
            <a:schemeClr val="tx2"/>
          </a:solidFill>
          <a:ln>
            <a:noFill/>
          </a:ln>
          <a:effectLst/>
        </p:spPr>
        <p:txBody>
          <a:bodyPr wrap="square" lIns="0" tIns="45715" rIns="0" bIns="45715" rtlCol="0" anchor="ctr">
            <a:noAutofit/>
          </a:bodyPr>
          <a:lstStyle/>
          <a:p>
            <a:pPr algn="ctr" defTabSz="623853" fontAlgn="base">
              <a:spcBef>
                <a:spcPts val="600"/>
              </a:spcBef>
              <a:spcAft>
                <a:spcPts val="600"/>
              </a:spcAft>
              <a:buClr>
                <a:srgbClr val="000000"/>
              </a:buClr>
            </a:pPr>
            <a:r>
              <a:rPr lang="en-US" sz="1400">
                <a:solidFill>
                  <a:schemeClr val="bg1"/>
                </a:solidFill>
                <a:cs typeface="Arial" panose="020B0604020202020204" pitchFamily="34" charset="0"/>
              </a:rPr>
              <a:t>Post-merger integration</a:t>
            </a:r>
            <a:endParaRPr lang="en-US" sz="1400" kern="1200">
              <a:solidFill>
                <a:schemeClr val="bg1"/>
              </a:solidFill>
              <a:cs typeface="Arial" panose="020B0604020202020204" pitchFamily="34" charset="0"/>
            </a:endParaRPr>
          </a:p>
        </p:txBody>
      </p:sp>
      <p:sp>
        <p:nvSpPr>
          <p:cNvPr id="34" name="Chevron 167">
            <a:extLst>
              <a:ext uri="{FF2B5EF4-FFF2-40B4-BE49-F238E27FC236}">
                <a16:creationId xmlns:a16="http://schemas.microsoft.com/office/drawing/2014/main" id="{6CDCA47A-65B2-E8EC-DF63-7070668C417D}"/>
              </a:ext>
            </a:extLst>
          </p:cNvPr>
          <p:cNvSpPr/>
          <p:nvPr/>
        </p:nvSpPr>
        <p:spPr bwMode="auto">
          <a:xfrm>
            <a:off x="544029" y="1779591"/>
            <a:ext cx="2351155" cy="734607"/>
          </a:xfrm>
          <a:prstGeom prst="chevron">
            <a:avLst>
              <a:gd name="adj" fmla="val 31818"/>
            </a:avLst>
          </a:prstGeom>
          <a:solidFill>
            <a:schemeClr val="tx2"/>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400">
                <a:solidFill>
                  <a:schemeClr val="bg1"/>
                </a:solidFill>
                <a:cs typeface="Arial" panose="020B0604020202020204" pitchFamily="34" charset="0"/>
              </a:rPr>
              <a:t>M&amp;A strategy</a:t>
            </a:r>
          </a:p>
        </p:txBody>
      </p:sp>
      <p:sp>
        <p:nvSpPr>
          <p:cNvPr id="35" name="Rectangle 34">
            <a:extLst>
              <a:ext uri="{FF2B5EF4-FFF2-40B4-BE49-F238E27FC236}">
                <a16:creationId xmlns:a16="http://schemas.microsoft.com/office/drawing/2014/main" id="{109EB36B-4A03-9A7A-8522-53D0D4E6E039}"/>
              </a:ext>
            </a:extLst>
          </p:cNvPr>
          <p:cNvSpPr/>
          <p:nvPr/>
        </p:nvSpPr>
        <p:spPr>
          <a:xfrm>
            <a:off x="544029" y="2578476"/>
            <a:ext cx="2086201" cy="1138773"/>
          </a:xfrm>
          <a:prstGeom prst="rect">
            <a:avLst/>
          </a:prstGeom>
          <a:effectLst/>
        </p:spPr>
        <p:txBody>
          <a:bodyPr wrap="square" lIns="0">
            <a:spAutoFit/>
          </a:bodyPr>
          <a:lstStyle/>
          <a:p>
            <a:pPr marL="169863" indent="-169863">
              <a:spcBef>
                <a:spcPts val="400"/>
              </a:spcBef>
              <a:spcAft>
                <a:spcPts val="400"/>
              </a:spcAft>
              <a:buFont typeface="+mj-lt"/>
              <a:buAutoNum type="arabicPeriod"/>
              <a:defRPr/>
            </a:pPr>
            <a:r>
              <a:rPr lang="en-US" sz="1200">
                <a:solidFill>
                  <a:schemeClr val="tx2"/>
                </a:solidFill>
              </a:rPr>
              <a:t>M&amp;A objectives</a:t>
            </a:r>
          </a:p>
          <a:p>
            <a:pPr marL="169863" indent="-169863">
              <a:spcBef>
                <a:spcPts val="400"/>
              </a:spcBef>
              <a:spcAft>
                <a:spcPts val="400"/>
              </a:spcAft>
              <a:buFont typeface="+mj-lt"/>
              <a:buAutoNum type="arabicPeriod"/>
              <a:defRPr/>
            </a:pPr>
            <a:r>
              <a:rPr lang="en-US" sz="1200">
                <a:solidFill>
                  <a:schemeClr val="tx2"/>
                </a:solidFill>
              </a:rPr>
              <a:t>Organizing for M&amp;A</a:t>
            </a:r>
          </a:p>
          <a:p>
            <a:pPr marL="169863" indent="-169863">
              <a:spcBef>
                <a:spcPts val="400"/>
              </a:spcBef>
              <a:spcAft>
                <a:spcPts val="400"/>
              </a:spcAft>
              <a:buFont typeface="+mj-lt"/>
              <a:buAutoNum type="arabicPeriod"/>
              <a:defRPr/>
            </a:pPr>
            <a:r>
              <a:rPr lang="en-US" sz="1200">
                <a:solidFill>
                  <a:schemeClr val="tx2"/>
                </a:solidFill>
              </a:rPr>
              <a:t>Guiding principles</a:t>
            </a:r>
          </a:p>
          <a:p>
            <a:pPr marL="169863" indent="-169863">
              <a:spcBef>
                <a:spcPts val="400"/>
              </a:spcBef>
              <a:spcAft>
                <a:spcPts val="400"/>
              </a:spcAft>
              <a:buFont typeface="+mj-lt"/>
              <a:buAutoNum type="arabicPeriod"/>
              <a:defRPr/>
            </a:pPr>
            <a:r>
              <a:rPr lang="en-US" sz="1200">
                <a:solidFill>
                  <a:schemeClr val="tx2"/>
                </a:solidFill>
              </a:rPr>
              <a:t>Target screening criteria</a:t>
            </a:r>
          </a:p>
        </p:txBody>
      </p:sp>
      <p:sp>
        <p:nvSpPr>
          <p:cNvPr id="36" name="Rectangle 35">
            <a:extLst>
              <a:ext uri="{FF2B5EF4-FFF2-40B4-BE49-F238E27FC236}">
                <a16:creationId xmlns:a16="http://schemas.microsoft.com/office/drawing/2014/main" id="{DFD13808-41D0-6F49-DF46-E9D58B181A99}"/>
              </a:ext>
            </a:extLst>
          </p:cNvPr>
          <p:cNvSpPr/>
          <p:nvPr/>
        </p:nvSpPr>
        <p:spPr>
          <a:xfrm>
            <a:off x="9421744" y="2578476"/>
            <a:ext cx="2086201" cy="1980029"/>
          </a:xfrm>
          <a:prstGeom prst="rect">
            <a:avLst/>
          </a:prstGeom>
          <a:effectLst/>
        </p:spPr>
        <p:txBody>
          <a:bodyPr wrap="square" lIns="0">
            <a:spAutoFit/>
          </a:bodyPr>
          <a:lstStyle/>
          <a:p>
            <a:pPr marL="169863" indent="-169863">
              <a:spcBef>
                <a:spcPts val="400"/>
              </a:spcBef>
              <a:spcAft>
                <a:spcPts val="400"/>
              </a:spcAft>
              <a:buFont typeface="+mj-lt"/>
              <a:buAutoNum type="arabicPeriod"/>
              <a:defRPr/>
            </a:pPr>
            <a:r>
              <a:rPr lang="en-US" sz="1200">
                <a:solidFill>
                  <a:schemeClr val="tx2"/>
                </a:solidFill>
              </a:rPr>
              <a:t>Post-merger strategy and high-level plan</a:t>
            </a:r>
          </a:p>
          <a:p>
            <a:pPr marL="169863" indent="-169863">
              <a:spcBef>
                <a:spcPts val="400"/>
              </a:spcBef>
              <a:spcAft>
                <a:spcPts val="400"/>
              </a:spcAft>
              <a:buFont typeface="+mj-lt"/>
              <a:buAutoNum type="arabicPeriod"/>
              <a:defRPr/>
            </a:pPr>
            <a:r>
              <a:rPr lang="en-US" sz="1200">
                <a:solidFill>
                  <a:schemeClr val="tx2"/>
                </a:solidFill>
              </a:rPr>
              <a:t>Day 1 readiness</a:t>
            </a:r>
          </a:p>
          <a:p>
            <a:pPr marL="169863" indent="-169863">
              <a:spcBef>
                <a:spcPts val="400"/>
              </a:spcBef>
              <a:spcAft>
                <a:spcPts val="400"/>
              </a:spcAft>
              <a:buFont typeface="+mj-lt"/>
              <a:buAutoNum type="arabicPeriod"/>
              <a:defRPr/>
            </a:pPr>
            <a:r>
              <a:rPr lang="en-US" sz="1200">
                <a:solidFill>
                  <a:schemeClr val="tx2"/>
                </a:solidFill>
              </a:rPr>
              <a:t>100-day plan</a:t>
            </a:r>
          </a:p>
          <a:p>
            <a:pPr marL="169863" indent="-169863">
              <a:spcBef>
                <a:spcPts val="400"/>
              </a:spcBef>
              <a:spcAft>
                <a:spcPts val="400"/>
              </a:spcAft>
              <a:buFont typeface="+mj-lt"/>
              <a:buAutoNum type="arabicPeriod"/>
              <a:defRPr/>
            </a:pPr>
            <a:r>
              <a:rPr lang="en-US" sz="1200">
                <a:solidFill>
                  <a:schemeClr val="tx2"/>
                </a:solidFill>
              </a:rPr>
              <a:t>Synergy realization and detailed integration plans</a:t>
            </a:r>
          </a:p>
          <a:p>
            <a:pPr marL="169863" indent="-169863">
              <a:spcBef>
                <a:spcPts val="400"/>
              </a:spcBef>
              <a:spcAft>
                <a:spcPts val="400"/>
              </a:spcAft>
              <a:buFont typeface="+mj-lt"/>
              <a:buAutoNum type="arabicPeriod"/>
              <a:defRPr/>
            </a:pPr>
            <a:r>
              <a:rPr lang="en-US" sz="1200">
                <a:solidFill>
                  <a:schemeClr val="tx2"/>
                </a:solidFill>
              </a:rPr>
              <a:t>Implementation and monitoring</a:t>
            </a:r>
          </a:p>
        </p:txBody>
      </p:sp>
      <p:sp>
        <p:nvSpPr>
          <p:cNvPr id="37" name="Rectangle 36">
            <a:extLst>
              <a:ext uri="{FF2B5EF4-FFF2-40B4-BE49-F238E27FC236}">
                <a16:creationId xmlns:a16="http://schemas.microsoft.com/office/drawing/2014/main" id="{3CC35204-2B09-D01A-CE29-324046709419}"/>
              </a:ext>
            </a:extLst>
          </p:cNvPr>
          <p:cNvSpPr/>
          <p:nvPr/>
        </p:nvSpPr>
        <p:spPr>
          <a:xfrm>
            <a:off x="2763458" y="2578476"/>
            <a:ext cx="2086201" cy="2451953"/>
          </a:xfrm>
          <a:prstGeom prst="rect">
            <a:avLst/>
          </a:prstGeom>
          <a:effectLst/>
        </p:spPr>
        <p:txBody>
          <a:bodyPr wrap="square" lIns="0">
            <a:spAutoFit/>
          </a:bodyPr>
          <a:lstStyle/>
          <a:p>
            <a:pPr marL="169863" indent="-169863">
              <a:spcBef>
                <a:spcPts val="400"/>
              </a:spcBef>
              <a:spcAft>
                <a:spcPts val="400"/>
              </a:spcAft>
              <a:buFont typeface="+mj-lt"/>
              <a:buAutoNum type="arabicPeriod"/>
              <a:defRPr/>
            </a:pPr>
            <a:r>
              <a:rPr lang="en-US" sz="1200">
                <a:solidFill>
                  <a:schemeClr val="tx2"/>
                </a:solidFill>
              </a:rPr>
              <a:t>Target identification </a:t>
            </a:r>
          </a:p>
          <a:p>
            <a:pPr marL="169863" indent="-169863">
              <a:spcBef>
                <a:spcPts val="400"/>
              </a:spcBef>
              <a:spcAft>
                <a:spcPts val="400"/>
              </a:spcAft>
              <a:buFont typeface="+mj-lt"/>
              <a:buAutoNum type="arabicPeriod"/>
              <a:defRPr/>
            </a:pPr>
            <a:r>
              <a:rPr lang="en-US" sz="1200">
                <a:solidFill>
                  <a:schemeClr val="tx2"/>
                </a:solidFill>
              </a:rPr>
              <a:t>Data collection and </a:t>
            </a:r>
            <a:br>
              <a:rPr lang="en-US" sz="1200">
                <a:solidFill>
                  <a:schemeClr val="tx2"/>
                </a:solidFill>
              </a:rPr>
            </a:br>
            <a:r>
              <a:rPr lang="en-US" sz="1200">
                <a:solidFill>
                  <a:schemeClr val="tx2"/>
                </a:solidFill>
              </a:rPr>
              <a:t>high-level assessment </a:t>
            </a:r>
          </a:p>
          <a:p>
            <a:pPr marL="169863" indent="-169863">
              <a:spcBef>
                <a:spcPts val="400"/>
              </a:spcBef>
              <a:spcAft>
                <a:spcPts val="400"/>
              </a:spcAft>
              <a:buFont typeface="+mj-lt"/>
              <a:buAutoNum type="arabicPeriod"/>
              <a:defRPr/>
            </a:pPr>
            <a:r>
              <a:rPr lang="en-US" sz="1200">
                <a:solidFill>
                  <a:schemeClr val="tx2"/>
                </a:solidFill>
              </a:rPr>
              <a:t>Target shortlisting </a:t>
            </a:r>
          </a:p>
          <a:p>
            <a:pPr marL="169863" indent="-169863">
              <a:spcBef>
                <a:spcPts val="400"/>
              </a:spcBef>
              <a:spcAft>
                <a:spcPts val="400"/>
              </a:spcAft>
              <a:buFont typeface="+mj-lt"/>
              <a:buAutoNum type="arabicPeriod"/>
              <a:defRPr/>
            </a:pPr>
            <a:r>
              <a:rPr lang="en-US" sz="1200">
                <a:solidFill>
                  <a:schemeClr val="tx2"/>
                </a:solidFill>
              </a:rPr>
              <a:t>Indicative valuation and financial analysis </a:t>
            </a:r>
          </a:p>
          <a:p>
            <a:pPr marL="169863" indent="-169863">
              <a:spcBef>
                <a:spcPts val="400"/>
              </a:spcBef>
              <a:spcAft>
                <a:spcPts val="400"/>
              </a:spcAft>
              <a:buFont typeface="+mj-lt"/>
              <a:buAutoNum type="arabicPeriod"/>
              <a:defRPr/>
            </a:pPr>
            <a:r>
              <a:rPr lang="en-US" sz="1200">
                <a:solidFill>
                  <a:schemeClr val="tx2"/>
                </a:solidFill>
              </a:rPr>
              <a:t>Target approval for due diligence phase</a:t>
            </a:r>
          </a:p>
          <a:p>
            <a:pPr marL="169863" indent="-169863">
              <a:spcBef>
                <a:spcPts val="400"/>
              </a:spcBef>
              <a:spcAft>
                <a:spcPts val="400"/>
              </a:spcAft>
              <a:buFont typeface="+mj-lt"/>
              <a:buAutoNum type="arabicPeriod"/>
              <a:defRPr/>
            </a:pPr>
            <a:r>
              <a:rPr lang="en-US" sz="1200">
                <a:solidFill>
                  <a:schemeClr val="tx2"/>
                </a:solidFill>
              </a:rPr>
              <a:t>Initiation of contact and letter of intent</a:t>
            </a:r>
          </a:p>
        </p:txBody>
      </p:sp>
      <p:sp>
        <p:nvSpPr>
          <p:cNvPr id="44" name="Rectangle 43">
            <a:extLst>
              <a:ext uri="{FF2B5EF4-FFF2-40B4-BE49-F238E27FC236}">
                <a16:creationId xmlns:a16="http://schemas.microsoft.com/office/drawing/2014/main" id="{B7D3654B-8EB7-5DC6-D9B1-0D9A9B3D5B8D}"/>
              </a:ext>
            </a:extLst>
          </p:cNvPr>
          <p:cNvSpPr/>
          <p:nvPr/>
        </p:nvSpPr>
        <p:spPr>
          <a:xfrm>
            <a:off x="4982887" y="2578476"/>
            <a:ext cx="2086201" cy="3293209"/>
          </a:xfrm>
          <a:prstGeom prst="rect">
            <a:avLst/>
          </a:prstGeom>
          <a:effectLst/>
        </p:spPr>
        <p:txBody>
          <a:bodyPr wrap="square" lIns="0">
            <a:spAutoFit/>
          </a:bodyPr>
          <a:lstStyle/>
          <a:p>
            <a:pPr marL="169863" indent="-169863">
              <a:spcBef>
                <a:spcPts val="400"/>
              </a:spcBef>
              <a:spcAft>
                <a:spcPts val="400"/>
              </a:spcAft>
              <a:buFont typeface="+mj-lt"/>
              <a:buAutoNum type="arabicPeriod"/>
              <a:defRPr/>
            </a:pPr>
            <a:r>
              <a:rPr lang="en-US" sz="1200">
                <a:solidFill>
                  <a:schemeClr val="tx2"/>
                </a:solidFill>
              </a:rPr>
              <a:t>Due diligence project plan</a:t>
            </a:r>
          </a:p>
          <a:p>
            <a:pPr marL="169863" indent="-169863">
              <a:spcBef>
                <a:spcPts val="400"/>
              </a:spcBef>
              <a:spcAft>
                <a:spcPts val="400"/>
              </a:spcAft>
              <a:buFont typeface="+mj-lt"/>
              <a:buAutoNum type="arabicPeriod"/>
              <a:defRPr/>
            </a:pPr>
            <a:r>
              <a:rPr lang="en-US" sz="1200">
                <a:solidFill>
                  <a:schemeClr val="tx2"/>
                </a:solidFill>
              </a:rPr>
              <a:t>Due diligence hypothesis framework and approach</a:t>
            </a:r>
          </a:p>
          <a:p>
            <a:pPr marL="169863" indent="-169863">
              <a:spcBef>
                <a:spcPts val="400"/>
              </a:spcBef>
              <a:spcAft>
                <a:spcPts val="400"/>
              </a:spcAft>
              <a:buFont typeface="+mj-lt"/>
              <a:buAutoNum type="arabicPeriod"/>
              <a:defRPr/>
            </a:pPr>
            <a:r>
              <a:rPr lang="en-US" sz="1200">
                <a:solidFill>
                  <a:schemeClr val="tx2"/>
                </a:solidFill>
              </a:rPr>
              <a:t>Commercial, financial, operations, IT, management, legal and environmental due diligence </a:t>
            </a:r>
          </a:p>
          <a:p>
            <a:pPr marL="169863" indent="-169863">
              <a:spcBef>
                <a:spcPts val="400"/>
              </a:spcBef>
              <a:spcAft>
                <a:spcPts val="400"/>
              </a:spcAft>
              <a:buFont typeface="+mj-lt"/>
              <a:buAutoNum type="arabicPeriod"/>
              <a:defRPr/>
            </a:pPr>
            <a:r>
              <a:rPr lang="en-US" sz="1200">
                <a:solidFill>
                  <a:schemeClr val="tx2"/>
                </a:solidFill>
              </a:rPr>
              <a:t>Financial modelling </a:t>
            </a:r>
            <a:br>
              <a:rPr lang="en-US" sz="1200">
                <a:solidFill>
                  <a:schemeClr val="tx2"/>
                </a:solidFill>
              </a:rPr>
            </a:br>
            <a:r>
              <a:rPr lang="en-US" sz="1200">
                <a:solidFill>
                  <a:schemeClr val="tx2"/>
                </a:solidFill>
              </a:rPr>
              <a:t>and business case</a:t>
            </a:r>
          </a:p>
          <a:p>
            <a:pPr marL="169863" indent="-169863">
              <a:spcBef>
                <a:spcPts val="400"/>
              </a:spcBef>
              <a:spcAft>
                <a:spcPts val="400"/>
              </a:spcAft>
              <a:buFont typeface="+mj-lt"/>
              <a:buAutoNum type="arabicPeriod"/>
              <a:defRPr/>
            </a:pPr>
            <a:r>
              <a:rPr lang="en-US" sz="1200">
                <a:solidFill>
                  <a:schemeClr val="tx2"/>
                </a:solidFill>
              </a:rPr>
              <a:t>Synergy assessment</a:t>
            </a:r>
          </a:p>
          <a:p>
            <a:pPr marL="169863" indent="-169863">
              <a:spcBef>
                <a:spcPts val="400"/>
              </a:spcBef>
              <a:spcAft>
                <a:spcPts val="400"/>
              </a:spcAft>
              <a:buFont typeface="+mj-lt"/>
              <a:buAutoNum type="arabicPeriod"/>
              <a:defRPr/>
            </a:pPr>
            <a:r>
              <a:rPr lang="en-US" sz="1200">
                <a:solidFill>
                  <a:schemeClr val="tx2"/>
                </a:solidFill>
              </a:rPr>
              <a:t>Summary of strategic recommendations</a:t>
            </a:r>
          </a:p>
          <a:p>
            <a:pPr marL="169863" indent="-169863">
              <a:spcBef>
                <a:spcPts val="400"/>
              </a:spcBef>
              <a:spcAft>
                <a:spcPts val="400"/>
              </a:spcAft>
              <a:buFont typeface="+mj-lt"/>
              <a:buAutoNum type="arabicPeriod"/>
              <a:defRPr/>
            </a:pPr>
            <a:r>
              <a:rPr lang="en-US" sz="1200">
                <a:solidFill>
                  <a:schemeClr val="tx2"/>
                </a:solidFill>
              </a:rPr>
              <a:t>Next steps</a:t>
            </a:r>
          </a:p>
        </p:txBody>
      </p:sp>
      <p:sp>
        <p:nvSpPr>
          <p:cNvPr id="45" name="Rectangle 44">
            <a:extLst>
              <a:ext uri="{FF2B5EF4-FFF2-40B4-BE49-F238E27FC236}">
                <a16:creationId xmlns:a16="http://schemas.microsoft.com/office/drawing/2014/main" id="{016B8475-4B9C-2AA7-66BE-1CC8073E3E7D}"/>
              </a:ext>
            </a:extLst>
          </p:cNvPr>
          <p:cNvSpPr/>
          <p:nvPr/>
        </p:nvSpPr>
        <p:spPr>
          <a:xfrm>
            <a:off x="7202316" y="2578476"/>
            <a:ext cx="1711407" cy="851515"/>
          </a:xfrm>
          <a:prstGeom prst="rect">
            <a:avLst/>
          </a:prstGeom>
          <a:effectLst/>
        </p:spPr>
        <p:txBody>
          <a:bodyPr wrap="square" lIns="0">
            <a:spAutoFit/>
          </a:bodyPr>
          <a:lstStyle/>
          <a:p>
            <a:pPr marL="169863" indent="-169863">
              <a:spcBef>
                <a:spcPts val="400"/>
              </a:spcBef>
              <a:spcAft>
                <a:spcPts val="400"/>
              </a:spcAft>
              <a:buFont typeface="+mj-lt"/>
              <a:buAutoNum type="arabicPeriod"/>
              <a:defRPr/>
            </a:pPr>
            <a:r>
              <a:rPr lang="en-US" sz="1200">
                <a:solidFill>
                  <a:schemeClr val="tx2"/>
                </a:solidFill>
              </a:rPr>
              <a:t>Structure of deal </a:t>
            </a:r>
          </a:p>
          <a:p>
            <a:pPr marL="169863" indent="-169863">
              <a:spcBef>
                <a:spcPts val="400"/>
              </a:spcBef>
              <a:spcAft>
                <a:spcPts val="400"/>
              </a:spcAft>
              <a:buFont typeface="+mj-lt"/>
              <a:buAutoNum type="arabicPeriod"/>
              <a:defRPr/>
            </a:pPr>
            <a:r>
              <a:rPr lang="en-US" sz="1200">
                <a:solidFill>
                  <a:schemeClr val="tx2"/>
                </a:solidFill>
              </a:rPr>
              <a:t>Negotiation strategy </a:t>
            </a:r>
          </a:p>
          <a:p>
            <a:pPr marL="169863" indent="-169863">
              <a:spcBef>
                <a:spcPts val="400"/>
              </a:spcBef>
              <a:spcAft>
                <a:spcPts val="400"/>
              </a:spcAft>
              <a:buFont typeface="+mj-lt"/>
              <a:buAutoNum type="arabicPeriod"/>
              <a:defRPr/>
            </a:pPr>
            <a:r>
              <a:rPr lang="en-US" sz="1200">
                <a:solidFill>
                  <a:schemeClr val="tx2"/>
                </a:solidFill>
              </a:rPr>
              <a:t>Signing and closing</a:t>
            </a:r>
          </a:p>
        </p:txBody>
      </p:sp>
      <p:sp>
        <p:nvSpPr>
          <p:cNvPr id="48" name="TextBox 47">
            <a:extLst>
              <a:ext uri="{FF2B5EF4-FFF2-40B4-BE49-F238E27FC236}">
                <a16:creationId xmlns:a16="http://schemas.microsoft.com/office/drawing/2014/main" id="{4F346B25-174B-47AA-38A3-90F41F3D68D8}"/>
              </a:ext>
            </a:extLst>
          </p:cNvPr>
          <p:cNvSpPr txBox="1"/>
          <p:nvPr/>
        </p:nvSpPr>
        <p:spPr>
          <a:xfrm>
            <a:off x="467806" y="1407536"/>
            <a:ext cx="134911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tx2"/>
                </a:solidFill>
                <a:effectLst/>
                <a:uLnTx/>
                <a:uFillTx/>
                <a:ea typeface="+mn-ea"/>
                <a:cs typeface="+mn-cs"/>
              </a:rPr>
              <a:t>Phase 1</a:t>
            </a:r>
          </a:p>
        </p:txBody>
      </p:sp>
      <p:sp>
        <p:nvSpPr>
          <p:cNvPr id="49" name="TextBox 48">
            <a:extLst>
              <a:ext uri="{FF2B5EF4-FFF2-40B4-BE49-F238E27FC236}">
                <a16:creationId xmlns:a16="http://schemas.microsoft.com/office/drawing/2014/main" id="{933FD1C5-33D6-7729-71CF-80A00ED1AC0E}"/>
              </a:ext>
            </a:extLst>
          </p:cNvPr>
          <p:cNvSpPr txBox="1"/>
          <p:nvPr/>
        </p:nvSpPr>
        <p:spPr>
          <a:xfrm>
            <a:off x="2763458" y="1407536"/>
            <a:ext cx="1349119" cy="307777"/>
          </a:xfrm>
          <a:prstGeom prst="rect">
            <a:avLst/>
          </a:prstGeom>
          <a:noFill/>
        </p:spPr>
        <p:txBody>
          <a:bodyPr wrap="square" rtlCol="0">
            <a:spAutoFit/>
          </a:bodyPr>
          <a:lstStyle/>
          <a:p>
            <a:pPr lvl="0">
              <a:defRPr/>
            </a:pPr>
            <a:r>
              <a:rPr lang="en-GB" sz="1400" b="1">
                <a:solidFill>
                  <a:schemeClr val="tx2"/>
                </a:solidFill>
              </a:rPr>
              <a:t>Phase 2</a:t>
            </a:r>
          </a:p>
        </p:txBody>
      </p:sp>
      <p:sp>
        <p:nvSpPr>
          <p:cNvPr id="50" name="TextBox 49">
            <a:extLst>
              <a:ext uri="{FF2B5EF4-FFF2-40B4-BE49-F238E27FC236}">
                <a16:creationId xmlns:a16="http://schemas.microsoft.com/office/drawing/2014/main" id="{9474B00B-7AE9-9E9A-8F9C-96174EB6E937}"/>
              </a:ext>
            </a:extLst>
          </p:cNvPr>
          <p:cNvSpPr txBox="1"/>
          <p:nvPr/>
        </p:nvSpPr>
        <p:spPr>
          <a:xfrm>
            <a:off x="4929061" y="1407536"/>
            <a:ext cx="1349119" cy="307777"/>
          </a:xfrm>
          <a:prstGeom prst="rect">
            <a:avLst/>
          </a:prstGeom>
          <a:noFill/>
        </p:spPr>
        <p:txBody>
          <a:bodyPr wrap="square" rtlCol="0">
            <a:spAutoFit/>
          </a:bodyPr>
          <a:lstStyle/>
          <a:p>
            <a:pPr lvl="0">
              <a:defRPr/>
            </a:pPr>
            <a:r>
              <a:rPr lang="en-GB" sz="1400" b="1">
                <a:solidFill>
                  <a:schemeClr val="tx2"/>
                </a:solidFill>
              </a:rPr>
              <a:t>Phase 3</a:t>
            </a:r>
          </a:p>
        </p:txBody>
      </p:sp>
      <p:sp>
        <p:nvSpPr>
          <p:cNvPr id="51" name="TextBox 50">
            <a:extLst>
              <a:ext uri="{FF2B5EF4-FFF2-40B4-BE49-F238E27FC236}">
                <a16:creationId xmlns:a16="http://schemas.microsoft.com/office/drawing/2014/main" id="{1AA9B87F-D59E-E6EC-0B87-53C15B352473}"/>
              </a:ext>
            </a:extLst>
          </p:cNvPr>
          <p:cNvSpPr txBox="1"/>
          <p:nvPr/>
        </p:nvSpPr>
        <p:spPr>
          <a:xfrm>
            <a:off x="7202316" y="1407536"/>
            <a:ext cx="1349119" cy="307777"/>
          </a:xfrm>
          <a:prstGeom prst="rect">
            <a:avLst/>
          </a:prstGeom>
          <a:noFill/>
        </p:spPr>
        <p:txBody>
          <a:bodyPr wrap="square" rtlCol="0">
            <a:spAutoFit/>
          </a:bodyPr>
          <a:lstStyle/>
          <a:p>
            <a:pPr lvl="0">
              <a:defRPr/>
            </a:pPr>
            <a:r>
              <a:rPr lang="en-GB" sz="1400" b="1">
                <a:solidFill>
                  <a:schemeClr val="tx2"/>
                </a:solidFill>
              </a:rPr>
              <a:t>Phase 4</a:t>
            </a:r>
          </a:p>
        </p:txBody>
      </p:sp>
      <p:sp>
        <p:nvSpPr>
          <p:cNvPr id="52" name="TextBox 51">
            <a:extLst>
              <a:ext uri="{FF2B5EF4-FFF2-40B4-BE49-F238E27FC236}">
                <a16:creationId xmlns:a16="http://schemas.microsoft.com/office/drawing/2014/main" id="{3B82553D-0DFD-A732-7B68-6C6C129112EE}"/>
              </a:ext>
            </a:extLst>
          </p:cNvPr>
          <p:cNvSpPr txBox="1"/>
          <p:nvPr/>
        </p:nvSpPr>
        <p:spPr>
          <a:xfrm>
            <a:off x="9421744" y="1407536"/>
            <a:ext cx="1349119" cy="307777"/>
          </a:xfrm>
          <a:prstGeom prst="rect">
            <a:avLst/>
          </a:prstGeom>
          <a:noFill/>
        </p:spPr>
        <p:txBody>
          <a:bodyPr wrap="square" rtlCol="0">
            <a:spAutoFit/>
          </a:bodyPr>
          <a:lstStyle/>
          <a:p>
            <a:pPr lvl="0">
              <a:defRPr/>
            </a:pPr>
            <a:r>
              <a:rPr lang="en-GB" sz="1400" b="1">
                <a:solidFill>
                  <a:schemeClr val="tx2"/>
                </a:solidFill>
              </a:rPr>
              <a:t>Phase 5</a:t>
            </a:r>
          </a:p>
        </p:txBody>
      </p:sp>
    </p:spTree>
    <p:extLst>
      <p:ext uri="{BB962C8B-B14F-4D97-AF65-F5344CB8AC3E}">
        <p14:creationId xmlns:p14="http://schemas.microsoft.com/office/powerpoint/2010/main" val="27544722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lstStyle/>
          <a:p>
            <a:r>
              <a:rPr lang="en-US"/>
              <a:t>Project [insert] will evolve through four main phases</a:t>
            </a:r>
            <a:endParaRPr lang="en-DK"/>
          </a:p>
        </p:txBody>
      </p:sp>
      <p:sp>
        <p:nvSpPr>
          <p:cNvPr id="7" name="Subtitle 6">
            <a:extLst>
              <a:ext uri="{FF2B5EF4-FFF2-40B4-BE49-F238E27FC236}">
                <a16:creationId xmlns:a16="http://schemas.microsoft.com/office/drawing/2014/main" id="{5EDD0AAC-1B4C-E22F-CA40-CC64EC64131D}"/>
              </a:ext>
            </a:extLst>
          </p:cNvPr>
          <p:cNvSpPr>
            <a:spLocks noGrp="1"/>
          </p:cNvSpPr>
          <p:nvPr>
            <p:ph type="subTitle" idx="1"/>
          </p:nvPr>
        </p:nvSpPr>
        <p:spPr/>
        <p:txBody>
          <a:bodyPr/>
          <a:lstStyle/>
          <a:p>
            <a:endParaRPr lang="en-US"/>
          </a:p>
        </p:txBody>
      </p:sp>
      <p:cxnSp>
        <p:nvCxnSpPr>
          <p:cNvPr id="36" name="Straight Arrow Connector 35">
            <a:extLst>
              <a:ext uri="{FF2B5EF4-FFF2-40B4-BE49-F238E27FC236}">
                <a16:creationId xmlns:a16="http://schemas.microsoft.com/office/drawing/2014/main" id="{6DCFBD8C-0795-BC4D-9711-8BDF279A9C33}"/>
              </a:ext>
            </a:extLst>
          </p:cNvPr>
          <p:cNvCxnSpPr>
            <a:cxnSpLocks/>
          </p:cNvCxnSpPr>
          <p:nvPr/>
        </p:nvCxnSpPr>
        <p:spPr>
          <a:xfrm>
            <a:off x="8928966" y="2430029"/>
            <a:ext cx="2585669" cy="0"/>
          </a:xfrm>
          <a:prstGeom prst="straightConnector1">
            <a:avLst/>
          </a:prstGeom>
          <a:ln w="15875">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38" name="object 7">
            <a:extLst>
              <a:ext uri="{FF2B5EF4-FFF2-40B4-BE49-F238E27FC236}">
                <a16:creationId xmlns:a16="http://schemas.microsoft.com/office/drawing/2014/main" id="{67E4E891-D8F3-6548-892E-809587A8651F}"/>
              </a:ext>
            </a:extLst>
          </p:cNvPr>
          <p:cNvSpPr txBox="1"/>
          <p:nvPr/>
        </p:nvSpPr>
        <p:spPr>
          <a:xfrm>
            <a:off x="9049136" y="2571957"/>
            <a:ext cx="2313477" cy="1195751"/>
          </a:xfrm>
          <a:prstGeom prst="rect">
            <a:avLst/>
          </a:prstGeom>
          <a:ln>
            <a:noFill/>
          </a:ln>
        </p:spPr>
        <p:txBody>
          <a:bodyPr vert="horz" wrap="square" lIns="0" tIns="9627" rIns="0" bIns="0" rtlCol="0">
            <a:spAutoFit/>
          </a:bodyPr>
          <a:lstStyle/>
          <a:p>
            <a:pPr lvl="0">
              <a:lnSpc>
                <a:spcPct val="110000"/>
              </a:lnSpc>
              <a:spcBef>
                <a:spcPts val="1000"/>
              </a:spcBef>
              <a:defRPr/>
            </a:pPr>
            <a:r>
              <a:rPr lang="en-US" sz="1400">
                <a:latin typeface="Arial" panose="020B0604020202020204" pitchFamily="34" charset="0"/>
                <a:cs typeface="Arial" panose="020B0604020202020204" pitchFamily="34" charset="0"/>
              </a:rPr>
              <a:t>[High-level description of main purpose of phase]</a:t>
            </a:r>
          </a:p>
          <a:p>
            <a:pPr lvl="0">
              <a:lnSpc>
                <a:spcPct val="110000"/>
              </a:lnSpc>
              <a:spcBef>
                <a:spcPts val="1000"/>
              </a:spcBef>
              <a:defRPr/>
            </a:pPr>
            <a:endParaRPr lang="en-US" sz="1400">
              <a:latin typeface="Arial" panose="020B0604020202020204" pitchFamily="34" charset="0"/>
              <a:cs typeface="Arial" panose="020B0604020202020204" pitchFamily="34" charset="0"/>
            </a:endParaRPr>
          </a:p>
          <a:p>
            <a:pPr lvl="0">
              <a:lnSpc>
                <a:spcPct val="110000"/>
              </a:lnSpc>
              <a:spcBef>
                <a:spcPts val="1000"/>
              </a:spcBef>
              <a:defRPr/>
            </a:pPr>
            <a:endParaRPr lang="en-US" sz="140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41A955EA-09E1-774F-81D8-79B07E8942DC}"/>
              </a:ext>
            </a:extLst>
          </p:cNvPr>
          <p:cNvSpPr txBox="1"/>
          <p:nvPr/>
        </p:nvSpPr>
        <p:spPr>
          <a:xfrm>
            <a:off x="9049136" y="1964768"/>
            <a:ext cx="2573722" cy="400110"/>
          </a:xfrm>
          <a:prstGeom prst="rect">
            <a:avLst/>
          </a:prstGeom>
          <a:noFill/>
          <a:ln>
            <a:noFill/>
          </a:ln>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accent5"/>
                </a:solidFill>
                <a:effectLst/>
                <a:uLnTx/>
                <a:uFillTx/>
                <a:latin typeface="Arial" panose="020B0604020202020204" pitchFamily="34" charset="0"/>
                <a:cs typeface="Arial" panose="020B0604020202020204" pitchFamily="34" charset="0"/>
              </a:rPr>
              <a:t>Phase 4</a:t>
            </a:r>
          </a:p>
        </p:txBody>
      </p:sp>
      <p:sp>
        <p:nvSpPr>
          <p:cNvPr id="48" name="TextBox 47">
            <a:extLst>
              <a:ext uri="{FF2B5EF4-FFF2-40B4-BE49-F238E27FC236}">
                <a16:creationId xmlns:a16="http://schemas.microsoft.com/office/drawing/2014/main" id="{B30CA148-F0DD-1842-8FDF-9FF6044A4938}"/>
              </a:ext>
            </a:extLst>
          </p:cNvPr>
          <p:cNvSpPr txBox="1"/>
          <p:nvPr/>
        </p:nvSpPr>
        <p:spPr>
          <a:xfrm>
            <a:off x="9049136" y="1687275"/>
            <a:ext cx="1507949" cy="246221"/>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effectLst/>
                <a:uLnTx/>
                <a:uFillTx/>
                <a:latin typeface="Arial" panose="020B0604020202020204" pitchFamily="34" charset="0"/>
                <a:cs typeface="Arial" panose="020B0604020202020204" pitchFamily="34" charset="0"/>
              </a:rPr>
              <a:t>[TIMELINE]</a:t>
            </a:r>
          </a:p>
        </p:txBody>
      </p:sp>
      <p:cxnSp>
        <p:nvCxnSpPr>
          <p:cNvPr id="49" name="Straight Arrow Connector 48">
            <a:extLst>
              <a:ext uri="{FF2B5EF4-FFF2-40B4-BE49-F238E27FC236}">
                <a16:creationId xmlns:a16="http://schemas.microsoft.com/office/drawing/2014/main" id="{6FC5C4F6-B723-EC40-BEEE-3E6189406292}"/>
              </a:ext>
            </a:extLst>
          </p:cNvPr>
          <p:cNvCxnSpPr>
            <a:cxnSpLocks/>
          </p:cNvCxnSpPr>
          <p:nvPr/>
        </p:nvCxnSpPr>
        <p:spPr>
          <a:xfrm>
            <a:off x="3288191" y="2442426"/>
            <a:ext cx="2549999" cy="0"/>
          </a:xfrm>
          <a:prstGeom prst="straightConnector1">
            <a:avLst/>
          </a:prstGeom>
          <a:ln w="15875">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B01984CF-FFF6-1F40-A583-3CBBF6291B44}"/>
              </a:ext>
            </a:extLst>
          </p:cNvPr>
          <p:cNvCxnSpPr>
            <a:cxnSpLocks/>
          </p:cNvCxnSpPr>
          <p:nvPr/>
        </p:nvCxnSpPr>
        <p:spPr>
          <a:xfrm>
            <a:off x="6108578" y="2428049"/>
            <a:ext cx="2585669" cy="0"/>
          </a:xfrm>
          <a:prstGeom prst="straightConnector1">
            <a:avLst/>
          </a:prstGeom>
          <a:ln w="15875">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51" name="object 7">
            <a:extLst>
              <a:ext uri="{FF2B5EF4-FFF2-40B4-BE49-F238E27FC236}">
                <a16:creationId xmlns:a16="http://schemas.microsoft.com/office/drawing/2014/main" id="{B712927D-2E30-9C48-804A-07566E0A13A4}"/>
              </a:ext>
            </a:extLst>
          </p:cNvPr>
          <p:cNvSpPr txBox="1"/>
          <p:nvPr/>
        </p:nvSpPr>
        <p:spPr>
          <a:xfrm>
            <a:off x="3328249" y="2569977"/>
            <a:ext cx="2202256" cy="1195751"/>
          </a:xfrm>
          <a:prstGeom prst="rect">
            <a:avLst/>
          </a:prstGeom>
          <a:ln>
            <a:noFill/>
          </a:ln>
        </p:spPr>
        <p:txBody>
          <a:bodyPr vert="horz" wrap="square" lIns="0" tIns="9627" rIns="0" bIns="0" rtlCol="0">
            <a:spAutoFit/>
          </a:bodyPr>
          <a:lstStyle/>
          <a:p>
            <a:pPr lvl="0">
              <a:lnSpc>
                <a:spcPct val="110000"/>
              </a:lnSpc>
              <a:spcBef>
                <a:spcPts val="1000"/>
              </a:spcBef>
              <a:defRPr/>
            </a:pPr>
            <a:r>
              <a:rPr lang="en-US" sz="1400">
                <a:latin typeface="Arial" panose="020B0604020202020204" pitchFamily="34" charset="0"/>
                <a:cs typeface="Arial" panose="020B0604020202020204" pitchFamily="34" charset="0"/>
              </a:rPr>
              <a:t>[High-level description of main purpose of phase]</a:t>
            </a:r>
          </a:p>
          <a:p>
            <a:pPr lvl="0">
              <a:lnSpc>
                <a:spcPct val="110000"/>
              </a:lnSpc>
              <a:spcBef>
                <a:spcPts val="1000"/>
              </a:spcBef>
              <a:defRPr/>
            </a:pPr>
            <a:endParaRPr lang="en-US" sz="1400">
              <a:latin typeface="Arial" panose="020B0604020202020204" pitchFamily="34" charset="0"/>
              <a:cs typeface="Arial" panose="020B0604020202020204" pitchFamily="34" charset="0"/>
            </a:endParaRPr>
          </a:p>
          <a:p>
            <a:pPr lvl="0">
              <a:lnSpc>
                <a:spcPct val="110000"/>
              </a:lnSpc>
              <a:spcBef>
                <a:spcPts val="1000"/>
              </a:spcBef>
              <a:defRPr/>
            </a:pPr>
            <a:endParaRPr lang="en-US" sz="1400">
              <a:latin typeface="Arial" panose="020B0604020202020204" pitchFamily="34" charset="0"/>
              <a:cs typeface="Arial" panose="020B0604020202020204" pitchFamily="34" charset="0"/>
            </a:endParaRPr>
          </a:p>
        </p:txBody>
      </p:sp>
      <p:sp>
        <p:nvSpPr>
          <p:cNvPr id="52" name="object 7">
            <a:extLst>
              <a:ext uri="{FF2B5EF4-FFF2-40B4-BE49-F238E27FC236}">
                <a16:creationId xmlns:a16="http://schemas.microsoft.com/office/drawing/2014/main" id="{7D41A80B-5FB3-9949-8FF3-CCE963738135}"/>
              </a:ext>
            </a:extLst>
          </p:cNvPr>
          <p:cNvSpPr txBox="1"/>
          <p:nvPr/>
        </p:nvSpPr>
        <p:spPr>
          <a:xfrm>
            <a:off x="6188693" y="2569977"/>
            <a:ext cx="2313477" cy="1195751"/>
          </a:xfrm>
          <a:prstGeom prst="rect">
            <a:avLst/>
          </a:prstGeom>
          <a:ln>
            <a:noFill/>
          </a:ln>
        </p:spPr>
        <p:txBody>
          <a:bodyPr vert="horz" wrap="square" lIns="0" tIns="9627" rIns="0" bIns="0" rtlCol="0">
            <a:spAutoFit/>
          </a:bodyPr>
          <a:lstStyle/>
          <a:p>
            <a:pPr lvl="0">
              <a:lnSpc>
                <a:spcPct val="110000"/>
              </a:lnSpc>
              <a:spcBef>
                <a:spcPts val="1000"/>
              </a:spcBef>
              <a:defRPr/>
            </a:pPr>
            <a:r>
              <a:rPr lang="en-US" sz="1400">
                <a:latin typeface="Arial" panose="020B0604020202020204" pitchFamily="34" charset="0"/>
                <a:cs typeface="Arial" panose="020B0604020202020204" pitchFamily="34" charset="0"/>
              </a:rPr>
              <a:t>[High-level description of main purpose of phase]</a:t>
            </a:r>
          </a:p>
          <a:p>
            <a:pPr lvl="0">
              <a:lnSpc>
                <a:spcPct val="110000"/>
              </a:lnSpc>
              <a:spcBef>
                <a:spcPts val="1000"/>
              </a:spcBef>
              <a:defRPr/>
            </a:pPr>
            <a:endParaRPr lang="en-US" sz="1400">
              <a:latin typeface="Arial" panose="020B0604020202020204" pitchFamily="34" charset="0"/>
              <a:cs typeface="Arial" panose="020B0604020202020204" pitchFamily="34" charset="0"/>
            </a:endParaRPr>
          </a:p>
          <a:p>
            <a:pPr lvl="0">
              <a:lnSpc>
                <a:spcPct val="110000"/>
              </a:lnSpc>
              <a:spcBef>
                <a:spcPts val="1000"/>
              </a:spcBef>
              <a:defRPr/>
            </a:pPr>
            <a:endParaRPr lang="en-US" sz="1400">
              <a:latin typeface="Arial" panose="020B0604020202020204" pitchFamily="34" charset="0"/>
              <a:cs typeface="Arial" panose="020B0604020202020204" pitchFamily="34" charset="0"/>
            </a:endParaRPr>
          </a:p>
        </p:txBody>
      </p:sp>
      <p:sp>
        <p:nvSpPr>
          <p:cNvPr id="53" name="object 6">
            <a:extLst>
              <a:ext uri="{FF2B5EF4-FFF2-40B4-BE49-F238E27FC236}">
                <a16:creationId xmlns:a16="http://schemas.microsoft.com/office/drawing/2014/main" id="{B6A5AC79-13F6-EA49-898D-641E4B766D16}"/>
              </a:ext>
            </a:extLst>
          </p:cNvPr>
          <p:cNvSpPr txBox="1"/>
          <p:nvPr/>
        </p:nvSpPr>
        <p:spPr>
          <a:xfrm>
            <a:off x="3328249" y="1962788"/>
            <a:ext cx="2057628" cy="378617"/>
          </a:xfrm>
          <a:prstGeom prst="rect">
            <a:avLst/>
          </a:prstGeom>
          <a:ln>
            <a:noFill/>
          </a:ln>
        </p:spPr>
        <p:txBody>
          <a:bodyPr vert="horz" wrap="square" lIns="0" tIns="77013" rIns="0" bIns="0" rtlCol="0">
            <a:spAutoFit/>
          </a:bodyPr>
          <a:lstStyle/>
          <a:p>
            <a:pPr marL="7701" marR="3081" lvl="0" indent="0" algn="l" defTabSz="914400" rtl="0" eaLnBrk="1" fontAlgn="auto" latinLnBrk="0" hangingPunct="1">
              <a:lnSpc>
                <a:spcPct val="101400"/>
              </a:lnSpc>
              <a:spcBef>
                <a:spcPts val="770"/>
              </a:spcBef>
              <a:spcAft>
                <a:spcPts val="0"/>
              </a:spcAft>
              <a:buClrTx/>
              <a:buSzTx/>
              <a:buFontTx/>
              <a:buNone/>
              <a:tabLst/>
              <a:defRPr/>
            </a:pPr>
            <a:r>
              <a:rPr kumimoji="0" lang="en-US" sz="2000" b="1" i="0" u="none" strike="noStrike" kern="1200" cap="none" spc="24" normalizeH="0" baseline="0" noProof="0">
                <a:ln>
                  <a:noFill/>
                </a:ln>
                <a:solidFill>
                  <a:schemeClr val="tx2"/>
                </a:solidFill>
                <a:effectLst/>
                <a:uLnTx/>
                <a:uFillTx/>
                <a:latin typeface="Arial" panose="020B0604020202020204" pitchFamily="34" charset="0"/>
                <a:cs typeface="Arial" panose="020B0604020202020204" pitchFamily="34" charset="0"/>
              </a:rPr>
              <a:t>Phase 2</a:t>
            </a:r>
          </a:p>
        </p:txBody>
      </p:sp>
      <p:sp>
        <p:nvSpPr>
          <p:cNvPr id="54" name="TextBox 53">
            <a:extLst>
              <a:ext uri="{FF2B5EF4-FFF2-40B4-BE49-F238E27FC236}">
                <a16:creationId xmlns:a16="http://schemas.microsoft.com/office/drawing/2014/main" id="{D58072DE-EEDF-5F4B-A0FA-32B5131C318D}"/>
              </a:ext>
            </a:extLst>
          </p:cNvPr>
          <p:cNvSpPr txBox="1"/>
          <p:nvPr/>
        </p:nvSpPr>
        <p:spPr>
          <a:xfrm>
            <a:off x="6188693" y="1962788"/>
            <a:ext cx="2573722" cy="400110"/>
          </a:xfrm>
          <a:prstGeom prst="rect">
            <a:avLst/>
          </a:prstGeom>
          <a:noFill/>
          <a:ln>
            <a:noFill/>
          </a:ln>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accent4"/>
                </a:solidFill>
                <a:effectLst/>
                <a:uLnTx/>
                <a:uFillTx/>
                <a:latin typeface="Arial" panose="020B0604020202020204" pitchFamily="34" charset="0"/>
                <a:cs typeface="Arial" panose="020B0604020202020204" pitchFamily="34" charset="0"/>
              </a:rPr>
              <a:t>Phase 3</a:t>
            </a:r>
          </a:p>
        </p:txBody>
      </p:sp>
      <p:sp>
        <p:nvSpPr>
          <p:cNvPr id="55" name="TextBox 54">
            <a:extLst>
              <a:ext uri="{FF2B5EF4-FFF2-40B4-BE49-F238E27FC236}">
                <a16:creationId xmlns:a16="http://schemas.microsoft.com/office/drawing/2014/main" id="{B3A1DD2D-0F28-2047-8BAF-B2F269D50AD6}"/>
              </a:ext>
            </a:extLst>
          </p:cNvPr>
          <p:cNvSpPr txBox="1"/>
          <p:nvPr/>
        </p:nvSpPr>
        <p:spPr>
          <a:xfrm>
            <a:off x="3328249" y="1687275"/>
            <a:ext cx="1507949" cy="246221"/>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effectLst/>
                <a:uLnTx/>
                <a:uFillTx/>
                <a:latin typeface="Arial" panose="020B0604020202020204" pitchFamily="34" charset="0"/>
                <a:cs typeface="Arial" panose="020B0604020202020204" pitchFamily="34" charset="0"/>
              </a:rPr>
              <a:t>[TIMELINE]</a:t>
            </a:r>
          </a:p>
        </p:txBody>
      </p:sp>
      <p:sp>
        <p:nvSpPr>
          <p:cNvPr id="56" name="TextBox 55">
            <a:extLst>
              <a:ext uri="{FF2B5EF4-FFF2-40B4-BE49-F238E27FC236}">
                <a16:creationId xmlns:a16="http://schemas.microsoft.com/office/drawing/2014/main" id="{B5731081-6208-BE48-BF41-94BF2D1F8CC0}"/>
              </a:ext>
            </a:extLst>
          </p:cNvPr>
          <p:cNvSpPr txBox="1"/>
          <p:nvPr/>
        </p:nvSpPr>
        <p:spPr>
          <a:xfrm>
            <a:off x="6188693" y="1687275"/>
            <a:ext cx="1507949" cy="246221"/>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effectLst/>
                <a:uLnTx/>
                <a:uFillTx/>
                <a:latin typeface="Arial" panose="020B0604020202020204" pitchFamily="34" charset="0"/>
                <a:cs typeface="Arial" panose="020B0604020202020204" pitchFamily="34" charset="0"/>
              </a:rPr>
              <a:t>[TIMELINE]</a:t>
            </a:r>
          </a:p>
        </p:txBody>
      </p:sp>
      <p:cxnSp>
        <p:nvCxnSpPr>
          <p:cNvPr id="57" name="Straight Arrow Connector 56">
            <a:extLst>
              <a:ext uri="{FF2B5EF4-FFF2-40B4-BE49-F238E27FC236}">
                <a16:creationId xmlns:a16="http://schemas.microsoft.com/office/drawing/2014/main" id="{E34176A7-7FD3-2244-9045-E15671DC6C34}"/>
              </a:ext>
            </a:extLst>
          </p:cNvPr>
          <p:cNvCxnSpPr>
            <a:cxnSpLocks/>
          </p:cNvCxnSpPr>
          <p:nvPr/>
        </p:nvCxnSpPr>
        <p:spPr>
          <a:xfrm>
            <a:off x="467805" y="2434604"/>
            <a:ext cx="2549999" cy="0"/>
          </a:xfrm>
          <a:prstGeom prst="straightConnector1">
            <a:avLst/>
          </a:prstGeom>
          <a:ln w="15875">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58" name="object 7">
            <a:extLst>
              <a:ext uri="{FF2B5EF4-FFF2-40B4-BE49-F238E27FC236}">
                <a16:creationId xmlns:a16="http://schemas.microsoft.com/office/drawing/2014/main" id="{AEA4DF33-7832-B049-8D0E-C493F9BBFAA5}"/>
              </a:ext>
            </a:extLst>
          </p:cNvPr>
          <p:cNvSpPr txBox="1"/>
          <p:nvPr/>
        </p:nvSpPr>
        <p:spPr>
          <a:xfrm>
            <a:off x="554736" y="2569977"/>
            <a:ext cx="2202256" cy="1195751"/>
          </a:xfrm>
          <a:prstGeom prst="rect">
            <a:avLst/>
          </a:prstGeom>
          <a:ln>
            <a:noFill/>
          </a:ln>
        </p:spPr>
        <p:txBody>
          <a:bodyPr vert="horz" wrap="square" lIns="0" tIns="9627" rIns="0" bIns="0" rtlCol="0">
            <a:spAutoFit/>
          </a:bodyPr>
          <a:lstStyle/>
          <a:p>
            <a:pPr marL="0" marR="0" lvl="0" indent="0" algn="l" defTabSz="914400" rtl="0" eaLnBrk="1" fontAlgn="auto" latinLnBrk="0" hangingPunct="1">
              <a:lnSpc>
                <a:spcPct val="110000"/>
              </a:lnSpc>
              <a:spcBef>
                <a:spcPts val="1000"/>
              </a:spcBef>
              <a:spcAft>
                <a:spcPts val="0"/>
              </a:spcAft>
              <a:buClrTx/>
              <a:buSzTx/>
              <a:buFontTx/>
              <a:buNone/>
              <a:tabLst/>
              <a:defRPr/>
            </a:pPr>
            <a:r>
              <a:rPr kumimoji="0" lang="en-US" sz="1400" u="none" strike="noStrike" kern="1200" cap="none" spc="0" normalizeH="0" baseline="0" noProof="0">
                <a:ln>
                  <a:noFill/>
                </a:ln>
                <a:effectLst/>
                <a:uLnTx/>
                <a:uFillTx/>
                <a:latin typeface="Arial" panose="020B0604020202020204" pitchFamily="34" charset="0"/>
                <a:cs typeface="Arial" panose="020B0604020202020204" pitchFamily="34" charset="0"/>
              </a:rPr>
              <a:t>[High-level description of main purpose of phase]</a:t>
            </a:r>
          </a:p>
          <a:p>
            <a:pPr marL="0" marR="0" lvl="0" indent="0" algn="l" defTabSz="914400" rtl="0" eaLnBrk="1" fontAlgn="auto" latinLnBrk="0" hangingPunct="1">
              <a:lnSpc>
                <a:spcPct val="110000"/>
              </a:lnSpc>
              <a:spcBef>
                <a:spcPts val="1000"/>
              </a:spcBef>
              <a:spcAft>
                <a:spcPts val="0"/>
              </a:spcAft>
              <a:buClrTx/>
              <a:buSzTx/>
              <a:buFontTx/>
              <a:buNone/>
              <a:tabLst/>
              <a:defRPr/>
            </a:pPr>
            <a:endParaRPr lang="en-US" sz="140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1000"/>
              </a:spcBef>
              <a:spcAft>
                <a:spcPts val="0"/>
              </a:spcAft>
              <a:buClrTx/>
              <a:buSzTx/>
              <a:buFontTx/>
              <a:buNone/>
              <a:tabLst/>
              <a:defRPr/>
            </a:pPr>
            <a:endParaRPr kumimoji="0" lang="en-US" sz="140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59" name="object 6">
            <a:extLst>
              <a:ext uri="{FF2B5EF4-FFF2-40B4-BE49-F238E27FC236}">
                <a16:creationId xmlns:a16="http://schemas.microsoft.com/office/drawing/2014/main" id="{F007FA20-C6F0-5542-AD65-CA3C2B282BD5}"/>
              </a:ext>
            </a:extLst>
          </p:cNvPr>
          <p:cNvSpPr txBox="1"/>
          <p:nvPr/>
        </p:nvSpPr>
        <p:spPr>
          <a:xfrm>
            <a:off x="554736" y="1954966"/>
            <a:ext cx="2057628" cy="378617"/>
          </a:xfrm>
          <a:prstGeom prst="rect">
            <a:avLst/>
          </a:prstGeom>
          <a:ln>
            <a:noFill/>
          </a:ln>
        </p:spPr>
        <p:txBody>
          <a:bodyPr vert="horz" wrap="square" lIns="0" tIns="77013" rIns="0" bIns="0" rtlCol="0">
            <a:spAutoFit/>
          </a:bodyPr>
          <a:lstStyle/>
          <a:p>
            <a:pPr marL="7701" marR="3081" lvl="0" indent="0" algn="l" defTabSz="914400" rtl="0" eaLnBrk="1" fontAlgn="auto" latinLnBrk="0" hangingPunct="1">
              <a:lnSpc>
                <a:spcPct val="101400"/>
              </a:lnSpc>
              <a:spcBef>
                <a:spcPts val="770"/>
              </a:spcBef>
              <a:spcAft>
                <a:spcPts val="0"/>
              </a:spcAft>
              <a:buClrTx/>
              <a:buSzTx/>
              <a:buFontTx/>
              <a:buNone/>
              <a:tabLst/>
              <a:defRPr/>
            </a:pPr>
            <a:r>
              <a:rPr kumimoji="0" lang="en-US" sz="2000" b="1" i="0" u="none" strike="noStrike" kern="1200" cap="none" spc="24" normalizeH="0" baseline="0" noProof="0">
                <a:ln>
                  <a:noFill/>
                </a:ln>
                <a:solidFill>
                  <a:schemeClr val="accent1"/>
                </a:solidFill>
                <a:effectLst/>
                <a:uLnTx/>
                <a:uFillTx/>
                <a:latin typeface="Arial" panose="020B0604020202020204" pitchFamily="34" charset="0"/>
                <a:cs typeface="Arial" panose="020B0604020202020204" pitchFamily="34" charset="0"/>
              </a:rPr>
              <a:t>Phase 1</a:t>
            </a:r>
          </a:p>
        </p:txBody>
      </p:sp>
      <p:sp>
        <p:nvSpPr>
          <p:cNvPr id="60" name="TextBox 59">
            <a:extLst>
              <a:ext uri="{FF2B5EF4-FFF2-40B4-BE49-F238E27FC236}">
                <a16:creationId xmlns:a16="http://schemas.microsoft.com/office/drawing/2014/main" id="{BFC757E9-E5E8-B24C-8346-CBD2ABFC11E2}"/>
              </a:ext>
            </a:extLst>
          </p:cNvPr>
          <p:cNvSpPr txBox="1"/>
          <p:nvPr/>
        </p:nvSpPr>
        <p:spPr>
          <a:xfrm>
            <a:off x="554736" y="1687275"/>
            <a:ext cx="1507949" cy="246221"/>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effectLst/>
                <a:uLnTx/>
                <a:uFillTx/>
                <a:latin typeface="Arial" panose="020B0604020202020204" pitchFamily="34" charset="0"/>
                <a:cs typeface="Arial" panose="020B0604020202020204" pitchFamily="34" charset="0"/>
              </a:rPr>
              <a:t>[TIMELINE]</a:t>
            </a:r>
          </a:p>
        </p:txBody>
      </p:sp>
      <p:sp>
        <p:nvSpPr>
          <p:cNvPr id="62" name="Text Placeholder 3">
            <a:extLst>
              <a:ext uri="{FF2B5EF4-FFF2-40B4-BE49-F238E27FC236}">
                <a16:creationId xmlns:a16="http://schemas.microsoft.com/office/drawing/2014/main" id="{650601A0-AB40-7B4A-A961-74B3FB515840}"/>
              </a:ext>
            </a:extLst>
          </p:cNvPr>
          <p:cNvSpPr txBox="1">
            <a:spLocks/>
          </p:cNvSpPr>
          <p:nvPr/>
        </p:nvSpPr>
        <p:spPr>
          <a:xfrm>
            <a:off x="554736" y="3876243"/>
            <a:ext cx="2592000" cy="1513954"/>
          </a:xfrm>
          <a:prstGeom prst="rect">
            <a:avLst/>
          </a:prstGeom>
        </p:spPr>
        <p:txBody>
          <a:bodyPr lIns="0"/>
          <a:lst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Graphik Regular" charset="0"/>
                <a:ea typeface="+mn-ea"/>
                <a:cs typeface="+mn-cs"/>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Graphik Regular" charset="0"/>
                <a:ea typeface="+mn-ea"/>
                <a:cs typeface="+mn-cs"/>
              </a:defRPr>
            </a:lvl2pPr>
            <a:lvl3pPr marL="1143000" indent="-228600" algn="l" defTabSz="914400" rtl="0" eaLnBrk="1" latinLnBrk="0" hangingPunct="1">
              <a:lnSpc>
                <a:spcPct val="90000"/>
              </a:lnSpc>
              <a:spcBef>
                <a:spcPts val="500"/>
              </a:spcBef>
              <a:buFont typeface="Arial"/>
              <a:buChar char="•"/>
              <a:defRPr sz="1800" b="0" i="0" kern="1200">
                <a:solidFill>
                  <a:schemeClr val="tx1"/>
                </a:solidFill>
                <a:latin typeface="Graphik Regular" charset="0"/>
                <a:ea typeface="+mn-ea"/>
                <a:cs typeface="+mn-cs"/>
              </a:defRPr>
            </a:lvl3pPr>
            <a:lvl4pPr marL="16002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4pPr>
            <a:lvl5pPr marL="20574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None/>
              <a:tabLst/>
              <a:defRPr/>
            </a:pPr>
            <a:r>
              <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rPr>
              <a:t>Key activities</a:t>
            </a:r>
          </a:p>
          <a:p>
            <a:pPr>
              <a:lnSpc>
                <a:spcPct val="100000"/>
              </a:lnSpc>
              <a:spcBef>
                <a:spcPts val="0"/>
              </a:spcBef>
              <a:defRPr/>
            </a:pPr>
            <a:r>
              <a:rPr lang="en-US" sz="1200">
                <a:latin typeface="Arial" panose="020B0604020202020204" pitchFamily="34" charset="0"/>
                <a:cs typeface="Arial" panose="020B0604020202020204" pitchFamily="34" charset="0"/>
              </a:rPr>
              <a:t>[Description of key activities]</a:t>
            </a:r>
          </a:p>
          <a:p>
            <a:pPr>
              <a:lnSpc>
                <a:spcPct val="100000"/>
              </a:lnSpc>
              <a:spcBef>
                <a:spcPts val="0"/>
              </a:spcBef>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a:lnSpc>
                <a:spcPct val="100000"/>
              </a:lnSpc>
              <a:spcBef>
                <a:spcPts val="0"/>
              </a:spcBef>
              <a:defRPr/>
            </a:pPr>
            <a:endParaRPr lang="en-US" sz="1200" b="1">
              <a:latin typeface="Arial" panose="020B0604020202020204" pitchFamily="34" charset="0"/>
              <a:cs typeface="Arial" panose="020B0604020202020204" pitchFamily="34" charset="0"/>
            </a:endParaRPr>
          </a:p>
          <a:p>
            <a:pPr>
              <a:lnSpc>
                <a:spcPct val="100000"/>
              </a:lnSpc>
              <a:spcBef>
                <a:spcPts val="0"/>
              </a:spcBef>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a:lnSpc>
                <a:spcPct val="100000"/>
              </a:lnSpc>
              <a:spcBef>
                <a:spcPts val="0"/>
              </a:spcBef>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buClrTx/>
              <a:buSzTx/>
              <a:buNone/>
              <a:tabLst/>
              <a:defRPr/>
            </a:pPr>
            <a:r>
              <a:rPr lang="en-US" sz="1200" b="1">
                <a:latin typeface="Arial" panose="020B0604020202020204" pitchFamily="34" charset="0"/>
                <a:cs typeface="Arial" panose="020B0604020202020204" pitchFamily="34" charset="0"/>
              </a:rPr>
              <a:t>Outcomes</a:t>
            </a:r>
          </a:p>
          <a:p>
            <a:pPr>
              <a:lnSpc>
                <a:spcPct val="100000"/>
              </a:lnSpc>
              <a:spcBef>
                <a:spcPts val="0"/>
              </a:spcBef>
              <a:defRPr/>
            </a:pPr>
            <a:r>
              <a:rPr lang="en-US" sz="1200">
                <a:latin typeface="Arial" panose="020B0604020202020204" pitchFamily="34" charset="0"/>
                <a:cs typeface="Arial" panose="020B0604020202020204" pitchFamily="34" charset="0"/>
              </a:rPr>
              <a:t>[Description of key metrics or other outcomes]</a:t>
            </a:r>
          </a:p>
          <a:p>
            <a:pPr>
              <a:lnSpc>
                <a:spcPct val="100000"/>
              </a:lnSpc>
              <a:spcBef>
                <a:spcPts val="0"/>
              </a:spcBef>
              <a:defRPr/>
            </a:pPr>
            <a:endParaRPr lang="en-US" sz="120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1000"/>
              </a:spcBef>
              <a:spcAft>
                <a:spcPts val="0"/>
              </a:spcAft>
              <a:buClrTx/>
              <a:buSz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63" name="Text Placeholder 3">
            <a:extLst>
              <a:ext uri="{FF2B5EF4-FFF2-40B4-BE49-F238E27FC236}">
                <a16:creationId xmlns:a16="http://schemas.microsoft.com/office/drawing/2014/main" id="{A9526EA8-92B9-C545-815E-4E1EC033885F}"/>
              </a:ext>
            </a:extLst>
          </p:cNvPr>
          <p:cNvSpPr txBox="1">
            <a:spLocks/>
          </p:cNvSpPr>
          <p:nvPr/>
        </p:nvSpPr>
        <p:spPr>
          <a:xfrm>
            <a:off x="3328249" y="3876243"/>
            <a:ext cx="2592000" cy="1513954"/>
          </a:xfrm>
          <a:prstGeom prst="rect">
            <a:avLst/>
          </a:prstGeom>
        </p:spPr>
        <p:txBody>
          <a:bodyPr lIns="0"/>
          <a:lst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Graphik Regular" charset="0"/>
                <a:ea typeface="+mn-ea"/>
                <a:cs typeface="+mn-cs"/>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Graphik Regular" charset="0"/>
                <a:ea typeface="+mn-ea"/>
                <a:cs typeface="+mn-cs"/>
              </a:defRPr>
            </a:lvl2pPr>
            <a:lvl3pPr marL="1143000" indent="-228600" algn="l" defTabSz="914400" rtl="0" eaLnBrk="1" latinLnBrk="0" hangingPunct="1">
              <a:lnSpc>
                <a:spcPct val="90000"/>
              </a:lnSpc>
              <a:spcBef>
                <a:spcPts val="500"/>
              </a:spcBef>
              <a:buFont typeface="Arial"/>
              <a:buChar char="•"/>
              <a:defRPr sz="1800" b="0" i="0" kern="1200">
                <a:solidFill>
                  <a:schemeClr val="tx1"/>
                </a:solidFill>
                <a:latin typeface="Graphik Regular" charset="0"/>
                <a:ea typeface="+mn-ea"/>
                <a:cs typeface="+mn-cs"/>
              </a:defRPr>
            </a:lvl3pPr>
            <a:lvl4pPr marL="16002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4pPr>
            <a:lvl5pPr marL="20574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None/>
              <a:tabLst/>
              <a:defRPr/>
            </a:pPr>
            <a:r>
              <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rPr>
              <a:t>Key activities</a:t>
            </a:r>
          </a:p>
          <a:p>
            <a:pPr>
              <a:lnSpc>
                <a:spcPct val="100000"/>
              </a:lnSpc>
              <a:spcBef>
                <a:spcPts val="0"/>
              </a:spcBef>
              <a:defRPr/>
            </a:pPr>
            <a:r>
              <a:rPr lang="en-US" sz="1200">
                <a:latin typeface="Arial" panose="020B0604020202020204" pitchFamily="34" charset="0"/>
                <a:cs typeface="Arial" panose="020B0604020202020204" pitchFamily="34" charset="0"/>
              </a:rPr>
              <a:t>[Description of key activities]</a:t>
            </a:r>
          </a:p>
          <a:p>
            <a:pPr marL="0" indent="0">
              <a:lnSpc>
                <a:spcPct val="100000"/>
              </a:lnSpc>
              <a:spcBef>
                <a:spcPts val="0"/>
              </a:spcBef>
              <a:buNone/>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indent="0">
              <a:lnSpc>
                <a:spcPct val="100000"/>
              </a:lnSpc>
              <a:spcBef>
                <a:spcPts val="0"/>
              </a:spcBef>
              <a:buNone/>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indent="0">
              <a:lnSpc>
                <a:spcPct val="100000"/>
              </a:lnSpc>
              <a:spcBef>
                <a:spcPts val="0"/>
              </a:spcBef>
              <a:buNone/>
              <a:defRPr/>
            </a:pPr>
            <a:endParaRPr lang="en-US" sz="1200" b="1">
              <a:latin typeface="Arial" panose="020B0604020202020204" pitchFamily="34" charset="0"/>
              <a:cs typeface="Arial" panose="020B0604020202020204" pitchFamily="34" charset="0"/>
            </a:endParaRPr>
          </a:p>
          <a:p>
            <a:pPr marL="0" indent="0">
              <a:lnSpc>
                <a:spcPct val="100000"/>
              </a:lnSpc>
              <a:spcBef>
                <a:spcPts val="0"/>
              </a:spcBef>
              <a:buNone/>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buClrTx/>
              <a:buSzTx/>
              <a:buNone/>
              <a:tabLst/>
              <a:defRPr/>
            </a:pPr>
            <a:r>
              <a:rPr lang="en-US" sz="1200" b="1">
                <a:latin typeface="Arial" panose="020B0604020202020204" pitchFamily="34" charset="0"/>
                <a:cs typeface="Arial" panose="020B0604020202020204" pitchFamily="34" charset="0"/>
              </a:rPr>
              <a:t>Outcomes</a:t>
            </a:r>
          </a:p>
          <a:p>
            <a:pPr>
              <a:lnSpc>
                <a:spcPct val="100000"/>
              </a:lnSpc>
              <a:spcBef>
                <a:spcPts val="0"/>
              </a:spcBef>
              <a:defRPr/>
            </a:pPr>
            <a:r>
              <a:rPr lang="en-US" sz="1200">
                <a:latin typeface="Arial" panose="020B0604020202020204" pitchFamily="34" charset="0"/>
                <a:cs typeface="Arial" panose="020B0604020202020204" pitchFamily="34" charset="0"/>
              </a:rPr>
              <a:t>[Description of key metrics or other outcomes]</a:t>
            </a:r>
          </a:p>
          <a:p>
            <a:pPr>
              <a:lnSpc>
                <a:spcPct val="100000"/>
              </a:lnSpc>
              <a:spcBef>
                <a:spcPts val="0"/>
              </a:spcBef>
              <a:defRPr/>
            </a:pPr>
            <a:endParaRPr lang="en-US" sz="120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1000"/>
              </a:spcBef>
              <a:spcAft>
                <a:spcPts val="0"/>
              </a:spcAft>
              <a:buClrTx/>
              <a:buSz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64" name="Text Placeholder 3">
            <a:extLst>
              <a:ext uri="{FF2B5EF4-FFF2-40B4-BE49-F238E27FC236}">
                <a16:creationId xmlns:a16="http://schemas.microsoft.com/office/drawing/2014/main" id="{B9D90848-8FA2-3B4E-BCC4-90AA4CA60A02}"/>
              </a:ext>
            </a:extLst>
          </p:cNvPr>
          <p:cNvSpPr txBox="1">
            <a:spLocks/>
          </p:cNvSpPr>
          <p:nvPr/>
        </p:nvSpPr>
        <p:spPr>
          <a:xfrm>
            <a:off x="6188693" y="3876243"/>
            <a:ext cx="2592000" cy="1513954"/>
          </a:xfrm>
          <a:prstGeom prst="rect">
            <a:avLst/>
          </a:prstGeom>
        </p:spPr>
        <p:txBody>
          <a:bodyPr lIns="0"/>
          <a:lst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Graphik Regular" charset="0"/>
                <a:ea typeface="+mn-ea"/>
                <a:cs typeface="+mn-cs"/>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Graphik Regular" charset="0"/>
                <a:ea typeface="+mn-ea"/>
                <a:cs typeface="+mn-cs"/>
              </a:defRPr>
            </a:lvl2pPr>
            <a:lvl3pPr marL="1143000" indent="-228600" algn="l" defTabSz="914400" rtl="0" eaLnBrk="1" latinLnBrk="0" hangingPunct="1">
              <a:lnSpc>
                <a:spcPct val="90000"/>
              </a:lnSpc>
              <a:spcBef>
                <a:spcPts val="500"/>
              </a:spcBef>
              <a:buFont typeface="Arial"/>
              <a:buChar char="•"/>
              <a:defRPr sz="1800" b="0" i="0" kern="1200">
                <a:solidFill>
                  <a:schemeClr val="tx1"/>
                </a:solidFill>
                <a:latin typeface="Graphik Regular" charset="0"/>
                <a:ea typeface="+mn-ea"/>
                <a:cs typeface="+mn-cs"/>
              </a:defRPr>
            </a:lvl3pPr>
            <a:lvl4pPr marL="16002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4pPr>
            <a:lvl5pPr marL="20574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None/>
              <a:tabLst/>
              <a:defRPr/>
            </a:pPr>
            <a:r>
              <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rPr>
              <a:t>Key activities</a:t>
            </a:r>
          </a:p>
          <a:p>
            <a:pPr>
              <a:lnSpc>
                <a:spcPct val="100000"/>
              </a:lnSpc>
              <a:spcBef>
                <a:spcPts val="0"/>
              </a:spcBef>
              <a:defRPr/>
            </a:pPr>
            <a:r>
              <a:rPr lang="en-US" sz="1200">
                <a:latin typeface="Arial" panose="020B0604020202020204" pitchFamily="34" charset="0"/>
                <a:cs typeface="Arial" panose="020B0604020202020204" pitchFamily="34" charset="0"/>
              </a:rPr>
              <a:t>[Description of key activities]</a:t>
            </a:r>
          </a:p>
          <a:p>
            <a:pPr>
              <a:lnSpc>
                <a:spcPct val="100000"/>
              </a:lnSpc>
              <a:spcBef>
                <a:spcPts val="0"/>
              </a:spcBef>
              <a:defRPr/>
            </a:pPr>
            <a:endParaRPr lang="en-US" sz="1200">
              <a:latin typeface="Arial" panose="020B0604020202020204" pitchFamily="34" charset="0"/>
              <a:cs typeface="Arial" panose="020B0604020202020204" pitchFamily="34" charset="0"/>
            </a:endParaRPr>
          </a:p>
          <a:p>
            <a:pPr>
              <a:lnSpc>
                <a:spcPct val="100000"/>
              </a:lnSpc>
              <a:spcBef>
                <a:spcPts val="0"/>
              </a:spcBef>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a:lnSpc>
                <a:spcPct val="100000"/>
              </a:lnSpc>
              <a:spcBef>
                <a:spcPts val="0"/>
              </a:spcBef>
              <a:defRPr/>
            </a:pPr>
            <a:endParaRPr lang="en-US" sz="1200" b="1">
              <a:latin typeface="Arial" panose="020B0604020202020204" pitchFamily="34" charset="0"/>
              <a:cs typeface="Arial" panose="020B0604020202020204" pitchFamily="34" charset="0"/>
            </a:endParaRPr>
          </a:p>
          <a:p>
            <a:pPr>
              <a:lnSpc>
                <a:spcPct val="100000"/>
              </a:lnSpc>
              <a:spcBef>
                <a:spcPts val="0"/>
              </a:spcBef>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buClrTx/>
              <a:buSzTx/>
              <a:buNone/>
              <a:tabLst/>
              <a:defRPr/>
            </a:pPr>
            <a:r>
              <a:rPr lang="en-US" sz="1200" b="1">
                <a:latin typeface="Arial" panose="020B0604020202020204" pitchFamily="34" charset="0"/>
                <a:cs typeface="Arial" panose="020B0604020202020204" pitchFamily="34" charset="0"/>
              </a:rPr>
              <a:t>Outcomes</a:t>
            </a:r>
          </a:p>
          <a:p>
            <a:pPr>
              <a:lnSpc>
                <a:spcPct val="100000"/>
              </a:lnSpc>
              <a:spcBef>
                <a:spcPts val="0"/>
              </a:spcBef>
              <a:defRPr/>
            </a:pPr>
            <a:r>
              <a:rPr lang="en-US" sz="1200">
                <a:latin typeface="Arial" panose="020B0604020202020204" pitchFamily="34" charset="0"/>
                <a:cs typeface="Arial" panose="020B0604020202020204" pitchFamily="34" charset="0"/>
              </a:rPr>
              <a:t>[Description of key metrics or other outcomes]</a:t>
            </a:r>
          </a:p>
          <a:p>
            <a:pPr>
              <a:lnSpc>
                <a:spcPct val="100000"/>
              </a:lnSpc>
              <a:spcBef>
                <a:spcPts val="0"/>
              </a:spcBef>
              <a:defRPr/>
            </a:pPr>
            <a:endParaRPr lang="en-US" sz="120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1000"/>
              </a:spcBef>
              <a:spcAft>
                <a:spcPts val="0"/>
              </a:spcAft>
              <a:buClrTx/>
              <a:buSz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65" name="Text Placeholder 3">
            <a:extLst>
              <a:ext uri="{FF2B5EF4-FFF2-40B4-BE49-F238E27FC236}">
                <a16:creationId xmlns:a16="http://schemas.microsoft.com/office/drawing/2014/main" id="{6CF92DB6-E156-F841-9666-E48DA6D830DD}"/>
              </a:ext>
            </a:extLst>
          </p:cNvPr>
          <p:cNvSpPr txBox="1">
            <a:spLocks/>
          </p:cNvSpPr>
          <p:nvPr/>
        </p:nvSpPr>
        <p:spPr>
          <a:xfrm>
            <a:off x="9049136" y="3876243"/>
            <a:ext cx="2592000" cy="1513954"/>
          </a:xfrm>
          <a:prstGeom prst="rect">
            <a:avLst/>
          </a:prstGeom>
        </p:spPr>
        <p:txBody>
          <a:bodyPr lIns="0"/>
          <a:lst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Graphik Regular" charset="0"/>
                <a:ea typeface="+mn-ea"/>
                <a:cs typeface="+mn-cs"/>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Graphik Regular" charset="0"/>
                <a:ea typeface="+mn-ea"/>
                <a:cs typeface="+mn-cs"/>
              </a:defRPr>
            </a:lvl2pPr>
            <a:lvl3pPr marL="1143000" indent="-228600" algn="l" defTabSz="914400" rtl="0" eaLnBrk="1" latinLnBrk="0" hangingPunct="1">
              <a:lnSpc>
                <a:spcPct val="90000"/>
              </a:lnSpc>
              <a:spcBef>
                <a:spcPts val="500"/>
              </a:spcBef>
              <a:buFont typeface="Arial"/>
              <a:buChar char="•"/>
              <a:defRPr sz="1800" b="0" i="0" kern="1200">
                <a:solidFill>
                  <a:schemeClr val="tx1"/>
                </a:solidFill>
                <a:latin typeface="Graphik Regular" charset="0"/>
                <a:ea typeface="+mn-ea"/>
                <a:cs typeface="+mn-cs"/>
              </a:defRPr>
            </a:lvl3pPr>
            <a:lvl4pPr marL="16002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4pPr>
            <a:lvl5pPr marL="2057400" indent="-228600" algn="l" defTabSz="914400" rtl="0" eaLnBrk="1" latinLnBrk="0" hangingPunct="1">
              <a:lnSpc>
                <a:spcPct val="90000"/>
              </a:lnSpc>
              <a:spcBef>
                <a:spcPts val="500"/>
              </a:spcBef>
              <a:buFont typeface="Arial"/>
              <a:buChar char="•"/>
              <a:defRPr sz="1600" b="0" i="0" kern="1200">
                <a:solidFill>
                  <a:schemeClr val="tx1"/>
                </a:solidFill>
                <a:latin typeface="Graphik Regular"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None/>
              <a:tabLst/>
              <a:defRPr/>
            </a:pPr>
            <a:r>
              <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rPr>
              <a:t>Key activities</a:t>
            </a:r>
          </a:p>
          <a:p>
            <a:pPr>
              <a:lnSpc>
                <a:spcPct val="100000"/>
              </a:lnSpc>
              <a:spcBef>
                <a:spcPts val="0"/>
              </a:spcBef>
              <a:defRPr/>
            </a:pPr>
            <a:r>
              <a:rPr lang="en-US" sz="1200">
                <a:latin typeface="Arial" panose="020B0604020202020204" pitchFamily="34" charset="0"/>
                <a:cs typeface="Arial" panose="020B0604020202020204" pitchFamily="34" charset="0"/>
              </a:rPr>
              <a:t>[Description of key activities]</a:t>
            </a:r>
          </a:p>
          <a:p>
            <a:pPr marL="0" indent="0">
              <a:lnSpc>
                <a:spcPct val="100000"/>
              </a:lnSpc>
              <a:spcBef>
                <a:spcPts val="0"/>
              </a:spcBef>
              <a:buNone/>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indent="0">
              <a:lnSpc>
                <a:spcPct val="100000"/>
              </a:lnSpc>
              <a:spcBef>
                <a:spcPts val="0"/>
              </a:spcBef>
              <a:buNone/>
              <a:defRPr/>
            </a:pPr>
            <a:endParaRPr lang="en-US" sz="1200" b="1">
              <a:latin typeface="Arial" panose="020B0604020202020204" pitchFamily="34" charset="0"/>
              <a:cs typeface="Arial" panose="020B0604020202020204" pitchFamily="34" charset="0"/>
            </a:endParaRPr>
          </a:p>
          <a:p>
            <a:pPr marL="0" indent="0">
              <a:lnSpc>
                <a:spcPct val="100000"/>
              </a:lnSpc>
              <a:spcBef>
                <a:spcPts val="0"/>
              </a:spcBef>
              <a:buNone/>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indent="0">
              <a:lnSpc>
                <a:spcPct val="100000"/>
              </a:lnSpc>
              <a:spcBef>
                <a:spcPts val="0"/>
              </a:spcBef>
              <a:buNone/>
              <a:defRPr/>
            </a:pPr>
            <a:endParaRPr kumimoji="0" lang="en-US"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buClrTx/>
              <a:buSzTx/>
              <a:buNone/>
              <a:tabLst/>
              <a:defRPr/>
            </a:pPr>
            <a:r>
              <a:rPr lang="en-US" sz="1200" b="1">
                <a:latin typeface="Arial" panose="020B0604020202020204" pitchFamily="34" charset="0"/>
                <a:cs typeface="Arial" panose="020B0604020202020204" pitchFamily="34" charset="0"/>
              </a:rPr>
              <a:t>Outcomes</a:t>
            </a:r>
          </a:p>
          <a:p>
            <a:pPr>
              <a:lnSpc>
                <a:spcPct val="100000"/>
              </a:lnSpc>
              <a:spcBef>
                <a:spcPts val="0"/>
              </a:spcBef>
              <a:defRPr/>
            </a:pPr>
            <a:r>
              <a:rPr lang="en-US" sz="1200">
                <a:latin typeface="Arial" panose="020B0604020202020204" pitchFamily="34" charset="0"/>
                <a:cs typeface="Arial" panose="020B0604020202020204" pitchFamily="34" charset="0"/>
              </a:rPr>
              <a:t>[Description of key metrics or other outcomes]</a:t>
            </a:r>
          </a:p>
          <a:p>
            <a:pPr>
              <a:lnSpc>
                <a:spcPct val="100000"/>
              </a:lnSpc>
              <a:spcBef>
                <a:spcPts val="0"/>
              </a:spcBef>
              <a:defRPr/>
            </a:pPr>
            <a:endParaRPr lang="en-US" sz="120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1000"/>
              </a:spcBef>
              <a:spcAft>
                <a:spcPts val="0"/>
              </a:spcAft>
              <a:buClrTx/>
              <a:buSz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2712EA9-07B0-8AE2-2CCD-CBF288FFA44D}"/>
              </a:ext>
            </a:extLst>
          </p:cNvPr>
          <p:cNvSpPr txBox="1"/>
          <p:nvPr/>
        </p:nvSpPr>
        <p:spPr>
          <a:xfrm>
            <a:off x="9940834" y="1318966"/>
            <a:ext cx="1696430" cy="235131"/>
          </a:xfrm>
          <a:prstGeom prst="rect">
            <a:avLst/>
          </a:prstGeom>
          <a:ln w="6350">
            <a:noFill/>
            <a:miter lim="800000"/>
          </a:ln>
        </p:spPr>
        <p:txBody>
          <a:bodyPr vert="horz" wrap="square" lIns="0" tIns="0" rIns="0" bIns="0" rtlCol="0">
            <a:noAutofit/>
          </a:bodyPr>
          <a:lstStyle/>
          <a:p>
            <a:pPr algn="r">
              <a:spcBef>
                <a:spcPts val="300"/>
              </a:spcBef>
              <a:spcAft>
                <a:spcPts val="300"/>
              </a:spcAft>
              <a:buNone/>
            </a:pPr>
            <a:r>
              <a:rPr lang="en-US" sz="1200" i="1">
                <a:solidFill>
                  <a:srgbClr val="666666"/>
                </a:solidFill>
              </a:rPr>
              <a:t>For discussion</a:t>
            </a:r>
          </a:p>
        </p:txBody>
      </p:sp>
    </p:spTree>
    <p:extLst>
      <p:ext uri="{BB962C8B-B14F-4D97-AF65-F5344CB8AC3E}">
        <p14:creationId xmlns:p14="http://schemas.microsoft.com/office/powerpoint/2010/main" val="29621188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55B2FA-DD7D-1A21-DA2C-580A15D86B60}"/>
              </a:ext>
            </a:extLst>
          </p:cNvPr>
          <p:cNvSpPr>
            <a:spLocks noGrp="1"/>
          </p:cNvSpPr>
          <p:nvPr>
            <p:ph type="ctrTitle"/>
          </p:nvPr>
        </p:nvSpPr>
        <p:spPr/>
        <p:txBody>
          <a:bodyPr/>
          <a:lstStyle/>
          <a:p>
            <a:r>
              <a:rPr lang="en-US" dirty="0"/>
              <a:t>Dashboards </a:t>
            </a:r>
            <a:br>
              <a:rPr lang="en-US" dirty="0"/>
            </a:br>
            <a:r>
              <a:rPr lang="en-US" dirty="0"/>
              <a:t>&amp; tables</a:t>
            </a:r>
          </a:p>
        </p:txBody>
      </p:sp>
      <p:sp>
        <p:nvSpPr>
          <p:cNvPr id="6" name="Text Placeholder 5">
            <a:extLst>
              <a:ext uri="{FF2B5EF4-FFF2-40B4-BE49-F238E27FC236}">
                <a16:creationId xmlns:a16="http://schemas.microsoft.com/office/drawing/2014/main" id="{E50C83C5-6F59-9C81-53DF-4DCD887100E4}"/>
              </a:ext>
            </a:extLst>
          </p:cNvPr>
          <p:cNvSpPr>
            <a:spLocks noGrp="1"/>
          </p:cNvSpPr>
          <p:nvPr>
            <p:ph type="body" sz="quarter" idx="14"/>
          </p:nvPr>
        </p:nvSpPr>
        <p:spPr/>
        <p:txBody>
          <a:bodyPr/>
          <a:lstStyle/>
          <a:p>
            <a:r>
              <a:rPr lang="en-US" dirty="0"/>
              <a:t>06</a:t>
            </a:r>
          </a:p>
        </p:txBody>
      </p:sp>
    </p:spTree>
    <p:extLst>
      <p:ext uri="{BB962C8B-B14F-4D97-AF65-F5344CB8AC3E}">
        <p14:creationId xmlns:p14="http://schemas.microsoft.com/office/powerpoint/2010/main" val="13683743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423C67D-31CC-4312-9F8E-C6AD3828819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61" imgH="264" progId="TCLayout.ActiveDocument.1">
                  <p:embed/>
                </p:oleObj>
              </mc:Choice>
              <mc:Fallback>
                <p:oleObj name="think-cell Slide" r:id="rId4" imgW="261" imgH="264" progId="TCLayout.ActiveDocument.1">
                  <p:embed/>
                  <p:pic>
                    <p:nvPicPr>
                      <p:cNvPr id="9" name="think-cell data - do not delete" hidden="1">
                        <a:extLst>
                          <a:ext uri="{FF2B5EF4-FFF2-40B4-BE49-F238E27FC236}">
                            <a16:creationId xmlns:a16="http://schemas.microsoft.com/office/drawing/2014/main" id="{C423C67D-31CC-4312-9F8E-C6AD3828819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02D96AB-4B1C-4862-8FA2-AAD9889502AD}"/>
              </a:ext>
            </a:extLst>
          </p:cNvPr>
          <p:cNvSpPr>
            <a:spLocks noGrp="1"/>
          </p:cNvSpPr>
          <p:nvPr>
            <p:ph type="title"/>
          </p:nvPr>
        </p:nvSpPr>
        <p:spPr/>
        <p:txBody>
          <a:bodyPr vert="horz"/>
          <a:lstStyle/>
          <a:p>
            <a:r>
              <a:rPr lang="en-US"/>
              <a:t>Stakeholder management process</a:t>
            </a:r>
          </a:p>
        </p:txBody>
      </p:sp>
      <p:sp>
        <p:nvSpPr>
          <p:cNvPr id="64" name="Oval 63">
            <a:extLst>
              <a:ext uri="{FF2B5EF4-FFF2-40B4-BE49-F238E27FC236}">
                <a16:creationId xmlns:a16="http://schemas.microsoft.com/office/drawing/2014/main" id="{09204A21-4221-4B0E-9F2C-BDCD1E02A2C8}"/>
              </a:ext>
            </a:extLst>
          </p:cNvPr>
          <p:cNvSpPr>
            <a:spLocks noChangeAspect="1"/>
          </p:cNvSpPr>
          <p:nvPr/>
        </p:nvSpPr>
        <p:spPr>
          <a:xfrm>
            <a:off x="2936083" y="1237073"/>
            <a:ext cx="291510" cy="2915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a:solidFill>
                  <a:schemeClr val="bg1"/>
                </a:solidFill>
              </a:rPr>
              <a:t>1</a:t>
            </a:r>
          </a:p>
        </p:txBody>
      </p:sp>
      <p:cxnSp>
        <p:nvCxnSpPr>
          <p:cNvPr id="58" name="Straight Connector 57">
            <a:extLst>
              <a:ext uri="{FF2B5EF4-FFF2-40B4-BE49-F238E27FC236}">
                <a16:creationId xmlns:a16="http://schemas.microsoft.com/office/drawing/2014/main" id="{8A0897FF-9609-447B-9BB6-9AA85D04E336}"/>
              </a:ext>
            </a:extLst>
          </p:cNvPr>
          <p:cNvCxnSpPr>
            <a:cxnSpLocks/>
          </p:cNvCxnSpPr>
          <p:nvPr/>
        </p:nvCxnSpPr>
        <p:spPr>
          <a:xfrm flipH="1">
            <a:off x="1912082" y="2075065"/>
            <a:ext cx="233951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A18021C-27DF-46DB-BCE3-55F2D04D40B9}"/>
              </a:ext>
            </a:extLst>
          </p:cNvPr>
          <p:cNvSpPr txBox="1"/>
          <p:nvPr/>
        </p:nvSpPr>
        <p:spPr>
          <a:xfrm>
            <a:off x="1912082" y="1784716"/>
            <a:ext cx="2339512" cy="215444"/>
          </a:xfrm>
          <a:prstGeom prst="rect">
            <a:avLst/>
          </a:prstGeom>
          <a:noFill/>
        </p:spPr>
        <p:txBody>
          <a:bodyPr wrap="square" lIns="0" tIns="0" rIns="0" bIns="0" rtlCol="0" anchor="b">
            <a:spAutoFit/>
          </a:bodyPr>
          <a:lstStyle/>
          <a:p>
            <a:pPr algn="ctr"/>
            <a:r>
              <a:rPr lang="en-US" sz="1400" b="1" noProof="0"/>
              <a:t>Identify stakeholders</a:t>
            </a:r>
          </a:p>
        </p:txBody>
      </p:sp>
      <p:sp>
        <p:nvSpPr>
          <p:cNvPr id="80" name="Oval 40">
            <a:extLst>
              <a:ext uri="{FF2B5EF4-FFF2-40B4-BE49-F238E27FC236}">
                <a16:creationId xmlns:a16="http://schemas.microsoft.com/office/drawing/2014/main" id="{3217A278-1DAE-4EE3-959F-C7EDFD1A2F1D}"/>
              </a:ext>
            </a:extLst>
          </p:cNvPr>
          <p:cNvSpPr>
            <a:spLocks noChangeArrowheads="1"/>
          </p:cNvSpPr>
          <p:nvPr/>
        </p:nvSpPr>
        <p:spPr bwMode="blackWhite">
          <a:xfrm>
            <a:off x="1912082" y="2182180"/>
            <a:ext cx="2339512" cy="2244648"/>
          </a:xfrm>
          <a:prstGeom prst="rect">
            <a:avLst/>
          </a:prstGeom>
          <a:solidFill>
            <a:schemeClr val="bg1">
              <a:lumMod val="95000"/>
            </a:schemeClr>
          </a:solidFill>
          <a:ln w="12700">
            <a:noFill/>
            <a:round/>
            <a:headEnd/>
            <a:tailEnd/>
          </a:ln>
          <a:effectLst/>
        </p:spPr>
        <p:txBody>
          <a:bodyPr wrap="square" lIns="91440" tIns="91440" rIns="91440" bIns="91440" anchor="t"/>
          <a:lstStyle/>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Identify stakeholders </a:t>
            </a:r>
          </a:p>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Identify stakeholder goals, key interests, motivations, and expectations relating to the project</a:t>
            </a:r>
          </a:p>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Identify key areas of concern and risk</a:t>
            </a:r>
          </a:p>
        </p:txBody>
      </p:sp>
      <p:cxnSp>
        <p:nvCxnSpPr>
          <p:cNvPr id="73" name="Straight Connector 72">
            <a:extLst>
              <a:ext uri="{FF2B5EF4-FFF2-40B4-BE49-F238E27FC236}">
                <a16:creationId xmlns:a16="http://schemas.microsoft.com/office/drawing/2014/main" id="{79724D64-2418-48E3-8B39-1C4A9EC0DECA}"/>
              </a:ext>
            </a:extLst>
          </p:cNvPr>
          <p:cNvCxnSpPr>
            <a:cxnSpLocks/>
          </p:cNvCxnSpPr>
          <p:nvPr/>
        </p:nvCxnSpPr>
        <p:spPr>
          <a:xfrm>
            <a:off x="550864" y="4472886"/>
            <a:ext cx="11087099"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25A56D2-F071-4BC1-9D1C-33B1C5966117}"/>
              </a:ext>
            </a:extLst>
          </p:cNvPr>
          <p:cNvSpPr txBox="1"/>
          <p:nvPr/>
        </p:nvSpPr>
        <p:spPr>
          <a:xfrm>
            <a:off x="4374205" y="1569273"/>
            <a:ext cx="2339512" cy="430887"/>
          </a:xfrm>
          <a:prstGeom prst="rect">
            <a:avLst/>
          </a:prstGeom>
          <a:noFill/>
        </p:spPr>
        <p:txBody>
          <a:bodyPr wrap="square" lIns="0" tIns="0" rIns="0" bIns="0" rtlCol="0" anchor="b">
            <a:spAutoFit/>
          </a:bodyPr>
          <a:lstStyle/>
          <a:p>
            <a:pPr algn="ctr"/>
            <a:r>
              <a:rPr lang="en-US" sz="1400" b="1" noProof="0"/>
              <a:t>Analyze and classify stakeholders</a:t>
            </a:r>
          </a:p>
        </p:txBody>
      </p:sp>
      <p:cxnSp>
        <p:nvCxnSpPr>
          <p:cNvPr id="62" name="Straight Connector 61">
            <a:extLst>
              <a:ext uri="{FF2B5EF4-FFF2-40B4-BE49-F238E27FC236}">
                <a16:creationId xmlns:a16="http://schemas.microsoft.com/office/drawing/2014/main" id="{9EC686AB-732C-42B5-A580-24400E85918A}"/>
              </a:ext>
            </a:extLst>
          </p:cNvPr>
          <p:cNvCxnSpPr>
            <a:cxnSpLocks/>
          </p:cNvCxnSpPr>
          <p:nvPr/>
        </p:nvCxnSpPr>
        <p:spPr>
          <a:xfrm flipH="1">
            <a:off x="4374205" y="2075065"/>
            <a:ext cx="233951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Oval 40">
            <a:extLst>
              <a:ext uri="{FF2B5EF4-FFF2-40B4-BE49-F238E27FC236}">
                <a16:creationId xmlns:a16="http://schemas.microsoft.com/office/drawing/2014/main" id="{F409A83C-4BB0-4ADB-9D27-4E4F1AB202AE}"/>
              </a:ext>
            </a:extLst>
          </p:cNvPr>
          <p:cNvSpPr>
            <a:spLocks noChangeArrowheads="1"/>
          </p:cNvSpPr>
          <p:nvPr/>
        </p:nvSpPr>
        <p:spPr bwMode="blackWhite">
          <a:xfrm>
            <a:off x="4374205" y="2182180"/>
            <a:ext cx="2339512" cy="2244648"/>
          </a:xfrm>
          <a:prstGeom prst="rect">
            <a:avLst/>
          </a:prstGeom>
          <a:solidFill>
            <a:schemeClr val="bg1">
              <a:lumMod val="95000"/>
            </a:schemeClr>
          </a:solidFill>
          <a:ln w="12700">
            <a:noFill/>
            <a:round/>
            <a:headEnd/>
            <a:tailEnd/>
          </a:ln>
          <a:effectLst/>
        </p:spPr>
        <p:txBody>
          <a:bodyPr wrap="square" lIns="91440" tIns="91440" rIns="91440" bIns="91440" anchor="t"/>
          <a:lstStyle/>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Analyze stakeholders in terms of influence, impact, potential resistance to change etc.</a:t>
            </a:r>
          </a:p>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Determine social styles of important stakeholders (driver, analytic, amiable, expressive)</a:t>
            </a:r>
          </a:p>
        </p:txBody>
      </p:sp>
      <p:sp>
        <p:nvSpPr>
          <p:cNvPr id="61" name="TextBox 60">
            <a:extLst>
              <a:ext uri="{FF2B5EF4-FFF2-40B4-BE49-F238E27FC236}">
                <a16:creationId xmlns:a16="http://schemas.microsoft.com/office/drawing/2014/main" id="{A49B56A2-AB68-492A-9B7B-DA7DF66ED3B8}"/>
              </a:ext>
            </a:extLst>
          </p:cNvPr>
          <p:cNvSpPr txBox="1"/>
          <p:nvPr/>
        </p:nvSpPr>
        <p:spPr>
          <a:xfrm>
            <a:off x="6836328" y="1569273"/>
            <a:ext cx="2339512" cy="430887"/>
          </a:xfrm>
          <a:prstGeom prst="rect">
            <a:avLst/>
          </a:prstGeom>
          <a:noFill/>
        </p:spPr>
        <p:txBody>
          <a:bodyPr wrap="square" lIns="0" tIns="0" rIns="0" bIns="0" rtlCol="0" anchor="b">
            <a:spAutoFit/>
          </a:bodyPr>
          <a:lstStyle/>
          <a:p>
            <a:pPr algn="ctr"/>
            <a:r>
              <a:rPr lang="en-US" sz="1400" b="1" noProof="0"/>
              <a:t>Plan stakeholder engagement</a:t>
            </a:r>
          </a:p>
        </p:txBody>
      </p:sp>
      <p:cxnSp>
        <p:nvCxnSpPr>
          <p:cNvPr id="63" name="Straight Connector 62">
            <a:extLst>
              <a:ext uri="{FF2B5EF4-FFF2-40B4-BE49-F238E27FC236}">
                <a16:creationId xmlns:a16="http://schemas.microsoft.com/office/drawing/2014/main" id="{FC162927-E846-49A1-BE8A-EDEA63BBE1B8}"/>
              </a:ext>
            </a:extLst>
          </p:cNvPr>
          <p:cNvCxnSpPr>
            <a:cxnSpLocks/>
          </p:cNvCxnSpPr>
          <p:nvPr/>
        </p:nvCxnSpPr>
        <p:spPr>
          <a:xfrm flipH="1">
            <a:off x="6836328" y="2075065"/>
            <a:ext cx="233951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Oval 40">
            <a:extLst>
              <a:ext uri="{FF2B5EF4-FFF2-40B4-BE49-F238E27FC236}">
                <a16:creationId xmlns:a16="http://schemas.microsoft.com/office/drawing/2014/main" id="{C7858EF3-71CA-4827-B7AA-38DBC6D8FE01}"/>
              </a:ext>
            </a:extLst>
          </p:cNvPr>
          <p:cNvSpPr>
            <a:spLocks noChangeArrowheads="1"/>
          </p:cNvSpPr>
          <p:nvPr/>
        </p:nvSpPr>
        <p:spPr bwMode="blackWhite">
          <a:xfrm>
            <a:off x="6836328" y="2182180"/>
            <a:ext cx="2339512" cy="2244648"/>
          </a:xfrm>
          <a:prstGeom prst="rect">
            <a:avLst/>
          </a:prstGeom>
          <a:solidFill>
            <a:schemeClr val="bg1">
              <a:lumMod val="95000"/>
            </a:schemeClr>
          </a:solidFill>
          <a:ln w="12700">
            <a:noFill/>
            <a:round/>
            <a:headEnd/>
            <a:tailEnd/>
          </a:ln>
          <a:effectLst/>
        </p:spPr>
        <p:txBody>
          <a:bodyPr wrap="square" lIns="91440" tIns="91440" rIns="91440" bIns="91440" anchor="t"/>
          <a:lstStyle/>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Specify information to be communicated</a:t>
            </a:r>
          </a:p>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Define who should receive communication, when it should be delivered, and where distributed </a:t>
            </a:r>
          </a:p>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lang="en-US" sz="1200"/>
              <a:t>Assign persons responsible for keeping stakeholder up to date</a:t>
            </a:r>
            <a:endParaRPr kumimoji="0" lang="en-US" sz="1200" b="0" i="0" u="none" strike="noStrike" kern="1200" cap="none" spc="0" normalizeH="0" baseline="0" noProof="0">
              <a:ln>
                <a:noFill/>
              </a:ln>
              <a:effectLst/>
              <a:uLnTx/>
              <a:uFillTx/>
              <a:ea typeface="+mn-ea"/>
              <a:cs typeface="+mn-cs"/>
            </a:endParaRPr>
          </a:p>
        </p:txBody>
      </p:sp>
      <p:sp>
        <p:nvSpPr>
          <p:cNvPr id="75" name="TextBox 74">
            <a:extLst>
              <a:ext uri="{FF2B5EF4-FFF2-40B4-BE49-F238E27FC236}">
                <a16:creationId xmlns:a16="http://schemas.microsoft.com/office/drawing/2014/main" id="{565D059B-CB36-4DFD-A4B6-0DA91B318111}"/>
              </a:ext>
            </a:extLst>
          </p:cNvPr>
          <p:cNvSpPr txBox="1"/>
          <p:nvPr/>
        </p:nvSpPr>
        <p:spPr>
          <a:xfrm>
            <a:off x="9298450" y="1784716"/>
            <a:ext cx="2339512" cy="215444"/>
          </a:xfrm>
          <a:prstGeom prst="rect">
            <a:avLst/>
          </a:prstGeom>
          <a:noFill/>
        </p:spPr>
        <p:txBody>
          <a:bodyPr wrap="square" lIns="0" tIns="0" rIns="0" bIns="0" rtlCol="0" anchor="b">
            <a:spAutoFit/>
          </a:bodyPr>
          <a:lstStyle/>
          <a:p>
            <a:pPr algn="ctr"/>
            <a:r>
              <a:rPr lang="en-US" sz="1400" b="1" noProof="0"/>
              <a:t>Implement and monitor</a:t>
            </a:r>
          </a:p>
        </p:txBody>
      </p:sp>
      <p:cxnSp>
        <p:nvCxnSpPr>
          <p:cNvPr id="76" name="Straight Connector 75">
            <a:extLst>
              <a:ext uri="{FF2B5EF4-FFF2-40B4-BE49-F238E27FC236}">
                <a16:creationId xmlns:a16="http://schemas.microsoft.com/office/drawing/2014/main" id="{E79CFCB6-8F98-4B0E-BF7E-725A7CDAC4FB}"/>
              </a:ext>
            </a:extLst>
          </p:cNvPr>
          <p:cNvCxnSpPr>
            <a:cxnSpLocks/>
          </p:cNvCxnSpPr>
          <p:nvPr/>
        </p:nvCxnSpPr>
        <p:spPr>
          <a:xfrm flipH="1">
            <a:off x="9298450" y="2075065"/>
            <a:ext cx="233951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Oval 40">
            <a:extLst>
              <a:ext uri="{FF2B5EF4-FFF2-40B4-BE49-F238E27FC236}">
                <a16:creationId xmlns:a16="http://schemas.microsoft.com/office/drawing/2014/main" id="{3CD1766C-D36D-461F-B767-34DDA1FBB0F1}"/>
              </a:ext>
            </a:extLst>
          </p:cNvPr>
          <p:cNvSpPr>
            <a:spLocks noChangeArrowheads="1"/>
          </p:cNvSpPr>
          <p:nvPr/>
        </p:nvSpPr>
        <p:spPr bwMode="blackWhite">
          <a:xfrm>
            <a:off x="9298450" y="2182180"/>
            <a:ext cx="2339512" cy="2244648"/>
          </a:xfrm>
          <a:prstGeom prst="rect">
            <a:avLst/>
          </a:prstGeom>
          <a:solidFill>
            <a:schemeClr val="bg1">
              <a:lumMod val="95000"/>
            </a:schemeClr>
          </a:solidFill>
          <a:ln w="12700">
            <a:noFill/>
            <a:round/>
            <a:headEnd/>
            <a:tailEnd/>
          </a:ln>
          <a:effectLst/>
        </p:spPr>
        <p:txBody>
          <a:bodyPr wrap="square" lIns="91440" tIns="91440" rIns="91440" bIns="91440" anchor="t"/>
          <a:lstStyle/>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Implement stakeholder engagement</a:t>
            </a:r>
          </a:p>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Measure against performance baseline</a:t>
            </a:r>
          </a:p>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Conduct corrective actions</a:t>
            </a:r>
          </a:p>
          <a:p>
            <a:pPr marL="252000" marR="0" lvl="0" indent="-252000" defTabSz="914400" rtl="0" eaLnBrk="1" fontAlgn="auto" latinLnBrk="0" hangingPunct="1">
              <a:lnSpc>
                <a:spcPct val="100000"/>
              </a:lnSpc>
              <a:spcBef>
                <a:spcPts val="300"/>
              </a:spcBef>
              <a:spcAft>
                <a:spcPts val="300"/>
              </a:spcAft>
              <a:buClrTx/>
              <a:buSzTx/>
              <a:buFont typeface="+mj-lt"/>
              <a:buAutoNum type="alphaLcParenR"/>
              <a:tabLst/>
              <a:defRPr/>
            </a:pPr>
            <a:r>
              <a:rPr kumimoji="0" lang="en-US" sz="1200" b="0" i="0" u="none" strike="noStrike" kern="1200" cap="none" spc="0" normalizeH="0" baseline="0" noProof="0">
                <a:ln>
                  <a:noFill/>
                </a:ln>
                <a:effectLst/>
                <a:uLnTx/>
                <a:uFillTx/>
                <a:ea typeface="+mn-ea"/>
                <a:cs typeface="+mn-cs"/>
              </a:rPr>
              <a:t>Ensure quality control</a:t>
            </a:r>
          </a:p>
        </p:txBody>
      </p:sp>
      <p:sp>
        <p:nvSpPr>
          <p:cNvPr id="56" name="Rectangle 55">
            <a:extLst>
              <a:ext uri="{FF2B5EF4-FFF2-40B4-BE49-F238E27FC236}">
                <a16:creationId xmlns:a16="http://schemas.microsoft.com/office/drawing/2014/main" id="{3D4F450D-410B-4B05-A545-31B6BA383201}"/>
              </a:ext>
            </a:extLst>
          </p:cNvPr>
          <p:cNvSpPr/>
          <p:nvPr/>
        </p:nvSpPr>
        <p:spPr>
          <a:xfrm>
            <a:off x="550863" y="2182180"/>
            <a:ext cx="1238608" cy="22446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72000" bIns="36000" rtlCol="0" anchor="ctr"/>
          <a:lstStyle/>
          <a:p>
            <a:r>
              <a:rPr lang="en-US" sz="1400" b="1" noProof="0">
                <a:solidFill>
                  <a:schemeClr val="bg1"/>
                </a:solidFill>
              </a:rPr>
              <a:t>Key activities</a:t>
            </a:r>
          </a:p>
        </p:txBody>
      </p:sp>
      <p:sp>
        <p:nvSpPr>
          <p:cNvPr id="84" name="Rectangle 83">
            <a:extLst>
              <a:ext uri="{FF2B5EF4-FFF2-40B4-BE49-F238E27FC236}">
                <a16:creationId xmlns:a16="http://schemas.microsoft.com/office/drawing/2014/main" id="{C1F110EA-9150-45E5-BDEE-FD1D735FE6CE}"/>
              </a:ext>
            </a:extLst>
          </p:cNvPr>
          <p:cNvSpPr/>
          <p:nvPr/>
        </p:nvSpPr>
        <p:spPr>
          <a:xfrm>
            <a:off x="550863" y="4518943"/>
            <a:ext cx="1238608" cy="15133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72000" bIns="36000" rtlCol="0" anchor="ctr"/>
          <a:lstStyle/>
          <a:p>
            <a:r>
              <a:rPr lang="en-US" sz="1400" b="1" noProof="0">
                <a:solidFill>
                  <a:schemeClr val="bg1"/>
                </a:solidFill>
              </a:rPr>
              <a:t>Deliverables</a:t>
            </a:r>
          </a:p>
        </p:txBody>
      </p:sp>
      <p:sp>
        <p:nvSpPr>
          <p:cNvPr id="86" name="Oval 85">
            <a:extLst>
              <a:ext uri="{FF2B5EF4-FFF2-40B4-BE49-F238E27FC236}">
                <a16:creationId xmlns:a16="http://schemas.microsoft.com/office/drawing/2014/main" id="{7F6076A5-540D-493E-84B5-8D28D6BA48F6}"/>
              </a:ext>
            </a:extLst>
          </p:cNvPr>
          <p:cNvSpPr>
            <a:spLocks noChangeAspect="1"/>
          </p:cNvSpPr>
          <p:nvPr/>
        </p:nvSpPr>
        <p:spPr>
          <a:xfrm>
            <a:off x="5398207" y="1237073"/>
            <a:ext cx="291510" cy="2915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a:solidFill>
                  <a:schemeClr val="bg1"/>
                </a:solidFill>
              </a:rPr>
              <a:t>2</a:t>
            </a:r>
          </a:p>
        </p:txBody>
      </p:sp>
      <p:sp>
        <p:nvSpPr>
          <p:cNvPr id="87" name="Oval 86">
            <a:extLst>
              <a:ext uri="{FF2B5EF4-FFF2-40B4-BE49-F238E27FC236}">
                <a16:creationId xmlns:a16="http://schemas.microsoft.com/office/drawing/2014/main" id="{B4326745-B8B9-464C-8180-BF058F8B6B35}"/>
              </a:ext>
            </a:extLst>
          </p:cNvPr>
          <p:cNvSpPr>
            <a:spLocks noChangeAspect="1"/>
          </p:cNvSpPr>
          <p:nvPr/>
        </p:nvSpPr>
        <p:spPr>
          <a:xfrm>
            <a:off x="7860328" y="1237073"/>
            <a:ext cx="291510" cy="2915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a:solidFill>
                  <a:schemeClr val="bg1"/>
                </a:solidFill>
              </a:rPr>
              <a:t>3</a:t>
            </a:r>
          </a:p>
        </p:txBody>
      </p:sp>
      <p:sp>
        <p:nvSpPr>
          <p:cNvPr id="88" name="Oval 87">
            <a:extLst>
              <a:ext uri="{FF2B5EF4-FFF2-40B4-BE49-F238E27FC236}">
                <a16:creationId xmlns:a16="http://schemas.microsoft.com/office/drawing/2014/main" id="{548E90EE-0B3A-44D7-80B7-80B93472F7DC}"/>
              </a:ext>
            </a:extLst>
          </p:cNvPr>
          <p:cNvSpPr>
            <a:spLocks noChangeAspect="1"/>
          </p:cNvSpPr>
          <p:nvPr/>
        </p:nvSpPr>
        <p:spPr>
          <a:xfrm>
            <a:off x="10322450" y="1237073"/>
            <a:ext cx="291510" cy="2915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a:solidFill>
                  <a:schemeClr val="bg1"/>
                </a:solidFill>
              </a:rPr>
              <a:t>4</a:t>
            </a:r>
          </a:p>
        </p:txBody>
      </p:sp>
      <p:sp>
        <p:nvSpPr>
          <p:cNvPr id="89" name="Oval 40">
            <a:extLst>
              <a:ext uri="{FF2B5EF4-FFF2-40B4-BE49-F238E27FC236}">
                <a16:creationId xmlns:a16="http://schemas.microsoft.com/office/drawing/2014/main" id="{BB1E3FA8-49B4-4128-BABA-F327101E3715}"/>
              </a:ext>
            </a:extLst>
          </p:cNvPr>
          <p:cNvSpPr>
            <a:spLocks noChangeArrowheads="1"/>
          </p:cNvSpPr>
          <p:nvPr/>
        </p:nvSpPr>
        <p:spPr bwMode="blackWhite">
          <a:xfrm>
            <a:off x="1912082" y="4518943"/>
            <a:ext cx="2339512" cy="1513333"/>
          </a:xfrm>
          <a:prstGeom prst="rect">
            <a:avLst/>
          </a:prstGeom>
          <a:solidFill>
            <a:schemeClr val="bg1">
              <a:lumMod val="95000"/>
            </a:schemeClr>
          </a:solidFill>
          <a:ln w="12700">
            <a:noFill/>
            <a:round/>
            <a:headEnd/>
            <a:tailEnd/>
          </a:ln>
          <a:effectLst/>
        </p:spPr>
        <p:txBody>
          <a:bodyPr wrap="square" lIns="91440" tIns="91440" rIns="91440" bIns="91440" anchor="t"/>
          <a:lstStyle/>
          <a:p>
            <a:pPr marR="0" lvl="0" defTabSz="914400" rtl="0" eaLnBrk="1" fontAlgn="auto" latinLnBrk="0" hangingPunct="1">
              <a:lnSpc>
                <a:spcPct val="100000"/>
              </a:lnSpc>
              <a:spcBef>
                <a:spcPts val="300"/>
              </a:spcBef>
              <a:spcAft>
                <a:spcPts val="300"/>
              </a:spcAft>
              <a:buClrTx/>
              <a:buSzTx/>
              <a:tabLst/>
              <a:defRPr/>
            </a:pPr>
            <a:endParaRPr kumimoji="0" lang="en-US" sz="1200" b="0" i="0" u="none" strike="noStrike" kern="1200" cap="none" spc="0" normalizeH="0" baseline="0" noProof="0">
              <a:ln>
                <a:noFill/>
              </a:ln>
              <a:effectLst/>
              <a:uLnTx/>
              <a:uFillTx/>
              <a:ea typeface="+mn-ea"/>
              <a:cs typeface="+mn-cs"/>
            </a:endParaRPr>
          </a:p>
        </p:txBody>
      </p:sp>
      <p:sp>
        <p:nvSpPr>
          <p:cNvPr id="90" name="Oval 40">
            <a:extLst>
              <a:ext uri="{FF2B5EF4-FFF2-40B4-BE49-F238E27FC236}">
                <a16:creationId xmlns:a16="http://schemas.microsoft.com/office/drawing/2014/main" id="{29080EA5-E155-457B-BAA3-C8EF41B560C3}"/>
              </a:ext>
            </a:extLst>
          </p:cNvPr>
          <p:cNvSpPr>
            <a:spLocks noChangeArrowheads="1"/>
          </p:cNvSpPr>
          <p:nvPr/>
        </p:nvSpPr>
        <p:spPr bwMode="blackWhite">
          <a:xfrm>
            <a:off x="4374205" y="4518943"/>
            <a:ext cx="2339512" cy="1513333"/>
          </a:xfrm>
          <a:prstGeom prst="rect">
            <a:avLst/>
          </a:prstGeom>
          <a:solidFill>
            <a:schemeClr val="bg1">
              <a:lumMod val="95000"/>
            </a:schemeClr>
          </a:solidFill>
          <a:ln w="12700">
            <a:noFill/>
            <a:round/>
            <a:headEnd/>
            <a:tailEnd/>
          </a:ln>
          <a:effectLst/>
        </p:spPr>
        <p:txBody>
          <a:bodyPr wrap="square" lIns="91440" tIns="91440" rIns="91440" bIns="91440" anchor="t"/>
          <a:lstStyle/>
          <a:p>
            <a:pPr marR="0" lvl="0" defTabSz="914400" rtl="0" eaLnBrk="1" fontAlgn="auto" latinLnBrk="0" hangingPunct="1">
              <a:lnSpc>
                <a:spcPct val="100000"/>
              </a:lnSpc>
              <a:spcBef>
                <a:spcPts val="300"/>
              </a:spcBef>
              <a:spcAft>
                <a:spcPts val="300"/>
              </a:spcAft>
              <a:buClrTx/>
              <a:buSzTx/>
              <a:tabLst/>
              <a:defRPr/>
            </a:pPr>
            <a:endParaRPr kumimoji="0" lang="en-US" sz="1200" b="0" i="0" u="none" strike="noStrike" kern="1200" cap="none" spc="0" normalizeH="0" baseline="0" noProof="0">
              <a:ln>
                <a:noFill/>
              </a:ln>
              <a:effectLst/>
              <a:uLnTx/>
              <a:uFillTx/>
              <a:ea typeface="+mn-ea"/>
              <a:cs typeface="+mn-cs"/>
            </a:endParaRPr>
          </a:p>
        </p:txBody>
      </p:sp>
      <p:sp>
        <p:nvSpPr>
          <p:cNvPr id="91" name="Oval 40">
            <a:extLst>
              <a:ext uri="{FF2B5EF4-FFF2-40B4-BE49-F238E27FC236}">
                <a16:creationId xmlns:a16="http://schemas.microsoft.com/office/drawing/2014/main" id="{B894B769-61E4-4D16-B972-84E002861584}"/>
              </a:ext>
            </a:extLst>
          </p:cNvPr>
          <p:cNvSpPr>
            <a:spLocks noChangeArrowheads="1"/>
          </p:cNvSpPr>
          <p:nvPr/>
        </p:nvSpPr>
        <p:spPr bwMode="blackWhite">
          <a:xfrm>
            <a:off x="6836328" y="4518943"/>
            <a:ext cx="2339512" cy="1513333"/>
          </a:xfrm>
          <a:prstGeom prst="rect">
            <a:avLst/>
          </a:prstGeom>
          <a:solidFill>
            <a:schemeClr val="bg1">
              <a:lumMod val="95000"/>
            </a:schemeClr>
          </a:solidFill>
          <a:ln w="12700">
            <a:noFill/>
            <a:round/>
            <a:headEnd/>
            <a:tailEnd/>
          </a:ln>
          <a:effectLst/>
        </p:spPr>
        <p:txBody>
          <a:bodyPr wrap="square" lIns="91440" tIns="91440" rIns="91440" bIns="91440" anchor="t"/>
          <a:lstStyle/>
          <a:p>
            <a:pPr marR="0" lvl="0" defTabSz="914400" rtl="0" eaLnBrk="1" fontAlgn="auto" latinLnBrk="0" hangingPunct="1">
              <a:lnSpc>
                <a:spcPct val="100000"/>
              </a:lnSpc>
              <a:spcBef>
                <a:spcPts val="300"/>
              </a:spcBef>
              <a:spcAft>
                <a:spcPts val="300"/>
              </a:spcAft>
              <a:buClrTx/>
              <a:buSzTx/>
              <a:tabLst/>
              <a:defRPr/>
            </a:pPr>
            <a:endParaRPr kumimoji="0" lang="en-US" sz="1200" b="0" i="0" u="none" strike="noStrike" kern="1200" cap="none" spc="0" normalizeH="0" baseline="0" noProof="0">
              <a:ln>
                <a:noFill/>
              </a:ln>
              <a:effectLst/>
              <a:uLnTx/>
              <a:uFillTx/>
              <a:ea typeface="+mn-ea"/>
              <a:cs typeface="+mn-cs"/>
            </a:endParaRPr>
          </a:p>
        </p:txBody>
      </p:sp>
      <p:sp>
        <p:nvSpPr>
          <p:cNvPr id="92" name="Oval 40">
            <a:extLst>
              <a:ext uri="{FF2B5EF4-FFF2-40B4-BE49-F238E27FC236}">
                <a16:creationId xmlns:a16="http://schemas.microsoft.com/office/drawing/2014/main" id="{AA1EE652-67DC-4811-AE70-D523EF05F369}"/>
              </a:ext>
            </a:extLst>
          </p:cNvPr>
          <p:cNvSpPr>
            <a:spLocks noChangeArrowheads="1"/>
          </p:cNvSpPr>
          <p:nvPr/>
        </p:nvSpPr>
        <p:spPr bwMode="blackWhite">
          <a:xfrm>
            <a:off x="9298450" y="4518943"/>
            <a:ext cx="2339512" cy="1513333"/>
          </a:xfrm>
          <a:prstGeom prst="rect">
            <a:avLst/>
          </a:prstGeom>
          <a:solidFill>
            <a:schemeClr val="bg1">
              <a:lumMod val="95000"/>
            </a:schemeClr>
          </a:solidFill>
          <a:ln w="12700">
            <a:noFill/>
            <a:round/>
            <a:headEnd/>
            <a:tailEnd/>
          </a:ln>
          <a:effectLst/>
        </p:spPr>
        <p:txBody>
          <a:bodyPr wrap="square" lIns="91440" tIns="91440" rIns="91440" bIns="91440" anchor="t"/>
          <a:lstStyle/>
          <a:p>
            <a:pPr marR="0" lvl="0" defTabSz="914400" rtl="0" eaLnBrk="1" fontAlgn="auto" latinLnBrk="0" hangingPunct="1">
              <a:lnSpc>
                <a:spcPct val="100000"/>
              </a:lnSpc>
              <a:spcBef>
                <a:spcPts val="300"/>
              </a:spcBef>
              <a:spcAft>
                <a:spcPts val="300"/>
              </a:spcAft>
              <a:buClrTx/>
              <a:buSzTx/>
              <a:tabLst/>
              <a:defRPr/>
            </a:pPr>
            <a:endParaRPr kumimoji="0" lang="en-US" sz="1200" b="0" i="0" u="none" strike="noStrike" kern="1200" cap="none" spc="0" normalizeH="0" baseline="0" noProof="0">
              <a:ln>
                <a:noFill/>
              </a:ln>
              <a:effectLst/>
              <a:uLnTx/>
              <a:uFillTx/>
              <a:ea typeface="+mn-ea"/>
              <a:cs typeface="+mn-cs"/>
            </a:endParaRPr>
          </a:p>
        </p:txBody>
      </p:sp>
      <p:sp>
        <p:nvSpPr>
          <p:cNvPr id="3" name="TextBox 2">
            <a:extLst>
              <a:ext uri="{FF2B5EF4-FFF2-40B4-BE49-F238E27FC236}">
                <a16:creationId xmlns:a16="http://schemas.microsoft.com/office/drawing/2014/main" id="{EEC74F2B-D3A7-EAF7-E741-B36D506B0590}"/>
              </a:ext>
            </a:extLst>
          </p:cNvPr>
          <p:cNvSpPr txBox="1"/>
          <p:nvPr/>
        </p:nvSpPr>
        <p:spPr>
          <a:xfrm>
            <a:off x="1912082" y="4576724"/>
            <a:ext cx="2339512" cy="184666"/>
          </a:xfrm>
          <a:prstGeom prst="rect">
            <a:avLst/>
          </a:prstGeom>
          <a:noFill/>
        </p:spPr>
        <p:txBody>
          <a:bodyPr wrap="square" lIns="0" tIns="0" rIns="0" bIns="0" rtlCol="0" anchor="b">
            <a:spAutoFit/>
          </a:bodyPr>
          <a:lstStyle/>
          <a:p>
            <a:pPr algn="ctr"/>
            <a:r>
              <a:rPr lang="en-US" sz="1200" noProof="0"/>
              <a:t>Stakeholder register</a:t>
            </a:r>
          </a:p>
        </p:txBody>
      </p:sp>
      <p:sp>
        <p:nvSpPr>
          <p:cNvPr id="4" name="TextBox 3">
            <a:extLst>
              <a:ext uri="{FF2B5EF4-FFF2-40B4-BE49-F238E27FC236}">
                <a16:creationId xmlns:a16="http://schemas.microsoft.com/office/drawing/2014/main" id="{37CDB4D5-C958-A264-19EA-969682616F70}"/>
              </a:ext>
            </a:extLst>
          </p:cNvPr>
          <p:cNvSpPr txBox="1"/>
          <p:nvPr/>
        </p:nvSpPr>
        <p:spPr>
          <a:xfrm>
            <a:off x="4374205" y="4576724"/>
            <a:ext cx="2339512" cy="184666"/>
          </a:xfrm>
          <a:prstGeom prst="rect">
            <a:avLst/>
          </a:prstGeom>
          <a:noFill/>
        </p:spPr>
        <p:txBody>
          <a:bodyPr wrap="square" lIns="0" tIns="0" rIns="0" bIns="0" rtlCol="0" anchor="b">
            <a:spAutoFit/>
          </a:bodyPr>
          <a:lstStyle/>
          <a:p>
            <a:pPr algn="ctr"/>
            <a:r>
              <a:rPr lang="en-US" sz="1200" noProof="0"/>
              <a:t>Stakeholder map</a:t>
            </a:r>
          </a:p>
        </p:txBody>
      </p:sp>
      <p:sp>
        <p:nvSpPr>
          <p:cNvPr id="5" name="TextBox 4">
            <a:extLst>
              <a:ext uri="{FF2B5EF4-FFF2-40B4-BE49-F238E27FC236}">
                <a16:creationId xmlns:a16="http://schemas.microsoft.com/office/drawing/2014/main" id="{0D57784C-C2C7-0299-E18D-140785B693F8}"/>
              </a:ext>
            </a:extLst>
          </p:cNvPr>
          <p:cNvSpPr txBox="1"/>
          <p:nvPr/>
        </p:nvSpPr>
        <p:spPr>
          <a:xfrm>
            <a:off x="6836328" y="4576724"/>
            <a:ext cx="2339512" cy="184666"/>
          </a:xfrm>
          <a:prstGeom prst="rect">
            <a:avLst/>
          </a:prstGeom>
          <a:noFill/>
        </p:spPr>
        <p:txBody>
          <a:bodyPr wrap="square" lIns="0" tIns="0" rIns="0" bIns="0" rtlCol="0" anchor="b">
            <a:spAutoFit/>
          </a:bodyPr>
          <a:lstStyle/>
          <a:p>
            <a:pPr algn="ctr"/>
            <a:r>
              <a:rPr lang="en-US" sz="1200" noProof="0"/>
              <a:t>Communication plan</a:t>
            </a:r>
          </a:p>
        </p:txBody>
      </p:sp>
      <p:sp>
        <p:nvSpPr>
          <p:cNvPr id="6" name="TextBox 5">
            <a:extLst>
              <a:ext uri="{FF2B5EF4-FFF2-40B4-BE49-F238E27FC236}">
                <a16:creationId xmlns:a16="http://schemas.microsoft.com/office/drawing/2014/main" id="{81441873-301D-D2BE-8815-591D9B0A987C}"/>
              </a:ext>
            </a:extLst>
          </p:cNvPr>
          <p:cNvSpPr txBox="1"/>
          <p:nvPr/>
        </p:nvSpPr>
        <p:spPr>
          <a:xfrm>
            <a:off x="9298450" y="4576724"/>
            <a:ext cx="2339512" cy="184666"/>
          </a:xfrm>
          <a:prstGeom prst="rect">
            <a:avLst/>
          </a:prstGeom>
          <a:noFill/>
        </p:spPr>
        <p:txBody>
          <a:bodyPr wrap="square" lIns="0" tIns="0" rIns="0" bIns="0" rtlCol="0" anchor="b">
            <a:spAutoFit/>
          </a:bodyPr>
          <a:lstStyle/>
          <a:p>
            <a:pPr algn="ctr"/>
            <a:r>
              <a:rPr lang="en-US" sz="1200"/>
              <a:t>Improvement ideas</a:t>
            </a:r>
            <a:endParaRPr lang="en-US" sz="1200" noProof="0"/>
          </a:p>
        </p:txBody>
      </p:sp>
      <p:pic>
        <p:nvPicPr>
          <p:cNvPr id="10" name="Picture 9" descr="A communication plan with text&#10;&#10;AI-generated content may be incorrect.">
            <a:extLst>
              <a:ext uri="{FF2B5EF4-FFF2-40B4-BE49-F238E27FC236}">
                <a16:creationId xmlns:a16="http://schemas.microsoft.com/office/drawing/2014/main" id="{B23158FF-F5D0-0F4C-6BC2-FB8FF73C92F1}"/>
              </a:ext>
            </a:extLst>
          </p:cNvPr>
          <p:cNvPicPr>
            <a:picLocks noChangeAspect="1"/>
          </p:cNvPicPr>
          <p:nvPr/>
        </p:nvPicPr>
        <p:blipFill>
          <a:blip r:embed="rId6"/>
          <a:stretch>
            <a:fillRect/>
          </a:stretch>
        </p:blipFill>
        <p:spPr>
          <a:xfrm>
            <a:off x="7110085" y="4904235"/>
            <a:ext cx="1791998" cy="1007999"/>
          </a:xfrm>
          <a:prstGeom prst="rect">
            <a:avLst/>
          </a:prstGeom>
          <a:effectLst>
            <a:outerShdw blurRad="50800" dist="38100" dir="2700000" algn="tl" rotWithShape="0">
              <a:prstClr val="black">
                <a:alpha val="40000"/>
              </a:prstClr>
            </a:outerShdw>
          </a:effectLst>
        </p:spPr>
      </p:pic>
      <p:pic>
        <p:nvPicPr>
          <p:cNvPr id="12" name="Picture 11" descr="A diagram of a project&#10;&#10;AI-generated content may be incorrect.">
            <a:extLst>
              <a:ext uri="{FF2B5EF4-FFF2-40B4-BE49-F238E27FC236}">
                <a16:creationId xmlns:a16="http://schemas.microsoft.com/office/drawing/2014/main" id="{21D1AB5F-2361-33FA-74BD-1AC401636142}"/>
              </a:ext>
            </a:extLst>
          </p:cNvPr>
          <p:cNvPicPr>
            <a:picLocks noChangeAspect="1"/>
          </p:cNvPicPr>
          <p:nvPr/>
        </p:nvPicPr>
        <p:blipFill>
          <a:blip r:embed="rId7"/>
          <a:stretch>
            <a:fillRect/>
          </a:stretch>
        </p:blipFill>
        <p:spPr>
          <a:xfrm>
            <a:off x="4627693" y="4881432"/>
            <a:ext cx="1832537" cy="1030802"/>
          </a:xfrm>
          <a:prstGeom prst="rect">
            <a:avLst/>
          </a:prstGeom>
          <a:effectLst>
            <a:outerShdw blurRad="50800" dist="38100" dir="2700000" algn="tl" rotWithShape="0">
              <a:prstClr val="black">
                <a:alpha val="40000"/>
              </a:prstClr>
            </a:outerShdw>
          </a:effectLst>
        </p:spPr>
      </p:pic>
      <p:pic>
        <p:nvPicPr>
          <p:cNvPr id="13" name="Picture 12" descr="A close-up of a register&#10;&#10;AI-generated content may be incorrect.">
            <a:extLst>
              <a:ext uri="{FF2B5EF4-FFF2-40B4-BE49-F238E27FC236}">
                <a16:creationId xmlns:a16="http://schemas.microsoft.com/office/drawing/2014/main" id="{A7702EE4-3D58-6C07-A4B8-E51FD222CAD9}"/>
              </a:ext>
            </a:extLst>
          </p:cNvPr>
          <p:cNvPicPr>
            <a:picLocks noChangeAspect="1"/>
          </p:cNvPicPr>
          <p:nvPr/>
        </p:nvPicPr>
        <p:blipFill>
          <a:blip r:embed="rId8"/>
          <a:stretch>
            <a:fillRect/>
          </a:stretch>
        </p:blipFill>
        <p:spPr>
          <a:xfrm>
            <a:off x="2185839" y="4904235"/>
            <a:ext cx="1791998" cy="1007999"/>
          </a:xfrm>
          <a:prstGeom prst="rect">
            <a:avLst/>
          </a:prstGeom>
          <a:effectLst>
            <a:outerShdw blurRad="50800" dist="38100" dir="2700000" algn="tl" rotWithShape="0">
              <a:prstClr val="black">
                <a:alpha val="40000"/>
              </a:prstClr>
            </a:outerShdw>
          </a:effectLst>
        </p:spPr>
      </p:pic>
      <p:pic>
        <p:nvPicPr>
          <p:cNvPr id="14" name="Picture 13" descr="A screen shot of a survey&#10;&#10;AI-generated content may be incorrect.">
            <a:extLst>
              <a:ext uri="{FF2B5EF4-FFF2-40B4-BE49-F238E27FC236}">
                <a16:creationId xmlns:a16="http://schemas.microsoft.com/office/drawing/2014/main" id="{091CA45B-B630-57C0-779D-394256A3BC9A}"/>
              </a:ext>
            </a:extLst>
          </p:cNvPr>
          <p:cNvPicPr>
            <a:picLocks noChangeAspect="1"/>
          </p:cNvPicPr>
          <p:nvPr/>
        </p:nvPicPr>
        <p:blipFill>
          <a:blip r:embed="rId9"/>
          <a:stretch>
            <a:fillRect/>
          </a:stretch>
        </p:blipFill>
        <p:spPr>
          <a:xfrm>
            <a:off x="9572207" y="4904235"/>
            <a:ext cx="1791998" cy="100799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550545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8" hidden="1">
            <a:extLst>
              <a:ext uri="{FF2B5EF4-FFF2-40B4-BE49-F238E27FC236}">
                <a16:creationId xmlns:a16="http://schemas.microsoft.com/office/drawing/2014/main" id="{FAC2E4A4-A5E0-4D6D-1C04-F6AFA64E7A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9" name="Object 28" hidden="1">
                        <a:extLst>
                          <a:ext uri="{FF2B5EF4-FFF2-40B4-BE49-F238E27FC236}">
                            <a16:creationId xmlns:a16="http://schemas.microsoft.com/office/drawing/2014/main" id="{FAC2E4A4-A5E0-4D6D-1C04-F6AFA64E7A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CDE82F0-A551-72E8-0D8E-828A6EF78074}"/>
              </a:ext>
            </a:extLst>
          </p:cNvPr>
          <p:cNvSpPr>
            <a:spLocks noGrp="1"/>
          </p:cNvSpPr>
          <p:nvPr>
            <p:ph type="title"/>
          </p:nvPr>
        </p:nvSpPr>
        <p:spPr/>
        <p:txBody>
          <a:bodyPr/>
          <a:lstStyle/>
          <a:p>
            <a:r>
              <a:rPr lang="en-US"/>
              <a:t>[Insert adjective] trends make this a [insert adjective] market</a:t>
            </a:r>
          </a:p>
        </p:txBody>
      </p:sp>
      <p:sp>
        <p:nvSpPr>
          <p:cNvPr id="12" name="Subtitle 11">
            <a:extLst>
              <a:ext uri="{FF2B5EF4-FFF2-40B4-BE49-F238E27FC236}">
                <a16:creationId xmlns:a16="http://schemas.microsoft.com/office/drawing/2014/main" id="{E64E394C-3EEF-D839-092C-BF7910049EA4}"/>
              </a:ext>
            </a:extLst>
          </p:cNvPr>
          <p:cNvSpPr>
            <a:spLocks noGrp="1"/>
          </p:cNvSpPr>
          <p:nvPr>
            <p:ph type="subTitle" idx="1"/>
          </p:nvPr>
        </p:nvSpPr>
        <p:spPr/>
        <p:txBody>
          <a:bodyPr/>
          <a:lstStyle/>
          <a:p>
            <a:endParaRPr lang="en-US"/>
          </a:p>
        </p:txBody>
      </p:sp>
      <p:sp>
        <p:nvSpPr>
          <p:cNvPr id="3" name="object 3"/>
          <p:cNvSpPr txBox="1"/>
          <p:nvPr/>
        </p:nvSpPr>
        <p:spPr>
          <a:xfrm>
            <a:off x="547688" y="1615940"/>
            <a:ext cx="3336249" cy="340786"/>
          </a:xfrm>
          <a:prstGeom prst="rect">
            <a:avLst/>
          </a:prstGeom>
          <a:solidFill>
            <a:schemeClr val="tx2"/>
          </a:solidFill>
        </p:spPr>
        <p:txBody>
          <a:bodyPr vert="horz" wrap="none" lIns="91440" tIns="91440" rIns="91440" bIns="91440" rtlCol="0" anchor="ctr">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1" i="0" u="none" strike="noStrike" kern="1200" cap="none" spc="0" normalizeH="0" baseline="0" noProof="0">
                <a:ln>
                  <a:noFill/>
                </a:ln>
                <a:solidFill>
                  <a:schemeClr val="bg1"/>
                </a:solidFill>
                <a:effectLst/>
                <a:uLnTx/>
                <a:uFillTx/>
                <a:latin typeface="Arial"/>
                <a:ea typeface="+mn-ea"/>
                <a:cs typeface="Arial"/>
              </a:rPr>
              <a:t>Market trends</a:t>
            </a:r>
            <a:endParaRPr kumimoji="0" sz="1400" b="0" i="0" u="none" strike="noStrike" kern="1200" cap="none" spc="0" normalizeH="0" baseline="0" noProof="0">
              <a:ln>
                <a:noFill/>
              </a:ln>
              <a:solidFill>
                <a:schemeClr val="bg1"/>
              </a:solidFill>
              <a:effectLst/>
              <a:uLnTx/>
              <a:uFillTx/>
              <a:latin typeface="Arial"/>
              <a:ea typeface="+mn-ea"/>
              <a:cs typeface="Arial"/>
            </a:endParaRPr>
          </a:p>
        </p:txBody>
      </p:sp>
      <p:sp>
        <p:nvSpPr>
          <p:cNvPr id="7" name="object 7"/>
          <p:cNvSpPr txBox="1"/>
          <p:nvPr/>
        </p:nvSpPr>
        <p:spPr>
          <a:xfrm>
            <a:off x="4670474" y="1615940"/>
            <a:ext cx="6964313" cy="340786"/>
          </a:xfrm>
          <a:prstGeom prst="rect">
            <a:avLst/>
          </a:prstGeom>
          <a:solidFill>
            <a:schemeClr val="tx2"/>
          </a:solidFill>
        </p:spPr>
        <p:txBody>
          <a:bodyPr vert="horz" wrap="none" lIns="91440" tIns="91440" rIns="91440" bIns="91440" rtlCol="0" anchor="ctr">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1" i="0" u="none" strike="noStrike" kern="1200" cap="none" spc="0" normalizeH="0" baseline="0" noProof="0">
                <a:ln>
                  <a:noFill/>
                </a:ln>
                <a:solidFill>
                  <a:schemeClr val="bg1"/>
                </a:solidFill>
                <a:effectLst/>
                <a:uLnTx/>
                <a:uFillTx/>
                <a:latin typeface="Arial"/>
                <a:ea typeface="+mn-ea"/>
                <a:cs typeface="Arial"/>
              </a:rPr>
              <a:t>Implications</a:t>
            </a:r>
            <a:endParaRPr kumimoji="0" sz="1400" b="0" i="0" u="none" strike="noStrike" kern="1200" cap="none" spc="0" normalizeH="0" baseline="0" noProof="0">
              <a:ln>
                <a:noFill/>
              </a:ln>
              <a:solidFill>
                <a:schemeClr val="bg1"/>
              </a:solidFill>
              <a:effectLst/>
              <a:uLnTx/>
              <a:uFillTx/>
              <a:latin typeface="Arial"/>
              <a:ea typeface="+mn-ea"/>
              <a:cs typeface="Arial"/>
            </a:endParaRPr>
          </a:p>
        </p:txBody>
      </p:sp>
      <p:sp>
        <p:nvSpPr>
          <p:cNvPr id="4" name="object 4"/>
          <p:cNvSpPr txBox="1"/>
          <p:nvPr/>
        </p:nvSpPr>
        <p:spPr>
          <a:xfrm>
            <a:off x="4670474" y="2051711"/>
            <a:ext cx="6964313" cy="936000"/>
          </a:xfrm>
          <a:prstGeom prst="rect">
            <a:avLst/>
          </a:prstGeom>
          <a:noFill/>
          <a:ln>
            <a:noFill/>
          </a:ln>
        </p:spPr>
        <p:txBody>
          <a:bodyPr vert="horz" wrap="square" lIns="91440" tIns="91440" rIns="91440" bIns="91440" rtlCol="0" anchor="t">
            <a:noAutofit/>
          </a:bodyPr>
          <a:lstStyle/>
          <a:p>
            <a:pPr marL="184150" marR="422275"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[Insert main implications from trend]</a:t>
            </a:r>
          </a:p>
          <a:p>
            <a:pPr marL="184150" marR="422275" indent="-171450">
              <a:spcAft>
                <a:spcPts val="600"/>
              </a:spcAft>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[Insert main implications from trend]</a:t>
            </a:r>
          </a:p>
          <a:p>
            <a:pPr marL="184150" marR="422275"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a:t>
            </a:r>
          </a:p>
        </p:txBody>
      </p:sp>
      <p:sp>
        <p:nvSpPr>
          <p:cNvPr id="8" name="object 8"/>
          <p:cNvSpPr txBox="1"/>
          <p:nvPr/>
        </p:nvSpPr>
        <p:spPr>
          <a:xfrm>
            <a:off x="547688" y="3082696"/>
            <a:ext cx="3336249" cy="936000"/>
          </a:xfrm>
          <a:prstGeom prst="rect">
            <a:avLst/>
          </a:prstGeom>
          <a:solidFill>
            <a:schemeClr val="bg1">
              <a:lumMod val="95000"/>
            </a:schemeClr>
          </a:solidFill>
        </p:spPr>
        <p:txBody>
          <a:bodyPr vert="horz" wrap="square" lIns="548640" tIns="91440" rIns="91440" bIns="91440" rtlCol="0" anchor="ctr">
            <a:noAutofit/>
          </a:bodyPr>
          <a:lstStyle/>
          <a:p>
            <a:pPr marL="12700" marR="5080" lvl="0" indent="0" algn="l" defTabSz="914400" rtl="0" eaLnBrk="1" fontAlgn="auto" latinLnBrk="0" hangingPunct="1">
              <a:lnSpc>
                <a:spcPct val="100000"/>
              </a:lnSpc>
              <a:spcBef>
                <a:spcPts val="114"/>
              </a:spcBef>
              <a:spcAft>
                <a:spcPts val="0"/>
              </a:spcAft>
              <a:buClrTx/>
              <a:buSzTx/>
              <a:buFontTx/>
              <a:buNone/>
              <a:tabLst/>
              <a:defRPr/>
            </a:pPr>
            <a:r>
              <a:rPr kumimoji="0" lang="en-US" sz="1200" b="1" i="0" u="none" strike="noStrike" kern="1200" cap="none" spc="0" normalizeH="0" baseline="0" noProof="0">
                <a:ln>
                  <a:noFill/>
                </a:ln>
                <a:effectLst/>
                <a:uLnTx/>
                <a:uFillTx/>
                <a:latin typeface="Arial"/>
                <a:ea typeface="+mn-ea"/>
                <a:cs typeface="Arial"/>
              </a:rPr>
              <a:t>[Insert trend] </a:t>
            </a:r>
          </a:p>
          <a:p>
            <a:pPr marL="12700" marR="5080" lvl="0" indent="0" algn="l" defTabSz="914400" rtl="0" eaLnBrk="1" fontAlgn="auto" latinLnBrk="0" hangingPunct="1">
              <a:lnSpc>
                <a:spcPct val="100000"/>
              </a:lnSpc>
              <a:spcBef>
                <a:spcPts val="114"/>
              </a:spcBef>
              <a:spcAft>
                <a:spcPts val="0"/>
              </a:spcAft>
              <a:buClrTx/>
              <a:buSzTx/>
              <a:buFontTx/>
              <a:buNone/>
              <a:tabLst/>
              <a:defRPr/>
            </a:pPr>
            <a:r>
              <a:rPr lang="en-US" sz="1200">
                <a:latin typeface="Arial"/>
                <a:cs typeface="Arial"/>
              </a:rPr>
              <a:t>[Insert short description]</a:t>
            </a:r>
            <a:endParaRPr kumimoji="0" lang="en-US" sz="1200" b="0" i="0" u="none" strike="noStrike" kern="1200" cap="none" spc="0" normalizeH="0" baseline="0" noProof="0">
              <a:ln>
                <a:noFill/>
              </a:ln>
              <a:effectLst/>
              <a:uLnTx/>
              <a:uFillTx/>
              <a:latin typeface="Arial"/>
              <a:ea typeface="+mn-ea"/>
              <a:cs typeface="Arial"/>
            </a:endParaRPr>
          </a:p>
        </p:txBody>
      </p:sp>
      <p:sp>
        <p:nvSpPr>
          <p:cNvPr id="15" name="object 15"/>
          <p:cNvSpPr txBox="1"/>
          <p:nvPr/>
        </p:nvSpPr>
        <p:spPr>
          <a:xfrm>
            <a:off x="547688" y="4113680"/>
            <a:ext cx="3336249" cy="936000"/>
          </a:xfrm>
          <a:prstGeom prst="rect">
            <a:avLst/>
          </a:prstGeom>
          <a:solidFill>
            <a:schemeClr val="bg1">
              <a:lumMod val="95000"/>
            </a:schemeClr>
          </a:solidFill>
        </p:spPr>
        <p:txBody>
          <a:bodyPr vert="horz" wrap="square" lIns="548640" tIns="91440" rIns="91440" bIns="91440" rtlCol="0" anchor="ctr">
            <a:noAutofit/>
          </a:bodyPr>
          <a:lstStyle/>
          <a:p>
            <a:pPr marL="12700" marR="5080" lvl="0" indent="0" algn="l" defTabSz="914400" rtl="0" eaLnBrk="1" fontAlgn="auto" latinLnBrk="0" hangingPunct="1">
              <a:lnSpc>
                <a:spcPct val="100000"/>
              </a:lnSpc>
              <a:spcBef>
                <a:spcPts val="114"/>
              </a:spcBef>
              <a:spcAft>
                <a:spcPts val="0"/>
              </a:spcAft>
              <a:buClrTx/>
              <a:buSzTx/>
              <a:buFontTx/>
              <a:buNone/>
              <a:tabLst/>
              <a:defRPr/>
            </a:pPr>
            <a:r>
              <a:rPr kumimoji="0" lang="en-US" sz="1200" b="1" i="0" u="none" strike="noStrike" kern="1200" cap="none" spc="0" normalizeH="0" baseline="0" noProof="0">
                <a:ln>
                  <a:noFill/>
                </a:ln>
                <a:effectLst/>
                <a:uLnTx/>
                <a:uFillTx/>
                <a:latin typeface="Arial"/>
                <a:ea typeface="+mn-ea"/>
                <a:cs typeface="Arial"/>
              </a:rPr>
              <a:t>[Insert trend] </a:t>
            </a:r>
          </a:p>
          <a:p>
            <a:pPr marL="12700" marR="5080" lvl="0" indent="0" algn="l" defTabSz="914400" rtl="0" eaLnBrk="1" fontAlgn="auto" latinLnBrk="0" hangingPunct="1">
              <a:lnSpc>
                <a:spcPct val="100000"/>
              </a:lnSpc>
              <a:spcBef>
                <a:spcPts val="114"/>
              </a:spcBef>
              <a:spcAft>
                <a:spcPts val="0"/>
              </a:spcAft>
              <a:buClrTx/>
              <a:buSzTx/>
              <a:buFontTx/>
              <a:buNone/>
              <a:tabLst/>
              <a:defRPr/>
            </a:pPr>
            <a:r>
              <a:rPr lang="en-US" sz="1200">
                <a:latin typeface="Arial"/>
                <a:cs typeface="Arial"/>
              </a:rPr>
              <a:t>[Insert short description]</a:t>
            </a:r>
            <a:endParaRPr kumimoji="0" lang="en-US" sz="1200" b="0" i="0" u="none" strike="noStrike" kern="1200" cap="none" spc="0" normalizeH="0" baseline="0" noProof="0">
              <a:ln>
                <a:noFill/>
              </a:ln>
              <a:effectLst/>
              <a:uLnTx/>
              <a:uFillTx/>
              <a:latin typeface="Arial"/>
              <a:ea typeface="+mn-ea"/>
              <a:cs typeface="Arial"/>
            </a:endParaRPr>
          </a:p>
        </p:txBody>
      </p:sp>
      <p:sp>
        <p:nvSpPr>
          <p:cNvPr id="10" name="object 10"/>
          <p:cNvSpPr txBox="1"/>
          <p:nvPr/>
        </p:nvSpPr>
        <p:spPr>
          <a:xfrm>
            <a:off x="547688" y="2051711"/>
            <a:ext cx="3336249" cy="936000"/>
          </a:xfrm>
          <a:prstGeom prst="rect">
            <a:avLst/>
          </a:prstGeom>
          <a:solidFill>
            <a:schemeClr val="bg1">
              <a:lumMod val="95000"/>
            </a:schemeClr>
          </a:solidFill>
        </p:spPr>
        <p:txBody>
          <a:bodyPr vert="horz" wrap="square" lIns="548640" tIns="91440" rIns="91440" bIns="91440" rtlCol="0" anchor="ctr">
            <a:noAutofit/>
          </a:bodyPr>
          <a:lstStyle/>
          <a:p>
            <a:pPr marL="12700" marR="5080" lvl="0" indent="0" algn="l" defTabSz="914400" rtl="0" eaLnBrk="1" fontAlgn="auto" latinLnBrk="0" hangingPunct="1">
              <a:lnSpc>
                <a:spcPct val="100000"/>
              </a:lnSpc>
              <a:spcBef>
                <a:spcPts val="114"/>
              </a:spcBef>
              <a:spcAft>
                <a:spcPts val="0"/>
              </a:spcAft>
              <a:buClrTx/>
              <a:buSzTx/>
              <a:buFontTx/>
              <a:buNone/>
              <a:tabLst/>
              <a:defRPr/>
            </a:pPr>
            <a:r>
              <a:rPr kumimoji="0" lang="en-US" sz="1200" b="1" i="0" u="none" strike="noStrike" kern="1200" cap="none" spc="0" normalizeH="0" baseline="0" noProof="0">
                <a:ln>
                  <a:noFill/>
                </a:ln>
                <a:effectLst/>
                <a:uLnTx/>
                <a:uFillTx/>
                <a:latin typeface="Arial"/>
                <a:ea typeface="+mn-ea"/>
                <a:cs typeface="Arial"/>
              </a:rPr>
              <a:t>[Insert trend] </a:t>
            </a:r>
          </a:p>
          <a:p>
            <a:pPr marL="12700" marR="5080" lvl="0" indent="0" algn="l" defTabSz="914400" rtl="0" eaLnBrk="1" fontAlgn="auto" latinLnBrk="0" hangingPunct="1">
              <a:lnSpc>
                <a:spcPct val="100000"/>
              </a:lnSpc>
              <a:spcBef>
                <a:spcPts val="114"/>
              </a:spcBef>
              <a:spcAft>
                <a:spcPts val="0"/>
              </a:spcAft>
              <a:buClrTx/>
              <a:buSzTx/>
              <a:buFontTx/>
              <a:buNone/>
              <a:tabLst/>
              <a:defRPr/>
            </a:pPr>
            <a:r>
              <a:rPr lang="en-US" sz="1200">
                <a:latin typeface="Arial"/>
                <a:cs typeface="Arial"/>
              </a:rPr>
              <a:t>[Insert short description]</a:t>
            </a:r>
            <a:endParaRPr kumimoji="0" lang="en-US" sz="1200" b="0" i="0" u="none" strike="noStrike" kern="1200" cap="none" spc="0" normalizeH="0" baseline="0" noProof="0">
              <a:ln>
                <a:noFill/>
              </a:ln>
              <a:effectLst/>
              <a:uLnTx/>
              <a:uFillTx/>
              <a:latin typeface="Arial"/>
              <a:ea typeface="+mn-ea"/>
              <a:cs typeface="Arial"/>
            </a:endParaRPr>
          </a:p>
        </p:txBody>
      </p:sp>
      <p:sp>
        <p:nvSpPr>
          <p:cNvPr id="17" name="object 17"/>
          <p:cNvSpPr txBox="1"/>
          <p:nvPr/>
        </p:nvSpPr>
        <p:spPr>
          <a:xfrm>
            <a:off x="547688" y="5144664"/>
            <a:ext cx="3336249" cy="936000"/>
          </a:xfrm>
          <a:prstGeom prst="rect">
            <a:avLst/>
          </a:prstGeom>
          <a:solidFill>
            <a:schemeClr val="bg1">
              <a:lumMod val="95000"/>
            </a:schemeClr>
          </a:solidFill>
        </p:spPr>
        <p:txBody>
          <a:bodyPr vert="horz" wrap="square" lIns="548640" tIns="91440" rIns="91440" bIns="91440" rtlCol="0" anchor="ctr">
            <a:noAutofit/>
          </a:bodyPr>
          <a:lstStyle/>
          <a:p>
            <a:pPr marL="12700" marR="5080" lvl="0" indent="0" algn="l" defTabSz="914400" rtl="0" eaLnBrk="1" fontAlgn="auto" latinLnBrk="0" hangingPunct="1">
              <a:lnSpc>
                <a:spcPct val="100000"/>
              </a:lnSpc>
              <a:spcBef>
                <a:spcPts val="114"/>
              </a:spcBef>
              <a:spcAft>
                <a:spcPts val="0"/>
              </a:spcAft>
              <a:buClrTx/>
              <a:buSzTx/>
              <a:buFontTx/>
              <a:buNone/>
              <a:tabLst/>
              <a:defRPr/>
            </a:pPr>
            <a:r>
              <a:rPr kumimoji="0" lang="en-US" sz="1200" b="1" i="0" u="none" strike="noStrike" kern="1200" cap="none" spc="0" normalizeH="0" baseline="0" noProof="0">
                <a:ln>
                  <a:noFill/>
                </a:ln>
                <a:effectLst/>
                <a:uLnTx/>
                <a:uFillTx/>
                <a:latin typeface="Arial"/>
                <a:ea typeface="+mn-ea"/>
                <a:cs typeface="Arial"/>
              </a:rPr>
              <a:t>[Insert trend] </a:t>
            </a:r>
          </a:p>
          <a:p>
            <a:pPr marL="12700" marR="5080" lvl="0" indent="0" algn="l" defTabSz="914400" rtl="0" eaLnBrk="1" fontAlgn="auto" latinLnBrk="0" hangingPunct="1">
              <a:lnSpc>
                <a:spcPct val="100000"/>
              </a:lnSpc>
              <a:spcBef>
                <a:spcPts val="114"/>
              </a:spcBef>
              <a:spcAft>
                <a:spcPts val="0"/>
              </a:spcAft>
              <a:buClrTx/>
              <a:buSzTx/>
              <a:buFontTx/>
              <a:buNone/>
              <a:tabLst/>
              <a:defRPr/>
            </a:pPr>
            <a:r>
              <a:rPr lang="en-US" sz="1200">
                <a:latin typeface="Arial"/>
                <a:cs typeface="Arial"/>
              </a:rPr>
              <a:t>[Insert short description]</a:t>
            </a:r>
            <a:endParaRPr kumimoji="0" lang="en-US" sz="1200" b="0" i="0" u="none" strike="noStrike" kern="1200" cap="none" spc="0" normalizeH="0" baseline="0" noProof="0">
              <a:ln>
                <a:noFill/>
              </a:ln>
              <a:effectLst/>
              <a:uLnTx/>
              <a:uFillTx/>
              <a:latin typeface="Arial"/>
              <a:ea typeface="+mn-ea"/>
              <a:cs typeface="Arial"/>
            </a:endParaRPr>
          </a:p>
        </p:txBody>
      </p:sp>
      <p:pic>
        <p:nvPicPr>
          <p:cNvPr id="34" name="Graphic 33">
            <a:extLst>
              <a:ext uri="{FF2B5EF4-FFF2-40B4-BE49-F238E27FC236}">
                <a16:creationId xmlns:a16="http://schemas.microsoft.com/office/drawing/2014/main" id="{C90367C7-98A1-5B8B-792F-FDFE0A2116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2316" y="3374657"/>
            <a:ext cx="352078" cy="352078"/>
          </a:xfrm>
          <a:prstGeom prst="rect">
            <a:avLst/>
          </a:prstGeom>
        </p:spPr>
      </p:pic>
      <p:pic>
        <p:nvPicPr>
          <p:cNvPr id="36" name="Graphic 35">
            <a:extLst>
              <a:ext uri="{FF2B5EF4-FFF2-40B4-BE49-F238E27FC236}">
                <a16:creationId xmlns:a16="http://schemas.microsoft.com/office/drawing/2014/main" id="{B78FB1A9-1883-5A62-98B5-99DEA865F1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2316" y="2343672"/>
            <a:ext cx="352078" cy="352078"/>
          </a:xfrm>
          <a:prstGeom prst="rect">
            <a:avLst/>
          </a:prstGeom>
        </p:spPr>
      </p:pic>
      <p:pic>
        <p:nvPicPr>
          <p:cNvPr id="38" name="Graphic 37">
            <a:extLst>
              <a:ext uri="{FF2B5EF4-FFF2-40B4-BE49-F238E27FC236}">
                <a16:creationId xmlns:a16="http://schemas.microsoft.com/office/drawing/2014/main" id="{C5008985-E6D5-D87B-DCC5-B1D29AF08E6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2316" y="5436625"/>
            <a:ext cx="352078" cy="352078"/>
          </a:xfrm>
          <a:prstGeom prst="rect">
            <a:avLst/>
          </a:prstGeom>
        </p:spPr>
      </p:pic>
      <p:pic>
        <p:nvPicPr>
          <p:cNvPr id="40" name="Graphic 39">
            <a:extLst>
              <a:ext uri="{FF2B5EF4-FFF2-40B4-BE49-F238E27FC236}">
                <a16:creationId xmlns:a16="http://schemas.microsoft.com/office/drawing/2014/main" id="{6B08C0C9-4AA4-6473-FD46-65FAD8F0DB3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2316" y="4405641"/>
            <a:ext cx="352078" cy="352078"/>
          </a:xfrm>
          <a:prstGeom prst="rect">
            <a:avLst/>
          </a:prstGeom>
        </p:spPr>
      </p:pic>
      <p:sp>
        <p:nvSpPr>
          <p:cNvPr id="6" name="object 4">
            <a:extLst>
              <a:ext uri="{FF2B5EF4-FFF2-40B4-BE49-F238E27FC236}">
                <a16:creationId xmlns:a16="http://schemas.microsoft.com/office/drawing/2014/main" id="{A89F0CB3-DC26-E3EF-666F-3C80E6B68B91}"/>
              </a:ext>
            </a:extLst>
          </p:cNvPr>
          <p:cNvSpPr txBox="1"/>
          <p:nvPr/>
        </p:nvSpPr>
        <p:spPr>
          <a:xfrm>
            <a:off x="4670474" y="3082695"/>
            <a:ext cx="6964313" cy="936000"/>
          </a:xfrm>
          <a:prstGeom prst="rect">
            <a:avLst/>
          </a:prstGeom>
          <a:noFill/>
          <a:ln>
            <a:noFill/>
          </a:ln>
        </p:spPr>
        <p:txBody>
          <a:bodyPr vert="horz" wrap="square" lIns="91440" tIns="91440" rIns="91440" bIns="91440" rtlCol="0" anchor="t">
            <a:noAutofit/>
          </a:bodyPr>
          <a:lstStyle/>
          <a:p>
            <a:pPr marL="184150" marR="422275"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[Insert main implications from trend]</a:t>
            </a:r>
          </a:p>
          <a:p>
            <a:pPr marL="184150" marR="422275" indent="-171450">
              <a:spcAft>
                <a:spcPts val="600"/>
              </a:spcAft>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[Insert main implications from trend]</a:t>
            </a:r>
          </a:p>
          <a:p>
            <a:pPr marL="184150" marR="422275"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a:t>
            </a:r>
          </a:p>
        </p:txBody>
      </p:sp>
      <p:sp>
        <p:nvSpPr>
          <p:cNvPr id="9" name="object 4">
            <a:extLst>
              <a:ext uri="{FF2B5EF4-FFF2-40B4-BE49-F238E27FC236}">
                <a16:creationId xmlns:a16="http://schemas.microsoft.com/office/drawing/2014/main" id="{934903EA-0E9F-3530-888B-B0396D565E72}"/>
              </a:ext>
            </a:extLst>
          </p:cNvPr>
          <p:cNvSpPr txBox="1"/>
          <p:nvPr/>
        </p:nvSpPr>
        <p:spPr>
          <a:xfrm>
            <a:off x="4670474" y="4113679"/>
            <a:ext cx="6964313" cy="936000"/>
          </a:xfrm>
          <a:prstGeom prst="rect">
            <a:avLst/>
          </a:prstGeom>
          <a:noFill/>
          <a:ln>
            <a:noFill/>
          </a:ln>
        </p:spPr>
        <p:txBody>
          <a:bodyPr vert="horz" wrap="square" lIns="91440" tIns="91440" rIns="91440" bIns="91440" rtlCol="0" anchor="t">
            <a:noAutofit/>
          </a:bodyPr>
          <a:lstStyle/>
          <a:p>
            <a:pPr marL="184150" marR="422275"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[Insert main implications from trend]</a:t>
            </a:r>
          </a:p>
          <a:p>
            <a:pPr marL="184150" marR="422275" indent="-171450">
              <a:spcAft>
                <a:spcPts val="600"/>
              </a:spcAft>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[Insert main implications from trend]</a:t>
            </a:r>
          </a:p>
          <a:p>
            <a:pPr marL="184150" marR="422275"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a:t>
            </a:r>
          </a:p>
        </p:txBody>
      </p:sp>
      <p:sp>
        <p:nvSpPr>
          <p:cNvPr id="11" name="object 4">
            <a:extLst>
              <a:ext uri="{FF2B5EF4-FFF2-40B4-BE49-F238E27FC236}">
                <a16:creationId xmlns:a16="http://schemas.microsoft.com/office/drawing/2014/main" id="{17AB72BD-2B07-A847-B760-453CFA324E93}"/>
              </a:ext>
            </a:extLst>
          </p:cNvPr>
          <p:cNvSpPr txBox="1"/>
          <p:nvPr/>
        </p:nvSpPr>
        <p:spPr>
          <a:xfrm>
            <a:off x="4670474" y="5144664"/>
            <a:ext cx="6964313" cy="936000"/>
          </a:xfrm>
          <a:prstGeom prst="rect">
            <a:avLst/>
          </a:prstGeom>
          <a:noFill/>
          <a:ln>
            <a:noFill/>
          </a:ln>
        </p:spPr>
        <p:txBody>
          <a:bodyPr vert="horz" wrap="square" lIns="91440" tIns="91440" rIns="91440" bIns="91440" rtlCol="0" anchor="t">
            <a:noAutofit/>
          </a:bodyPr>
          <a:lstStyle/>
          <a:p>
            <a:pPr marL="184150" marR="422275"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[Insert main implications from trend]</a:t>
            </a:r>
          </a:p>
          <a:p>
            <a:pPr marL="184150" marR="422275" indent="-171450">
              <a:spcAft>
                <a:spcPts val="600"/>
              </a:spcAft>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[Insert main implications from trend]</a:t>
            </a:r>
          </a:p>
          <a:p>
            <a:pPr marL="184150" marR="422275"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195580" algn="l"/>
              </a:tabLst>
              <a:defRPr/>
            </a:pPr>
            <a:r>
              <a:rPr kumimoji="0" lang="en-US" sz="1200" i="0" u="none" strike="noStrike" kern="1200" cap="none" spc="0" normalizeH="0" baseline="0" noProof="0">
                <a:ln>
                  <a:noFill/>
                </a:ln>
                <a:effectLst/>
                <a:uLnTx/>
                <a:uFillTx/>
                <a:latin typeface="Arial" panose="020B0604020202020204" pitchFamily="34" charset="0"/>
                <a:ea typeface="+mn-ea"/>
                <a:cs typeface="Arial"/>
              </a:rPr>
              <a:t>…</a:t>
            </a:r>
          </a:p>
        </p:txBody>
      </p:sp>
      <p:sp>
        <p:nvSpPr>
          <p:cNvPr id="13" name="Triangle 12">
            <a:extLst>
              <a:ext uri="{FF2B5EF4-FFF2-40B4-BE49-F238E27FC236}">
                <a16:creationId xmlns:a16="http://schemas.microsoft.com/office/drawing/2014/main" id="{F21104BF-EAAC-B6E2-9FDA-2A8FB0361B4E}"/>
              </a:ext>
            </a:extLst>
          </p:cNvPr>
          <p:cNvSpPr/>
          <p:nvPr/>
        </p:nvSpPr>
        <p:spPr>
          <a:xfrm rot="5400000">
            <a:off x="4116568" y="2395132"/>
            <a:ext cx="321276" cy="249159"/>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22" name="Triangle 21">
            <a:extLst>
              <a:ext uri="{FF2B5EF4-FFF2-40B4-BE49-F238E27FC236}">
                <a16:creationId xmlns:a16="http://schemas.microsoft.com/office/drawing/2014/main" id="{F1C3AD3E-2CE1-C87B-269E-EA9680C94916}"/>
              </a:ext>
            </a:extLst>
          </p:cNvPr>
          <p:cNvSpPr/>
          <p:nvPr/>
        </p:nvSpPr>
        <p:spPr>
          <a:xfrm rot="5400000">
            <a:off x="4116568" y="3426116"/>
            <a:ext cx="321276" cy="249159"/>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23" name="Triangle 22">
            <a:extLst>
              <a:ext uri="{FF2B5EF4-FFF2-40B4-BE49-F238E27FC236}">
                <a16:creationId xmlns:a16="http://schemas.microsoft.com/office/drawing/2014/main" id="{DBFFFD61-22D2-70A8-628C-CFCB8455E32D}"/>
              </a:ext>
            </a:extLst>
          </p:cNvPr>
          <p:cNvSpPr/>
          <p:nvPr/>
        </p:nvSpPr>
        <p:spPr>
          <a:xfrm rot="5400000">
            <a:off x="4116568" y="4457100"/>
            <a:ext cx="321276" cy="249159"/>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24" name="Triangle 23">
            <a:extLst>
              <a:ext uri="{FF2B5EF4-FFF2-40B4-BE49-F238E27FC236}">
                <a16:creationId xmlns:a16="http://schemas.microsoft.com/office/drawing/2014/main" id="{B979E150-1870-4DA5-15AF-9040776B4A12}"/>
              </a:ext>
            </a:extLst>
          </p:cNvPr>
          <p:cNvSpPr/>
          <p:nvPr/>
        </p:nvSpPr>
        <p:spPr>
          <a:xfrm rot="5400000">
            <a:off x="4116568" y="5488085"/>
            <a:ext cx="321276" cy="249159"/>
          </a:xfrm>
          <a:prstGeom prst="triangl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cxnSp>
        <p:nvCxnSpPr>
          <p:cNvPr id="26" name="Straight Connector 25">
            <a:extLst>
              <a:ext uri="{FF2B5EF4-FFF2-40B4-BE49-F238E27FC236}">
                <a16:creationId xmlns:a16="http://schemas.microsoft.com/office/drawing/2014/main" id="{12C00F76-093A-B2C5-E49F-92F6DB5D5A80}"/>
              </a:ext>
            </a:extLst>
          </p:cNvPr>
          <p:cNvCxnSpPr>
            <a:cxnSpLocks/>
          </p:cNvCxnSpPr>
          <p:nvPr/>
        </p:nvCxnSpPr>
        <p:spPr>
          <a:xfrm>
            <a:off x="554038" y="3035204"/>
            <a:ext cx="11083925"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81105BE-3A6B-83A1-9E88-5D8F8976E132}"/>
              </a:ext>
            </a:extLst>
          </p:cNvPr>
          <p:cNvCxnSpPr>
            <a:cxnSpLocks/>
          </p:cNvCxnSpPr>
          <p:nvPr/>
        </p:nvCxnSpPr>
        <p:spPr>
          <a:xfrm>
            <a:off x="554038" y="4066188"/>
            <a:ext cx="11083925"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370799C-DB5B-24B8-F955-B9F8419E3FFE}"/>
              </a:ext>
            </a:extLst>
          </p:cNvPr>
          <p:cNvCxnSpPr>
            <a:cxnSpLocks/>
          </p:cNvCxnSpPr>
          <p:nvPr/>
        </p:nvCxnSpPr>
        <p:spPr>
          <a:xfrm>
            <a:off x="554038" y="5097172"/>
            <a:ext cx="11083925"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5305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778DD-1856-A45E-5F72-F1282730004D}"/>
              </a:ext>
            </a:extLst>
          </p:cNvPr>
          <p:cNvSpPr>
            <a:spLocks noGrp="1"/>
          </p:cNvSpPr>
          <p:nvPr>
            <p:ph type="title"/>
          </p:nvPr>
        </p:nvSpPr>
        <p:spPr/>
        <p:txBody>
          <a:bodyPr/>
          <a:lstStyle/>
          <a:p>
            <a:r>
              <a:rPr lang="en-US"/>
              <a:t>We have evaluated three options for [insert problem]</a:t>
            </a:r>
          </a:p>
        </p:txBody>
      </p:sp>
      <p:sp>
        <p:nvSpPr>
          <p:cNvPr id="19" name="Rectangle 18">
            <a:extLst>
              <a:ext uri="{FF2B5EF4-FFF2-40B4-BE49-F238E27FC236}">
                <a16:creationId xmlns:a16="http://schemas.microsoft.com/office/drawing/2014/main" id="{93272507-6049-2382-6928-CD6269EEB15E}"/>
              </a:ext>
            </a:extLst>
          </p:cNvPr>
          <p:cNvSpPr/>
          <p:nvPr/>
        </p:nvSpPr>
        <p:spPr>
          <a:xfrm>
            <a:off x="554736" y="2166603"/>
            <a:ext cx="1694330" cy="1356927"/>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Main approach</a:t>
            </a:r>
          </a:p>
        </p:txBody>
      </p:sp>
      <p:sp>
        <p:nvSpPr>
          <p:cNvPr id="20" name="Rectangle 19">
            <a:extLst>
              <a:ext uri="{FF2B5EF4-FFF2-40B4-BE49-F238E27FC236}">
                <a16:creationId xmlns:a16="http://schemas.microsoft.com/office/drawing/2014/main" id="{B9C580E1-A410-CA33-67FF-2DCD73F097E6}"/>
              </a:ext>
            </a:extLst>
          </p:cNvPr>
          <p:cNvSpPr/>
          <p:nvPr/>
        </p:nvSpPr>
        <p:spPr>
          <a:xfrm>
            <a:off x="554736" y="3612075"/>
            <a:ext cx="1694330" cy="540000"/>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[Insert relevant dimension e.g., cost]</a:t>
            </a:r>
          </a:p>
        </p:txBody>
      </p:sp>
      <p:sp>
        <p:nvSpPr>
          <p:cNvPr id="21" name="Rectangle 20">
            <a:extLst>
              <a:ext uri="{FF2B5EF4-FFF2-40B4-BE49-F238E27FC236}">
                <a16:creationId xmlns:a16="http://schemas.microsoft.com/office/drawing/2014/main" id="{FDB7605E-451C-5508-4C6F-A16927153720}"/>
              </a:ext>
            </a:extLst>
          </p:cNvPr>
          <p:cNvSpPr/>
          <p:nvPr/>
        </p:nvSpPr>
        <p:spPr>
          <a:xfrm>
            <a:off x="554736" y="4240620"/>
            <a:ext cx="1694330" cy="540000"/>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[Insert dimension]</a:t>
            </a:r>
          </a:p>
        </p:txBody>
      </p:sp>
      <p:sp>
        <p:nvSpPr>
          <p:cNvPr id="22" name="Rectangle 21">
            <a:extLst>
              <a:ext uri="{FF2B5EF4-FFF2-40B4-BE49-F238E27FC236}">
                <a16:creationId xmlns:a16="http://schemas.microsoft.com/office/drawing/2014/main" id="{87ED4A6D-42F2-BFA8-E9F9-2F9E14AD1C48}"/>
              </a:ext>
            </a:extLst>
          </p:cNvPr>
          <p:cNvSpPr/>
          <p:nvPr/>
        </p:nvSpPr>
        <p:spPr>
          <a:xfrm>
            <a:off x="554736" y="4869165"/>
            <a:ext cx="1694330" cy="540000"/>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[Insert dimension]</a:t>
            </a:r>
          </a:p>
        </p:txBody>
      </p:sp>
      <p:sp>
        <p:nvSpPr>
          <p:cNvPr id="23" name="Rectangle 22">
            <a:extLst>
              <a:ext uri="{FF2B5EF4-FFF2-40B4-BE49-F238E27FC236}">
                <a16:creationId xmlns:a16="http://schemas.microsoft.com/office/drawing/2014/main" id="{E82AF84E-1D6B-E0A9-5B8A-F73724F0624D}"/>
              </a:ext>
            </a:extLst>
          </p:cNvPr>
          <p:cNvSpPr/>
          <p:nvPr/>
        </p:nvSpPr>
        <p:spPr>
          <a:xfrm>
            <a:off x="554736" y="5497710"/>
            <a:ext cx="1694330" cy="540000"/>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[Insert dimension]</a:t>
            </a:r>
          </a:p>
        </p:txBody>
      </p:sp>
      <p:sp>
        <p:nvSpPr>
          <p:cNvPr id="24" name="Rectangle 23">
            <a:extLst>
              <a:ext uri="{FF2B5EF4-FFF2-40B4-BE49-F238E27FC236}">
                <a16:creationId xmlns:a16="http://schemas.microsoft.com/office/drawing/2014/main" id="{A2671AFC-749B-3359-A0EE-9C32E5D27B88}"/>
              </a:ext>
            </a:extLst>
          </p:cNvPr>
          <p:cNvSpPr/>
          <p:nvPr/>
        </p:nvSpPr>
        <p:spPr>
          <a:xfrm>
            <a:off x="2576277" y="2153157"/>
            <a:ext cx="2883228" cy="1356927"/>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option A]</a:t>
            </a:r>
          </a:p>
        </p:txBody>
      </p:sp>
      <p:sp>
        <p:nvSpPr>
          <p:cNvPr id="25" name="Rectangle 24">
            <a:extLst>
              <a:ext uri="{FF2B5EF4-FFF2-40B4-BE49-F238E27FC236}">
                <a16:creationId xmlns:a16="http://schemas.microsoft.com/office/drawing/2014/main" id="{D97C9724-BA1D-891D-CEA1-F9A8711C67AE}"/>
              </a:ext>
            </a:extLst>
          </p:cNvPr>
          <p:cNvSpPr/>
          <p:nvPr/>
        </p:nvSpPr>
        <p:spPr>
          <a:xfrm>
            <a:off x="2576277" y="3598629"/>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A works in this dimension]</a:t>
            </a:r>
          </a:p>
        </p:txBody>
      </p:sp>
      <p:sp>
        <p:nvSpPr>
          <p:cNvPr id="26" name="Rectangle 25">
            <a:extLst>
              <a:ext uri="{FF2B5EF4-FFF2-40B4-BE49-F238E27FC236}">
                <a16:creationId xmlns:a16="http://schemas.microsoft.com/office/drawing/2014/main" id="{0A59C62A-CE20-043B-96AD-4FEB53E4F125}"/>
              </a:ext>
            </a:extLst>
          </p:cNvPr>
          <p:cNvSpPr/>
          <p:nvPr/>
        </p:nvSpPr>
        <p:spPr>
          <a:xfrm>
            <a:off x="2576277" y="4227174"/>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A works in this dimension]</a:t>
            </a:r>
          </a:p>
        </p:txBody>
      </p:sp>
      <p:sp>
        <p:nvSpPr>
          <p:cNvPr id="27" name="Rectangle 26">
            <a:extLst>
              <a:ext uri="{FF2B5EF4-FFF2-40B4-BE49-F238E27FC236}">
                <a16:creationId xmlns:a16="http://schemas.microsoft.com/office/drawing/2014/main" id="{52CBBF1B-D700-2A94-5E93-46DE7B39DFB0}"/>
              </a:ext>
            </a:extLst>
          </p:cNvPr>
          <p:cNvSpPr/>
          <p:nvPr/>
        </p:nvSpPr>
        <p:spPr>
          <a:xfrm>
            <a:off x="2576277" y="4855719"/>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A works in this dimension]</a:t>
            </a:r>
          </a:p>
        </p:txBody>
      </p:sp>
      <p:sp>
        <p:nvSpPr>
          <p:cNvPr id="28" name="Rectangle 27">
            <a:extLst>
              <a:ext uri="{FF2B5EF4-FFF2-40B4-BE49-F238E27FC236}">
                <a16:creationId xmlns:a16="http://schemas.microsoft.com/office/drawing/2014/main" id="{2DF3A7CB-E845-5710-2896-9DFD2DFF3562}"/>
              </a:ext>
            </a:extLst>
          </p:cNvPr>
          <p:cNvSpPr/>
          <p:nvPr/>
        </p:nvSpPr>
        <p:spPr>
          <a:xfrm>
            <a:off x="2576277" y="5484264"/>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A works in this dimension]</a:t>
            </a:r>
          </a:p>
        </p:txBody>
      </p:sp>
      <p:sp>
        <p:nvSpPr>
          <p:cNvPr id="29" name="Rectangle 28">
            <a:extLst>
              <a:ext uri="{FF2B5EF4-FFF2-40B4-BE49-F238E27FC236}">
                <a16:creationId xmlns:a16="http://schemas.microsoft.com/office/drawing/2014/main" id="{4A3446DE-41EB-E86E-578A-0BDC90387620}"/>
              </a:ext>
            </a:extLst>
          </p:cNvPr>
          <p:cNvSpPr/>
          <p:nvPr/>
        </p:nvSpPr>
        <p:spPr>
          <a:xfrm>
            <a:off x="5665157" y="2153157"/>
            <a:ext cx="2883228" cy="1356927"/>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option B]</a:t>
            </a:r>
          </a:p>
        </p:txBody>
      </p:sp>
      <p:sp>
        <p:nvSpPr>
          <p:cNvPr id="30" name="Rectangle 29">
            <a:extLst>
              <a:ext uri="{FF2B5EF4-FFF2-40B4-BE49-F238E27FC236}">
                <a16:creationId xmlns:a16="http://schemas.microsoft.com/office/drawing/2014/main" id="{F4CDAB5F-1E98-72E7-0EDC-E8B97563D22D}"/>
              </a:ext>
            </a:extLst>
          </p:cNvPr>
          <p:cNvSpPr/>
          <p:nvPr/>
        </p:nvSpPr>
        <p:spPr>
          <a:xfrm>
            <a:off x="5665157" y="3598629"/>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B works in this dimension]</a:t>
            </a:r>
          </a:p>
        </p:txBody>
      </p:sp>
      <p:sp>
        <p:nvSpPr>
          <p:cNvPr id="31" name="Rectangle 30">
            <a:extLst>
              <a:ext uri="{FF2B5EF4-FFF2-40B4-BE49-F238E27FC236}">
                <a16:creationId xmlns:a16="http://schemas.microsoft.com/office/drawing/2014/main" id="{1F698B6E-EC9F-EECD-A7DB-C6A33975B963}"/>
              </a:ext>
            </a:extLst>
          </p:cNvPr>
          <p:cNvSpPr/>
          <p:nvPr/>
        </p:nvSpPr>
        <p:spPr>
          <a:xfrm>
            <a:off x="5665157" y="4227174"/>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B works in this dimension]</a:t>
            </a:r>
          </a:p>
        </p:txBody>
      </p:sp>
      <p:sp>
        <p:nvSpPr>
          <p:cNvPr id="32" name="Rectangle 31">
            <a:extLst>
              <a:ext uri="{FF2B5EF4-FFF2-40B4-BE49-F238E27FC236}">
                <a16:creationId xmlns:a16="http://schemas.microsoft.com/office/drawing/2014/main" id="{A40FB7D0-B16E-0A73-CA2C-D03401D4EF3A}"/>
              </a:ext>
            </a:extLst>
          </p:cNvPr>
          <p:cNvSpPr/>
          <p:nvPr/>
        </p:nvSpPr>
        <p:spPr>
          <a:xfrm>
            <a:off x="5665157" y="4855719"/>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B works in this dimension]</a:t>
            </a:r>
          </a:p>
        </p:txBody>
      </p:sp>
      <p:sp>
        <p:nvSpPr>
          <p:cNvPr id="33" name="Rectangle 32">
            <a:extLst>
              <a:ext uri="{FF2B5EF4-FFF2-40B4-BE49-F238E27FC236}">
                <a16:creationId xmlns:a16="http://schemas.microsoft.com/office/drawing/2014/main" id="{A09C7A07-1559-04C0-33A4-FABADFCCEA7F}"/>
              </a:ext>
            </a:extLst>
          </p:cNvPr>
          <p:cNvSpPr/>
          <p:nvPr/>
        </p:nvSpPr>
        <p:spPr>
          <a:xfrm>
            <a:off x="5665157" y="5484264"/>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B works in this dimension]</a:t>
            </a:r>
          </a:p>
        </p:txBody>
      </p:sp>
      <p:sp>
        <p:nvSpPr>
          <p:cNvPr id="34" name="Rectangle 33">
            <a:extLst>
              <a:ext uri="{FF2B5EF4-FFF2-40B4-BE49-F238E27FC236}">
                <a16:creationId xmlns:a16="http://schemas.microsoft.com/office/drawing/2014/main" id="{A4269D56-7138-A041-64B2-A4EC1AB04603}"/>
              </a:ext>
            </a:extLst>
          </p:cNvPr>
          <p:cNvSpPr/>
          <p:nvPr/>
        </p:nvSpPr>
        <p:spPr>
          <a:xfrm>
            <a:off x="8754036" y="2153157"/>
            <a:ext cx="2883228" cy="1356927"/>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option C]</a:t>
            </a:r>
          </a:p>
        </p:txBody>
      </p:sp>
      <p:sp>
        <p:nvSpPr>
          <p:cNvPr id="35" name="Rectangle 34">
            <a:extLst>
              <a:ext uri="{FF2B5EF4-FFF2-40B4-BE49-F238E27FC236}">
                <a16:creationId xmlns:a16="http://schemas.microsoft.com/office/drawing/2014/main" id="{C4268D90-888C-3B92-7898-D09A56358262}"/>
              </a:ext>
            </a:extLst>
          </p:cNvPr>
          <p:cNvSpPr/>
          <p:nvPr/>
        </p:nvSpPr>
        <p:spPr>
          <a:xfrm>
            <a:off x="8754036" y="3598629"/>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C works in this dimension]</a:t>
            </a:r>
          </a:p>
        </p:txBody>
      </p:sp>
      <p:sp>
        <p:nvSpPr>
          <p:cNvPr id="36" name="Rectangle 35">
            <a:extLst>
              <a:ext uri="{FF2B5EF4-FFF2-40B4-BE49-F238E27FC236}">
                <a16:creationId xmlns:a16="http://schemas.microsoft.com/office/drawing/2014/main" id="{E6F8871C-50E7-3A6B-A1BB-6407FB029D5F}"/>
              </a:ext>
            </a:extLst>
          </p:cNvPr>
          <p:cNvSpPr/>
          <p:nvPr/>
        </p:nvSpPr>
        <p:spPr>
          <a:xfrm>
            <a:off x="8754036" y="4227174"/>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C works in this dimension]</a:t>
            </a:r>
          </a:p>
        </p:txBody>
      </p:sp>
      <p:sp>
        <p:nvSpPr>
          <p:cNvPr id="37" name="Rectangle 36">
            <a:extLst>
              <a:ext uri="{FF2B5EF4-FFF2-40B4-BE49-F238E27FC236}">
                <a16:creationId xmlns:a16="http://schemas.microsoft.com/office/drawing/2014/main" id="{5B9652F3-5CB8-E8D3-133F-6CAF52FA2F81}"/>
              </a:ext>
            </a:extLst>
          </p:cNvPr>
          <p:cNvSpPr/>
          <p:nvPr/>
        </p:nvSpPr>
        <p:spPr>
          <a:xfrm>
            <a:off x="8754036" y="4855719"/>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C works in this dimension]</a:t>
            </a:r>
          </a:p>
        </p:txBody>
      </p:sp>
      <p:sp>
        <p:nvSpPr>
          <p:cNvPr id="38" name="Rectangle 37">
            <a:extLst>
              <a:ext uri="{FF2B5EF4-FFF2-40B4-BE49-F238E27FC236}">
                <a16:creationId xmlns:a16="http://schemas.microsoft.com/office/drawing/2014/main" id="{9BA8A55B-DBFD-0740-0475-15414957D674}"/>
              </a:ext>
            </a:extLst>
          </p:cNvPr>
          <p:cNvSpPr/>
          <p:nvPr/>
        </p:nvSpPr>
        <p:spPr>
          <a:xfrm>
            <a:off x="8754036" y="5484264"/>
            <a:ext cx="2883228" cy="540000"/>
          </a:xfrm>
          <a:prstGeom prst="rect">
            <a:avLst/>
          </a:prstGeom>
          <a:noFill/>
          <a:ln w="9525" cap="sq">
            <a:solidFill>
              <a:srgbClr val="0000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[Insert brief description of how option C works in this dimension]</a:t>
            </a:r>
          </a:p>
        </p:txBody>
      </p:sp>
      <p:cxnSp>
        <p:nvCxnSpPr>
          <p:cNvPr id="40" name="Straight Connector 39">
            <a:extLst>
              <a:ext uri="{FF2B5EF4-FFF2-40B4-BE49-F238E27FC236}">
                <a16:creationId xmlns:a16="http://schemas.microsoft.com/office/drawing/2014/main" id="{A0639CD5-3DD8-F561-CE93-EC4BD6FD75D7}"/>
              </a:ext>
            </a:extLst>
          </p:cNvPr>
          <p:cNvCxnSpPr>
            <a:cxnSpLocks/>
          </p:cNvCxnSpPr>
          <p:nvPr/>
        </p:nvCxnSpPr>
        <p:spPr>
          <a:xfrm>
            <a:off x="2576277" y="2043667"/>
            <a:ext cx="288322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DCC3C5F-F334-6DFB-5199-14DF28F1A6C2}"/>
              </a:ext>
            </a:extLst>
          </p:cNvPr>
          <p:cNvCxnSpPr>
            <a:cxnSpLocks/>
          </p:cNvCxnSpPr>
          <p:nvPr/>
        </p:nvCxnSpPr>
        <p:spPr>
          <a:xfrm>
            <a:off x="5665157" y="2043667"/>
            <a:ext cx="288322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8C45B68-4C4C-8AAB-C507-2E8810E03AFD}"/>
              </a:ext>
            </a:extLst>
          </p:cNvPr>
          <p:cNvCxnSpPr>
            <a:cxnSpLocks/>
          </p:cNvCxnSpPr>
          <p:nvPr/>
        </p:nvCxnSpPr>
        <p:spPr>
          <a:xfrm>
            <a:off x="8754036" y="2043667"/>
            <a:ext cx="2883228" cy="0"/>
          </a:xfrm>
          <a:prstGeom prst="line">
            <a:avLst/>
          </a:prstGeom>
          <a:ln w="15875"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F0FE396-1C8B-13DE-0E1C-DE6B855F9FBA}"/>
              </a:ext>
            </a:extLst>
          </p:cNvPr>
          <p:cNvSpPr txBox="1"/>
          <p:nvPr/>
        </p:nvSpPr>
        <p:spPr>
          <a:xfrm>
            <a:off x="2866424" y="1644452"/>
            <a:ext cx="2302933" cy="334435"/>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400" b="1"/>
              <a:t>[Insert option A]</a:t>
            </a:r>
          </a:p>
        </p:txBody>
      </p:sp>
      <p:sp>
        <p:nvSpPr>
          <p:cNvPr id="44" name="TextBox 43">
            <a:extLst>
              <a:ext uri="{FF2B5EF4-FFF2-40B4-BE49-F238E27FC236}">
                <a16:creationId xmlns:a16="http://schemas.microsoft.com/office/drawing/2014/main" id="{4EAE3B39-59F6-4151-487F-A0C194965E39}"/>
              </a:ext>
            </a:extLst>
          </p:cNvPr>
          <p:cNvSpPr txBox="1"/>
          <p:nvPr/>
        </p:nvSpPr>
        <p:spPr>
          <a:xfrm>
            <a:off x="5955304" y="1644452"/>
            <a:ext cx="2302933" cy="334435"/>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400" b="1"/>
              <a:t>[Insert option B]</a:t>
            </a:r>
          </a:p>
        </p:txBody>
      </p:sp>
      <p:sp>
        <p:nvSpPr>
          <p:cNvPr id="45" name="TextBox 44">
            <a:extLst>
              <a:ext uri="{FF2B5EF4-FFF2-40B4-BE49-F238E27FC236}">
                <a16:creationId xmlns:a16="http://schemas.microsoft.com/office/drawing/2014/main" id="{4709BE54-5737-5719-093A-079F38627FB7}"/>
              </a:ext>
            </a:extLst>
          </p:cNvPr>
          <p:cNvSpPr txBox="1"/>
          <p:nvPr/>
        </p:nvSpPr>
        <p:spPr>
          <a:xfrm>
            <a:off x="9044184" y="1644452"/>
            <a:ext cx="2302933" cy="334435"/>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US" sz="1400" b="1"/>
              <a:t>[Insert option C]</a:t>
            </a:r>
          </a:p>
        </p:txBody>
      </p:sp>
      <p:sp>
        <p:nvSpPr>
          <p:cNvPr id="46" name="Oval 45">
            <a:extLst>
              <a:ext uri="{FF2B5EF4-FFF2-40B4-BE49-F238E27FC236}">
                <a16:creationId xmlns:a16="http://schemas.microsoft.com/office/drawing/2014/main" id="{2055C282-13AB-4B1D-4A73-C68ABEC9407F}"/>
              </a:ext>
            </a:extLst>
          </p:cNvPr>
          <p:cNvSpPr/>
          <p:nvPr/>
        </p:nvSpPr>
        <p:spPr>
          <a:xfrm>
            <a:off x="3837890" y="1221502"/>
            <a:ext cx="360000" cy="36000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1400" b="1">
                <a:solidFill>
                  <a:schemeClr val="bg1"/>
                </a:solidFill>
              </a:rPr>
              <a:t>A</a:t>
            </a:r>
          </a:p>
        </p:txBody>
      </p:sp>
      <p:sp>
        <p:nvSpPr>
          <p:cNvPr id="47" name="Oval 46">
            <a:extLst>
              <a:ext uri="{FF2B5EF4-FFF2-40B4-BE49-F238E27FC236}">
                <a16:creationId xmlns:a16="http://schemas.microsoft.com/office/drawing/2014/main" id="{EFF1DA1E-CB9E-713C-C9EB-B0CE92F23C3C}"/>
              </a:ext>
            </a:extLst>
          </p:cNvPr>
          <p:cNvSpPr/>
          <p:nvPr/>
        </p:nvSpPr>
        <p:spPr>
          <a:xfrm>
            <a:off x="6926770" y="1221502"/>
            <a:ext cx="360000" cy="36000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1400" b="1">
                <a:solidFill>
                  <a:schemeClr val="bg1"/>
                </a:solidFill>
              </a:rPr>
              <a:t>B</a:t>
            </a:r>
          </a:p>
        </p:txBody>
      </p:sp>
      <p:sp>
        <p:nvSpPr>
          <p:cNvPr id="48" name="Oval 47">
            <a:extLst>
              <a:ext uri="{FF2B5EF4-FFF2-40B4-BE49-F238E27FC236}">
                <a16:creationId xmlns:a16="http://schemas.microsoft.com/office/drawing/2014/main" id="{EF17211C-47B1-5728-D5C0-4B860C7FA8F6}"/>
              </a:ext>
            </a:extLst>
          </p:cNvPr>
          <p:cNvSpPr/>
          <p:nvPr/>
        </p:nvSpPr>
        <p:spPr>
          <a:xfrm>
            <a:off x="10015650" y="1221502"/>
            <a:ext cx="360000" cy="36000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Bef>
                <a:spcPts val="300"/>
              </a:spcBef>
              <a:spcAft>
                <a:spcPts val="300"/>
              </a:spcAft>
            </a:pPr>
            <a:r>
              <a:rPr lang="en-US" sz="1400" b="1">
                <a:solidFill>
                  <a:schemeClr val="bg1"/>
                </a:solidFill>
              </a:rPr>
              <a:t>C</a:t>
            </a:r>
          </a:p>
        </p:txBody>
      </p:sp>
    </p:spTree>
    <p:extLst>
      <p:ext uri="{BB962C8B-B14F-4D97-AF65-F5344CB8AC3E}">
        <p14:creationId xmlns:p14="http://schemas.microsoft.com/office/powerpoint/2010/main" val="27861202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198E6B-A6A8-3FEE-9A45-11BD0B5EB0F1}"/>
              </a:ext>
            </a:extLst>
          </p:cNvPr>
          <p:cNvSpPr>
            <a:spLocks noGrp="1"/>
          </p:cNvSpPr>
          <p:nvPr>
            <p:ph type="ctrTitle"/>
          </p:nvPr>
        </p:nvSpPr>
        <p:spPr/>
        <p:txBody>
          <a:bodyPr/>
          <a:lstStyle/>
          <a:p>
            <a:r>
              <a:rPr lang="en-US" dirty="0"/>
              <a:t>Line graphs</a:t>
            </a:r>
          </a:p>
        </p:txBody>
      </p:sp>
      <p:sp>
        <p:nvSpPr>
          <p:cNvPr id="6" name="Text Placeholder 5">
            <a:extLst>
              <a:ext uri="{FF2B5EF4-FFF2-40B4-BE49-F238E27FC236}">
                <a16:creationId xmlns:a16="http://schemas.microsoft.com/office/drawing/2014/main" id="{94BF34E7-5FD3-F406-A83A-37E3664425C4}"/>
              </a:ext>
            </a:extLst>
          </p:cNvPr>
          <p:cNvSpPr>
            <a:spLocks noGrp="1"/>
          </p:cNvSpPr>
          <p:nvPr>
            <p:ph type="body" sz="quarter" idx="14"/>
          </p:nvPr>
        </p:nvSpPr>
        <p:spPr/>
        <p:txBody>
          <a:bodyPr/>
          <a:lstStyle/>
          <a:p>
            <a:r>
              <a:rPr lang="en-US" dirty="0"/>
              <a:t>07</a:t>
            </a:r>
          </a:p>
        </p:txBody>
      </p:sp>
    </p:spTree>
    <p:extLst>
      <p:ext uri="{BB962C8B-B14F-4D97-AF65-F5344CB8AC3E}">
        <p14:creationId xmlns:p14="http://schemas.microsoft.com/office/powerpoint/2010/main" val="5174116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84FB-D0A0-9B28-1642-68338E9F48B5}"/>
              </a:ext>
            </a:extLst>
          </p:cNvPr>
          <p:cNvSpPr>
            <a:spLocks noGrp="1"/>
          </p:cNvSpPr>
          <p:nvPr>
            <p:ph type="title"/>
          </p:nvPr>
        </p:nvSpPr>
        <p:spPr/>
        <p:txBody>
          <a:bodyPr/>
          <a:lstStyle/>
          <a:p>
            <a:r>
              <a:rPr lang="en-US"/>
              <a:t>[Line chart with two scenarios / Insert action title]</a:t>
            </a:r>
            <a:endParaRPr lang="en-DK"/>
          </a:p>
        </p:txBody>
      </p:sp>
      <p:sp>
        <p:nvSpPr>
          <p:cNvPr id="24" name="Subtitle 23">
            <a:extLst>
              <a:ext uri="{FF2B5EF4-FFF2-40B4-BE49-F238E27FC236}">
                <a16:creationId xmlns:a16="http://schemas.microsoft.com/office/drawing/2014/main" id="{C194E5FD-B8DB-58FC-2A9C-D53DA72800DF}"/>
              </a:ext>
            </a:extLst>
          </p:cNvPr>
          <p:cNvSpPr>
            <a:spLocks noGrp="1"/>
          </p:cNvSpPr>
          <p:nvPr>
            <p:ph type="subTitle" idx="1"/>
          </p:nvPr>
        </p:nvSpPr>
        <p:spPr/>
        <p:txBody>
          <a:bodyPr/>
          <a:lstStyle/>
          <a:p>
            <a:endParaRPr lang="en-US"/>
          </a:p>
        </p:txBody>
      </p:sp>
      <p:graphicFrame>
        <p:nvGraphicFramePr>
          <p:cNvPr id="3" name="Chart 2">
            <a:extLst>
              <a:ext uri="{FF2B5EF4-FFF2-40B4-BE49-F238E27FC236}">
                <a16:creationId xmlns:a16="http://schemas.microsoft.com/office/drawing/2014/main" id="{38D79FAE-EC08-BBAD-E329-1A1DC9B8DC5F}"/>
              </a:ext>
            </a:extLst>
          </p:cNvPr>
          <p:cNvGraphicFramePr/>
          <p:nvPr>
            <p:extLst>
              <p:ext uri="{D42A27DB-BD31-4B8C-83A1-F6EECF244321}">
                <p14:modId xmlns:p14="http://schemas.microsoft.com/office/powerpoint/2010/main" val="607151281"/>
              </p:ext>
            </p:extLst>
          </p:nvPr>
        </p:nvGraphicFramePr>
        <p:xfrm>
          <a:off x="619126" y="2490987"/>
          <a:ext cx="7235572" cy="3363938"/>
        </p:xfrm>
        <a:graphic>
          <a:graphicData uri="http://schemas.openxmlformats.org/drawingml/2006/chart">
            <c:chart xmlns:c="http://schemas.openxmlformats.org/drawingml/2006/chart" xmlns:r="http://schemas.openxmlformats.org/officeDocument/2006/relationships" r:id="rId6"/>
          </a:graphicData>
        </a:graphic>
      </p:graphicFrame>
      <p:grpSp>
        <p:nvGrpSpPr>
          <p:cNvPr id="5" name="Group 4">
            <a:extLst>
              <a:ext uri="{FF2B5EF4-FFF2-40B4-BE49-F238E27FC236}">
                <a16:creationId xmlns:a16="http://schemas.microsoft.com/office/drawing/2014/main" id="{DDC0DA94-47FE-A0D4-4316-8F2799C8BC49}"/>
              </a:ext>
            </a:extLst>
          </p:cNvPr>
          <p:cNvGrpSpPr/>
          <p:nvPr/>
        </p:nvGrpSpPr>
        <p:grpSpPr>
          <a:xfrm>
            <a:off x="6479676" y="2148146"/>
            <a:ext cx="1233211" cy="184666"/>
            <a:chOff x="7316536" y="2186224"/>
            <a:chExt cx="1233211" cy="184666"/>
          </a:xfrm>
        </p:grpSpPr>
        <p:cxnSp>
          <p:nvCxnSpPr>
            <p:cNvPr id="6" name="Straight Connector 5">
              <a:extLst>
                <a:ext uri="{FF2B5EF4-FFF2-40B4-BE49-F238E27FC236}">
                  <a16:creationId xmlns:a16="http://schemas.microsoft.com/office/drawing/2014/main" id="{CB0B66FC-C9FC-8386-3530-4E0AB4254A26}"/>
                </a:ext>
              </a:extLst>
            </p:cNvPr>
            <p:cNvCxnSpPr>
              <a:cxnSpLocks/>
            </p:cNvCxnSpPr>
            <p:nvPr>
              <p:custDataLst>
                <p:tags r:id="rId3"/>
              </p:custDataLst>
            </p:nvPr>
          </p:nvCxnSpPr>
          <p:spPr bwMode="gray">
            <a:xfrm>
              <a:off x="7316536" y="2278557"/>
              <a:ext cx="285750" cy="0"/>
            </a:xfrm>
            <a:prstGeom prst="line">
              <a:avLst/>
            </a:prstGeom>
            <a:ln w="28575" cap="rnd" cmpd="sng" algn="ctr">
              <a:solidFill>
                <a:schemeClr val="accent1"/>
              </a:solidFill>
              <a:prstDash val="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A83A7A7C-9AC8-AD7E-4C54-FEC364CAC084}"/>
                </a:ext>
              </a:extLst>
            </p:cNvPr>
            <p:cNvSpPr>
              <a:spLocks/>
            </p:cNvSpPr>
            <p:nvPr/>
          </p:nvSpPr>
          <p:spPr>
            <a:xfrm>
              <a:off x="7724504" y="2186224"/>
              <a:ext cx="825243" cy="18466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Aft>
                  <a:spcPts val="300"/>
                </a:spcAft>
                <a:buClr>
                  <a:schemeClr val="accent1"/>
                </a:buClr>
              </a:pPr>
              <a:r>
                <a:rPr lang="en-US" sz="1200">
                  <a:solidFill>
                    <a:schemeClr val="tx2"/>
                  </a:solidFill>
                </a:rPr>
                <a:t>[Scenario 2]</a:t>
              </a:r>
            </a:p>
          </p:txBody>
        </p:sp>
      </p:grpSp>
      <p:grpSp>
        <p:nvGrpSpPr>
          <p:cNvPr id="9" name="Group 8">
            <a:extLst>
              <a:ext uri="{FF2B5EF4-FFF2-40B4-BE49-F238E27FC236}">
                <a16:creationId xmlns:a16="http://schemas.microsoft.com/office/drawing/2014/main" id="{28910B5E-89E1-70C8-1CA5-31D430E281E6}"/>
              </a:ext>
            </a:extLst>
          </p:cNvPr>
          <p:cNvGrpSpPr/>
          <p:nvPr/>
        </p:nvGrpSpPr>
        <p:grpSpPr>
          <a:xfrm>
            <a:off x="4834624" y="2148146"/>
            <a:ext cx="1233211" cy="184666"/>
            <a:chOff x="5926737" y="2186224"/>
            <a:chExt cx="1233211" cy="184666"/>
          </a:xfrm>
        </p:grpSpPr>
        <p:cxnSp>
          <p:nvCxnSpPr>
            <p:cNvPr id="10" name="Straight Connector 9">
              <a:extLst>
                <a:ext uri="{FF2B5EF4-FFF2-40B4-BE49-F238E27FC236}">
                  <a16:creationId xmlns:a16="http://schemas.microsoft.com/office/drawing/2014/main" id="{4F9BBB14-8167-1435-1247-7D114D468801}"/>
                </a:ext>
              </a:extLst>
            </p:cNvPr>
            <p:cNvCxnSpPr>
              <a:cxnSpLocks/>
            </p:cNvCxnSpPr>
            <p:nvPr>
              <p:custDataLst>
                <p:tags r:id="rId2"/>
              </p:custDataLst>
            </p:nvPr>
          </p:nvCxnSpPr>
          <p:spPr bwMode="gray">
            <a:xfrm>
              <a:off x="5926737" y="2278557"/>
              <a:ext cx="285750" cy="0"/>
            </a:xfrm>
            <a:prstGeom prst="line">
              <a:avLst/>
            </a:prstGeom>
            <a:ln w="28575" cap="rnd" cmpd="sng" algn="ctr">
              <a:solidFill>
                <a:schemeClr val="accent4"/>
              </a:solidFill>
              <a:prstDash val="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9C703BF3-4DA4-9C66-9846-636EDB737BD2}"/>
                </a:ext>
              </a:extLst>
            </p:cNvPr>
            <p:cNvSpPr>
              <a:spLocks/>
            </p:cNvSpPr>
            <p:nvPr/>
          </p:nvSpPr>
          <p:spPr>
            <a:xfrm>
              <a:off x="6334705" y="2186224"/>
              <a:ext cx="825243" cy="18466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Aft>
                  <a:spcPts val="300"/>
                </a:spcAft>
                <a:buClr>
                  <a:schemeClr val="accent1"/>
                </a:buClr>
              </a:pPr>
              <a:r>
                <a:rPr lang="en-US" sz="1200">
                  <a:solidFill>
                    <a:schemeClr val="tx2"/>
                  </a:solidFill>
                </a:rPr>
                <a:t>[Scenario 1]</a:t>
              </a:r>
            </a:p>
          </p:txBody>
        </p:sp>
      </p:grpSp>
      <p:grpSp>
        <p:nvGrpSpPr>
          <p:cNvPr id="12" name="Group 11">
            <a:extLst>
              <a:ext uri="{FF2B5EF4-FFF2-40B4-BE49-F238E27FC236}">
                <a16:creationId xmlns:a16="http://schemas.microsoft.com/office/drawing/2014/main" id="{7A336734-13A8-44CA-4CBC-54A6531591F7}"/>
              </a:ext>
            </a:extLst>
          </p:cNvPr>
          <p:cNvGrpSpPr/>
          <p:nvPr/>
        </p:nvGrpSpPr>
        <p:grpSpPr>
          <a:xfrm>
            <a:off x="3341858" y="2148146"/>
            <a:ext cx="1233211" cy="184666"/>
            <a:chOff x="4689224" y="2186224"/>
            <a:chExt cx="1233211" cy="184666"/>
          </a:xfrm>
        </p:grpSpPr>
        <p:cxnSp>
          <p:nvCxnSpPr>
            <p:cNvPr id="13" name="Straight Connector 12">
              <a:extLst>
                <a:ext uri="{FF2B5EF4-FFF2-40B4-BE49-F238E27FC236}">
                  <a16:creationId xmlns:a16="http://schemas.microsoft.com/office/drawing/2014/main" id="{D1FDB6C8-6EB4-ABC5-9C3D-8B2C28361ED0}"/>
                </a:ext>
              </a:extLst>
            </p:cNvPr>
            <p:cNvCxnSpPr>
              <a:cxnSpLocks/>
            </p:cNvCxnSpPr>
            <p:nvPr>
              <p:custDataLst>
                <p:tags r:id="rId1"/>
              </p:custDataLst>
            </p:nvPr>
          </p:nvCxnSpPr>
          <p:spPr bwMode="gray">
            <a:xfrm>
              <a:off x="4689224" y="2278557"/>
              <a:ext cx="285750" cy="0"/>
            </a:xfrm>
            <a:prstGeom prst="line">
              <a:avLst/>
            </a:prstGeom>
            <a:ln w="28575" cap="rnd" cmpd="sng" algn="ctr">
              <a:solidFill>
                <a:schemeClr val="accent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A7246060-E4A4-E69B-B8D7-9337497B15C0}"/>
                </a:ext>
              </a:extLst>
            </p:cNvPr>
            <p:cNvSpPr>
              <a:spLocks/>
            </p:cNvSpPr>
            <p:nvPr/>
          </p:nvSpPr>
          <p:spPr>
            <a:xfrm>
              <a:off x="5097192" y="2186224"/>
              <a:ext cx="825243" cy="18466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Aft>
                  <a:spcPts val="300"/>
                </a:spcAft>
                <a:buClr>
                  <a:schemeClr val="accent1"/>
                </a:buClr>
              </a:pPr>
              <a:r>
                <a:rPr lang="en-US" sz="1200">
                  <a:solidFill>
                    <a:schemeClr val="tx2"/>
                  </a:solidFill>
                </a:rPr>
                <a:t>[Historic]</a:t>
              </a:r>
            </a:p>
          </p:txBody>
        </p:sp>
      </p:grpSp>
      <p:sp>
        <p:nvSpPr>
          <p:cNvPr id="16" name="TextBox 15">
            <a:extLst>
              <a:ext uri="{FF2B5EF4-FFF2-40B4-BE49-F238E27FC236}">
                <a16:creationId xmlns:a16="http://schemas.microsoft.com/office/drawing/2014/main" id="{556A5444-D2C6-6A6A-4772-E9BB3B92F051}"/>
              </a:ext>
            </a:extLst>
          </p:cNvPr>
          <p:cNvSpPr txBox="1"/>
          <p:nvPr/>
        </p:nvSpPr>
        <p:spPr>
          <a:xfrm>
            <a:off x="558609" y="1478004"/>
            <a:ext cx="7296092"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tx2"/>
                </a:solidFill>
                <a:effectLst/>
                <a:uLnTx/>
                <a:uFillTx/>
                <a:ea typeface="+mn-ea"/>
                <a:cs typeface="+mn-cs"/>
              </a:rPr>
              <a:t>[Description]</a:t>
            </a:r>
          </a:p>
        </p:txBody>
      </p:sp>
      <p:cxnSp>
        <p:nvCxnSpPr>
          <p:cNvPr id="17" name="Straight Connector 16">
            <a:extLst>
              <a:ext uri="{FF2B5EF4-FFF2-40B4-BE49-F238E27FC236}">
                <a16:creationId xmlns:a16="http://schemas.microsoft.com/office/drawing/2014/main" id="{CF8B53AD-EF7E-F602-6401-F9B1D5DF88C1}"/>
              </a:ext>
            </a:extLst>
          </p:cNvPr>
          <p:cNvCxnSpPr>
            <a:cxnSpLocks/>
          </p:cNvCxnSpPr>
          <p:nvPr/>
        </p:nvCxnSpPr>
        <p:spPr>
          <a:xfrm>
            <a:off x="558609" y="1989971"/>
            <a:ext cx="729720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8831258-1CE8-3552-7C19-6D1BBD98C4FA}"/>
              </a:ext>
            </a:extLst>
          </p:cNvPr>
          <p:cNvSpPr txBox="1"/>
          <p:nvPr/>
        </p:nvSpPr>
        <p:spPr>
          <a:xfrm>
            <a:off x="558609" y="2101980"/>
            <a:ext cx="1948636" cy="27699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tx2"/>
                </a:solidFill>
                <a:effectLst/>
                <a:uLnTx/>
                <a:uFillTx/>
                <a:ea typeface="+mn-ea"/>
                <a:cs typeface="+mn-cs"/>
              </a:rPr>
              <a:t>[Data], </a:t>
            </a:r>
            <a:r>
              <a:rPr kumimoji="0" lang="en-GB" sz="1200" b="0" i="0" u="none" strike="noStrike" kern="1200" cap="none" spc="0" normalizeH="0" baseline="0" noProof="0">
                <a:ln>
                  <a:noFill/>
                </a:ln>
                <a:solidFill>
                  <a:schemeClr val="bg2">
                    <a:lumMod val="50000"/>
                  </a:schemeClr>
                </a:solidFill>
                <a:effectLst/>
                <a:uLnTx/>
                <a:uFillTx/>
                <a:ea typeface="+mn-ea"/>
                <a:cs typeface="+mn-cs"/>
              </a:rPr>
              <a:t>[Unit]</a:t>
            </a:r>
          </a:p>
        </p:txBody>
      </p:sp>
      <p:sp>
        <p:nvSpPr>
          <p:cNvPr id="19" name="TextBox 18">
            <a:extLst>
              <a:ext uri="{FF2B5EF4-FFF2-40B4-BE49-F238E27FC236}">
                <a16:creationId xmlns:a16="http://schemas.microsoft.com/office/drawing/2014/main" id="{1C87E3A0-EAF9-0CC9-53FC-A7062CF80138}"/>
              </a:ext>
            </a:extLst>
          </p:cNvPr>
          <p:cNvSpPr txBox="1"/>
          <p:nvPr/>
        </p:nvSpPr>
        <p:spPr>
          <a:xfrm>
            <a:off x="8106032" y="1478004"/>
            <a:ext cx="3535105"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tx2"/>
                </a:solidFill>
                <a:effectLst/>
                <a:uLnTx/>
                <a:uFillTx/>
                <a:ea typeface="+mn-ea"/>
                <a:cs typeface="+mn-cs"/>
              </a:rPr>
              <a:t>[Key takeaways/main conclusion]</a:t>
            </a:r>
          </a:p>
        </p:txBody>
      </p:sp>
      <p:cxnSp>
        <p:nvCxnSpPr>
          <p:cNvPr id="20" name="Straight Connector 19">
            <a:extLst>
              <a:ext uri="{FF2B5EF4-FFF2-40B4-BE49-F238E27FC236}">
                <a16:creationId xmlns:a16="http://schemas.microsoft.com/office/drawing/2014/main" id="{E5D388DE-869D-7554-3605-E3D57BB0D4D0}"/>
              </a:ext>
            </a:extLst>
          </p:cNvPr>
          <p:cNvCxnSpPr>
            <a:cxnSpLocks/>
          </p:cNvCxnSpPr>
          <p:nvPr/>
        </p:nvCxnSpPr>
        <p:spPr>
          <a:xfrm>
            <a:off x="7980920" y="1428345"/>
            <a:ext cx="1" cy="4500033"/>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C081285-D567-02FF-7A9D-3962B541C8F1}"/>
              </a:ext>
            </a:extLst>
          </p:cNvPr>
          <p:cNvCxnSpPr>
            <a:cxnSpLocks/>
          </p:cNvCxnSpPr>
          <p:nvPr/>
        </p:nvCxnSpPr>
        <p:spPr>
          <a:xfrm>
            <a:off x="8106032" y="1989971"/>
            <a:ext cx="3535105"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4A1CE6B-064B-55E4-8546-6EED70164EF7}"/>
              </a:ext>
            </a:extLst>
          </p:cNvPr>
          <p:cNvSpPr txBox="1"/>
          <p:nvPr/>
        </p:nvSpPr>
        <p:spPr>
          <a:xfrm>
            <a:off x="8240476" y="2248804"/>
            <a:ext cx="3400660" cy="184665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GB" sz="1200" b="0" i="0" u="none" strike="noStrike" kern="1200" cap="none" spc="0" normalizeH="0" baseline="0" noProof="0">
                <a:ln>
                  <a:noFill/>
                </a:ln>
                <a:solidFill>
                  <a:schemeClr val="tx2"/>
                </a:solidFill>
                <a:effectLst/>
                <a:uLnTx/>
                <a:uFillTx/>
              </a:rPr>
              <a:t>[Short description and most important takeaways]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GB" sz="1200" b="0" i="0" u="none" strike="noStrike" kern="1200" cap="none" spc="0" normalizeH="0" baseline="0" noProof="0">
                <a:ln>
                  <a:noFill/>
                </a:ln>
                <a:solidFill>
                  <a:schemeClr val="tx2"/>
                </a:solidFill>
                <a:effectLst/>
                <a:uLnTx/>
                <a:uFillTx/>
              </a:rPr>
              <a:t>[Short description and most important takeaways]</a:t>
            </a:r>
          </a:p>
          <a:p>
            <a:pPr marL="285750" indent="-285750">
              <a:spcAft>
                <a:spcPts val="1200"/>
              </a:spcAft>
              <a:buFont typeface="Arial" panose="020B0604020202020204" pitchFamily="34" charset="0"/>
              <a:buChar char="•"/>
              <a:defRPr/>
            </a:pPr>
            <a:r>
              <a:rPr kumimoji="0" lang="en-GB" sz="1200" b="0" i="0" u="none" strike="noStrike" kern="1200" cap="none" spc="0" normalizeH="0" baseline="0" noProof="0">
                <a:ln>
                  <a:noFill/>
                </a:ln>
                <a:solidFill>
                  <a:schemeClr val="tx2"/>
                </a:solidFill>
                <a:effectLst/>
                <a:uLnTx/>
                <a:uFillTx/>
              </a:rPr>
              <a:t>[Short description and most important takeaways]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GB" sz="1200">
                <a:solidFill>
                  <a:schemeClr val="tx2"/>
                </a:solidFill>
              </a:rPr>
              <a:t>…</a:t>
            </a:r>
            <a:endParaRPr kumimoji="0" lang="en-GB" sz="1200" b="0" i="0" u="none" strike="noStrike" kern="1200" cap="none" spc="0" normalizeH="0" baseline="0" noProof="0">
              <a:ln>
                <a:noFill/>
              </a:ln>
              <a:solidFill>
                <a:schemeClr val="tx2"/>
              </a:solidFill>
              <a:effectLst/>
              <a:uLnTx/>
              <a:uFillTx/>
            </a:endParaRPr>
          </a:p>
        </p:txBody>
      </p:sp>
    </p:spTree>
    <p:extLst>
      <p:ext uri="{BB962C8B-B14F-4D97-AF65-F5344CB8AC3E}">
        <p14:creationId xmlns:p14="http://schemas.microsoft.com/office/powerpoint/2010/main" val="36708737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DBFE4-669A-689C-73DB-0B88D6919569}"/>
              </a:ext>
            </a:extLst>
          </p:cNvPr>
          <p:cNvSpPr>
            <a:spLocks noGrp="1"/>
          </p:cNvSpPr>
          <p:nvPr>
            <p:ph type="title"/>
          </p:nvPr>
        </p:nvSpPr>
        <p:spPr/>
        <p:txBody>
          <a:bodyPr/>
          <a:lstStyle/>
          <a:p>
            <a:r>
              <a:rPr lang="en-US"/>
              <a:t>[Three line charts slide / Insert action title]</a:t>
            </a:r>
          </a:p>
        </p:txBody>
      </p:sp>
      <p:sp>
        <p:nvSpPr>
          <p:cNvPr id="10" name="Subtitle 9">
            <a:extLst>
              <a:ext uri="{FF2B5EF4-FFF2-40B4-BE49-F238E27FC236}">
                <a16:creationId xmlns:a16="http://schemas.microsoft.com/office/drawing/2014/main" id="{0DE6295B-9F47-9E19-C21E-215CC4F2E47A}"/>
              </a:ext>
            </a:extLst>
          </p:cNvPr>
          <p:cNvSpPr>
            <a:spLocks noGrp="1"/>
          </p:cNvSpPr>
          <p:nvPr>
            <p:ph type="subTitle" idx="1"/>
          </p:nvPr>
        </p:nvSpPr>
        <p:spPr/>
        <p:txBody>
          <a:bodyPr/>
          <a:lstStyle/>
          <a:p>
            <a:endParaRPr lang="en-US"/>
          </a:p>
        </p:txBody>
      </p:sp>
      <p:graphicFrame>
        <p:nvGraphicFramePr>
          <p:cNvPr id="6" name="Content Placeholder 14">
            <a:extLst>
              <a:ext uri="{FF2B5EF4-FFF2-40B4-BE49-F238E27FC236}">
                <a16:creationId xmlns:a16="http://schemas.microsoft.com/office/drawing/2014/main" id="{B84964A1-F039-E973-E5D7-B32F8B99235A}"/>
              </a:ext>
            </a:extLst>
          </p:cNvPr>
          <p:cNvGraphicFramePr>
            <a:graphicFrameLocks/>
          </p:cNvGraphicFramePr>
          <p:nvPr>
            <p:extLst>
              <p:ext uri="{D42A27DB-BD31-4B8C-83A1-F6EECF244321}">
                <p14:modId xmlns:p14="http://schemas.microsoft.com/office/powerpoint/2010/main" val="2860370245"/>
              </p:ext>
            </p:extLst>
          </p:nvPr>
        </p:nvGraphicFramePr>
        <p:xfrm>
          <a:off x="607133" y="2774073"/>
          <a:ext cx="3194050" cy="313428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1">
            <a:extLst>
              <a:ext uri="{FF2B5EF4-FFF2-40B4-BE49-F238E27FC236}">
                <a16:creationId xmlns:a16="http://schemas.microsoft.com/office/drawing/2014/main" id="{8D22C654-A6F5-D644-F236-10D0BEB5E360}"/>
              </a:ext>
            </a:extLst>
          </p:cNvPr>
          <p:cNvSpPr txBox="1">
            <a:spLocks/>
          </p:cNvSpPr>
          <p:nvPr/>
        </p:nvSpPr>
        <p:spPr>
          <a:xfrm>
            <a:off x="607133" y="1607676"/>
            <a:ext cx="3193923" cy="553998"/>
          </a:xfrm>
          <a:prstGeom prst="rect">
            <a:avLst/>
          </a:prstGeom>
        </p:spPr>
        <p:txBody>
          <a:bodyPr>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400" b="1">
                <a:solidFill>
                  <a:schemeClr val="tx2"/>
                </a:solidFill>
              </a:rPr>
              <a:t>[Insert main conclusion/takeaway from graph]</a:t>
            </a:r>
          </a:p>
        </p:txBody>
      </p:sp>
      <p:sp>
        <p:nvSpPr>
          <p:cNvPr id="9" name="TextBox 8">
            <a:extLst>
              <a:ext uri="{FF2B5EF4-FFF2-40B4-BE49-F238E27FC236}">
                <a16:creationId xmlns:a16="http://schemas.microsoft.com/office/drawing/2014/main" id="{942CE871-2E14-2C3D-326A-D89E52F34C15}"/>
              </a:ext>
            </a:extLst>
          </p:cNvPr>
          <p:cNvSpPr txBox="1"/>
          <p:nvPr/>
        </p:nvSpPr>
        <p:spPr>
          <a:xfrm>
            <a:off x="607133" y="2220670"/>
            <a:ext cx="1935678" cy="461665"/>
          </a:xfrm>
          <a:prstGeom prst="rect">
            <a:avLst/>
          </a:prstGeom>
          <a:noFill/>
        </p:spPr>
        <p:txBody>
          <a:bodyPr wrap="square" rtlCol="0">
            <a:spAutoFit/>
          </a:bodyPr>
          <a:lstStyle/>
          <a:p>
            <a:r>
              <a:rPr lang="en-US" sz="1200" b="1">
                <a:solidFill>
                  <a:schemeClr val="tx2"/>
                </a:solidFill>
              </a:rPr>
              <a:t>[Data],</a:t>
            </a:r>
            <a:br>
              <a:rPr lang="en-US" sz="1200" b="1"/>
            </a:br>
            <a:r>
              <a:rPr lang="en-US" sz="1200">
                <a:solidFill>
                  <a:schemeClr val="bg2">
                    <a:lumMod val="50000"/>
                  </a:schemeClr>
                </a:solidFill>
              </a:rPr>
              <a:t>[Unit]</a:t>
            </a:r>
          </a:p>
        </p:txBody>
      </p:sp>
      <p:cxnSp>
        <p:nvCxnSpPr>
          <p:cNvPr id="12" name="Straight Connector 11">
            <a:extLst>
              <a:ext uri="{FF2B5EF4-FFF2-40B4-BE49-F238E27FC236}">
                <a16:creationId xmlns:a16="http://schemas.microsoft.com/office/drawing/2014/main" id="{E234EE7A-AE49-B899-8CA8-45B946B4F49E}"/>
              </a:ext>
            </a:extLst>
          </p:cNvPr>
          <p:cNvCxnSpPr>
            <a:cxnSpLocks/>
          </p:cNvCxnSpPr>
          <p:nvPr/>
        </p:nvCxnSpPr>
        <p:spPr>
          <a:xfrm>
            <a:off x="607133" y="2161674"/>
            <a:ext cx="3193923"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13">
            <a:extLst>
              <a:ext uri="{FF2B5EF4-FFF2-40B4-BE49-F238E27FC236}">
                <a16:creationId xmlns:a16="http://schemas.microsoft.com/office/drawing/2014/main" id="{D4369652-34C4-7928-AD3F-317C1AA31424}"/>
              </a:ext>
            </a:extLst>
          </p:cNvPr>
          <p:cNvSpPr txBox="1">
            <a:spLocks/>
          </p:cNvSpPr>
          <p:nvPr/>
        </p:nvSpPr>
        <p:spPr>
          <a:xfrm>
            <a:off x="8443341" y="1607676"/>
            <a:ext cx="3193923" cy="553998"/>
          </a:xfrm>
          <a:prstGeom prst="rect">
            <a:avLst/>
          </a:prstGeom>
        </p:spPr>
        <p:txBody>
          <a:bodyPr>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400" b="1">
                <a:solidFill>
                  <a:schemeClr val="tx2"/>
                </a:solidFill>
              </a:rPr>
              <a:t>[Insert main conclusion/takeaway from graph]</a:t>
            </a:r>
          </a:p>
        </p:txBody>
      </p:sp>
      <p:cxnSp>
        <p:nvCxnSpPr>
          <p:cNvPr id="14" name="Straight Connector 13">
            <a:extLst>
              <a:ext uri="{FF2B5EF4-FFF2-40B4-BE49-F238E27FC236}">
                <a16:creationId xmlns:a16="http://schemas.microsoft.com/office/drawing/2014/main" id="{872C5BBB-E593-A0FD-2300-9D33276268DA}"/>
              </a:ext>
            </a:extLst>
          </p:cNvPr>
          <p:cNvCxnSpPr>
            <a:cxnSpLocks/>
          </p:cNvCxnSpPr>
          <p:nvPr/>
        </p:nvCxnSpPr>
        <p:spPr>
          <a:xfrm>
            <a:off x="8443341" y="2161674"/>
            <a:ext cx="3193923"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14">
            <a:extLst>
              <a:ext uri="{FF2B5EF4-FFF2-40B4-BE49-F238E27FC236}">
                <a16:creationId xmlns:a16="http://schemas.microsoft.com/office/drawing/2014/main" id="{F2467898-7B54-8425-AC6D-24540D550AD3}"/>
              </a:ext>
            </a:extLst>
          </p:cNvPr>
          <p:cNvGraphicFramePr>
            <a:graphicFrameLocks/>
          </p:cNvGraphicFramePr>
          <p:nvPr>
            <p:extLst>
              <p:ext uri="{D42A27DB-BD31-4B8C-83A1-F6EECF244321}">
                <p14:modId xmlns:p14="http://schemas.microsoft.com/office/powerpoint/2010/main" val="675929825"/>
              </p:ext>
            </p:extLst>
          </p:nvPr>
        </p:nvGraphicFramePr>
        <p:xfrm>
          <a:off x="8443214" y="2774073"/>
          <a:ext cx="3194050" cy="3134282"/>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78A430B1-0CF2-65BA-EDDB-D0459831AB37}"/>
              </a:ext>
            </a:extLst>
          </p:cNvPr>
          <p:cNvSpPr txBox="1"/>
          <p:nvPr/>
        </p:nvSpPr>
        <p:spPr>
          <a:xfrm>
            <a:off x="8443341" y="2220670"/>
            <a:ext cx="1935678" cy="461665"/>
          </a:xfrm>
          <a:prstGeom prst="rect">
            <a:avLst/>
          </a:prstGeom>
          <a:noFill/>
        </p:spPr>
        <p:txBody>
          <a:bodyPr wrap="square" rtlCol="0">
            <a:spAutoFit/>
          </a:bodyPr>
          <a:lstStyle/>
          <a:p>
            <a:r>
              <a:rPr lang="en-US" sz="1200" b="1">
                <a:solidFill>
                  <a:schemeClr val="tx2"/>
                </a:solidFill>
              </a:rPr>
              <a:t>[Data],</a:t>
            </a:r>
            <a:br>
              <a:rPr lang="en-US" sz="1200" b="1"/>
            </a:br>
            <a:r>
              <a:rPr lang="en-US" sz="1200">
                <a:solidFill>
                  <a:schemeClr val="bg2">
                    <a:lumMod val="50000"/>
                  </a:schemeClr>
                </a:solidFill>
              </a:rPr>
              <a:t>[Unit]</a:t>
            </a:r>
          </a:p>
        </p:txBody>
      </p:sp>
      <p:sp>
        <p:nvSpPr>
          <p:cNvPr id="8" name="Text Placeholder 11">
            <a:extLst>
              <a:ext uri="{FF2B5EF4-FFF2-40B4-BE49-F238E27FC236}">
                <a16:creationId xmlns:a16="http://schemas.microsoft.com/office/drawing/2014/main" id="{D52A5E8A-ED79-A685-96CB-3FD0B1729165}"/>
              </a:ext>
            </a:extLst>
          </p:cNvPr>
          <p:cNvSpPr txBox="1">
            <a:spLocks/>
          </p:cNvSpPr>
          <p:nvPr/>
        </p:nvSpPr>
        <p:spPr>
          <a:xfrm>
            <a:off x="4551436" y="1607676"/>
            <a:ext cx="3193923" cy="553998"/>
          </a:xfrm>
          <a:prstGeom prst="rect">
            <a:avLst/>
          </a:prstGeom>
        </p:spPr>
        <p:txBody>
          <a:bodyPr>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400" b="1">
                <a:solidFill>
                  <a:schemeClr val="tx2"/>
                </a:solidFill>
              </a:rPr>
              <a:t>[Insert main conclusion/takeaway from graph]</a:t>
            </a:r>
          </a:p>
        </p:txBody>
      </p:sp>
      <p:cxnSp>
        <p:nvCxnSpPr>
          <p:cNvPr id="13" name="Straight Connector 12">
            <a:extLst>
              <a:ext uri="{FF2B5EF4-FFF2-40B4-BE49-F238E27FC236}">
                <a16:creationId xmlns:a16="http://schemas.microsoft.com/office/drawing/2014/main" id="{28201E1C-62C4-6004-3E24-FC1F11C98C2A}"/>
              </a:ext>
            </a:extLst>
          </p:cNvPr>
          <p:cNvCxnSpPr>
            <a:cxnSpLocks/>
          </p:cNvCxnSpPr>
          <p:nvPr/>
        </p:nvCxnSpPr>
        <p:spPr>
          <a:xfrm>
            <a:off x="4551436" y="2161674"/>
            <a:ext cx="3193923"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19" name="Content Placeholder 14">
            <a:extLst>
              <a:ext uri="{FF2B5EF4-FFF2-40B4-BE49-F238E27FC236}">
                <a16:creationId xmlns:a16="http://schemas.microsoft.com/office/drawing/2014/main" id="{5D17C304-A57E-5E5A-6DE3-B0138465AC74}"/>
              </a:ext>
            </a:extLst>
          </p:cNvPr>
          <p:cNvGraphicFramePr>
            <a:graphicFrameLocks/>
          </p:cNvGraphicFramePr>
          <p:nvPr>
            <p:extLst>
              <p:ext uri="{D42A27DB-BD31-4B8C-83A1-F6EECF244321}">
                <p14:modId xmlns:p14="http://schemas.microsoft.com/office/powerpoint/2010/main" val="3759115040"/>
              </p:ext>
            </p:extLst>
          </p:nvPr>
        </p:nvGraphicFramePr>
        <p:xfrm>
          <a:off x="4499038" y="2774073"/>
          <a:ext cx="3194050" cy="3134282"/>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a:extLst>
              <a:ext uri="{FF2B5EF4-FFF2-40B4-BE49-F238E27FC236}">
                <a16:creationId xmlns:a16="http://schemas.microsoft.com/office/drawing/2014/main" id="{CAF298CE-6CC3-7966-77FC-8498530297AB}"/>
              </a:ext>
            </a:extLst>
          </p:cNvPr>
          <p:cNvSpPr txBox="1"/>
          <p:nvPr/>
        </p:nvSpPr>
        <p:spPr>
          <a:xfrm>
            <a:off x="4551436" y="2220670"/>
            <a:ext cx="1935678" cy="461665"/>
          </a:xfrm>
          <a:prstGeom prst="rect">
            <a:avLst/>
          </a:prstGeom>
          <a:noFill/>
        </p:spPr>
        <p:txBody>
          <a:bodyPr wrap="square" rtlCol="0">
            <a:spAutoFit/>
          </a:bodyPr>
          <a:lstStyle/>
          <a:p>
            <a:r>
              <a:rPr lang="en-US" sz="1200" b="1">
                <a:solidFill>
                  <a:schemeClr val="tx2"/>
                </a:solidFill>
              </a:rPr>
              <a:t>[Data],</a:t>
            </a:r>
            <a:br>
              <a:rPr lang="en-US" sz="1200" b="1"/>
            </a:br>
            <a:r>
              <a:rPr lang="en-US" sz="1200">
                <a:solidFill>
                  <a:schemeClr val="bg2">
                    <a:lumMod val="50000"/>
                  </a:schemeClr>
                </a:solidFill>
              </a:rPr>
              <a:t>[Unit]</a:t>
            </a:r>
          </a:p>
        </p:txBody>
      </p:sp>
      <p:cxnSp>
        <p:nvCxnSpPr>
          <p:cNvPr id="21" name="Straight Connector 20">
            <a:extLst>
              <a:ext uri="{FF2B5EF4-FFF2-40B4-BE49-F238E27FC236}">
                <a16:creationId xmlns:a16="http://schemas.microsoft.com/office/drawing/2014/main" id="{533A5032-A685-AD86-B7CA-8AB16D39E745}"/>
              </a:ext>
            </a:extLst>
          </p:cNvPr>
          <p:cNvCxnSpPr>
            <a:cxnSpLocks/>
          </p:cNvCxnSpPr>
          <p:nvPr/>
        </p:nvCxnSpPr>
        <p:spPr>
          <a:xfrm>
            <a:off x="7980920" y="1471452"/>
            <a:ext cx="1" cy="4500033"/>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9D1E3A8-E2CE-DB91-CE25-759CC737CACF}"/>
              </a:ext>
            </a:extLst>
          </p:cNvPr>
          <p:cNvCxnSpPr>
            <a:cxnSpLocks/>
          </p:cNvCxnSpPr>
          <p:nvPr/>
        </p:nvCxnSpPr>
        <p:spPr>
          <a:xfrm>
            <a:off x="4210112" y="1471452"/>
            <a:ext cx="1" cy="4500033"/>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6545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52DF3F-D27C-8A8A-B8AF-B78ABB4A42D9}"/>
              </a:ext>
            </a:extLst>
          </p:cNvPr>
          <p:cNvSpPr>
            <a:spLocks noGrp="1"/>
          </p:cNvSpPr>
          <p:nvPr>
            <p:ph type="ctrTitle"/>
          </p:nvPr>
        </p:nvSpPr>
        <p:spPr/>
        <p:txBody>
          <a:bodyPr/>
          <a:lstStyle/>
          <a:p>
            <a:r>
              <a:rPr lang="en-US" dirty="0"/>
              <a:t>Pie charts</a:t>
            </a:r>
          </a:p>
        </p:txBody>
      </p:sp>
      <p:sp>
        <p:nvSpPr>
          <p:cNvPr id="6" name="Text Placeholder 5">
            <a:extLst>
              <a:ext uri="{FF2B5EF4-FFF2-40B4-BE49-F238E27FC236}">
                <a16:creationId xmlns:a16="http://schemas.microsoft.com/office/drawing/2014/main" id="{C0756CCC-1F1F-C6F0-63B3-2F7D26CCDD12}"/>
              </a:ext>
            </a:extLst>
          </p:cNvPr>
          <p:cNvSpPr>
            <a:spLocks noGrp="1"/>
          </p:cNvSpPr>
          <p:nvPr>
            <p:ph type="body" sz="quarter" idx="14"/>
          </p:nvPr>
        </p:nvSpPr>
        <p:spPr/>
        <p:txBody>
          <a:bodyPr/>
          <a:lstStyle/>
          <a:p>
            <a:r>
              <a:rPr lang="en-US" dirty="0"/>
              <a:t>08</a:t>
            </a:r>
          </a:p>
        </p:txBody>
      </p:sp>
    </p:spTree>
    <p:extLst>
      <p:ext uri="{BB962C8B-B14F-4D97-AF65-F5344CB8AC3E}">
        <p14:creationId xmlns:p14="http://schemas.microsoft.com/office/powerpoint/2010/main" val="39375914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a:lstStyle/>
          <a:p>
            <a:r>
              <a:rPr lang="en-US"/>
              <a:t>[Four category Harvey Ball slide / Insert action title]</a:t>
            </a:r>
            <a:endParaRPr lang="en-DK"/>
          </a:p>
        </p:txBody>
      </p:sp>
      <p:sp>
        <p:nvSpPr>
          <p:cNvPr id="6" name="Subtitle 5">
            <a:extLst>
              <a:ext uri="{FF2B5EF4-FFF2-40B4-BE49-F238E27FC236}">
                <a16:creationId xmlns:a16="http://schemas.microsoft.com/office/drawing/2014/main" id="{FA4EB1CB-607D-7126-40EB-B733A60736A5}"/>
              </a:ext>
            </a:extLst>
          </p:cNvPr>
          <p:cNvSpPr>
            <a:spLocks noGrp="1"/>
          </p:cNvSpPr>
          <p:nvPr>
            <p:ph type="subTitle" idx="1"/>
          </p:nvPr>
        </p:nvSpPr>
        <p:spPr/>
        <p:txBody>
          <a:bodyPr/>
          <a:lstStyle/>
          <a:p>
            <a:endParaRPr lang="en-US"/>
          </a:p>
        </p:txBody>
      </p:sp>
      <p:sp>
        <p:nvSpPr>
          <p:cNvPr id="7" name="Freeform 86">
            <a:extLst>
              <a:ext uri="{FF2B5EF4-FFF2-40B4-BE49-F238E27FC236}">
                <a16:creationId xmlns:a16="http://schemas.microsoft.com/office/drawing/2014/main" id="{32B768B8-14EC-98B1-9360-2BDC11CC468A}"/>
              </a:ext>
            </a:extLst>
          </p:cNvPr>
          <p:cNvSpPr>
            <a:spLocks noChangeAspect="1" noChangeArrowheads="1"/>
          </p:cNvSpPr>
          <p:nvPr/>
        </p:nvSpPr>
        <p:spPr bwMode="auto">
          <a:xfrm>
            <a:off x="1183166" y="1862616"/>
            <a:ext cx="1700165" cy="1700275"/>
          </a:xfrm>
          <a:prstGeom prst="ellipse">
            <a:avLst/>
          </a:prstGeom>
          <a:solidFill>
            <a:schemeClr val="accent4">
              <a:lumMod val="20000"/>
              <a:lumOff val="80000"/>
            </a:schemeClr>
          </a:solidFill>
          <a:ln w="57150">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effectLst/>
              <a:uLnTx/>
              <a:uFillTx/>
              <a:ea typeface="+mn-ea"/>
              <a:cs typeface="+mn-cs"/>
            </a:endParaRPr>
          </a:p>
        </p:txBody>
      </p:sp>
      <p:sp>
        <p:nvSpPr>
          <p:cNvPr id="9" name="Pie 12">
            <a:extLst>
              <a:ext uri="{FF2B5EF4-FFF2-40B4-BE49-F238E27FC236}">
                <a16:creationId xmlns:a16="http://schemas.microsoft.com/office/drawing/2014/main" id="{A76C3448-9BFF-F15A-4038-461925E915DF}"/>
              </a:ext>
            </a:extLst>
          </p:cNvPr>
          <p:cNvSpPr>
            <a:spLocks noChangeAspect="1"/>
          </p:cNvSpPr>
          <p:nvPr/>
        </p:nvSpPr>
        <p:spPr>
          <a:xfrm>
            <a:off x="1183166" y="1862616"/>
            <a:ext cx="1700165" cy="1700275"/>
          </a:xfrm>
          <a:prstGeom prst="pie">
            <a:avLst>
              <a:gd name="adj1" fmla="val 5414869"/>
              <a:gd name="adj2" fmla="val 16197063"/>
            </a:avLst>
          </a:pr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ea typeface="+mn-ea"/>
              <a:cs typeface="+mn-cs"/>
            </a:endParaRPr>
          </a:p>
        </p:txBody>
      </p:sp>
      <p:sp>
        <p:nvSpPr>
          <p:cNvPr id="11" name="TextBox 14">
            <a:extLst>
              <a:ext uri="{FF2B5EF4-FFF2-40B4-BE49-F238E27FC236}">
                <a16:creationId xmlns:a16="http://schemas.microsoft.com/office/drawing/2014/main" id="{6FB5F8F6-B9D1-08B4-84E2-AF79F262645C}"/>
              </a:ext>
            </a:extLst>
          </p:cNvPr>
          <p:cNvSpPr txBox="1"/>
          <p:nvPr/>
        </p:nvSpPr>
        <p:spPr>
          <a:xfrm>
            <a:off x="1365026" y="2558865"/>
            <a:ext cx="543739" cy="307777"/>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ea typeface="Roboto" charset="0"/>
                <a:cs typeface="Poppins Bold" panose="02000000000000000000" pitchFamily="2" charset="77"/>
              </a:rPr>
              <a:t>xx%</a:t>
            </a:r>
          </a:p>
        </p:txBody>
      </p:sp>
      <p:sp>
        <p:nvSpPr>
          <p:cNvPr id="13" name="Freeform 86">
            <a:extLst>
              <a:ext uri="{FF2B5EF4-FFF2-40B4-BE49-F238E27FC236}">
                <a16:creationId xmlns:a16="http://schemas.microsoft.com/office/drawing/2014/main" id="{0359E331-A180-8103-0890-565FC34239B3}"/>
              </a:ext>
            </a:extLst>
          </p:cNvPr>
          <p:cNvSpPr>
            <a:spLocks noChangeAspect="1" noChangeArrowheads="1"/>
          </p:cNvSpPr>
          <p:nvPr/>
        </p:nvSpPr>
        <p:spPr bwMode="auto">
          <a:xfrm>
            <a:off x="3888476" y="1862616"/>
            <a:ext cx="1700165" cy="1700275"/>
          </a:xfrm>
          <a:prstGeom prst="ellipse">
            <a:avLst/>
          </a:prstGeom>
          <a:solidFill>
            <a:schemeClr val="accent4">
              <a:lumMod val="20000"/>
              <a:lumOff val="80000"/>
            </a:schemeClr>
          </a:solidFill>
          <a:ln w="57150">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effectLst/>
              <a:uLnTx/>
              <a:uFillTx/>
              <a:ea typeface="+mn-ea"/>
              <a:cs typeface="+mn-cs"/>
            </a:endParaRPr>
          </a:p>
        </p:txBody>
      </p:sp>
      <p:sp>
        <p:nvSpPr>
          <p:cNvPr id="14" name="Pie 26">
            <a:extLst>
              <a:ext uri="{FF2B5EF4-FFF2-40B4-BE49-F238E27FC236}">
                <a16:creationId xmlns:a16="http://schemas.microsoft.com/office/drawing/2014/main" id="{4739B845-2104-963B-25C0-A9DFAAC29167}"/>
              </a:ext>
            </a:extLst>
          </p:cNvPr>
          <p:cNvSpPr>
            <a:spLocks noChangeAspect="1"/>
          </p:cNvSpPr>
          <p:nvPr/>
        </p:nvSpPr>
        <p:spPr>
          <a:xfrm>
            <a:off x="3888476" y="1862616"/>
            <a:ext cx="1700165" cy="1700275"/>
          </a:xfrm>
          <a:prstGeom prst="pie">
            <a:avLst>
              <a:gd name="adj1" fmla="val 38409"/>
              <a:gd name="adj2" fmla="val 16197063"/>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ea typeface="+mn-ea"/>
              <a:cs typeface="+mn-cs"/>
            </a:endParaRPr>
          </a:p>
        </p:txBody>
      </p:sp>
      <p:sp>
        <p:nvSpPr>
          <p:cNvPr id="16" name="TextBox 28">
            <a:extLst>
              <a:ext uri="{FF2B5EF4-FFF2-40B4-BE49-F238E27FC236}">
                <a16:creationId xmlns:a16="http://schemas.microsoft.com/office/drawing/2014/main" id="{341D46BF-327B-3E40-1930-7FB973EE942D}"/>
              </a:ext>
            </a:extLst>
          </p:cNvPr>
          <p:cNvSpPr txBox="1"/>
          <p:nvPr/>
        </p:nvSpPr>
        <p:spPr>
          <a:xfrm>
            <a:off x="4045373" y="2558865"/>
            <a:ext cx="543739" cy="307777"/>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ea typeface="Roboto" charset="0"/>
                <a:cs typeface="Poppins Bold" panose="02000000000000000000" pitchFamily="2" charset="77"/>
              </a:rPr>
              <a:t>xx%</a:t>
            </a:r>
          </a:p>
        </p:txBody>
      </p:sp>
      <p:sp>
        <p:nvSpPr>
          <p:cNvPr id="18" name="Freeform 86">
            <a:extLst>
              <a:ext uri="{FF2B5EF4-FFF2-40B4-BE49-F238E27FC236}">
                <a16:creationId xmlns:a16="http://schemas.microsoft.com/office/drawing/2014/main" id="{310E4E26-CD80-E34C-249A-DC476AB6D17D}"/>
              </a:ext>
            </a:extLst>
          </p:cNvPr>
          <p:cNvSpPr>
            <a:spLocks noChangeAspect="1" noChangeArrowheads="1"/>
          </p:cNvSpPr>
          <p:nvPr/>
        </p:nvSpPr>
        <p:spPr bwMode="auto">
          <a:xfrm>
            <a:off x="6603359" y="1862616"/>
            <a:ext cx="1700165" cy="1700275"/>
          </a:xfrm>
          <a:prstGeom prst="ellipse">
            <a:avLst/>
          </a:prstGeom>
          <a:solidFill>
            <a:schemeClr val="accent4">
              <a:lumMod val="20000"/>
              <a:lumOff val="80000"/>
            </a:schemeClr>
          </a:solidFill>
          <a:ln w="57150">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effectLst/>
              <a:uLnTx/>
              <a:uFillTx/>
              <a:ea typeface="+mn-ea"/>
              <a:cs typeface="+mn-cs"/>
            </a:endParaRPr>
          </a:p>
        </p:txBody>
      </p:sp>
      <p:sp>
        <p:nvSpPr>
          <p:cNvPr id="19" name="Pie 31">
            <a:extLst>
              <a:ext uri="{FF2B5EF4-FFF2-40B4-BE49-F238E27FC236}">
                <a16:creationId xmlns:a16="http://schemas.microsoft.com/office/drawing/2014/main" id="{DD573532-5B57-9848-2A92-633F13606BEB}"/>
              </a:ext>
            </a:extLst>
          </p:cNvPr>
          <p:cNvSpPr>
            <a:spLocks noChangeAspect="1"/>
          </p:cNvSpPr>
          <p:nvPr/>
        </p:nvSpPr>
        <p:spPr>
          <a:xfrm>
            <a:off x="6603359" y="1862616"/>
            <a:ext cx="1700165" cy="1700275"/>
          </a:xfrm>
          <a:prstGeom prst="pie">
            <a:avLst>
              <a:gd name="adj1" fmla="val 10788501"/>
              <a:gd name="adj2" fmla="val 16197063"/>
            </a:avLst>
          </a:pr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ea typeface="+mn-ea"/>
              <a:cs typeface="+mn-cs"/>
            </a:endParaRPr>
          </a:p>
        </p:txBody>
      </p:sp>
      <p:sp>
        <p:nvSpPr>
          <p:cNvPr id="21" name="TextBox 33">
            <a:extLst>
              <a:ext uri="{FF2B5EF4-FFF2-40B4-BE49-F238E27FC236}">
                <a16:creationId xmlns:a16="http://schemas.microsoft.com/office/drawing/2014/main" id="{1BE5A8AD-8993-B404-0074-99744DC32C26}"/>
              </a:ext>
            </a:extLst>
          </p:cNvPr>
          <p:cNvSpPr txBox="1"/>
          <p:nvPr/>
        </p:nvSpPr>
        <p:spPr>
          <a:xfrm>
            <a:off x="6798701" y="2264669"/>
            <a:ext cx="543739" cy="307777"/>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ea typeface="Roboto" charset="0"/>
                <a:cs typeface="Poppins Bold" panose="02000000000000000000" pitchFamily="2" charset="77"/>
              </a:rPr>
              <a:t>xx%</a:t>
            </a:r>
          </a:p>
        </p:txBody>
      </p:sp>
      <p:sp>
        <p:nvSpPr>
          <p:cNvPr id="23" name="Freeform 86">
            <a:extLst>
              <a:ext uri="{FF2B5EF4-FFF2-40B4-BE49-F238E27FC236}">
                <a16:creationId xmlns:a16="http://schemas.microsoft.com/office/drawing/2014/main" id="{90362B15-DB14-6558-5DDA-3292D5BD7A3A}"/>
              </a:ext>
            </a:extLst>
          </p:cNvPr>
          <p:cNvSpPr>
            <a:spLocks noChangeAspect="1" noChangeArrowheads="1"/>
          </p:cNvSpPr>
          <p:nvPr/>
        </p:nvSpPr>
        <p:spPr bwMode="auto">
          <a:xfrm>
            <a:off x="9318241" y="1862616"/>
            <a:ext cx="1700165" cy="1700275"/>
          </a:xfrm>
          <a:prstGeom prst="ellipse">
            <a:avLst/>
          </a:prstGeom>
          <a:solidFill>
            <a:schemeClr val="accent4">
              <a:lumMod val="20000"/>
              <a:lumOff val="80000"/>
            </a:schemeClr>
          </a:solidFill>
          <a:ln w="57150">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effectLst/>
              <a:uLnTx/>
              <a:uFillTx/>
              <a:ea typeface="+mn-ea"/>
              <a:cs typeface="+mn-cs"/>
            </a:endParaRPr>
          </a:p>
        </p:txBody>
      </p:sp>
      <p:sp>
        <p:nvSpPr>
          <p:cNvPr id="24" name="Pie 36">
            <a:extLst>
              <a:ext uri="{FF2B5EF4-FFF2-40B4-BE49-F238E27FC236}">
                <a16:creationId xmlns:a16="http://schemas.microsoft.com/office/drawing/2014/main" id="{86BD19CC-45F1-554C-FE4B-28A560AFE7F2}"/>
              </a:ext>
            </a:extLst>
          </p:cNvPr>
          <p:cNvSpPr>
            <a:spLocks noChangeAspect="1"/>
          </p:cNvSpPr>
          <p:nvPr/>
        </p:nvSpPr>
        <p:spPr>
          <a:xfrm>
            <a:off x="9318241" y="1862616"/>
            <a:ext cx="1700165" cy="1700275"/>
          </a:xfrm>
          <a:prstGeom prst="pie">
            <a:avLst>
              <a:gd name="adj1" fmla="val 17257894"/>
              <a:gd name="adj2" fmla="val 16197063"/>
            </a:avLst>
          </a:pr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ea typeface="+mn-ea"/>
              <a:cs typeface="+mn-cs"/>
            </a:endParaRPr>
          </a:p>
        </p:txBody>
      </p:sp>
      <p:sp>
        <p:nvSpPr>
          <p:cNvPr id="26" name="TextBox 38">
            <a:extLst>
              <a:ext uri="{FF2B5EF4-FFF2-40B4-BE49-F238E27FC236}">
                <a16:creationId xmlns:a16="http://schemas.microsoft.com/office/drawing/2014/main" id="{25E6778B-60F8-A977-EC32-9AD220982204}"/>
              </a:ext>
            </a:extLst>
          </p:cNvPr>
          <p:cNvSpPr txBox="1"/>
          <p:nvPr/>
        </p:nvSpPr>
        <p:spPr>
          <a:xfrm>
            <a:off x="9504323" y="2558865"/>
            <a:ext cx="543739" cy="307777"/>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ea typeface="Roboto" charset="0"/>
                <a:cs typeface="Poppins Bold" panose="02000000000000000000" pitchFamily="2" charset="77"/>
              </a:rPr>
              <a:t>xx%</a:t>
            </a:r>
          </a:p>
        </p:txBody>
      </p:sp>
      <p:cxnSp>
        <p:nvCxnSpPr>
          <p:cNvPr id="27" name="Straight Connector 40">
            <a:extLst>
              <a:ext uri="{FF2B5EF4-FFF2-40B4-BE49-F238E27FC236}">
                <a16:creationId xmlns:a16="http://schemas.microsoft.com/office/drawing/2014/main" id="{5DC07EA2-A475-C216-2779-185EB102897F}"/>
              </a:ext>
            </a:extLst>
          </p:cNvPr>
          <p:cNvCxnSpPr>
            <a:cxnSpLocks/>
            <a:stCxn id="9" idx="1"/>
            <a:endCxn id="34" idx="0"/>
          </p:cNvCxnSpPr>
          <p:nvPr/>
        </p:nvCxnSpPr>
        <p:spPr>
          <a:xfrm flipH="1">
            <a:off x="2023676" y="3562891"/>
            <a:ext cx="9573" cy="717139"/>
          </a:xfrm>
          <a:prstGeom prst="line">
            <a:avLst/>
          </a:prstGeom>
          <a:ln w="12700" cap="rnd">
            <a:solidFill>
              <a:schemeClr val="tx2"/>
            </a:solidFill>
            <a:prstDash val="solid"/>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8" name="Straight Connector 41">
            <a:extLst>
              <a:ext uri="{FF2B5EF4-FFF2-40B4-BE49-F238E27FC236}">
                <a16:creationId xmlns:a16="http://schemas.microsoft.com/office/drawing/2014/main" id="{10D88270-085B-8FE2-283C-D6AC5F2B719A}"/>
              </a:ext>
            </a:extLst>
          </p:cNvPr>
          <p:cNvCxnSpPr>
            <a:cxnSpLocks/>
            <a:stCxn id="14" idx="1"/>
            <a:endCxn id="33" idx="0"/>
          </p:cNvCxnSpPr>
          <p:nvPr/>
        </p:nvCxnSpPr>
        <p:spPr>
          <a:xfrm>
            <a:off x="4738559" y="3562891"/>
            <a:ext cx="0" cy="717139"/>
          </a:xfrm>
          <a:prstGeom prst="line">
            <a:avLst/>
          </a:prstGeom>
          <a:ln w="12700" cap="rnd">
            <a:solidFill>
              <a:schemeClr val="tx2"/>
            </a:solidFill>
            <a:prstDash val="solid"/>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29" name="Straight Connector 42">
            <a:extLst>
              <a:ext uri="{FF2B5EF4-FFF2-40B4-BE49-F238E27FC236}">
                <a16:creationId xmlns:a16="http://schemas.microsoft.com/office/drawing/2014/main" id="{83B695F5-AE3F-5713-08CC-4A934AF3DD61}"/>
              </a:ext>
            </a:extLst>
          </p:cNvPr>
          <p:cNvCxnSpPr>
            <a:cxnSpLocks/>
            <a:stCxn id="18" idx="4"/>
            <a:endCxn id="32" idx="0"/>
          </p:cNvCxnSpPr>
          <p:nvPr/>
        </p:nvCxnSpPr>
        <p:spPr>
          <a:xfrm>
            <a:off x="7453442" y="3562891"/>
            <a:ext cx="0" cy="717139"/>
          </a:xfrm>
          <a:prstGeom prst="line">
            <a:avLst/>
          </a:prstGeom>
          <a:ln w="12700" cap="rnd">
            <a:solidFill>
              <a:schemeClr val="tx2"/>
            </a:solidFill>
            <a:prstDash val="solid"/>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30" name="Straight Connector 43">
            <a:extLst>
              <a:ext uri="{FF2B5EF4-FFF2-40B4-BE49-F238E27FC236}">
                <a16:creationId xmlns:a16="http://schemas.microsoft.com/office/drawing/2014/main" id="{20FA2754-551E-FFE8-A1F2-7941B524A0FD}"/>
              </a:ext>
            </a:extLst>
          </p:cNvPr>
          <p:cNvCxnSpPr>
            <a:cxnSpLocks/>
            <a:stCxn id="24" idx="1"/>
            <a:endCxn id="31" idx="0"/>
          </p:cNvCxnSpPr>
          <p:nvPr/>
        </p:nvCxnSpPr>
        <p:spPr>
          <a:xfrm>
            <a:off x="10168324" y="3562891"/>
            <a:ext cx="0" cy="717139"/>
          </a:xfrm>
          <a:prstGeom prst="line">
            <a:avLst/>
          </a:prstGeom>
          <a:ln w="12700" cap="rnd">
            <a:solidFill>
              <a:schemeClr val="tx2"/>
            </a:solidFill>
            <a:prstDash val="solid"/>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31" name="TextBox 44">
            <a:extLst>
              <a:ext uri="{FF2B5EF4-FFF2-40B4-BE49-F238E27FC236}">
                <a16:creationId xmlns:a16="http://schemas.microsoft.com/office/drawing/2014/main" id="{E9B7EAD2-6C95-4C67-12CA-880082668438}"/>
              </a:ext>
            </a:extLst>
          </p:cNvPr>
          <p:cNvSpPr txBox="1"/>
          <p:nvPr/>
        </p:nvSpPr>
        <p:spPr>
          <a:xfrm>
            <a:off x="8956212" y="4280030"/>
            <a:ext cx="2424223" cy="36576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2"/>
                </a:solidFill>
                <a:effectLst/>
                <a:uLnTx/>
                <a:uFillTx/>
                <a:ea typeface="Roboto" charset="0"/>
                <a:cs typeface="Poppins Bold" panose="02000000000000000000" pitchFamily="2" charset="77"/>
              </a:rPr>
              <a:t>[Insert area/category]</a:t>
            </a:r>
          </a:p>
        </p:txBody>
      </p:sp>
      <p:sp>
        <p:nvSpPr>
          <p:cNvPr id="35" name="TextBox 48">
            <a:extLst>
              <a:ext uri="{FF2B5EF4-FFF2-40B4-BE49-F238E27FC236}">
                <a16:creationId xmlns:a16="http://schemas.microsoft.com/office/drawing/2014/main" id="{62F901AB-C5CD-BA76-7D33-742129F4F7AF}"/>
              </a:ext>
            </a:extLst>
          </p:cNvPr>
          <p:cNvSpPr txBox="1"/>
          <p:nvPr/>
        </p:nvSpPr>
        <p:spPr>
          <a:xfrm>
            <a:off x="8956212" y="4886701"/>
            <a:ext cx="2424223" cy="365760"/>
          </a:xfrm>
          <a:prstGeom prst="rect">
            <a:avLst/>
          </a:prstGeom>
        </p:spPr>
        <p:txBody>
          <a:bodyPr vert="horz" wrap="square" lIns="0" tIns="0" rIns="0" bIns="0" rtlCol="0" anchor="ctr">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0" marR="0" lvl="0" indent="0" defTabSz="1087636" rtl="0" eaLnBrk="1" fontAlgn="auto" latinLnBrk="0" hangingPunct="1">
              <a:lnSpc>
                <a:spcPct val="100000"/>
              </a:lnSpc>
              <a:spcBef>
                <a:spcPts val="0"/>
              </a:spcBef>
              <a:spcAft>
                <a:spcPts val="0"/>
              </a:spcAft>
              <a:buClrTx/>
              <a:buSzTx/>
              <a:buFont typeface="Arial"/>
              <a:buNone/>
              <a:tabLst/>
              <a:defRPr/>
            </a:pPr>
            <a:r>
              <a:rPr kumimoji="0" lang="en-US" b="0" i="0" u="none" strike="noStrike" kern="1200" cap="none" spc="0" normalizeH="0" baseline="0" noProof="0">
                <a:ln>
                  <a:noFill/>
                </a:ln>
                <a:solidFill>
                  <a:schemeClr val="tx2"/>
                </a:solidFill>
                <a:effectLst/>
                <a:uLnTx/>
                <a:uFillTx/>
                <a:ea typeface="Lato Light" panose="020F0502020204030203" pitchFamily="34" charset="0"/>
              </a:rPr>
              <a:t>[Insert longer description]</a:t>
            </a:r>
          </a:p>
        </p:txBody>
      </p:sp>
      <p:sp>
        <p:nvSpPr>
          <p:cNvPr id="32" name="TextBox 45">
            <a:extLst>
              <a:ext uri="{FF2B5EF4-FFF2-40B4-BE49-F238E27FC236}">
                <a16:creationId xmlns:a16="http://schemas.microsoft.com/office/drawing/2014/main" id="{77EB69B3-CC6A-C368-2DFC-6510AD5BD5F0}"/>
              </a:ext>
            </a:extLst>
          </p:cNvPr>
          <p:cNvSpPr txBox="1"/>
          <p:nvPr/>
        </p:nvSpPr>
        <p:spPr>
          <a:xfrm>
            <a:off x="6241330" y="4280030"/>
            <a:ext cx="2424223" cy="36576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2"/>
                </a:solidFill>
                <a:effectLst/>
                <a:uLnTx/>
                <a:uFillTx/>
                <a:ea typeface="Roboto" charset="0"/>
                <a:cs typeface="Poppins Bold" panose="02000000000000000000" pitchFamily="2" charset="77"/>
              </a:rPr>
              <a:t>[Insert area/category]</a:t>
            </a:r>
          </a:p>
        </p:txBody>
      </p:sp>
      <p:sp>
        <p:nvSpPr>
          <p:cNvPr id="36" name="TextBox 49">
            <a:extLst>
              <a:ext uri="{FF2B5EF4-FFF2-40B4-BE49-F238E27FC236}">
                <a16:creationId xmlns:a16="http://schemas.microsoft.com/office/drawing/2014/main" id="{6357477D-07DA-A3B8-33C1-EEA729CD47ED}"/>
              </a:ext>
            </a:extLst>
          </p:cNvPr>
          <p:cNvSpPr txBox="1"/>
          <p:nvPr/>
        </p:nvSpPr>
        <p:spPr>
          <a:xfrm>
            <a:off x="6241330" y="4886701"/>
            <a:ext cx="2424223" cy="365760"/>
          </a:xfrm>
          <a:prstGeom prst="rect">
            <a:avLst/>
          </a:prstGeom>
        </p:spPr>
        <p:txBody>
          <a:bodyPr vert="horz" wrap="square" lIns="0" tIns="0" rIns="0" bIns="0" rtlCol="0" anchor="ctr">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0" marR="0" lvl="0" indent="0" defTabSz="1087636" rtl="0" eaLnBrk="1" fontAlgn="auto" latinLnBrk="0" hangingPunct="1">
              <a:lnSpc>
                <a:spcPct val="100000"/>
              </a:lnSpc>
              <a:spcBef>
                <a:spcPts val="0"/>
              </a:spcBef>
              <a:spcAft>
                <a:spcPts val="0"/>
              </a:spcAft>
              <a:buClrTx/>
              <a:buSzTx/>
              <a:buFont typeface="Arial"/>
              <a:buNone/>
              <a:tabLst/>
              <a:defRPr/>
            </a:pPr>
            <a:r>
              <a:rPr kumimoji="0" lang="en-US" b="0" i="0" u="none" strike="noStrike" kern="1200" cap="none" spc="0" normalizeH="0" baseline="0" noProof="0">
                <a:ln>
                  <a:noFill/>
                </a:ln>
                <a:solidFill>
                  <a:schemeClr val="tx2"/>
                </a:solidFill>
                <a:effectLst/>
                <a:uLnTx/>
                <a:uFillTx/>
                <a:ea typeface="Lato Light" panose="020F0502020204030203" pitchFamily="34" charset="0"/>
              </a:rPr>
              <a:t>[Insert longer description]</a:t>
            </a:r>
          </a:p>
        </p:txBody>
      </p:sp>
      <p:sp>
        <p:nvSpPr>
          <p:cNvPr id="33" name="TextBox 46">
            <a:extLst>
              <a:ext uri="{FF2B5EF4-FFF2-40B4-BE49-F238E27FC236}">
                <a16:creationId xmlns:a16="http://schemas.microsoft.com/office/drawing/2014/main" id="{61E92F34-1896-40F1-D594-94427D6EA444}"/>
              </a:ext>
            </a:extLst>
          </p:cNvPr>
          <p:cNvSpPr txBox="1"/>
          <p:nvPr/>
        </p:nvSpPr>
        <p:spPr>
          <a:xfrm>
            <a:off x="3526447" y="4280030"/>
            <a:ext cx="2424223" cy="36576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2"/>
                </a:solidFill>
                <a:effectLst/>
                <a:uLnTx/>
                <a:uFillTx/>
                <a:ea typeface="Roboto" charset="0"/>
                <a:cs typeface="Poppins Bold" panose="02000000000000000000" pitchFamily="2" charset="77"/>
              </a:rPr>
              <a:t>[Insert area/category]</a:t>
            </a:r>
          </a:p>
        </p:txBody>
      </p:sp>
      <p:sp>
        <p:nvSpPr>
          <p:cNvPr id="37" name="TextBox 50">
            <a:extLst>
              <a:ext uri="{FF2B5EF4-FFF2-40B4-BE49-F238E27FC236}">
                <a16:creationId xmlns:a16="http://schemas.microsoft.com/office/drawing/2014/main" id="{AE9B4B85-EFF1-60D2-1D48-B19FA7EA95C0}"/>
              </a:ext>
            </a:extLst>
          </p:cNvPr>
          <p:cNvSpPr txBox="1"/>
          <p:nvPr/>
        </p:nvSpPr>
        <p:spPr>
          <a:xfrm>
            <a:off x="3526447" y="4886701"/>
            <a:ext cx="2424223" cy="365760"/>
          </a:xfrm>
          <a:prstGeom prst="rect">
            <a:avLst/>
          </a:prstGeom>
        </p:spPr>
        <p:txBody>
          <a:bodyPr vert="horz" wrap="square" lIns="0" tIns="0" rIns="0" bIns="0" rtlCol="0" anchor="ctr">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0" marR="0" lvl="0" indent="0" defTabSz="1087636" rtl="0" eaLnBrk="1" fontAlgn="auto" latinLnBrk="0" hangingPunct="1">
              <a:lnSpc>
                <a:spcPct val="100000"/>
              </a:lnSpc>
              <a:spcBef>
                <a:spcPts val="0"/>
              </a:spcBef>
              <a:spcAft>
                <a:spcPts val="0"/>
              </a:spcAft>
              <a:buClrTx/>
              <a:buSzTx/>
              <a:buFont typeface="Arial"/>
              <a:buNone/>
              <a:tabLst/>
              <a:defRPr/>
            </a:pPr>
            <a:r>
              <a:rPr kumimoji="0" lang="en-US" b="0" i="0" u="none" strike="noStrike" kern="1200" cap="none" spc="0" normalizeH="0" baseline="0" noProof="0">
                <a:ln>
                  <a:noFill/>
                </a:ln>
                <a:solidFill>
                  <a:schemeClr val="tx2"/>
                </a:solidFill>
                <a:effectLst/>
                <a:uLnTx/>
                <a:uFillTx/>
                <a:ea typeface="Lato Light" panose="020F0502020204030203" pitchFamily="34" charset="0"/>
              </a:rPr>
              <a:t>[Insert longer description]</a:t>
            </a:r>
          </a:p>
        </p:txBody>
      </p:sp>
      <p:sp>
        <p:nvSpPr>
          <p:cNvPr id="34" name="TextBox 47">
            <a:extLst>
              <a:ext uri="{FF2B5EF4-FFF2-40B4-BE49-F238E27FC236}">
                <a16:creationId xmlns:a16="http://schemas.microsoft.com/office/drawing/2014/main" id="{E5465E03-4AD7-C179-794E-DC6E5FA2ADA3}"/>
              </a:ext>
            </a:extLst>
          </p:cNvPr>
          <p:cNvSpPr txBox="1"/>
          <p:nvPr/>
        </p:nvSpPr>
        <p:spPr>
          <a:xfrm>
            <a:off x="811564" y="4280030"/>
            <a:ext cx="2424223" cy="36576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2"/>
                </a:solidFill>
                <a:effectLst/>
                <a:uLnTx/>
                <a:uFillTx/>
                <a:ea typeface="Roboto" charset="0"/>
                <a:cs typeface="Poppins Bold" panose="02000000000000000000" pitchFamily="2" charset="77"/>
              </a:rPr>
              <a:t>[Insert area/category]</a:t>
            </a:r>
          </a:p>
        </p:txBody>
      </p:sp>
      <p:sp>
        <p:nvSpPr>
          <p:cNvPr id="38" name="TextBox 51">
            <a:extLst>
              <a:ext uri="{FF2B5EF4-FFF2-40B4-BE49-F238E27FC236}">
                <a16:creationId xmlns:a16="http://schemas.microsoft.com/office/drawing/2014/main" id="{FD87F8C5-288E-487D-29FB-D877C6EE760E}"/>
              </a:ext>
            </a:extLst>
          </p:cNvPr>
          <p:cNvSpPr txBox="1"/>
          <p:nvPr/>
        </p:nvSpPr>
        <p:spPr>
          <a:xfrm>
            <a:off x="811564" y="4886701"/>
            <a:ext cx="2424223" cy="365760"/>
          </a:xfrm>
          <a:prstGeom prst="rect">
            <a:avLst/>
          </a:prstGeom>
        </p:spPr>
        <p:txBody>
          <a:bodyPr vert="horz" wrap="square" lIns="0" tIns="0" rIns="0" bIns="0" rtlCol="0" anchor="ctr">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0" marR="0" lvl="0" indent="0" defTabSz="1087636" rtl="0" eaLnBrk="1" fontAlgn="auto" latinLnBrk="0" hangingPunct="1">
              <a:lnSpc>
                <a:spcPct val="100000"/>
              </a:lnSpc>
              <a:spcBef>
                <a:spcPts val="0"/>
              </a:spcBef>
              <a:spcAft>
                <a:spcPts val="0"/>
              </a:spcAft>
              <a:buClrTx/>
              <a:buSzTx/>
              <a:buFont typeface="Arial"/>
              <a:buNone/>
              <a:tabLst/>
              <a:defRPr/>
            </a:pPr>
            <a:r>
              <a:rPr kumimoji="0" lang="en-US" b="0" i="0" u="none" strike="noStrike" kern="1200" cap="none" spc="0" normalizeH="0" baseline="0" noProof="0">
                <a:ln>
                  <a:noFill/>
                </a:ln>
                <a:solidFill>
                  <a:schemeClr val="tx2"/>
                </a:solidFill>
                <a:effectLst/>
                <a:uLnTx/>
                <a:uFillTx/>
                <a:ea typeface="Lato Light" panose="020F0502020204030203" pitchFamily="34" charset="0"/>
              </a:rPr>
              <a:t>[Insert longer description]</a:t>
            </a:r>
          </a:p>
        </p:txBody>
      </p:sp>
    </p:spTree>
    <p:extLst>
      <p:ext uri="{BB962C8B-B14F-4D97-AF65-F5344CB8AC3E}">
        <p14:creationId xmlns:p14="http://schemas.microsoft.com/office/powerpoint/2010/main" val="39430660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a:lstStyle/>
          <a:p>
            <a:r>
              <a:rPr lang="en-US"/>
              <a:t>[Single pie chart / Insert action title]</a:t>
            </a:r>
            <a:endParaRPr lang="en-DK"/>
          </a:p>
        </p:txBody>
      </p:sp>
      <p:sp>
        <p:nvSpPr>
          <p:cNvPr id="3" name="Subtitle 2">
            <a:extLst>
              <a:ext uri="{FF2B5EF4-FFF2-40B4-BE49-F238E27FC236}">
                <a16:creationId xmlns:a16="http://schemas.microsoft.com/office/drawing/2014/main" id="{FC928C6B-ABDA-B57B-8A04-43EC610B6E18}"/>
              </a:ext>
            </a:extLst>
          </p:cNvPr>
          <p:cNvSpPr>
            <a:spLocks noGrp="1"/>
          </p:cNvSpPr>
          <p:nvPr>
            <p:ph type="subTitle" idx="1"/>
          </p:nvPr>
        </p:nvSpPr>
        <p:spPr/>
        <p:txBody>
          <a:bodyPr/>
          <a:lstStyle/>
          <a:p>
            <a:endParaRPr lang="en-US"/>
          </a:p>
        </p:txBody>
      </p:sp>
      <p:graphicFrame>
        <p:nvGraphicFramePr>
          <p:cNvPr id="4" name="Gráfico 9">
            <a:extLst>
              <a:ext uri="{FF2B5EF4-FFF2-40B4-BE49-F238E27FC236}">
                <a16:creationId xmlns:a16="http://schemas.microsoft.com/office/drawing/2014/main" id="{BC37CC52-4D70-C959-70FD-8EC03C684D97}"/>
              </a:ext>
            </a:extLst>
          </p:cNvPr>
          <p:cNvGraphicFramePr/>
          <p:nvPr>
            <p:extLst>
              <p:ext uri="{D42A27DB-BD31-4B8C-83A1-F6EECF244321}">
                <p14:modId xmlns:p14="http://schemas.microsoft.com/office/powerpoint/2010/main" val="1775902600"/>
              </p:ext>
            </p:extLst>
          </p:nvPr>
        </p:nvGraphicFramePr>
        <p:xfrm>
          <a:off x="1120684" y="2221965"/>
          <a:ext cx="6561680" cy="3448279"/>
        </p:xfrm>
        <a:graphic>
          <a:graphicData uri="http://schemas.openxmlformats.org/drawingml/2006/chart">
            <c:chart xmlns:c="http://schemas.openxmlformats.org/drawingml/2006/chart" xmlns:r="http://schemas.openxmlformats.org/officeDocument/2006/relationships" r:id="rId5"/>
          </a:graphicData>
        </a:graphic>
      </p:graphicFrame>
      <p:sp>
        <p:nvSpPr>
          <p:cNvPr id="27" name="TextBox 25">
            <a:extLst>
              <a:ext uri="{FF2B5EF4-FFF2-40B4-BE49-F238E27FC236}">
                <a16:creationId xmlns:a16="http://schemas.microsoft.com/office/drawing/2014/main" id="{548397D5-23BA-708F-7C37-BED992477780}"/>
              </a:ext>
            </a:extLst>
          </p:cNvPr>
          <p:cNvSpPr txBox="1"/>
          <p:nvPr/>
        </p:nvSpPr>
        <p:spPr>
          <a:xfrm>
            <a:off x="1802577" y="2737984"/>
            <a:ext cx="1295597" cy="215444"/>
          </a:xfrm>
          <a:prstGeom prst="rect">
            <a:avLst/>
          </a:prstGeom>
          <a:noFill/>
        </p:spPr>
        <p:txBody>
          <a:bodyPr wrap="square" lIns="0" tIns="0" rIns="0" bIns="0" rtlCol="0" anchor="b">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400">
                <a:solidFill>
                  <a:schemeClr val="tx2"/>
                </a:solidFill>
                <a:ea typeface="Verdana" panose="020B0604030504040204" pitchFamily="34" charset="0"/>
                <a:cs typeface="Arial" panose="020B0604020202020204" pitchFamily="34" charset="0"/>
                <a:sym typeface="Verdana" panose="020B0604030504040204" pitchFamily="34" charset="0"/>
              </a:rPr>
              <a:t>[Insert category]</a:t>
            </a:r>
          </a:p>
        </p:txBody>
      </p:sp>
      <p:sp>
        <p:nvSpPr>
          <p:cNvPr id="13" name="Rectangle 12">
            <a:extLst>
              <a:ext uri="{FF2B5EF4-FFF2-40B4-BE49-F238E27FC236}">
                <a16:creationId xmlns:a16="http://schemas.microsoft.com/office/drawing/2014/main" id="{F7CB8662-0A91-ECDA-D619-A58388D7E3F3}"/>
              </a:ext>
            </a:extLst>
          </p:cNvPr>
          <p:cNvSpPr/>
          <p:nvPr/>
        </p:nvSpPr>
        <p:spPr>
          <a:xfrm>
            <a:off x="554736" y="2016258"/>
            <a:ext cx="5237069" cy="30777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chemeClr val="tx2"/>
                </a:solidFill>
                <a:effectLst/>
                <a:uLnTx/>
                <a:uFillTx/>
                <a:cs typeface="Arial" panose="020B0604020202020204" pitchFamily="34" charset="0"/>
                <a:sym typeface="Arial" panose="020B0604020202020204" pitchFamily="34" charset="0"/>
              </a:rPr>
              <a:t>[Data],</a:t>
            </a:r>
            <a:r>
              <a:rPr kumimoji="0" lang="en-US" sz="1400" b="0" i="0" u="none" strike="noStrike" kern="1200" cap="none" spc="0" normalizeH="0" baseline="0" noProof="0">
                <a:ln>
                  <a:noFill/>
                </a:ln>
                <a:solidFill>
                  <a:schemeClr val="tx2"/>
                </a:solidFill>
                <a:effectLst/>
                <a:uLnTx/>
                <a:uFillTx/>
                <a:cs typeface="Arial" panose="020B0604020202020204" pitchFamily="34" charset="0"/>
                <a:sym typeface="Arial" panose="020B0604020202020204" pitchFamily="34" charset="0"/>
              </a:rPr>
              <a:t> </a:t>
            </a:r>
            <a:r>
              <a:rPr kumimoji="0" lang="en-US" sz="1400" b="0" i="0" u="none" strike="noStrike" kern="1200" cap="none" spc="0" normalizeH="0" baseline="0" noProof="0">
                <a:ln>
                  <a:noFill/>
                </a:ln>
                <a:solidFill>
                  <a:schemeClr val="bg2">
                    <a:lumMod val="50000"/>
                  </a:schemeClr>
                </a:solidFill>
                <a:effectLst/>
                <a:uLnTx/>
                <a:uFillTx/>
                <a:cs typeface="Arial" panose="020B0604020202020204" pitchFamily="34" charset="0"/>
                <a:sym typeface="Arial" panose="020B0604020202020204" pitchFamily="34" charset="0"/>
              </a:rPr>
              <a:t>[Unit]</a:t>
            </a:r>
            <a:endParaRPr kumimoji="0" lang="en-US" sz="1400" b="0" i="0" u="none" strike="noStrike" kern="1200" cap="none" spc="0" normalizeH="0" baseline="0" noProof="0">
              <a:ln>
                <a:noFill/>
              </a:ln>
              <a:solidFill>
                <a:schemeClr val="bg2">
                  <a:lumMod val="50000"/>
                </a:schemeClr>
              </a:solidFill>
              <a:effectLst/>
              <a:uLnTx/>
              <a:uFillTx/>
              <a:ea typeface="ＭＳ Ｐゴシック"/>
              <a:cs typeface="Arial" panose="020B0604020202020204" pitchFamily="34" charset="0"/>
            </a:endParaRPr>
          </a:p>
        </p:txBody>
      </p:sp>
      <p:sp>
        <p:nvSpPr>
          <p:cNvPr id="14" name="TextBox 25">
            <a:extLst>
              <a:ext uri="{FF2B5EF4-FFF2-40B4-BE49-F238E27FC236}">
                <a16:creationId xmlns:a16="http://schemas.microsoft.com/office/drawing/2014/main" id="{6D82C838-C011-7599-1C51-9C0BB636FC39}"/>
              </a:ext>
            </a:extLst>
          </p:cNvPr>
          <p:cNvSpPr txBox="1"/>
          <p:nvPr/>
        </p:nvSpPr>
        <p:spPr>
          <a:xfrm>
            <a:off x="1802577" y="4945074"/>
            <a:ext cx="1295597" cy="215444"/>
          </a:xfrm>
          <a:prstGeom prst="rect">
            <a:avLst/>
          </a:prstGeom>
          <a:noFill/>
        </p:spPr>
        <p:txBody>
          <a:bodyPr wrap="square" lIns="0" tIns="0" rIns="0" bIns="0" rtlCol="0" anchor="b">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400">
                <a:solidFill>
                  <a:schemeClr val="tx2"/>
                </a:solidFill>
                <a:ea typeface="Verdana" panose="020B0604030504040204" pitchFamily="34" charset="0"/>
                <a:cs typeface="Arial" panose="020B0604020202020204" pitchFamily="34" charset="0"/>
                <a:sym typeface="Verdana" panose="020B0604030504040204" pitchFamily="34" charset="0"/>
              </a:rPr>
              <a:t>[Insert category]</a:t>
            </a:r>
          </a:p>
        </p:txBody>
      </p:sp>
      <p:sp>
        <p:nvSpPr>
          <p:cNvPr id="15" name="TextBox 25">
            <a:extLst>
              <a:ext uri="{FF2B5EF4-FFF2-40B4-BE49-F238E27FC236}">
                <a16:creationId xmlns:a16="http://schemas.microsoft.com/office/drawing/2014/main" id="{BC35BA8B-CAE6-5BEE-DD39-A0E621570614}"/>
              </a:ext>
            </a:extLst>
          </p:cNvPr>
          <p:cNvSpPr txBox="1"/>
          <p:nvPr/>
        </p:nvSpPr>
        <p:spPr>
          <a:xfrm>
            <a:off x="5704874" y="2737984"/>
            <a:ext cx="1295597" cy="215444"/>
          </a:xfrm>
          <a:prstGeom prst="rect">
            <a:avLst/>
          </a:prstGeom>
          <a:noFill/>
        </p:spPr>
        <p:txBody>
          <a:bodyPr wrap="square" lIns="0" tIns="0" rIns="0" bIns="0" rtlCol="0" anchor="b">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400">
                <a:solidFill>
                  <a:schemeClr val="tx2"/>
                </a:solidFill>
                <a:ea typeface="Verdana" panose="020B0604030504040204" pitchFamily="34" charset="0"/>
                <a:cs typeface="Arial" panose="020B0604020202020204" pitchFamily="34" charset="0"/>
                <a:sym typeface="Verdana" panose="020B0604030504040204" pitchFamily="34" charset="0"/>
              </a:rPr>
              <a:t>[Insert category]</a:t>
            </a:r>
          </a:p>
        </p:txBody>
      </p:sp>
      <p:sp>
        <p:nvSpPr>
          <p:cNvPr id="16" name="TextBox 25">
            <a:extLst>
              <a:ext uri="{FF2B5EF4-FFF2-40B4-BE49-F238E27FC236}">
                <a16:creationId xmlns:a16="http://schemas.microsoft.com/office/drawing/2014/main" id="{D2D35A80-DDC1-E6CB-CFB3-B7A46F4F8D08}"/>
              </a:ext>
            </a:extLst>
          </p:cNvPr>
          <p:cNvSpPr txBox="1"/>
          <p:nvPr/>
        </p:nvSpPr>
        <p:spPr>
          <a:xfrm>
            <a:off x="5704874" y="4945074"/>
            <a:ext cx="1295597" cy="215444"/>
          </a:xfrm>
          <a:prstGeom prst="rect">
            <a:avLst/>
          </a:prstGeom>
          <a:noFill/>
        </p:spPr>
        <p:txBody>
          <a:bodyPr wrap="square" lIns="0" tIns="0" rIns="0" bIns="0" rtlCol="0" anchor="b">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400">
                <a:solidFill>
                  <a:schemeClr val="tx2"/>
                </a:solidFill>
                <a:ea typeface="Verdana" panose="020B0604030504040204" pitchFamily="34" charset="0"/>
                <a:cs typeface="Arial" panose="020B0604020202020204" pitchFamily="34" charset="0"/>
                <a:sym typeface="Verdana" panose="020B0604030504040204" pitchFamily="34" charset="0"/>
              </a:rPr>
              <a:t>[Insert category]</a:t>
            </a:r>
          </a:p>
        </p:txBody>
      </p:sp>
      <p:sp>
        <p:nvSpPr>
          <p:cNvPr id="17" name="TextBox 16">
            <a:extLst>
              <a:ext uri="{FF2B5EF4-FFF2-40B4-BE49-F238E27FC236}">
                <a16:creationId xmlns:a16="http://schemas.microsoft.com/office/drawing/2014/main" id="{E76BD6A7-9DC8-00B7-6C21-8B244A2BB14F}"/>
              </a:ext>
            </a:extLst>
          </p:cNvPr>
          <p:cNvSpPr txBox="1"/>
          <p:nvPr/>
        </p:nvSpPr>
        <p:spPr>
          <a:xfrm>
            <a:off x="554736" y="1602309"/>
            <a:ext cx="7296092" cy="303352"/>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a:solidFill>
                  <a:schemeClr val="tx2"/>
                </a:solidFill>
              </a:rPr>
              <a:t>[Description]</a:t>
            </a:r>
            <a:endParaRPr kumimoji="0" lang="en-GB" sz="1400" b="1" i="0" u="none" strike="noStrike" kern="1200" cap="none" spc="0" normalizeH="0" baseline="0" noProof="0">
              <a:ln>
                <a:noFill/>
              </a:ln>
              <a:solidFill>
                <a:schemeClr val="tx2"/>
              </a:solidFill>
              <a:effectLst/>
              <a:uLnTx/>
              <a:uFillTx/>
            </a:endParaRPr>
          </a:p>
        </p:txBody>
      </p:sp>
      <p:cxnSp>
        <p:nvCxnSpPr>
          <p:cNvPr id="18" name="Straight Connector 17">
            <a:extLst>
              <a:ext uri="{FF2B5EF4-FFF2-40B4-BE49-F238E27FC236}">
                <a16:creationId xmlns:a16="http://schemas.microsoft.com/office/drawing/2014/main" id="{03A2CB8D-69F8-5E79-D6F6-4AB6F5C28E0E}"/>
              </a:ext>
            </a:extLst>
          </p:cNvPr>
          <p:cNvCxnSpPr>
            <a:cxnSpLocks/>
          </p:cNvCxnSpPr>
          <p:nvPr/>
        </p:nvCxnSpPr>
        <p:spPr>
          <a:xfrm>
            <a:off x="554736" y="1989971"/>
            <a:ext cx="729720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8CCC1B2-E49C-DFE3-1401-1DD73ACAC426}"/>
              </a:ext>
            </a:extLst>
          </p:cNvPr>
          <p:cNvSpPr txBox="1"/>
          <p:nvPr/>
        </p:nvSpPr>
        <p:spPr>
          <a:xfrm>
            <a:off x="8106032" y="1602309"/>
            <a:ext cx="3535105" cy="303352"/>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tx2"/>
                </a:solidFill>
                <a:effectLst/>
                <a:uLnTx/>
                <a:uFillTx/>
                <a:ea typeface="+mn-ea"/>
                <a:cs typeface="+mn-cs"/>
              </a:rPr>
              <a:t>[Key takeaway/conclusion]</a:t>
            </a:r>
          </a:p>
        </p:txBody>
      </p:sp>
      <p:cxnSp>
        <p:nvCxnSpPr>
          <p:cNvPr id="20" name="Straight Connector 19">
            <a:extLst>
              <a:ext uri="{FF2B5EF4-FFF2-40B4-BE49-F238E27FC236}">
                <a16:creationId xmlns:a16="http://schemas.microsoft.com/office/drawing/2014/main" id="{B865AFFE-ACF8-4002-08CE-16C2877CA963}"/>
              </a:ext>
            </a:extLst>
          </p:cNvPr>
          <p:cNvCxnSpPr>
            <a:cxnSpLocks/>
          </p:cNvCxnSpPr>
          <p:nvPr/>
        </p:nvCxnSpPr>
        <p:spPr>
          <a:xfrm>
            <a:off x="7997639" y="1431093"/>
            <a:ext cx="1" cy="4500033"/>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B6ECB15-7AD1-8F47-B850-80D312069B3D}"/>
              </a:ext>
            </a:extLst>
          </p:cNvPr>
          <p:cNvSpPr txBox="1"/>
          <p:nvPr/>
        </p:nvSpPr>
        <p:spPr>
          <a:xfrm>
            <a:off x="8240476" y="2248804"/>
            <a:ext cx="3400660" cy="206210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GB" sz="1400" b="0" i="0" u="none" strike="noStrike" kern="1200" cap="none" spc="0" normalizeH="0" baseline="0" noProof="0">
                <a:ln>
                  <a:noFill/>
                </a:ln>
                <a:solidFill>
                  <a:schemeClr val="tx2"/>
                </a:solidFill>
                <a:effectLst/>
                <a:uLnTx/>
                <a:uFillTx/>
              </a:rPr>
              <a:t>[Short description and most important takeaways]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GB" sz="1400" b="0" i="0" u="none" strike="noStrike" kern="1200" cap="none" spc="0" normalizeH="0" baseline="0" noProof="0">
                <a:ln>
                  <a:noFill/>
                </a:ln>
                <a:solidFill>
                  <a:schemeClr val="tx2"/>
                </a:solidFill>
                <a:effectLst/>
                <a:uLnTx/>
                <a:uFillTx/>
              </a:rPr>
              <a:t>[Short description and most important takeaways]</a:t>
            </a:r>
          </a:p>
          <a:p>
            <a:pPr marL="285750" indent="-285750">
              <a:spcAft>
                <a:spcPts val="1200"/>
              </a:spcAft>
              <a:buFont typeface="Arial" panose="020B0604020202020204" pitchFamily="34" charset="0"/>
              <a:buChar char="•"/>
              <a:defRPr/>
            </a:pPr>
            <a:r>
              <a:rPr kumimoji="0" lang="en-GB" sz="1400" b="0" i="0" u="none" strike="noStrike" kern="1200" cap="none" spc="0" normalizeH="0" baseline="0" noProof="0">
                <a:ln>
                  <a:noFill/>
                </a:ln>
                <a:solidFill>
                  <a:schemeClr val="tx2"/>
                </a:solidFill>
                <a:effectLst/>
                <a:uLnTx/>
                <a:uFillTx/>
              </a:rPr>
              <a:t>[Short description and most important takeaways]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GB" sz="1400">
                <a:solidFill>
                  <a:schemeClr val="tx2"/>
                </a:solidFill>
              </a:rPr>
              <a:t>…</a:t>
            </a:r>
            <a:endParaRPr kumimoji="0" lang="en-GB" sz="1400" b="0" i="0" u="none" strike="noStrike" kern="1200" cap="none" spc="0" normalizeH="0" baseline="0" noProof="0">
              <a:ln>
                <a:noFill/>
              </a:ln>
              <a:solidFill>
                <a:schemeClr val="tx2"/>
              </a:solidFill>
              <a:effectLst/>
              <a:uLnTx/>
              <a:uFillTx/>
            </a:endParaRPr>
          </a:p>
        </p:txBody>
      </p:sp>
      <p:cxnSp>
        <p:nvCxnSpPr>
          <p:cNvPr id="22" name="Straight Connector 21">
            <a:extLst>
              <a:ext uri="{FF2B5EF4-FFF2-40B4-BE49-F238E27FC236}">
                <a16:creationId xmlns:a16="http://schemas.microsoft.com/office/drawing/2014/main" id="{E87B0FC7-1B47-5C03-A853-0F0D86F4914A}"/>
              </a:ext>
            </a:extLst>
          </p:cNvPr>
          <p:cNvCxnSpPr>
            <a:cxnSpLocks/>
          </p:cNvCxnSpPr>
          <p:nvPr/>
        </p:nvCxnSpPr>
        <p:spPr>
          <a:xfrm>
            <a:off x="8106032" y="1989971"/>
            <a:ext cx="3535105"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79648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B9F0BF-0DA1-0A1F-5A06-D943E2C02FCC}"/>
              </a:ext>
            </a:extLst>
          </p:cNvPr>
          <p:cNvSpPr>
            <a:spLocks noGrp="1"/>
          </p:cNvSpPr>
          <p:nvPr>
            <p:ph type="title"/>
          </p:nvPr>
        </p:nvSpPr>
        <p:spPr/>
        <p:txBody>
          <a:bodyPr/>
          <a:lstStyle/>
          <a:p>
            <a:r>
              <a:rPr lang="en-US"/>
              <a:t>[Double pie chart / Insert action title]</a:t>
            </a:r>
          </a:p>
        </p:txBody>
      </p:sp>
      <p:sp>
        <p:nvSpPr>
          <p:cNvPr id="2" name="Subtitle 1">
            <a:extLst>
              <a:ext uri="{FF2B5EF4-FFF2-40B4-BE49-F238E27FC236}">
                <a16:creationId xmlns:a16="http://schemas.microsoft.com/office/drawing/2014/main" id="{FFF5CF20-79C6-FB41-46B4-A252EE967039}"/>
              </a:ext>
            </a:extLst>
          </p:cNvPr>
          <p:cNvSpPr>
            <a:spLocks noGrp="1"/>
          </p:cNvSpPr>
          <p:nvPr>
            <p:ph type="subTitle" idx="1"/>
          </p:nvPr>
        </p:nvSpPr>
        <p:spPr/>
        <p:txBody>
          <a:bodyPr/>
          <a:lstStyle/>
          <a:p>
            <a:endParaRPr lang="en-US"/>
          </a:p>
        </p:txBody>
      </p:sp>
      <p:sp>
        <p:nvSpPr>
          <p:cNvPr id="10" name="Rectangle 9">
            <a:extLst>
              <a:ext uri="{FF2B5EF4-FFF2-40B4-BE49-F238E27FC236}">
                <a16:creationId xmlns:a16="http://schemas.microsoft.com/office/drawing/2014/main" id="{5B945678-8F37-B442-EE25-9E543759CF7E}"/>
              </a:ext>
            </a:extLst>
          </p:cNvPr>
          <p:cNvSpPr/>
          <p:nvPr/>
        </p:nvSpPr>
        <p:spPr>
          <a:xfrm>
            <a:off x="554736" y="1605616"/>
            <a:ext cx="5237069"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chemeClr val="tx2"/>
                </a:solidFill>
                <a:effectLst/>
                <a:uLnTx/>
                <a:uFillTx/>
                <a:ea typeface="ＭＳ Ｐゴシック"/>
                <a:cs typeface="Arial" panose="020B0604020202020204" pitchFamily="34" charset="0"/>
              </a:rPr>
              <a:t>[Description]</a:t>
            </a:r>
            <a:endParaRPr lang="en-US" sz="1400" b="1">
              <a:solidFill>
                <a:schemeClr val="tx2"/>
              </a:solidFill>
              <a:ea typeface="ＭＳ Ｐゴシック"/>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bg2">
                    <a:lumMod val="50000"/>
                  </a:schemeClr>
                </a:solidFill>
                <a:effectLst/>
                <a:uLnTx/>
                <a:uFillTx/>
                <a:cs typeface="Arial" panose="020B0604020202020204" pitchFamily="34" charset="0"/>
                <a:sym typeface="Arial" panose="020B0604020202020204" pitchFamily="34" charset="0"/>
              </a:rPr>
              <a:t>[Unit]</a:t>
            </a:r>
            <a:endParaRPr kumimoji="0" lang="en-US" sz="1400" b="0" i="0" u="none" strike="noStrike" kern="1200" cap="none" spc="0" normalizeH="0" baseline="0" noProof="0">
              <a:ln>
                <a:noFill/>
              </a:ln>
              <a:solidFill>
                <a:schemeClr val="bg2">
                  <a:lumMod val="50000"/>
                </a:schemeClr>
              </a:solidFill>
              <a:effectLst/>
              <a:uLnTx/>
              <a:uFillTx/>
              <a:ea typeface="ＭＳ Ｐゴシック"/>
              <a:cs typeface="Arial" panose="020B0604020202020204" pitchFamily="34" charset="0"/>
            </a:endParaRPr>
          </a:p>
        </p:txBody>
      </p:sp>
      <p:cxnSp>
        <p:nvCxnSpPr>
          <p:cNvPr id="7" name="Straight Connector 6">
            <a:extLst>
              <a:ext uri="{FF2B5EF4-FFF2-40B4-BE49-F238E27FC236}">
                <a16:creationId xmlns:a16="http://schemas.microsoft.com/office/drawing/2014/main" id="{56A11496-ED31-20CB-0783-44D68542E35B}"/>
              </a:ext>
            </a:extLst>
          </p:cNvPr>
          <p:cNvCxnSpPr>
            <a:cxnSpLocks/>
          </p:cNvCxnSpPr>
          <p:nvPr/>
        </p:nvCxnSpPr>
        <p:spPr>
          <a:xfrm>
            <a:off x="6096000" y="2023493"/>
            <a:ext cx="0" cy="3200400"/>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9931E1C-A174-5E12-93B1-3D9690F813F4}"/>
              </a:ext>
            </a:extLst>
          </p:cNvPr>
          <p:cNvSpPr/>
          <p:nvPr/>
        </p:nvSpPr>
        <p:spPr>
          <a:xfrm>
            <a:off x="6397752" y="1605616"/>
            <a:ext cx="5239512"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chemeClr val="tx2"/>
                </a:solidFill>
                <a:effectLst/>
                <a:uLnTx/>
                <a:uFillTx/>
                <a:ea typeface="ＭＳ Ｐゴシック"/>
                <a:cs typeface="Arial" panose="020B0604020202020204" pitchFamily="34" charset="0"/>
              </a:rPr>
              <a:t>[Description]</a:t>
            </a:r>
            <a:endParaRPr lang="en-US" sz="1400" b="1">
              <a:solidFill>
                <a:schemeClr val="tx2"/>
              </a:solidFill>
              <a:ea typeface="ＭＳ Ｐゴシック"/>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bg2">
                    <a:lumMod val="50000"/>
                  </a:schemeClr>
                </a:solidFill>
                <a:effectLst/>
                <a:uLnTx/>
                <a:uFillTx/>
                <a:cs typeface="Arial" panose="020B0604020202020204" pitchFamily="34" charset="0"/>
                <a:sym typeface="Arial" panose="020B0604020202020204" pitchFamily="34" charset="0"/>
              </a:rPr>
              <a:t>[Unit]</a:t>
            </a:r>
            <a:endParaRPr kumimoji="0" lang="en-US" sz="1400" b="0" i="0" u="none" strike="noStrike" kern="1200" cap="none" spc="0" normalizeH="0" baseline="0" noProof="0">
              <a:ln>
                <a:noFill/>
              </a:ln>
              <a:solidFill>
                <a:schemeClr val="bg2">
                  <a:lumMod val="50000"/>
                </a:schemeClr>
              </a:solidFill>
              <a:effectLst/>
              <a:uLnTx/>
              <a:uFillTx/>
              <a:ea typeface="ＭＳ Ｐゴシック"/>
              <a:cs typeface="Arial" panose="020B0604020202020204" pitchFamily="34" charset="0"/>
            </a:endParaRPr>
          </a:p>
        </p:txBody>
      </p:sp>
      <p:graphicFrame>
        <p:nvGraphicFramePr>
          <p:cNvPr id="9" name="Chart 8">
            <a:extLst>
              <a:ext uri="{FF2B5EF4-FFF2-40B4-BE49-F238E27FC236}">
                <a16:creationId xmlns:a16="http://schemas.microsoft.com/office/drawing/2014/main" id="{C0AA648B-5470-EE81-74A6-26430098208F}"/>
              </a:ext>
            </a:extLst>
          </p:cNvPr>
          <p:cNvGraphicFramePr/>
          <p:nvPr>
            <p:extLst>
              <p:ext uri="{D42A27DB-BD31-4B8C-83A1-F6EECF244321}">
                <p14:modId xmlns:p14="http://schemas.microsoft.com/office/powerpoint/2010/main" val="2201674323"/>
              </p:ext>
            </p:extLst>
          </p:nvPr>
        </p:nvGraphicFramePr>
        <p:xfrm>
          <a:off x="1499752" y="2223175"/>
          <a:ext cx="3173175" cy="2812443"/>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angle 10">
            <a:extLst>
              <a:ext uri="{FF2B5EF4-FFF2-40B4-BE49-F238E27FC236}">
                <a16:creationId xmlns:a16="http://schemas.microsoft.com/office/drawing/2014/main" id="{0438A04A-D5A9-E3BF-B8C8-78BADF51D079}"/>
              </a:ext>
            </a:extLst>
          </p:cNvPr>
          <p:cNvSpPr/>
          <p:nvPr/>
        </p:nvSpPr>
        <p:spPr>
          <a:xfrm>
            <a:off x="554727" y="5388501"/>
            <a:ext cx="11082528" cy="523220"/>
          </a:xfrm>
          <a:prstGeom prst="rect">
            <a:avLst/>
          </a:prstGeom>
          <a:solidFill>
            <a:schemeClr val="bg1">
              <a:lumMod val="95000"/>
            </a:schemeClr>
          </a:solidFill>
          <a:ln w="6350" cap="sq">
            <a:solidFill>
              <a:schemeClr val="tx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2"/>
                </a:solidFill>
              </a:rPr>
              <a:t>[Insert category]	 [Insert category] 	 [Insert category] 	 [Insert category] 	 [Insert category]</a:t>
            </a:r>
          </a:p>
        </p:txBody>
      </p:sp>
      <p:graphicFrame>
        <p:nvGraphicFramePr>
          <p:cNvPr id="14" name="Chart 13">
            <a:extLst>
              <a:ext uri="{FF2B5EF4-FFF2-40B4-BE49-F238E27FC236}">
                <a16:creationId xmlns:a16="http://schemas.microsoft.com/office/drawing/2014/main" id="{615956DA-74A7-E32C-E0C6-6CEFEE43A542}"/>
              </a:ext>
            </a:extLst>
          </p:cNvPr>
          <p:cNvGraphicFramePr/>
          <p:nvPr>
            <p:extLst>
              <p:ext uri="{D42A27DB-BD31-4B8C-83A1-F6EECF244321}">
                <p14:modId xmlns:p14="http://schemas.microsoft.com/office/powerpoint/2010/main" val="2540024632"/>
              </p:ext>
            </p:extLst>
          </p:nvPr>
        </p:nvGraphicFramePr>
        <p:xfrm>
          <a:off x="7430921" y="2223175"/>
          <a:ext cx="3173175" cy="2812443"/>
        </p:xfrm>
        <a:graphic>
          <a:graphicData uri="http://schemas.openxmlformats.org/drawingml/2006/chart">
            <c:chart xmlns:c="http://schemas.openxmlformats.org/drawingml/2006/chart" xmlns:r="http://schemas.openxmlformats.org/officeDocument/2006/relationships" r:id="rId3"/>
          </a:graphicData>
        </a:graphic>
      </p:graphicFrame>
      <p:sp>
        <p:nvSpPr>
          <p:cNvPr id="22" name="Rectangle 21">
            <a:extLst>
              <a:ext uri="{FF2B5EF4-FFF2-40B4-BE49-F238E27FC236}">
                <a16:creationId xmlns:a16="http://schemas.microsoft.com/office/drawing/2014/main" id="{5334171B-50C9-1A3E-F673-4A7179C9E5A0}"/>
              </a:ext>
            </a:extLst>
          </p:cNvPr>
          <p:cNvSpPr>
            <a:spLocks noChangeAspect="1"/>
          </p:cNvSpPr>
          <p:nvPr/>
        </p:nvSpPr>
        <p:spPr>
          <a:xfrm>
            <a:off x="1559245" y="5535811"/>
            <a:ext cx="228600" cy="22860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23" name="Rectangle 22">
            <a:extLst>
              <a:ext uri="{FF2B5EF4-FFF2-40B4-BE49-F238E27FC236}">
                <a16:creationId xmlns:a16="http://schemas.microsoft.com/office/drawing/2014/main" id="{21D4DA3C-70BB-678E-6D91-07B875B240CE}"/>
              </a:ext>
            </a:extLst>
          </p:cNvPr>
          <p:cNvSpPr>
            <a:spLocks noChangeAspect="1"/>
          </p:cNvSpPr>
          <p:nvPr/>
        </p:nvSpPr>
        <p:spPr>
          <a:xfrm>
            <a:off x="3388272" y="5535811"/>
            <a:ext cx="228600" cy="228600"/>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24" name="Rectangle 23">
            <a:extLst>
              <a:ext uri="{FF2B5EF4-FFF2-40B4-BE49-F238E27FC236}">
                <a16:creationId xmlns:a16="http://schemas.microsoft.com/office/drawing/2014/main" id="{BCCAF2F7-B3A4-EC61-0D53-095E655CE1F0}"/>
              </a:ext>
            </a:extLst>
          </p:cNvPr>
          <p:cNvSpPr>
            <a:spLocks noChangeAspect="1"/>
          </p:cNvSpPr>
          <p:nvPr/>
        </p:nvSpPr>
        <p:spPr>
          <a:xfrm>
            <a:off x="5217299" y="5535811"/>
            <a:ext cx="228600" cy="228600"/>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25" name="Rectangle 24">
            <a:extLst>
              <a:ext uri="{FF2B5EF4-FFF2-40B4-BE49-F238E27FC236}">
                <a16:creationId xmlns:a16="http://schemas.microsoft.com/office/drawing/2014/main" id="{69068B35-27FF-9271-2073-594F5C9FD7F1}"/>
              </a:ext>
            </a:extLst>
          </p:cNvPr>
          <p:cNvSpPr>
            <a:spLocks noChangeAspect="1"/>
          </p:cNvSpPr>
          <p:nvPr/>
        </p:nvSpPr>
        <p:spPr>
          <a:xfrm>
            <a:off x="7046326" y="5535811"/>
            <a:ext cx="228600" cy="228600"/>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
        <p:nvSpPr>
          <p:cNvPr id="26" name="Rectangle 25">
            <a:extLst>
              <a:ext uri="{FF2B5EF4-FFF2-40B4-BE49-F238E27FC236}">
                <a16:creationId xmlns:a16="http://schemas.microsoft.com/office/drawing/2014/main" id="{0FEC67BA-F8C9-29F8-291F-A2971D38A546}"/>
              </a:ext>
            </a:extLst>
          </p:cNvPr>
          <p:cNvSpPr>
            <a:spLocks noChangeAspect="1"/>
          </p:cNvSpPr>
          <p:nvPr/>
        </p:nvSpPr>
        <p:spPr>
          <a:xfrm>
            <a:off x="8875354" y="5535811"/>
            <a:ext cx="228600" cy="228600"/>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tx1"/>
              </a:solidFill>
            </a:endParaRPr>
          </a:p>
        </p:txBody>
      </p:sp>
    </p:spTree>
    <p:extLst>
      <p:ext uri="{BB962C8B-B14F-4D97-AF65-F5344CB8AC3E}">
        <p14:creationId xmlns:p14="http://schemas.microsoft.com/office/powerpoint/2010/main" val="29733905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FBAF46-142C-1950-6D1C-5FCB58906C3D}"/>
              </a:ext>
            </a:extLst>
          </p:cNvPr>
          <p:cNvSpPr>
            <a:spLocks noGrp="1"/>
          </p:cNvSpPr>
          <p:nvPr>
            <p:ph type="ctrTitle"/>
          </p:nvPr>
        </p:nvSpPr>
        <p:spPr/>
        <p:txBody>
          <a:bodyPr/>
          <a:lstStyle/>
          <a:p>
            <a:r>
              <a:rPr lang="en-US" dirty="0"/>
              <a:t>Bar charts</a:t>
            </a:r>
          </a:p>
        </p:txBody>
      </p:sp>
      <p:sp>
        <p:nvSpPr>
          <p:cNvPr id="6" name="Text Placeholder 5">
            <a:extLst>
              <a:ext uri="{FF2B5EF4-FFF2-40B4-BE49-F238E27FC236}">
                <a16:creationId xmlns:a16="http://schemas.microsoft.com/office/drawing/2014/main" id="{EE1EB597-D65B-0A77-53B0-782893E3A9E4}"/>
              </a:ext>
            </a:extLst>
          </p:cNvPr>
          <p:cNvSpPr>
            <a:spLocks noGrp="1"/>
          </p:cNvSpPr>
          <p:nvPr>
            <p:ph type="body" sz="quarter" idx="14"/>
          </p:nvPr>
        </p:nvSpPr>
        <p:spPr/>
        <p:txBody>
          <a:bodyPr/>
          <a:lstStyle/>
          <a:p>
            <a:r>
              <a:rPr lang="en-US" dirty="0"/>
              <a:t>09</a:t>
            </a:r>
          </a:p>
        </p:txBody>
      </p:sp>
    </p:spTree>
    <p:extLst>
      <p:ext uri="{BB962C8B-B14F-4D97-AF65-F5344CB8AC3E}">
        <p14:creationId xmlns:p14="http://schemas.microsoft.com/office/powerpoint/2010/main" val="39392440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[Column chart for comparison with takeaways / Insert action title]</a:t>
            </a:r>
            <a:endParaRPr lang="en-DK"/>
          </a:p>
        </p:txBody>
      </p:sp>
      <p:sp>
        <p:nvSpPr>
          <p:cNvPr id="13" name="Subtitle 12">
            <a:extLst>
              <a:ext uri="{FF2B5EF4-FFF2-40B4-BE49-F238E27FC236}">
                <a16:creationId xmlns:a16="http://schemas.microsoft.com/office/drawing/2014/main" id="{9D092B87-6133-230B-45B3-BB73EB2F54F4}"/>
              </a:ext>
            </a:extLst>
          </p:cNvPr>
          <p:cNvSpPr>
            <a:spLocks noGrp="1"/>
          </p:cNvSpPr>
          <p:nvPr>
            <p:ph type="subTitle" idx="1"/>
          </p:nvPr>
        </p:nvSpPr>
        <p:spPr/>
        <p:txBody>
          <a:bodyPr/>
          <a:lstStyle/>
          <a:p>
            <a:endParaRPr lang="en-US"/>
          </a:p>
        </p:txBody>
      </p:sp>
      <p:graphicFrame>
        <p:nvGraphicFramePr>
          <p:cNvPr id="17" name="Chart 16">
            <a:extLst>
              <a:ext uri="{FF2B5EF4-FFF2-40B4-BE49-F238E27FC236}">
                <a16:creationId xmlns:a16="http://schemas.microsoft.com/office/drawing/2014/main" id="{43A095F5-D89E-048B-48B0-FCC260CD2E6A}"/>
              </a:ext>
            </a:extLst>
          </p:cNvPr>
          <p:cNvGraphicFramePr>
            <a:graphicFrameLocks/>
          </p:cNvGraphicFramePr>
          <p:nvPr>
            <p:extLst>
              <p:ext uri="{D42A27DB-BD31-4B8C-83A1-F6EECF244321}">
                <p14:modId xmlns:p14="http://schemas.microsoft.com/office/powerpoint/2010/main" val="442379371"/>
              </p:ext>
            </p:extLst>
          </p:nvPr>
        </p:nvGraphicFramePr>
        <p:xfrm>
          <a:off x="585789" y="2601940"/>
          <a:ext cx="7178108" cy="3255409"/>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a:extLst>
              <a:ext uri="{FF2B5EF4-FFF2-40B4-BE49-F238E27FC236}">
                <a16:creationId xmlns:a16="http://schemas.microsoft.com/office/drawing/2014/main" id="{0332D289-03AC-9227-AD23-E7C56149CB8F}"/>
              </a:ext>
            </a:extLst>
          </p:cNvPr>
          <p:cNvSpPr txBox="1"/>
          <p:nvPr/>
        </p:nvSpPr>
        <p:spPr>
          <a:xfrm>
            <a:off x="467805" y="2104411"/>
            <a:ext cx="194863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effectLst/>
                <a:uLnTx/>
                <a:uFillTx/>
                <a:ea typeface="+mn-ea"/>
                <a:cs typeface="+mn-cs"/>
              </a:rPr>
              <a:t>[Data], </a:t>
            </a:r>
            <a:r>
              <a:rPr kumimoji="0" lang="en-GB" sz="1200" b="0" i="0" u="none" strike="noStrike" kern="1200" cap="none" spc="0" normalizeH="0" baseline="0" noProof="0">
                <a:ln>
                  <a:noFill/>
                </a:ln>
                <a:effectLst/>
                <a:uLnTx/>
                <a:uFillTx/>
                <a:ea typeface="+mn-ea"/>
                <a:cs typeface="+mn-cs"/>
              </a:rPr>
              <a:t>[Unit]</a:t>
            </a:r>
          </a:p>
        </p:txBody>
      </p:sp>
      <p:sp>
        <p:nvSpPr>
          <p:cNvPr id="3" name="TextBox 2">
            <a:extLst>
              <a:ext uri="{FF2B5EF4-FFF2-40B4-BE49-F238E27FC236}">
                <a16:creationId xmlns:a16="http://schemas.microsoft.com/office/drawing/2014/main" id="{2CAD9AD1-07F9-AFFC-AC98-4FE692D1B509}"/>
              </a:ext>
            </a:extLst>
          </p:cNvPr>
          <p:cNvSpPr txBox="1"/>
          <p:nvPr/>
        </p:nvSpPr>
        <p:spPr>
          <a:xfrm>
            <a:off x="558609" y="1480435"/>
            <a:ext cx="7296092"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tx2"/>
                </a:solidFill>
                <a:effectLst/>
                <a:uLnTx/>
                <a:uFillTx/>
                <a:ea typeface="+mn-ea"/>
                <a:cs typeface="+mn-cs"/>
              </a:rPr>
              <a:t>[Description]</a:t>
            </a:r>
          </a:p>
        </p:txBody>
      </p:sp>
      <p:cxnSp>
        <p:nvCxnSpPr>
          <p:cNvPr id="4" name="Straight Connector 3">
            <a:extLst>
              <a:ext uri="{FF2B5EF4-FFF2-40B4-BE49-F238E27FC236}">
                <a16:creationId xmlns:a16="http://schemas.microsoft.com/office/drawing/2014/main" id="{0CADC1C1-2BA7-97EE-76F5-B67E3765B10C}"/>
              </a:ext>
            </a:extLst>
          </p:cNvPr>
          <p:cNvCxnSpPr>
            <a:cxnSpLocks/>
          </p:cNvCxnSpPr>
          <p:nvPr/>
        </p:nvCxnSpPr>
        <p:spPr>
          <a:xfrm>
            <a:off x="558609" y="1992402"/>
            <a:ext cx="729720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CC8A5F1-98A2-1F3A-939B-593EF4217C9D}"/>
              </a:ext>
            </a:extLst>
          </p:cNvPr>
          <p:cNvSpPr txBox="1"/>
          <p:nvPr/>
        </p:nvSpPr>
        <p:spPr>
          <a:xfrm>
            <a:off x="558609" y="2104411"/>
            <a:ext cx="1948636" cy="27699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tx2"/>
                </a:solidFill>
                <a:effectLst/>
                <a:uLnTx/>
                <a:uFillTx/>
                <a:ea typeface="+mn-ea"/>
                <a:cs typeface="+mn-cs"/>
              </a:rPr>
              <a:t>[Data], </a:t>
            </a:r>
            <a:r>
              <a:rPr kumimoji="0" lang="en-GB" sz="1200" b="0" i="0" u="none" strike="noStrike" kern="1200" cap="none" spc="0" normalizeH="0" baseline="0" noProof="0">
                <a:ln>
                  <a:noFill/>
                </a:ln>
                <a:solidFill>
                  <a:schemeClr val="bg2">
                    <a:lumMod val="50000"/>
                  </a:schemeClr>
                </a:solidFill>
                <a:effectLst/>
                <a:uLnTx/>
                <a:uFillTx/>
                <a:ea typeface="+mn-ea"/>
                <a:cs typeface="+mn-cs"/>
              </a:rPr>
              <a:t>[Unit]</a:t>
            </a:r>
          </a:p>
        </p:txBody>
      </p:sp>
      <p:sp>
        <p:nvSpPr>
          <p:cNvPr id="9" name="TextBox 8">
            <a:extLst>
              <a:ext uri="{FF2B5EF4-FFF2-40B4-BE49-F238E27FC236}">
                <a16:creationId xmlns:a16="http://schemas.microsoft.com/office/drawing/2014/main" id="{B4040360-A768-70A0-1FAF-9C8EB4BF2886}"/>
              </a:ext>
            </a:extLst>
          </p:cNvPr>
          <p:cNvSpPr txBox="1"/>
          <p:nvPr/>
        </p:nvSpPr>
        <p:spPr>
          <a:xfrm>
            <a:off x="8106032" y="1480435"/>
            <a:ext cx="3535105" cy="427657"/>
          </a:xfrm>
          <a:prstGeom prst="rect">
            <a:avLst/>
          </a:prstGeom>
          <a:noFill/>
        </p:spPr>
        <p:txBody>
          <a:bodyPr wrap="square" l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tx2"/>
                </a:solidFill>
                <a:effectLst/>
                <a:uLnTx/>
                <a:uFillTx/>
                <a:ea typeface="+mn-ea"/>
                <a:cs typeface="+mn-cs"/>
              </a:rPr>
              <a:t>[Key takeaways/main conclusion]</a:t>
            </a:r>
          </a:p>
        </p:txBody>
      </p:sp>
      <p:cxnSp>
        <p:nvCxnSpPr>
          <p:cNvPr id="10" name="Straight Connector 9">
            <a:extLst>
              <a:ext uri="{FF2B5EF4-FFF2-40B4-BE49-F238E27FC236}">
                <a16:creationId xmlns:a16="http://schemas.microsoft.com/office/drawing/2014/main" id="{965EAC6F-C9F7-3ADD-7257-A05F59267023}"/>
              </a:ext>
            </a:extLst>
          </p:cNvPr>
          <p:cNvCxnSpPr>
            <a:cxnSpLocks/>
          </p:cNvCxnSpPr>
          <p:nvPr/>
        </p:nvCxnSpPr>
        <p:spPr>
          <a:xfrm>
            <a:off x="7980920" y="1415178"/>
            <a:ext cx="1" cy="4500033"/>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BC0943D-0AB2-1B8D-76DF-1EB3FC60D9F0}"/>
              </a:ext>
            </a:extLst>
          </p:cNvPr>
          <p:cNvCxnSpPr>
            <a:cxnSpLocks/>
          </p:cNvCxnSpPr>
          <p:nvPr/>
        </p:nvCxnSpPr>
        <p:spPr>
          <a:xfrm>
            <a:off x="8106032" y="1992402"/>
            <a:ext cx="3535105"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C3FECCA-8695-6FF1-2AD3-1166356FF9D5}"/>
              </a:ext>
            </a:extLst>
          </p:cNvPr>
          <p:cNvSpPr txBox="1"/>
          <p:nvPr/>
        </p:nvSpPr>
        <p:spPr>
          <a:xfrm>
            <a:off x="8240476" y="2251235"/>
            <a:ext cx="3400660" cy="184665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GB" sz="1200" b="0" i="0" u="none" strike="noStrike" kern="1200" cap="none" spc="0" normalizeH="0" baseline="0" noProof="0">
                <a:ln>
                  <a:noFill/>
                </a:ln>
                <a:solidFill>
                  <a:schemeClr val="tx2"/>
                </a:solidFill>
                <a:effectLst/>
                <a:uLnTx/>
                <a:uFillTx/>
              </a:rPr>
              <a:t>[Short description and most important takeaways]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GB" sz="1200" b="0" i="0" u="none" strike="noStrike" kern="1200" cap="none" spc="0" normalizeH="0" baseline="0" noProof="0">
                <a:ln>
                  <a:noFill/>
                </a:ln>
                <a:solidFill>
                  <a:schemeClr val="tx2"/>
                </a:solidFill>
                <a:effectLst/>
                <a:uLnTx/>
                <a:uFillTx/>
              </a:rPr>
              <a:t>[Short description and most important takeaways]</a:t>
            </a:r>
          </a:p>
          <a:p>
            <a:pPr marL="285750" indent="-285750">
              <a:spcAft>
                <a:spcPts val="1200"/>
              </a:spcAft>
              <a:buFont typeface="Arial" panose="020B0604020202020204" pitchFamily="34" charset="0"/>
              <a:buChar char="•"/>
              <a:defRPr/>
            </a:pPr>
            <a:r>
              <a:rPr kumimoji="0" lang="en-GB" sz="1200" b="0" i="0" u="none" strike="noStrike" kern="1200" cap="none" spc="0" normalizeH="0" baseline="0" noProof="0">
                <a:ln>
                  <a:noFill/>
                </a:ln>
                <a:solidFill>
                  <a:schemeClr val="tx2"/>
                </a:solidFill>
                <a:effectLst/>
                <a:uLnTx/>
                <a:uFillTx/>
              </a:rPr>
              <a:t>[Short description and most important takeaways]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GB" sz="1200">
                <a:solidFill>
                  <a:schemeClr val="tx2"/>
                </a:solidFill>
              </a:rPr>
              <a:t>…</a:t>
            </a:r>
            <a:endParaRPr kumimoji="0" lang="en-GB" sz="1200" b="0" i="0" u="none" strike="noStrike" kern="1200" cap="none" spc="0" normalizeH="0" baseline="0" noProof="0">
              <a:ln>
                <a:noFill/>
              </a:ln>
              <a:solidFill>
                <a:schemeClr val="tx2"/>
              </a:solidFill>
              <a:effectLst/>
              <a:uLnTx/>
              <a:uFillTx/>
            </a:endParaRPr>
          </a:p>
        </p:txBody>
      </p:sp>
    </p:spTree>
    <p:extLst>
      <p:ext uri="{BB962C8B-B14F-4D97-AF65-F5344CB8AC3E}">
        <p14:creationId xmlns:p14="http://schemas.microsoft.com/office/powerpoint/2010/main" val="39481428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7" name="Picture Placeholder 16">
            <a:extLst>
              <a:ext uri="{FF2B5EF4-FFF2-40B4-BE49-F238E27FC236}">
                <a16:creationId xmlns:a16="http://schemas.microsoft.com/office/drawing/2014/main" id="{7677BA34-5878-BD49-BDE8-E9C27F9471C9}"/>
              </a:ext>
            </a:extLst>
          </p:cNvPr>
          <p:cNvSpPr>
            <a:spLocks noGrp="1"/>
          </p:cNvSpPr>
          <p:nvPr>
            <p:ph type="pic" sz="quarter" idx="19"/>
          </p:nvPr>
        </p:nvSpPr>
        <p:spPr/>
        <p:txBody>
          <a:bodyPr/>
          <a:lstStyle/>
          <a:p>
            <a:endParaRPr lang="en-US"/>
          </a:p>
        </p:txBody>
      </p:sp>
      <p:sp>
        <p:nvSpPr>
          <p:cNvPr id="18" name="Picture Placeholder 17">
            <a:extLst>
              <a:ext uri="{FF2B5EF4-FFF2-40B4-BE49-F238E27FC236}">
                <a16:creationId xmlns:a16="http://schemas.microsoft.com/office/drawing/2014/main" id="{C7722644-2E96-C0BF-2ECB-05E8A735F41B}"/>
              </a:ext>
            </a:extLst>
          </p:cNvPr>
          <p:cNvSpPr>
            <a:spLocks noGrp="1"/>
          </p:cNvSpPr>
          <p:nvPr>
            <p:ph type="pic" sz="quarter" idx="20"/>
          </p:nvPr>
        </p:nvSpPr>
        <p:spPr/>
        <p:txBody>
          <a:bodyPr/>
          <a:lstStyle/>
          <a:p>
            <a:endParaRPr lang="en-US"/>
          </a:p>
        </p:txBody>
      </p:sp>
      <p:sp>
        <p:nvSpPr>
          <p:cNvPr id="19" name="Picture Placeholder 18">
            <a:extLst>
              <a:ext uri="{FF2B5EF4-FFF2-40B4-BE49-F238E27FC236}">
                <a16:creationId xmlns:a16="http://schemas.microsoft.com/office/drawing/2014/main" id="{98FFE4A4-A716-DC85-2859-790B07F17A75}"/>
              </a:ext>
            </a:extLst>
          </p:cNvPr>
          <p:cNvSpPr>
            <a:spLocks noGrp="1"/>
          </p:cNvSpPr>
          <p:nvPr>
            <p:ph type="pic" sz="quarter" idx="21"/>
          </p:nvPr>
        </p:nvSpPr>
        <p:spPr/>
        <p:txBody>
          <a:bodyPr/>
          <a:lstStyle/>
          <a:p>
            <a:endParaRPr lang="en-US"/>
          </a:p>
        </p:txBody>
      </p:sp>
      <p:sp>
        <p:nvSpPr>
          <p:cNvPr id="20" name="Picture Placeholder 19">
            <a:extLst>
              <a:ext uri="{FF2B5EF4-FFF2-40B4-BE49-F238E27FC236}">
                <a16:creationId xmlns:a16="http://schemas.microsoft.com/office/drawing/2014/main" id="{F9B28DA7-5212-0B53-3B51-401A9742F880}"/>
              </a:ext>
            </a:extLst>
          </p:cNvPr>
          <p:cNvSpPr>
            <a:spLocks noGrp="1"/>
          </p:cNvSpPr>
          <p:nvPr>
            <p:ph type="pic" sz="quarter" idx="22"/>
          </p:nvPr>
        </p:nvSpPr>
        <p:spPr/>
        <p:txBody>
          <a:bodyPr/>
          <a:lstStyle/>
          <a:p>
            <a:endParaRPr lang="en-US"/>
          </a:p>
        </p:txBody>
      </p:sp>
      <p:sp>
        <p:nvSpPr>
          <p:cNvPr id="22" name="Picture Placeholder 21">
            <a:extLst>
              <a:ext uri="{FF2B5EF4-FFF2-40B4-BE49-F238E27FC236}">
                <a16:creationId xmlns:a16="http://schemas.microsoft.com/office/drawing/2014/main" id="{FA7E3D97-CCA0-3F8E-D5F1-F373124CDA41}"/>
              </a:ext>
            </a:extLst>
          </p:cNvPr>
          <p:cNvSpPr>
            <a:spLocks noGrp="1"/>
          </p:cNvSpPr>
          <p:nvPr>
            <p:ph type="pic" sz="quarter" idx="23"/>
          </p:nvPr>
        </p:nvSpPr>
        <p:spPr/>
        <p:txBody>
          <a:bodyPr/>
          <a:lstStyle/>
          <a:p>
            <a:endParaRPr lang="en-US"/>
          </a:p>
        </p:txBody>
      </p:sp>
      <p:sp>
        <p:nvSpPr>
          <p:cNvPr id="25" name="Picture Placeholder 24">
            <a:extLst>
              <a:ext uri="{FF2B5EF4-FFF2-40B4-BE49-F238E27FC236}">
                <a16:creationId xmlns:a16="http://schemas.microsoft.com/office/drawing/2014/main" id="{41B7AA29-33C2-D47B-388A-A55DCC37424A}"/>
              </a:ext>
            </a:extLst>
          </p:cNvPr>
          <p:cNvSpPr>
            <a:spLocks noGrp="1"/>
          </p:cNvSpPr>
          <p:nvPr>
            <p:ph type="pic" sz="quarter" idx="24"/>
          </p:nvPr>
        </p:nvSpPr>
        <p:spPr/>
        <p:txBody>
          <a:bodyPr/>
          <a:lstStyle/>
          <a:p>
            <a:endParaRPr lang="en-US"/>
          </a:p>
        </p:txBody>
      </p:sp>
      <p:sp>
        <p:nvSpPr>
          <p:cNvPr id="31" name="Picture Placeholder 30">
            <a:extLst>
              <a:ext uri="{FF2B5EF4-FFF2-40B4-BE49-F238E27FC236}">
                <a16:creationId xmlns:a16="http://schemas.microsoft.com/office/drawing/2014/main" id="{9740DEE2-C1D4-D43B-559C-578893065A43}"/>
              </a:ext>
            </a:extLst>
          </p:cNvPr>
          <p:cNvSpPr>
            <a:spLocks noGrp="1"/>
          </p:cNvSpPr>
          <p:nvPr>
            <p:ph type="pic" sz="quarter" idx="25"/>
          </p:nvPr>
        </p:nvSpPr>
        <p:spPr/>
        <p:txBody>
          <a:bodyPr/>
          <a:lstStyle/>
          <a:p>
            <a:endParaRPr lang="en-US"/>
          </a:p>
        </p:txBody>
      </p:sp>
      <p:sp>
        <p:nvSpPr>
          <p:cNvPr id="32" name="Picture Placeholder 31">
            <a:extLst>
              <a:ext uri="{FF2B5EF4-FFF2-40B4-BE49-F238E27FC236}">
                <a16:creationId xmlns:a16="http://schemas.microsoft.com/office/drawing/2014/main" id="{C2159C6A-2101-DABB-378F-120C26FE2061}"/>
              </a:ext>
            </a:extLst>
          </p:cNvPr>
          <p:cNvSpPr>
            <a:spLocks noGrp="1"/>
          </p:cNvSpPr>
          <p:nvPr>
            <p:ph type="pic" sz="quarter" idx="26"/>
          </p:nvPr>
        </p:nvSpPr>
        <p:spPr/>
        <p:txBody>
          <a:bodyPr/>
          <a:lstStyle/>
          <a:p>
            <a:endParaRPr lang="en-US"/>
          </a:p>
        </p:txBody>
      </p:sp>
      <p:sp>
        <p:nvSpPr>
          <p:cNvPr id="33" name="Picture Placeholder 32">
            <a:extLst>
              <a:ext uri="{FF2B5EF4-FFF2-40B4-BE49-F238E27FC236}">
                <a16:creationId xmlns:a16="http://schemas.microsoft.com/office/drawing/2014/main" id="{2F765D5D-2B60-496E-B7FA-B74A55E7236F}"/>
              </a:ext>
            </a:extLst>
          </p:cNvPr>
          <p:cNvSpPr>
            <a:spLocks noGrp="1"/>
          </p:cNvSpPr>
          <p:nvPr>
            <p:ph type="pic" sz="quarter" idx="27"/>
          </p:nvPr>
        </p:nvSpPr>
        <p:spPr/>
        <p:txBody>
          <a:bodyPr/>
          <a:lstStyle/>
          <a:p>
            <a:endParaRPr lang="en-US"/>
          </a:p>
        </p:txBody>
      </p:sp>
      <p:sp>
        <p:nvSpPr>
          <p:cNvPr id="59" name="TextBox 58"/>
          <p:cNvSpPr txBox="1"/>
          <p:nvPr/>
        </p:nvSpPr>
        <p:spPr>
          <a:xfrm>
            <a:off x="2280932" y="1627495"/>
            <a:ext cx="183610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accent1"/>
                </a:solidFill>
                <a:effectLst/>
                <a:uLnTx/>
                <a:uFillTx/>
                <a:cs typeface="Arial" panose="020B0604020202020204" pitchFamily="34" charset="0"/>
              </a:rPr>
              <a:t>[Insert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chemeClr val="tx2"/>
                </a:solidFill>
                <a:effectLst/>
                <a:uLnTx/>
                <a:uFillTx/>
                <a:cs typeface="Arial" panose="020B0604020202020204" pitchFamily="34" charset="0"/>
              </a:rPr>
              <a:t>[Insert role/title]</a:t>
            </a:r>
          </a:p>
        </p:txBody>
      </p:sp>
      <p:sp>
        <p:nvSpPr>
          <p:cNvPr id="21" name="TextBox 20">
            <a:extLst>
              <a:ext uri="{FF2B5EF4-FFF2-40B4-BE49-F238E27FC236}">
                <a16:creationId xmlns:a16="http://schemas.microsoft.com/office/drawing/2014/main" id="{F0E696D0-F1EB-ABCD-E757-130680E28F22}"/>
              </a:ext>
            </a:extLst>
          </p:cNvPr>
          <p:cNvSpPr txBox="1"/>
          <p:nvPr/>
        </p:nvSpPr>
        <p:spPr>
          <a:xfrm>
            <a:off x="2280932" y="3243210"/>
            <a:ext cx="183610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accent1"/>
                </a:solidFill>
                <a:effectLst/>
                <a:uLnTx/>
                <a:uFillTx/>
                <a:cs typeface="Arial" panose="020B0604020202020204" pitchFamily="34" charset="0"/>
              </a:rPr>
              <a:t>[Insert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chemeClr val="tx2"/>
                </a:solidFill>
                <a:effectLst/>
                <a:uLnTx/>
                <a:uFillTx/>
                <a:cs typeface="Arial" panose="020B0604020202020204" pitchFamily="34" charset="0"/>
              </a:rPr>
              <a:t>[Insert role/title]</a:t>
            </a:r>
          </a:p>
        </p:txBody>
      </p:sp>
      <p:sp>
        <p:nvSpPr>
          <p:cNvPr id="23" name="TextBox 22">
            <a:extLst>
              <a:ext uri="{FF2B5EF4-FFF2-40B4-BE49-F238E27FC236}">
                <a16:creationId xmlns:a16="http://schemas.microsoft.com/office/drawing/2014/main" id="{9F276224-CC90-9A72-B018-8D040A1C2F4C}"/>
              </a:ext>
            </a:extLst>
          </p:cNvPr>
          <p:cNvSpPr txBox="1"/>
          <p:nvPr/>
        </p:nvSpPr>
        <p:spPr>
          <a:xfrm>
            <a:off x="2280932" y="4858924"/>
            <a:ext cx="183610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accent1"/>
                </a:solidFill>
                <a:effectLst/>
                <a:uLnTx/>
                <a:uFillTx/>
                <a:cs typeface="Arial" panose="020B0604020202020204" pitchFamily="34" charset="0"/>
              </a:rPr>
              <a:t>[Insert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chemeClr val="tx2"/>
                </a:solidFill>
                <a:effectLst/>
                <a:uLnTx/>
                <a:uFillTx/>
                <a:cs typeface="Arial" panose="020B0604020202020204" pitchFamily="34" charset="0"/>
              </a:rPr>
              <a:t>[Insert role/title]</a:t>
            </a:r>
          </a:p>
        </p:txBody>
      </p:sp>
      <p:sp>
        <p:nvSpPr>
          <p:cNvPr id="24" name="TextBox 23">
            <a:extLst>
              <a:ext uri="{FF2B5EF4-FFF2-40B4-BE49-F238E27FC236}">
                <a16:creationId xmlns:a16="http://schemas.microsoft.com/office/drawing/2014/main" id="{027DE990-BE70-4B4D-CEE7-959C6EC94E0B}"/>
              </a:ext>
            </a:extLst>
          </p:cNvPr>
          <p:cNvSpPr txBox="1"/>
          <p:nvPr/>
        </p:nvSpPr>
        <p:spPr>
          <a:xfrm>
            <a:off x="5836932" y="1627495"/>
            <a:ext cx="183610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accent1"/>
                </a:solidFill>
                <a:effectLst/>
                <a:uLnTx/>
                <a:uFillTx/>
                <a:cs typeface="Arial" panose="020B0604020202020204" pitchFamily="34" charset="0"/>
              </a:rPr>
              <a:t>[Insert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chemeClr val="tx2"/>
                </a:solidFill>
                <a:effectLst/>
                <a:uLnTx/>
                <a:uFillTx/>
                <a:cs typeface="Arial" panose="020B0604020202020204" pitchFamily="34" charset="0"/>
              </a:rPr>
              <a:t>[Insert role/title]</a:t>
            </a:r>
          </a:p>
        </p:txBody>
      </p:sp>
      <p:sp>
        <p:nvSpPr>
          <p:cNvPr id="26" name="TextBox 25">
            <a:extLst>
              <a:ext uri="{FF2B5EF4-FFF2-40B4-BE49-F238E27FC236}">
                <a16:creationId xmlns:a16="http://schemas.microsoft.com/office/drawing/2014/main" id="{471E49E4-0930-D025-3934-A188CA4E56BB}"/>
              </a:ext>
            </a:extLst>
          </p:cNvPr>
          <p:cNvSpPr txBox="1"/>
          <p:nvPr/>
        </p:nvSpPr>
        <p:spPr>
          <a:xfrm>
            <a:off x="5836932" y="3243210"/>
            <a:ext cx="183610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accent1"/>
                </a:solidFill>
                <a:effectLst/>
                <a:uLnTx/>
                <a:uFillTx/>
                <a:cs typeface="Arial" panose="020B0604020202020204" pitchFamily="34" charset="0"/>
              </a:rPr>
              <a:t>[Insert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chemeClr val="tx2"/>
                </a:solidFill>
                <a:effectLst/>
                <a:uLnTx/>
                <a:uFillTx/>
                <a:cs typeface="Arial" panose="020B0604020202020204" pitchFamily="34" charset="0"/>
              </a:rPr>
              <a:t>[Insert role/title]</a:t>
            </a:r>
          </a:p>
        </p:txBody>
      </p:sp>
      <p:sp>
        <p:nvSpPr>
          <p:cNvPr id="27" name="TextBox 26">
            <a:extLst>
              <a:ext uri="{FF2B5EF4-FFF2-40B4-BE49-F238E27FC236}">
                <a16:creationId xmlns:a16="http://schemas.microsoft.com/office/drawing/2014/main" id="{8B7EDA05-2EEF-0024-96B3-5C87FBA88AA2}"/>
              </a:ext>
            </a:extLst>
          </p:cNvPr>
          <p:cNvSpPr txBox="1"/>
          <p:nvPr/>
        </p:nvSpPr>
        <p:spPr>
          <a:xfrm>
            <a:off x="5836932" y="4858924"/>
            <a:ext cx="183610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accent1"/>
                </a:solidFill>
                <a:effectLst/>
                <a:uLnTx/>
                <a:uFillTx/>
                <a:cs typeface="Arial" panose="020B0604020202020204" pitchFamily="34" charset="0"/>
              </a:rPr>
              <a:t>[Insert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chemeClr val="tx2"/>
                </a:solidFill>
                <a:effectLst/>
                <a:uLnTx/>
                <a:uFillTx/>
                <a:cs typeface="Arial" panose="020B0604020202020204" pitchFamily="34" charset="0"/>
              </a:rPr>
              <a:t>[Insert role/title]</a:t>
            </a:r>
          </a:p>
        </p:txBody>
      </p:sp>
      <p:sp>
        <p:nvSpPr>
          <p:cNvPr id="28" name="TextBox 27">
            <a:extLst>
              <a:ext uri="{FF2B5EF4-FFF2-40B4-BE49-F238E27FC236}">
                <a16:creationId xmlns:a16="http://schemas.microsoft.com/office/drawing/2014/main" id="{70A2E9DB-1F44-92B2-A7D6-FBF5DB22242D}"/>
              </a:ext>
            </a:extLst>
          </p:cNvPr>
          <p:cNvSpPr txBox="1"/>
          <p:nvPr/>
        </p:nvSpPr>
        <p:spPr>
          <a:xfrm>
            <a:off x="9392932" y="1627495"/>
            <a:ext cx="183610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accent1"/>
                </a:solidFill>
                <a:effectLst/>
                <a:uLnTx/>
                <a:uFillTx/>
                <a:cs typeface="Arial" panose="020B0604020202020204" pitchFamily="34" charset="0"/>
              </a:rPr>
              <a:t>[Insert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chemeClr val="tx2"/>
                </a:solidFill>
                <a:effectLst/>
                <a:uLnTx/>
                <a:uFillTx/>
                <a:cs typeface="Arial" panose="020B0604020202020204" pitchFamily="34" charset="0"/>
              </a:rPr>
              <a:t>[Insert role/title]</a:t>
            </a:r>
          </a:p>
        </p:txBody>
      </p:sp>
      <p:sp>
        <p:nvSpPr>
          <p:cNvPr id="29" name="TextBox 28">
            <a:extLst>
              <a:ext uri="{FF2B5EF4-FFF2-40B4-BE49-F238E27FC236}">
                <a16:creationId xmlns:a16="http://schemas.microsoft.com/office/drawing/2014/main" id="{0331C5CA-B40C-CA95-AE50-985D429D55DF}"/>
              </a:ext>
            </a:extLst>
          </p:cNvPr>
          <p:cNvSpPr txBox="1"/>
          <p:nvPr/>
        </p:nvSpPr>
        <p:spPr>
          <a:xfrm>
            <a:off x="9392932" y="3243210"/>
            <a:ext cx="183610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accent1"/>
                </a:solidFill>
                <a:effectLst/>
                <a:uLnTx/>
                <a:uFillTx/>
                <a:cs typeface="Arial" panose="020B0604020202020204" pitchFamily="34" charset="0"/>
              </a:rPr>
              <a:t>[Insert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chemeClr val="tx2"/>
                </a:solidFill>
                <a:effectLst/>
                <a:uLnTx/>
                <a:uFillTx/>
                <a:cs typeface="Arial" panose="020B0604020202020204" pitchFamily="34" charset="0"/>
              </a:rPr>
              <a:t>[Insert role/title]</a:t>
            </a:r>
          </a:p>
        </p:txBody>
      </p:sp>
      <p:sp>
        <p:nvSpPr>
          <p:cNvPr id="30" name="TextBox 29">
            <a:extLst>
              <a:ext uri="{FF2B5EF4-FFF2-40B4-BE49-F238E27FC236}">
                <a16:creationId xmlns:a16="http://schemas.microsoft.com/office/drawing/2014/main" id="{0EA637F1-B904-3DF2-BF9B-7E9CC3DBC2BC}"/>
              </a:ext>
            </a:extLst>
          </p:cNvPr>
          <p:cNvSpPr txBox="1"/>
          <p:nvPr/>
        </p:nvSpPr>
        <p:spPr>
          <a:xfrm>
            <a:off x="9392932" y="4858924"/>
            <a:ext cx="183610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accent1"/>
                </a:solidFill>
                <a:effectLst/>
                <a:uLnTx/>
                <a:uFillTx/>
                <a:cs typeface="Arial" panose="020B0604020202020204" pitchFamily="34" charset="0"/>
              </a:rPr>
              <a:t>[Insert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chemeClr val="tx2"/>
                </a:solidFill>
                <a:effectLst/>
                <a:uLnTx/>
                <a:uFillTx/>
                <a:cs typeface="Arial" panose="020B0604020202020204" pitchFamily="34" charset="0"/>
              </a:rPr>
              <a:t>[Insert role/title]</a:t>
            </a:r>
          </a:p>
        </p:txBody>
      </p:sp>
      <p:sp>
        <p:nvSpPr>
          <p:cNvPr id="5" name="Title 4">
            <a:extLst>
              <a:ext uri="{FF2B5EF4-FFF2-40B4-BE49-F238E27FC236}">
                <a16:creationId xmlns:a16="http://schemas.microsoft.com/office/drawing/2014/main" id="{09AE89FE-1271-59CF-2F82-BE8F1CB10132}"/>
              </a:ext>
            </a:extLst>
          </p:cNvPr>
          <p:cNvSpPr>
            <a:spLocks noGrp="1"/>
          </p:cNvSpPr>
          <p:nvPr>
            <p:ph type="title"/>
          </p:nvPr>
        </p:nvSpPr>
        <p:spPr/>
        <p:txBody>
          <a:bodyPr/>
          <a:lstStyle/>
          <a:p>
            <a:r>
              <a:rPr lang="en-US"/>
              <a:t>Introducing today's team</a:t>
            </a:r>
          </a:p>
        </p:txBody>
      </p:sp>
    </p:spTree>
    <p:extLst>
      <p:ext uri="{BB962C8B-B14F-4D97-AF65-F5344CB8AC3E}">
        <p14:creationId xmlns:p14="http://schemas.microsoft.com/office/powerpoint/2010/main" val="3345352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5813C0-49EB-6CA1-D737-EE48C6CDD6C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5813C0-49EB-6CA1-D737-EE48C6CDD6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579D8B-4611-B928-953C-F7CC010CEB67}"/>
              </a:ext>
            </a:extLst>
          </p:cNvPr>
          <p:cNvSpPr>
            <a:spLocks noGrp="1"/>
          </p:cNvSpPr>
          <p:nvPr>
            <p:ph type="title"/>
          </p:nvPr>
        </p:nvSpPr>
        <p:spPr/>
        <p:txBody>
          <a:bodyPr vert="horz"/>
          <a:lstStyle/>
          <a:p>
            <a:r>
              <a:rPr lang="en-US"/>
              <a:t>SWOT analysis</a:t>
            </a:r>
            <a:endParaRPr lang="en-DK"/>
          </a:p>
        </p:txBody>
      </p:sp>
      <p:sp>
        <p:nvSpPr>
          <p:cNvPr id="3" name="Subtitle 2">
            <a:extLst>
              <a:ext uri="{FF2B5EF4-FFF2-40B4-BE49-F238E27FC236}">
                <a16:creationId xmlns:a16="http://schemas.microsoft.com/office/drawing/2014/main" id="{9DBA67C3-E438-49ED-B016-91F8E42C10DE}"/>
              </a:ext>
            </a:extLst>
          </p:cNvPr>
          <p:cNvSpPr>
            <a:spLocks noGrp="1"/>
          </p:cNvSpPr>
          <p:nvPr>
            <p:ph type="subTitle" idx="1"/>
          </p:nvPr>
        </p:nvSpPr>
        <p:spPr/>
        <p:txBody>
          <a:bodyPr/>
          <a:lstStyle/>
          <a:p>
            <a:endParaRPr lang="en-US"/>
          </a:p>
        </p:txBody>
      </p:sp>
      <p:sp>
        <p:nvSpPr>
          <p:cNvPr id="10" name="Freeform 6">
            <a:extLst>
              <a:ext uri="{FF2B5EF4-FFF2-40B4-BE49-F238E27FC236}">
                <a16:creationId xmlns:a16="http://schemas.microsoft.com/office/drawing/2014/main" id="{5CA21C24-9C2B-3B93-C190-56606D5F67C6}"/>
              </a:ext>
            </a:extLst>
          </p:cNvPr>
          <p:cNvSpPr>
            <a:spLocks/>
          </p:cNvSpPr>
          <p:nvPr/>
        </p:nvSpPr>
        <p:spPr bwMode="auto">
          <a:xfrm>
            <a:off x="554736" y="1537766"/>
            <a:ext cx="2132709" cy="981568"/>
          </a:xfrm>
          <a:prstGeom prst="rect">
            <a:avLst/>
          </a:prstGeom>
          <a:solidFill>
            <a:schemeClr val="accent1"/>
          </a:solidFill>
          <a:ln>
            <a:noFill/>
          </a:ln>
        </p:spPr>
        <p:txBody>
          <a:bodyPr anchor="ctr"/>
          <a:lstStyle/>
          <a:p>
            <a:r>
              <a:rPr lang="en-US" sz="1600" b="1">
                <a:solidFill>
                  <a:schemeClr val="bg1"/>
                </a:solidFill>
              </a:rPr>
              <a:t>Strengths</a:t>
            </a:r>
          </a:p>
        </p:txBody>
      </p:sp>
      <p:sp>
        <p:nvSpPr>
          <p:cNvPr id="22" name="Freeform 6">
            <a:extLst>
              <a:ext uri="{FF2B5EF4-FFF2-40B4-BE49-F238E27FC236}">
                <a16:creationId xmlns:a16="http://schemas.microsoft.com/office/drawing/2014/main" id="{58E22D1A-7C8A-A663-CEDE-EE8DCAC967BD}"/>
              </a:ext>
            </a:extLst>
          </p:cNvPr>
          <p:cNvSpPr>
            <a:spLocks/>
          </p:cNvSpPr>
          <p:nvPr/>
        </p:nvSpPr>
        <p:spPr bwMode="auto">
          <a:xfrm>
            <a:off x="554736" y="2694815"/>
            <a:ext cx="2132709" cy="981568"/>
          </a:xfrm>
          <a:prstGeom prst="rect">
            <a:avLst/>
          </a:prstGeom>
          <a:solidFill>
            <a:schemeClr val="accent4"/>
          </a:solidFill>
          <a:ln>
            <a:noFill/>
          </a:ln>
        </p:spPr>
        <p:txBody>
          <a:bodyPr anchor="ctr"/>
          <a:lstStyle/>
          <a:p>
            <a:r>
              <a:rPr lang="en-US" sz="1600" b="1">
                <a:solidFill>
                  <a:schemeClr val="bg1"/>
                </a:solidFill>
              </a:rPr>
              <a:t>Weaknesses</a:t>
            </a:r>
          </a:p>
        </p:txBody>
      </p:sp>
      <p:sp>
        <p:nvSpPr>
          <p:cNvPr id="23" name="Freeform 6">
            <a:extLst>
              <a:ext uri="{FF2B5EF4-FFF2-40B4-BE49-F238E27FC236}">
                <a16:creationId xmlns:a16="http://schemas.microsoft.com/office/drawing/2014/main" id="{C6DED5DF-14E7-A0D7-471E-4CB5C07371C9}"/>
              </a:ext>
            </a:extLst>
          </p:cNvPr>
          <p:cNvSpPr>
            <a:spLocks/>
          </p:cNvSpPr>
          <p:nvPr/>
        </p:nvSpPr>
        <p:spPr bwMode="auto">
          <a:xfrm>
            <a:off x="554736" y="3887664"/>
            <a:ext cx="2132709" cy="980915"/>
          </a:xfrm>
          <a:prstGeom prst="rect">
            <a:avLst/>
          </a:prstGeom>
          <a:solidFill>
            <a:schemeClr val="tx2"/>
          </a:solidFill>
          <a:ln>
            <a:noFill/>
          </a:ln>
        </p:spPr>
        <p:txBody>
          <a:bodyPr anchor="ctr"/>
          <a:lstStyle/>
          <a:p>
            <a:pPr>
              <a:defRPr/>
            </a:pPr>
            <a:r>
              <a:rPr lang="en-US" sz="1600" b="1">
                <a:solidFill>
                  <a:srgbClr val="FFFFFF"/>
                </a:solidFill>
              </a:rPr>
              <a:t>Opportunities</a:t>
            </a:r>
          </a:p>
        </p:txBody>
      </p:sp>
      <p:sp>
        <p:nvSpPr>
          <p:cNvPr id="24" name="Freeform 6">
            <a:extLst>
              <a:ext uri="{FF2B5EF4-FFF2-40B4-BE49-F238E27FC236}">
                <a16:creationId xmlns:a16="http://schemas.microsoft.com/office/drawing/2014/main" id="{9744B156-506D-3460-D023-B2F857301C9A}"/>
              </a:ext>
            </a:extLst>
          </p:cNvPr>
          <p:cNvSpPr>
            <a:spLocks/>
          </p:cNvSpPr>
          <p:nvPr/>
        </p:nvSpPr>
        <p:spPr bwMode="auto">
          <a:xfrm>
            <a:off x="554736" y="5044713"/>
            <a:ext cx="2132709" cy="980915"/>
          </a:xfrm>
          <a:prstGeom prst="rect">
            <a:avLst/>
          </a:prstGeom>
          <a:solidFill>
            <a:schemeClr val="accent5"/>
          </a:solidFill>
          <a:ln>
            <a:noFill/>
          </a:ln>
        </p:spPr>
        <p:txBody>
          <a:bodyPr anchor="ctr"/>
          <a:lstStyle/>
          <a:p>
            <a:pPr>
              <a:defRPr/>
            </a:pPr>
            <a:r>
              <a:rPr lang="en-US" sz="1600" b="1">
                <a:solidFill>
                  <a:schemeClr val="bg1"/>
                </a:solidFill>
              </a:rPr>
              <a:t>Threats</a:t>
            </a:r>
          </a:p>
        </p:txBody>
      </p:sp>
      <p:cxnSp>
        <p:nvCxnSpPr>
          <p:cNvPr id="42" name="Straight Connector 35">
            <a:extLst>
              <a:ext uri="{FF2B5EF4-FFF2-40B4-BE49-F238E27FC236}">
                <a16:creationId xmlns:a16="http://schemas.microsoft.com/office/drawing/2014/main" id="{BBD3493B-6592-1E53-9A0E-95007546F35D}"/>
              </a:ext>
            </a:extLst>
          </p:cNvPr>
          <p:cNvCxnSpPr/>
          <p:nvPr/>
        </p:nvCxnSpPr>
        <p:spPr>
          <a:xfrm>
            <a:off x="559775" y="2602685"/>
            <a:ext cx="11070249"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36">
            <a:extLst>
              <a:ext uri="{FF2B5EF4-FFF2-40B4-BE49-F238E27FC236}">
                <a16:creationId xmlns:a16="http://schemas.microsoft.com/office/drawing/2014/main" id="{E0948BBE-F8D8-9F05-8B2B-25FA4ACAEB2B}"/>
              </a:ext>
            </a:extLst>
          </p:cNvPr>
          <p:cNvCxnSpPr/>
          <p:nvPr/>
        </p:nvCxnSpPr>
        <p:spPr>
          <a:xfrm>
            <a:off x="559775" y="3770235"/>
            <a:ext cx="11070249"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37">
            <a:extLst>
              <a:ext uri="{FF2B5EF4-FFF2-40B4-BE49-F238E27FC236}">
                <a16:creationId xmlns:a16="http://schemas.microsoft.com/office/drawing/2014/main" id="{AA3BCF92-98F3-52BE-3B64-697B2ED6335B}"/>
              </a:ext>
            </a:extLst>
          </p:cNvPr>
          <p:cNvCxnSpPr/>
          <p:nvPr/>
        </p:nvCxnSpPr>
        <p:spPr>
          <a:xfrm>
            <a:off x="559775" y="4953610"/>
            <a:ext cx="11070249"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8" name="Text Placeholder 6">
            <a:extLst>
              <a:ext uri="{FF2B5EF4-FFF2-40B4-BE49-F238E27FC236}">
                <a16:creationId xmlns:a16="http://schemas.microsoft.com/office/drawing/2014/main" id="{DA47F599-B1B2-7238-E997-57161D00778E}"/>
              </a:ext>
            </a:extLst>
          </p:cNvPr>
          <p:cNvSpPr txBox="1">
            <a:spLocks/>
          </p:cNvSpPr>
          <p:nvPr/>
        </p:nvSpPr>
        <p:spPr>
          <a:xfrm>
            <a:off x="2869888" y="5044713"/>
            <a:ext cx="8767376" cy="978408"/>
          </a:xfrm>
          <a:prstGeom prst="rect">
            <a:avLst/>
          </a:prstGeom>
          <a:noFill/>
          <a:effectLst/>
        </p:spPr>
        <p:txBody>
          <a:bodyPr lIns="73152"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400" b="0">
                <a:solidFill>
                  <a:schemeClr val="tx2"/>
                </a:solidFill>
                <a:latin typeface="+mn-lt"/>
              </a:rPr>
              <a:t>[Longer text description of threats]</a:t>
            </a:r>
          </a:p>
        </p:txBody>
      </p:sp>
      <p:sp>
        <p:nvSpPr>
          <p:cNvPr id="39" name="Text Placeholder 6">
            <a:extLst>
              <a:ext uri="{FF2B5EF4-FFF2-40B4-BE49-F238E27FC236}">
                <a16:creationId xmlns:a16="http://schemas.microsoft.com/office/drawing/2014/main" id="{395832B3-5F0B-6726-A5B0-8C8FB4755DA2}"/>
              </a:ext>
            </a:extLst>
          </p:cNvPr>
          <p:cNvSpPr txBox="1">
            <a:spLocks/>
          </p:cNvSpPr>
          <p:nvPr/>
        </p:nvSpPr>
        <p:spPr>
          <a:xfrm>
            <a:off x="2869888" y="3887664"/>
            <a:ext cx="8767376" cy="978408"/>
          </a:xfrm>
          <a:prstGeom prst="rect">
            <a:avLst/>
          </a:prstGeom>
          <a:noFill/>
          <a:effectLst/>
        </p:spPr>
        <p:txBody>
          <a:bodyPr lIns="73152"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400" b="0">
                <a:solidFill>
                  <a:schemeClr val="tx2"/>
                </a:solidFill>
                <a:latin typeface="+mn-lt"/>
              </a:rPr>
              <a:t>[Longer text description of opportunities]</a:t>
            </a:r>
          </a:p>
        </p:txBody>
      </p:sp>
      <p:sp>
        <p:nvSpPr>
          <p:cNvPr id="40" name="Text Placeholder 6">
            <a:extLst>
              <a:ext uri="{FF2B5EF4-FFF2-40B4-BE49-F238E27FC236}">
                <a16:creationId xmlns:a16="http://schemas.microsoft.com/office/drawing/2014/main" id="{678700EB-4030-0FDE-5B18-205ECA6A0211}"/>
              </a:ext>
            </a:extLst>
          </p:cNvPr>
          <p:cNvSpPr txBox="1">
            <a:spLocks/>
          </p:cNvSpPr>
          <p:nvPr/>
        </p:nvSpPr>
        <p:spPr>
          <a:xfrm>
            <a:off x="2869888" y="2694815"/>
            <a:ext cx="8767376" cy="981565"/>
          </a:xfrm>
          <a:prstGeom prst="rect">
            <a:avLst/>
          </a:prstGeom>
          <a:noFill/>
          <a:effectLst/>
        </p:spPr>
        <p:txBody>
          <a:bodyPr lIns="73152"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400" b="0">
                <a:solidFill>
                  <a:schemeClr val="tx2"/>
                </a:solidFill>
                <a:latin typeface="+mn-lt"/>
              </a:rPr>
              <a:t>[Longer text description of weaknesses]</a:t>
            </a:r>
          </a:p>
        </p:txBody>
      </p:sp>
      <p:sp>
        <p:nvSpPr>
          <p:cNvPr id="41" name="Text Placeholder 6">
            <a:extLst>
              <a:ext uri="{FF2B5EF4-FFF2-40B4-BE49-F238E27FC236}">
                <a16:creationId xmlns:a16="http://schemas.microsoft.com/office/drawing/2014/main" id="{11E7CF85-8DC8-D8DA-4A82-2E1FE8C0E387}"/>
              </a:ext>
            </a:extLst>
          </p:cNvPr>
          <p:cNvSpPr txBox="1">
            <a:spLocks/>
          </p:cNvSpPr>
          <p:nvPr/>
        </p:nvSpPr>
        <p:spPr>
          <a:xfrm>
            <a:off x="2869888" y="1537766"/>
            <a:ext cx="8767376" cy="981568"/>
          </a:xfrm>
          <a:prstGeom prst="rect">
            <a:avLst/>
          </a:prstGeom>
          <a:noFill/>
          <a:effectLst/>
        </p:spPr>
        <p:txBody>
          <a:bodyPr lIns="73152"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400" b="0">
                <a:solidFill>
                  <a:schemeClr val="tx2"/>
                </a:solidFill>
                <a:latin typeface="+mn-lt"/>
              </a:rPr>
              <a:t>[Longer text description of strengths]</a:t>
            </a:r>
          </a:p>
        </p:txBody>
      </p:sp>
      <p:pic>
        <p:nvPicPr>
          <p:cNvPr id="8" name="Picture 7">
            <a:extLst>
              <a:ext uri="{FF2B5EF4-FFF2-40B4-BE49-F238E27FC236}">
                <a16:creationId xmlns:a16="http://schemas.microsoft.com/office/drawing/2014/main" id="{A60B0FD7-4DCF-583B-4271-CFBBF6062CD0}"/>
              </a:ext>
            </a:extLst>
          </p:cNvPr>
          <p:cNvPicPr>
            <a:picLocks noChangeAspect="1"/>
          </p:cNvPicPr>
          <p:nvPr/>
        </p:nvPicPr>
        <p:blipFill>
          <a:blip r:embed="rId5"/>
          <a:stretch>
            <a:fillRect/>
          </a:stretch>
        </p:blipFill>
        <p:spPr>
          <a:xfrm>
            <a:off x="2010792" y="1799950"/>
            <a:ext cx="457200" cy="457200"/>
          </a:xfrm>
          <a:prstGeom prst="rect">
            <a:avLst/>
          </a:prstGeom>
        </p:spPr>
      </p:pic>
      <p:pic>
        <p:nvPicPr>
          <p:cNvPr id="9" name="Picture 8">
            <a:extLst>
              <a:ext uri="{FF2B5EF4-FFF2-40B4-BE49-F238E27FC236}">
                <a16:creationId xmlns:a16="http://schemas.microsoft.com/office/drawing/2014/main" id="{6A649125-FDE5-78C5-AC7E-E04C78D5E047}"/>
              </a:ext>
            </a:extLst>
          </p:cNvPr>
          <p:cNvPicPr>
            <a:picLocks noChangeAspect="1"/>
          </p:cNvPicPr>
          <p:nvPr/>
        </p:nvPicPr>
        <p:blipFill>
          <a:blip r:embed="rId6"/>
          <a:stretch>
            <a:fillRect/>
          </a:stretch>
        </p:blipFill>
        <p:spPr>
          <a:xfrm>
            <a:off x="2010792" y="5306570"/>
            <a:ext cx="457200" cy="457200"/>
          </a:xfrm>
          <a:prstGeom prst="rect">
            <a:avLst/>
          </a:prstGeom>
        </p:spPr>
      </p:pic>
      <p:pic>
        <p:nvPicPr>
          <p:cNvPr id="11" name="Picture 10">
            <a:extLst>
              <a:ext uri="{FF2B5EF4-FFF2-40B4-BE49-F238E27FC236}">
                <a16:creationId xmlns:a16="http://schemas.microsoft.com/office/drawing/2014/main" id="{CC71AD35-1DB5-AB66-5521-AC6B958F5D3F}"/>
              </a:ext>
            </a:extLst>
          </p:cNvPr>
          <p:cNvPicPr>
            <a:picLocks noChangeAspect="1"/>
          </p:cNvPicPr>
          <p:nvPr/>
        </p:nvPicPr>
        <p:blipFill>
          <a:blip r:embed="rId7"/>
          <a:stretch>
            <a:fillRect/>
          </a:stretch>
        </p:blipFill>
        <p:spPr>
          <a:xfrm>
            <a:off x="2010792" y="4149521"/>
            <a:ext cx="457200" cy="457200"/>
          </a:xfrm>
          <a:prstGeom prst="rect">
            <a:avLst/>
          </a:prstGeom>
        </p:spPr>
      </p:pic>
      <p:pic>
        <p:nvPicPr>
          <p:cNvPr id="12" name="Picture 11">
            <a:extLst>
              <a:ext uri="{FF2B5EF4-FFF2-40B4-BE49-F238E27FC236}">
                <a16:creationId xmlns:a16="http://schemas.microsoft.com/office/drawing/2014/main" id="{2BA766A5-E2D8-C176-E12F-D961BCE4F716}"/>
              </a:ext>
            </a:extLst>
          </p:cNvPr>
          <p:cNvPicPr>
            <a:picLocks noChangeAspect="1"/>
          </p:cNvPicPr>
          <p:nvPr/>
        </p:nvPicPr>
        <p:blipFill>
          <a:blip r:embed="rId8"/>
          <a:stretch>
            <a:fillRect/>
          </a:stretch>
        </p:blipFill>
        <p:spPr>
          <a:xfrm>
            <a:off x="2010792" y="2956999"/>
            <a:ext cx="457200" cy="457200"/>
          </a:xfrm>
          <a:prstGeom prst="rect">
            <a:avLst/>
          </a:prstGeom>
        </p:spPr>
      </p:pic>
    </p:spTree>
    <p:extLst>
      <p:ext uri="{BB962C8B-B14F-4D97-AF65-F5344CB8AC3E}">
        <p14:creationId xmlns:p14="http://schemas.microsoft.com/office/powerpoint/2010/main" val="3964045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39414-64D1-0C83-B139-7BA7452359D2}"/>
              </a:ext>
            </a:extLst>
          </p:cNvPr>
          <p:cNvSpPr>
            <a:spLocks noGrp="1"/>
          </p:cNvSpPr>
          <p:nvPr>
            <p:ph type="title"/>
          </p:nvPr>
        </p:nvSpPr>
        <p:spPr/>
        <p:txBody>
          <a:bodyPr/>
          <a:lstStyle/>
          <a:p>
            <a:r>
              <a:rPr lang="en-US"/>
              <a:t>Three (3) part pyramid diagram with details</a:t>
            </a:r>
          </a:p>
        </p:txBody>
      </p:sp>
      <p:sp>
        <p:nvSpPr>
          <p:cNvPr id="8" name="Rectangle 7">
            <a:extLst>
              <a:ext uri="{FF2B5EF4-FFF2-40B4-BE49-F238E27FC236}">
                <a16:creationId xmlns:a16="http://schemas.microsoft.com/office/drawing/2014/main" id="{B6D55BA0-C0A2-D69E-84C6-1972FA36E59D}"/>
              </a:ext>
            </a:extLst>
          </p:cNvPr>
          <p:cNvSpPr/>
          <p:nvPr/>
        </p:nvSpPr>
        <p:spPr>
          <a:xfrm>
            <a:off x="7294743" y="1610015"/>
            <a:ext cx="4342522" cy="861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t">
            <a:spAutoFit/>
          </a:bodyPr>
          <a:lstStyle/>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Focus on driving large deals (Outbound sales)</a:t>
            </a:r>
          </a:p>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﻿High touch, relationship-based</a:t>
            </a:r>
          </a:p>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﻿Longest sales cycle</a:t>
            </a:r>
          </a:p>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﻿Product complexity high, high cost to serve</a:t>
            </a:r>
          </a:p>
        </p:txBody>
      </p:sp>
      <p:sp>
        <p:nvSpPr>
          <p:cNvPr id="9" name="Rectangle 8">
            <a:extLst>
              <a:ext uri="{FF2B5EF4-FFF2-40B4-BE49-F238E27FC236}">
                <a16:creationId xmlns:a16="http://schemas.microsoft.com/office/drawing/2014/main" id="{4D50E5D3-F447-2F41-4621-B83C49771FC2}"/>
              </a:ext>
            </a:extLst>
          </p:cNvPr>
          <p:cNvSpPr/>
          <p:nvPr/>
        </p:nvSpPr>
        <p:spPr>
          <a:xfrm>
            <a:off x="7281094" y="3236248"/>
            <a:ext cx="4356170" cy="861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t">
            <a:spAutoFit/>
          </a:bodyPr>
          <a:lstStyle/>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Expand reach where direct is not feasible</a:t>
            </a:r>
          </a:p>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﻿Customers looking for expertise</a:t>
            </a:r>
          </a:p>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﻿Medium price point, solution complexity</a:t>
            </a:r>
          </a:p>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﻿Medium sales cycle</a:t>
            </a:r>
          </a:p>
        </p:txBody>
      </p:sp>
      <p:sp>
        <p:nvSpPr>
          <p:cNvPr id="11" name="Rectangle 10">
            <a:extLst>
              <a:ext uri="{FF2B5EF4-FFF2-40B4-BE49-F238E27FC236}">
                <a16:creationId xmlns:a16="http://schemas.microsoft.com/office/drawing/2014/main" id="{59FD1D95-9DD0-478D-3EBA-36C01D14055B}"/>
              </a:ext>
            </a:extLst>
          </p:cNvPr>
          <p:cNvSpPr/>
          <p:nvPr/>
        </p:nvSpPr>
        <p:spPr>
          <a:xfrm>
            <a:off x="7281095" y="4702897"/>
            <a:ext cx="4496378" cy="1077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t">
            <a:spAutoFit/>
          </a:bodyPr>
          <a:lstStyle/>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Self-reliant clients - Comfortable purchasing themselves </a:t>
            </a:r>
            <a:endParaRPr lang="en-GB" sz="140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Easy to understand solution VP</a:t>
            </a:r>
          </a:p>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﻿Focus on new client acquisition, expand reach</a:t>
            </a:r>
          </a:p>
          <a:p>
            <a:pPr marL="285750" indent="-285750">
              <a:buFont typeface="Arial" panose="020B0604020202020204" pitchFamily="34" charset="0"/>
              <a:buChar char="•"/>
            </a:pPr>
            <a:r>
              <a:rPr lang="en-GB" sz="1400">
                <a:solidFill>
                  <a:schemeClr val="tx1"/>
                </a:solidFill>
                <a:effectLst/>
                <a:latin typeface="Arial" panose="020B0604020202020204" pitchFamily="34" charset="0"/>
                <a:cs typeface="Arial" panose="020B0604020202020204" pitchFamily="34" charset="0"/>
              </a:rPr>
              <a:t>﻿Long tail, high price sensitivity, high defensibility</a:t>
            </a:r>
          </a:p>
        </p:txBody>
      </p:sp>
      <p:sp>
        <p:nvSpPr>
          <p:cNvPr id="20" name="Freeform: Shape 19">
            <a:extLst>
              <a:ext uri="{FF2B5EF4-FFF2-40B4-BE49-F238E27FC236}">
                <a16:creationId xmlns:a16="http://schemas.microsoft.com/office/drawing/2014/main" id="{EF3F478B-56A6-8365-7AEA-5BD8C9F36126}"/>
              </a:ext>
            </a:extLst>
          </p:cNvPr>
          <p:cNvSpPr/>
          <p:nvPr/>
        </p:nvSpPr>
        <p:spPr>
          <a:xfrm>
            <a:off x="2683911" y="1395228"/>
            <a:ext cx="1611048" cy="1498100"/>
          </a:xfrm>
          <a:custGeom>
            <a:avLst/>
            <a:gdLst>
              <a:gd name="connsiteX0" fmla="*/ 645443 w 1290886"/>
              <a:gd name="connsiteY0" fmla="*/ 0 h 1290884"/>
              <a:gd name="connsiteX1" fmla="*/ 977602 w 1290886"/>
              <a:gd name="connsiteY1" fmla="*/ 664320 h 1290884"/>
              <a:gd name="connsiteX2" fmla="*/ 977605 w 1290886"/>
              <a:gd name="connsiteY2" fmla="*/ 664320 h 1290884"/>
              <a:gd name="connsiteX3" fmla="*/ 1290886 w 1290886"/>
              <a:gd name="connsiteY3" fmla="*/ 1290884 h 1290884"/>
              <a:gd name="connsiteX4" fmla="*/ 0 w 1290886"/>
              <a:gd name="connsiteY4" fmla="*/ 1290884 h 1290884"/>
              <a:gd name="connsiteX5" fmla="*/ 313282 w 1290886"/>
              <a:gd name="connsiteY5" fmla="*/ 664322 h 1290884"/>
              <a:gd name="connsiteX6" fmla="*/ 313281 w 1290886"/>
              <a:gd name="connsiteY6" fmla="*/ 664322 h 1290884"/>
              <a:gd name="connsiteX7" fmla="*/ 645443 w 1290886"/>
              <a:gd name="connsiteY7" fmla="*/ 0 h 129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0886" h="1290884">
                <a:moveTo>
                  <a:pt x="645443" y="0"/>
                </a:moveTo>
                <a:lnTo>
                  <a:pt x="977602" y="664320"/>
                </a:lnTo>
                <a:lnTo>
                  <a:pt x="977605" y="664320"/>
                </a:lnTo>
                <a:lnTo>
                  <a:pt x="1290886" y="1290884"/>
                </a:lnTo>
                <a:lnTo>
                  <a:pt x="0" y="1290884"/>
                </a:lnTo>
                <a:lnTo>
                  <a:pt x="313282" y="664322"/>
                </a:lnTo>
                <a:lnTo>
                  <a:pt x="313281" y="664322"/>
                </a:lnTo>
                <a:lnTo>
                  <a:pt x="645443"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Arial" panose="020B0604020202020204"/>
              <a:ea typeface="+mn-ea"/>
              <a:cs typeface="+mn-cs"/>
            </a:endParaRPr>
          </a:p>
        </p:txBody>
      </p:sp>
      <p:sp>
        <p:nvSpPr>
          <p:cNvPr id="21" name="Freeform: Shape 20">
            <a:extLst>
              <a:ext uri="{FF2B5EF4-FFF2-40B4-BE49-F238E27FC236}">
                <a16:creationId xmlns:a16="http://schemas.microsoft.com/office/drawing/2014/main" id="{86A02757-BA13-442D-5990-F90AD8CD7562}"/>
              </a:ext>
            </a:extLst>
          </p:cNvPr>
          <p:cNvSpPr/>
          <p:nvPr/>
        </p:nvSpPr>
        <p:spPr>
          <a:xfrm>
            <a:off x="1855972" y="2982059"/>
            <a:ext cx="3266926" cy="1452171"/>
          </a:xfrm>
          <a:custGeom>
            <a:avLst/>
            <a:gdLst>
              <a:gd name="connsiteX0" fmla="*/ 604015 w 2527158"/>
              <a:gd name="connsiteY0" fmla="*/ 0 h 1274730"/>
              <a:gd name="connsiteX1" fmla="*/ 1923144 w 2527158"/>
              <a:gd name="connsiteY1" fmla="*/ 0 h 1274730"/>
              <a:gd name="connsiteX2" fmla="*/ 2163364 w 2527158"/>
              <a:gd name="connsiteY2" fmla="*/ 506967 h 1274730"/>
              <a:gd name="connsiteX3" fmla="*/ 2350396 w 2527158"/>
              <a:gd name="connsiteY3" fmla="*/ 506967 h 1274730"/>
              <a:gd name="connsiteX4" fmla="*/ 2350396 w 2527158"/>
              <a:gd name="connsiteY4" fmla="*/ 781988 h 1274730"/>
              <a:gd name="connsiteX5" fmla="*/ 2293679 w 2527158"/>
              <a:gd name="connsiteY5" fmla="*/ 781988 h 1274730"/>
              <a:gd name="connsiteX6" fmla="*/ 2527158 w 2527158"/>
              <a:gd name="connsiteY6" fmla="*/ 1274730 h 1274730"/>
              <a:gd name="connsiteX7" fmla="*/ 0 w 2527158"/>
              <a:gd name="connsiteY7" fmla="*/ 1274730 h 1274730"/>
              <a:gd name="connsiteX8" fmla="*/ 233481 w 2527158"/>
              <a:gd name="connsiteY8" fmla="*/ 781988 h 1274730"/>
              <a:gd name="connsiteX9" fmla="*/ 67584 w 2527158"/>
              <a:gd name="connsiteY9" fmla="*/ 781988 h 1274730"/>
              <a:gd name="connsiteX10" fmla="*/ 67584 w 2527158"/>
              <a:gd name="connsiteY10" fmla="*/ 506967 h 1274730"/>
              <a:gd name="connsiteX11" fmla="*/ 363795 w 2527158"/>
              <a:gd name="connsiteY11" fmla="*/ 506967 h 1274730"/>
              <a:gd name="connsiteX0" fmla="*/ 604015 w 2527158"/>
              <a:gd name="connsiteY0" fmla="*/ 0 h 1274730"/>
              <a:gd name="connsiteX1" fmla="*/ 1923144 w 2527158"/>
              <a:gd name="connsiteY1" fmla="*/ 0 h 1274730"/>
              <a:gd name="connsiteX2" fmla="*/ 2163364 w 2527158"/>
              <a:gd name="connsiteY2" fmla="*/ 506967 h 1274730"/>
              <a:gd name="connsiteX3" fmla="*/ 2350396 w 2527158"/>
              <a:gd name="connsiteY3" fmla="*/ 506967 h 1274730"/>
              <a:gd name="connsiteX4" fmla="*/ 2350396 w 2527158"/>
              <a:gd name="connsiteY4" fmla="*/ 781988 h 1274730"/>
              <a:gd name="connsiteX5" fmla="*/ 2527158 w 2527158"/>
              <a:gd name="connsiteY5" fmla="*/ 1274730 h 1274730"/>
              <a:gd name="connsiteX6" fmla="*/ 0 w 2527158"/>
              <a:gd name="connsiteY6" fmla="*/ 1274730 h 1274730"/>
              <a:gd name="connsiteX7" fmla="*/ 233481 w 2527158"/>
              <a:gd name="connsiteY7" fmla="*/ 781988 h 1274730"/>
              <a:gd name="connsiteX8" fmla="*/ 67584 w 2527158"/>
              <a:gd name="connsiteY8" fmla="*/ 781988 h 1274730"/>
              <a:gd name="connsiteX9" fmla="*/ 67584 w 2527158"/>
              <a:gd name="connsiteY9" fmla="*/ 506967 h 1274730"/>
              <a:gd name="connsiteX10" fmla="*/ 363795 w 2527158"/>
              <a:gd name="connsiteY10" fmla="*/ 506967 h 1274730"/>
              <a:gd name="connsiteX11" fmla="*/ 604015 w 2527158"/>
              <a:gd name="connsiteY11" fmla="*/ 0 h 1274730"/>
              <a:gd name="connsiteX0" fmla="*/ 604015 w 2527158"/>
              <a:gd name="connsiteY0" fmla="*/ 0 h 1274730"/>
              <a:gd name="connsiteX1" fmla="*/ 1923144 w 2527158"/>
              <a:gd name="connsiteY1" fmla="*/ 0 h 1274730"/>
              <a:gd name="connsiteX2" fmla="*/ 2163364 w 2527158"/>
              <a:gd name="connsiteY2" fmla="*/ 506967 h 1274730"/>
              <a:gd name="connsiteX3" fmla="*/ 2350396 w 2527158"/>
              <a:gd name="connsiteY3" fmla="*/ 781988 h 1274730"/>
              <a:gd name="connsiteX4" fmla="*/ 2527158 w 2527158"/>
              <a:gd name="connsiteY4" fmla="*/ 1274730 h 1274730"/>
              <a:gd name="connsiteX5" fmla="*/ 0 w 2527158"/>
              <a:gd name="connsiteY5" fmla="*/ 1274730 h 1274730"/>
              <a:gd name="connsiteX6" fmla="*/ 233481 w 2527158"/>
              <a:gd name="connsiteY6" fmla="*/ 781988 h 1274730"/>
              <a:gd name="connsiteX7" fmla="*/ 67584 w 2527158"/>
              <a:gd name="connsiteY7" fmla="*/ 781988 h 1274730"/>
              <a:gd name="connsiteX8" fmla="*/ 67584 w 2527158"/>
              <a:gd name="connsiteY8" fmla="*/ 506967 h 1274730"/>
              <a:gd name="connsiteX9" fmla="*/ 363795 w 2527158"/>
              <a:gd name="connsiteY9" fmla="*/ 506967 h 1274730"/>
              <a:gd name="connsiteX10" fmla="*/ 604015 w 2527158"/>
              <a:gd name="connsiteY10" fmla="*/ 0 h 1274730"/>
              <a:gd name="connsiteX0" fmla="*/ 604015 w 2527158"/>
              <a:gd name="connsiteY0" fmla="*/ 0 h 1274730"/>
              <a:gd name="connsiteX1" fmla="*/ 1923144 w 2527158"/>
              <a:gd name="connsiteY1" fmla="*/ 0 h 1274730"/>
              <a:gd name="connsiteX2" fmla="*/ 2163364 w 2527158"/>
              <a:gd name="connsiteY2" fmla="*/ 506967 h 1274730"/>
              <a:gd name="connsiteX3" fmla="*/ 2527158 w 2527158"/>
              <a:gd name="connsiteY3" fmla="*/ 1274730 h 1274730"/>
              <a:gd name="connsiteX4" fmla="*/ 0 w 2527158"/>
              <a:gd name="connsiteY4" fmla="*/ 1274730 h 1274730"/>
              <a:gd name="connsiteX5" fmla="*/ 233481 w 2527158"/>
              <a:gd name="connsiteY5" fmla="*/ 781988 h 1274730"/>
              <a:gd name="connsiteX6" fmla="*/ 67584 w 2527158"/>
              <a:gd name="connsiteY6" fmla="*/ 781988 h 1274730"/>
              <a:gd name="connsiteX7" fmla="*/ 67584 w 2527158"/>
              <a:gd name="connsiteY7" fmla="*/ 506967 h 1274730"/>
              <a:gd name="connsiteX8" fmla="*/ 363795 w 2527158"/>
              <a:gd name="connsiteY8" fmla="*/ 506967 h 1274730"/>
              <a:gd name="connsiteX9" fmla="*/ 604015 w 2527158"/>
              <a:gd name="connsiteY9" fmla="*/ 0 h 1274730"/>
              <a:gd name="connsiteX0" fmla="*/ 604015 w 2527158"/>
              <a:gd name="connsiteY0" fmla="*/ 0 h 1274730"/>
              <a:gd name="connsiteX1" fmla="*/ 1923144 w 2527158"/>
              <a:gd name="connsiteY1" fmla="*/ 0 h 1274730"/>
              <a:gd name="connsiteX2" fmla="*/ 2527158 w 2527158"/>
              <a:gd name="connsiteY2" fmla="*/ 1274730 h 1274730"/>
              <a:gd name="connsiteX3" fmla="*/ 0 w 2527158"/>
              <a:gd name="connsiteY3" fmla="*/ 1274730 h 1274730"/>
              <a:gd name="connsiteX4" fmla="*/ 233481 w 2527158"/>
              <a:gd name="connsiteY4" fmla="*/ 781988 h 1274730"/>
              <a:gd name="connsiteX5" fmla="*/ 67584 w 2527158"/>
              <a:gd name="connsiteY5" fmla="*/ 781988 h 1274730"/>
              <a:gd name="connsiteX6" fmla="*/ 67584 w 2527158"/>
              <a:gd name="connsiteY6" fmla="*/ 506967 h 1274730"/>
              <a:gd name="connsiteX7" fmla="*/ 363795 w 2527158"/>
              <a:gd name="connsiteY7" fmla="*/ 506967 h 1274730"/>
              <a:gd name="connsiteX8" fmla="*/ 604015 w 2527158"/>
              <a:gd name="connsiteY8" fmla="*/ 0 h 1274730"/>
              <a:gd name="connsiteX0" fmla="*/ 604015 w 2527158"/>
              <a:gd name="connsiteY0" fmla="*/ 0 h 1274730"/>
              <a:gd name="connsiteX1" fmla="*/ 1923144 w 2527158"/>
              <a:gd name="connsiteY1" fmla="*/ 0 h 1274730"/>
              <a:gd name="connsiteX2" fmla="*/ 2527158 w 2527158"/>
              <a:gd name="connsiteY2" fmla="*/ 1274730 h 1274730"/>
              <a:gd name="connsiteX3" fmla="*/ 0 w 2527158"/>
              <a:gd name="connsiteY3" fmla="*/ 1274730 h 1274730"/>
              <a:gd name="connsiteX4" fmla="*/ 233481 w 2527158"/>
              <a:gd name="connsiteY4" fmla="*/ 781988 h 1274730"/>
              <a:gd name="connsiteX5" fmla="*/ 67584 w 2527158"/>
              <a:gd name="connsiteY5" fmla="*/ 781988 h 1274730"/>
              <a:gd name="connsiteX6" fmla="*/ 363795 w 2527158"/>
              <a:gd name="connsiteY6" fmla="*/ 506967 h 1274730"/>
              <a:gd name="connsiteX7" fmla="*/ 604015 w 2527158"/>
              <a:gd name="connsiteY7" fmla="*/ 0 h 1274730"/>
              <a:gd name="connsiteX0" fmla="*/ 604015 w 2527158"/>
              <a:gd name="connsiteY0" fmla="*/ 0 h 1274730"/>
              <a:gd name="connsiteX1" fmla="*/ 1923144 w 2527158"/>
              <a:gd name="connsiteY1" fmla="*/ 0 h 1274730"/>
              <a:gd name="connsiteX2" fmla="*/ 2527158 w 2527158"/>
              <a:gd name="connsiteY2" fmla="*/ 1274730 h 1274730"/>
              <a:gd name="connsiteX3" fmla="*/ 0 w 2527158"/>
              <a:gd name="connsiteY3" fmla="*/ 1274730 h 1274730"/>
              <a:gd name="connsiteX4" fmla="*/ 233481 w 2527158"/>
              <a:gd name="connsiteY4" fmla="*/ 781988 h 1274730"/>
              <a:gd name="connsiteX5" fmla="*/ 363795 w 2527158"/>
              <a:gd name="connsiteY5" fmla="*/ 506967 h 1274730"/>
              <a:gd name="connsiteX6" fmla="*/ 604015 w 2527158"/>
              <a:gd name="connsiteY6" fmla="*/ 0 h 1274730"/>
              <a:gd name="connsiteX0" fmla="*/ 604015 w 2527158"/>
              <a:gd name="connsiteY0" fmla="*/ 0 h 1274730"/>
              <a:gd name="connsiteX1" fmla="*/ 1923144 w 2527158"/>
              <a:gd name="connsiteY1" fmla="*/ 0 h 1274730"/>
              <a:gd name="connsiteX2" fmla="*/ 2527158 w 2527158"/>
              <a:gd name="connsiteY2" fmla="*/ 1274730 h 1274730"/>
              <a:gd name="connsiteX3" fmla="*/ 0 w 2527158"/>
              <a:gd name="connsiteY3" fmla="*/ 1274730 h 1274730"/>
              <a:gd name="connsiteX4" fmla="*/ 363795 w 2527158"/>
              <a:gd name="connsiteY4" fmla="*/ 506967 h 1274730"/>
              <a:gd name="connsiteX5" fmla="*/ 604015 w 2527158"/>
              <a:gd name="connsiteY5" fmla="*/ 0 h 1274730"/>
              <a:gd name="connsiteX0" fmla="*/ 604015 w 2527158"/>
              <a:gd name="connsiteY0" fmla="*/ 0 h 1274730"/>
              <a:gd name="connsiteX1" fmla="*/ 1923144 w 2527158"/>
              <a:gd name="connsiteY1" fmla="*/ 0 h 1274730"/>
              <a:gd name="connsiteX2" fmla="*/ 2527158 w 2527158"/>
              <a:gd name="connsiteY2" fmla="*/ 1274730 h 1274730"/>
              <a:gd name="connsiteX3" fmla="*/ 0 w 2527158"/>
              <a:gd name="connsiteY3" fmla="*/ 1274730 h 1274730"/>
              <a:gd name="connsiteX4" fmla="*/ 604015 w 2527158"/>
              <a:gd name="connsiteY4" fmla="*/ 0 h 1274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7158" h="1274730">
                <a:moveTo>
                  <a:pt x="604015" y="0"/>
                </a:moveTo>
                <a:lnTo>
                  <a:pt x="1923144" y="0"/>
                </a:lnTo>
                <a:lnTo>
                  <a:pt x="2527158" y="1274730"/>
                </a:lnTo>
                <a:lnTo>
                  <a:pt x="0" y="1274730"/>
                </a:lnTo>
                <a:lnTo>
                  <a:pt x="604015" y="0"/>
                </a:lnTo>
                <a:close/>
              </a:path>
            </a:pathLst>
          </a:custGeom>
          <a:solidFill>
            <a:schemeClr val="accent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rial" panose="020B0604020202020204"/>
              <a:ea typeface="+mn-ea"/>
              <a:cs typeface="+mn-cs"/>
            </a:endParaRPr>
          </a:p>
        </p:txBody>
      </p:sp>
      <p:sp>
        <p:nvSpPr>
          <p:cNvPr id="22" name="Freeform: Shape 21">
            <a:extLst>
              <a:ext uri="{FF2B5EF4-FFF2-40B4-BE49-F238E27FC236}">
                <a16:creationId xmlns:a16="http://schemas.microsoft.com/office/drawing/2014/main" id="{99F8769B-787E-B6C8-53DA-53B08B318A32}"/>
              </a:ext>
            </a:extLst>
          </p:cNvPr>
          <p:cNvSpPr/>
          <p:nvPr/>
        </p:nvSpPr>
        <p:spPr>
          <a:xfrm>
            <a:off x="1025004" y="4520740"/>
            <a:ext cx="4928860" cy="1457803"/>
          </a:xfrm>
          <a:custGeom>
            <a:avLst/>
            <a:gdLst>
              <a:gd name="connsiteX0" fmla="*/ 606358 w 3812761"/>
              <a:gd name="connsiteY0" fmla="*/ 0 h 1279675"/>
              <a:gd name="connsiteX1" fmla="*/ 3206405 w 3812761"/>
              <a:gd name="connsiteY1" fmla="*/ 0 h 1279675"/>
              <a:gd name="connsiteX2" fmla="*/ 3446626 w 3812761"/>
              <a:gd name="connsiteY2" fmla="*/ 506968 h 1279675"/>
              <a:gd name="connsiteX3" fmla="*/ 3636391 w 3812761"/>
              <a:gd name="connsiteY3" fmla="*/ 506968 h 1279675"/>
              <a:gd name="connsiteX4" fmla="*/ 3636391 w 3812761"/>
              <a:gd name="connsiteY4" fmla="*/ 850651 h 1279675"/>
              <a:gd name="connsiteX5" fmla="*/ 3609474 w 3812761"/>
              <a:gd name="connsiteY5" fmla="*/ 850651 h 1279675"/>
              <a:gd name="connsiteX6" fmla="*/ 3812761 w 3812761"/>
              <a:gd name="connsiteY6" fmla="*/ 1279675 h 1279675"/>
              <a:gd name="connsiteX7" fmla="*/ 0 w 3812761"/>
              <a:gd name="connsiteY7" fmla="*/ 1279675 h 1279675"/>
              <a:gd name="connsiteX8" fmla="*/ 203288 w 3812761"/>
              <a:gd name="connsiteY8" fmla="*/ 850651 h 1279675"/>
              <a:gd name="connsiteX9" fmla="*/ 67193 w 3812761"/>
              <a:gd name="connsiteY9" fmla="*/ 850651 h 1279675"/>
              <a:gd name="connsiteX10" fmla="*/ 67193 w 3812761"/>
              <a:gd name="connsiteY10" fmla="*/ 506968 h 1279675"/>
              <a:gd name="connsiteX11" fmla="*/ 366137 w 3812761"/>
              <a:gd name="connsiteY11" fmla="*/ 506968 h 1279675"/>
              <a:gd name="connsiteX0" fmla="*/ 606358 w 3812761"/>
              <a:gd name="connsiteY0" fmla="*/ 0 h 1279675"/>
              <a:gd name="connsiteX1" fmla="*/ 3206405 w 3812761"/>
              <a:gd name="connsiteY1" fmla="*/ 0 h 1279675"/>
              <a:gd name="connsiteX2" fmla="*/ 3446626 w 3812761"/>
              <a:gd name="connsiteY2" fmla="*/ 506968 h 1279675"/>
              <a:gd name="connsiteX3" fmla="*/ 3636391 w 3812761"/>
              <a:gd name="connsiteY3" fmla="*/ 850651 h 1279675"/>
              <a:gd name="connsiteX4" fmla="*/ 3609474 w 3812761"/>
              <a:gd name="connsiteY4" fmla="*/ 850651 h 1279675"/>
              <a:gd name="connsiteX5" fmla="*/ 3812761 w 3812761"/>
              <a:gd name="connsiteY5" fmla="*/ 1279675 h 1279675"/>
              <a:gd name="connsiteX6" fmla="*/ 0 w 3812761"/>
              <a:gd name="connsiteY6" fmla="*/ 1279675 h 1279675"/>
              <a:gd name="connsiteX7" fmla="*/ 203288 w 3812761"/>
              <a:gd name="connsiteY7" fmla="*/ 850651 h 1279675"/>
              <a:gd name="connsiteX8" fmla="*/ 67193 w 3812761"/>
              <a:gd name="connsiteY8" fmla="*/ 850651 h 1279675"/>
              <a:gd name="connsiteX9" fmla="*/ 67193 w 3812761"/>
              <a:gd name="connsiteY9" fmla="*/ 506968 h 1279675"/>
              <a:gd name="connsiteX10" fmla="*/ 366137 w 3812761"/>
              <a:gd name="connsiteY10" fmla="*/ 506968 h 1279675"/>
              <a:gd name="connsiteX11" fmla="*/ 606358 w 3812761"/>
              <a:gd name="connsiteY11" fmla="*/ 0 h 1279675"/>
              <a:gd name="connsiteX0" fmla="*/ 606358 w 3812761"/>
              <a:gd name="connsiteY0" fmla="*/ 0 h 1279675"/>
              <a:gd name="connsiteX1" fmla="*/ 3206405 w 3812761"/>
              <a:gd name="connsiteY1" fmla="*/ 0 h 1279675"/>
              <a:gd name="connsiteX2" fmla="*/ 3446626 w 3812761"/>
              <a:gd name="connsiteY2" fmla="*/ 506968 h 1279675"/>
              <a:gd name="connsiteX3" fmla="*/ 3636391 w 3812761"/>
              <a:gd name="connsiteY3" fmla="*/ 850651 h 1279675"/>
              <a:gd name="connsiteX4" fmla="*/ 3812761 w 3812761"/>
              <a:gd name="connsiteY4" fmla="*/ 1279675 h 1279675"/>
              <a:gd name="connsiteX5" fmla="*/ 0 w 3812761"/>
              <a:gd name="connsiteY5" fmla="*/ 1279675 h 1279675"/>
              <a:gd name="connsiteX6" fmla="*/ 203288 w 3812761"/>
              <a:gd name="connsiteY6" fmla="*/ 850651 h 1279675"/>
              <a:gd name="connsiteX7" fmla="*/ 67193 w 3812761"/>
              <a:gd name="connsiteY7" fmla="*/ 850651 h 1279675"/>
              <a:gd name="connsiteX8" fmla="*/ 67193 w 3812761"/>
              <a:gd name="connsiteY8" fmla="*/ 506968 h 1279675"/>
              <a:gd name="connsiteX9" fmla="*/ 366137 w 3812761"/>
              <a:gd name="connsiteY9" fmla="*/ 506968 h 1279675"/>
              <a:gd name="connsiteX10" fmla="*/ 606358 w 3812761"/>
              <a:gd name="connsiteY10" fmla="*/ 0 h 1279675"/>
              <a:gd name="connsiteX0" fmla="*/ 606358 w 3812761"/>
              <a:gd name="connsiteY0" fmla="*/ 0 h 1279675"/>
              <a:gd name="connsiteX1" fmla="*/ 3206405 w 3812761"/>
              <a:gd name="connsiteY1" fmla="*/ 0 h 1279675"/>
              <a:gd name="connsiteX2" fmla="*/ 3446626 w 3812761"/>
              <a:gd name="connsiteY2" fmla="*/ 506968 h 1279675"/>
              <a:gd name="connsiteX3" fmla="*/ 3812761 w 3812761"/>
              <a:gd name="connsiteY3" fmla="*/ 1279675 h 1279675"/>
              <a:gd name="connsiteX4" fmla="*/ 0 w 3812761"/>
              <a:gd name="connsiteY4" fmla="*/ 1279675 h 1279675"/>
              <a:gd name="connsiteX5" fmla="*/ 203288 w 3812761"/>
              <a:gd name="connsiteY5" fmla="*/ 850651 h 1279675"/>
              <a:gd name="connsiteX6" fmla="*/ 67193 w 3812761"/>
              <a:gd name="connsiteY6" fmla="*/ 850651 h 1279675"/>
              <a:gd name="connsiteX7" fmla="*/ 67193 w 3812761"/>
              <a:gd name="connsiteY7" fmla="*/ 506968 h 1279675"/>
              <a:gd name="connsiteX8" fmla="*/ 366137 w 3812761"/>
              <a:gd name="connsiteY8" fmla="*/ 506968 h 1279675"/>
              <a:gd name="connsiteX9" fmla="*/ 606358 w 3812761"/>
              <a:gd name="connsiteY9" fmla="*/ 0 h 1279675"/>
              <a:gd name="connsiteX0" fmla="*/ 606358 w 3812761"/>
              <a:gd name="connsiteY0" fmla="*/ 0 h 1279675"/>
              <a:gd name="connsiteX1" fmla="*/ 3206405 w 3812761"/>
              <a:gd name="connsiteY1" fmla="*/ 0 h 1279675"/>
              <a:gd name="connsiteX2" fmla="*/ 3812761 w 3812761"/>
              <a:gd name="connsiteY2" fmla="*/ 1279675 h 1279675"/>
              <a:gd name="connsiteX3" fmla="*/ 0 w 3812761"/>
              <a:gd name="connsiteY3" fmla="*/ 1279675 h 1279675"/>
              <a:gd name="connsiteX4" fmla="*/ 203288 w 3812761"/>
              <a:gd name="connsiteY4" fmla="*/ 850651 h 1279675"/>
              <a:gd name="connsiteX5" fmla="*/ 67193 w 3812761"/>
              <a:gd name="connsiteY5" fmla="*/ 850651 h 1279675"/>
              <a:gd name="connsiteX6" fmla="*/ 67193 w 3812761"/>
              <a:gd name="connsiteY6" fmla="*/ 506968 h 1279675"/>
              <a:gd name="connsiteX7" fmla="*/ 366137 w 3812761"/>
              <a:gd name="connsiteY7" fmla="*/ 506968 h 1279675"/>
              <a:gd name="connsiteX8" fmla="*/ 606358 w 3812761"/>
              <a:gd name="connsiteY8" fmla="*/ 0 h 1279675"/>
              <a:gd name="connsiteX0" fmla="*/ 606358 w 3812761"/>
              <a:gd name="connsiteY0" fmla="*/ 0 h 1279675"/>
              <a:gd name="connsiteX1" fmla="*/ 3206405 w 3812761"/>
              <a:gd name="connsiteY1" fmla="*/ 0 h 1279675"/>
              <a:gd name="connsiteX2" fmla="*/ 3812761 w 3812761"/>
              <a:gd name="connsiteY2" fmla="*/ 1279675 h 1279675"/>
              <a:gd name="connsiteX3" fmla="*/ 0 w 3812761"/>
              <a:gd name="connsiteY3" fmla="*/ 1279675 h 1279675"/>
              <a:gd name="connsiteX4" fmla="*/ 203288 w 3812761"/>
              <a:gd name="connsiteY4" fmla="*/ 850651 h 1279675"/>
              <a:gd name="connsiteX5" fmla="*/ 67193 w 3812761"/>
              <a:gd name="connsiteY5" fmla="*/ 850651 h 1279675"/>
              <a:gd name="connsiteX6" fmla="*/ 366137 w 3812761"/>
              <a:gd name="connsiteY6" fmla="*/ 506968 h 1279675"/>
              <a:gd name="connsiteX7" fmla="*/ 606358 w 3812761"/>
              <a:gd name="connsiteY7" fmla="*/ 0 h 1279675"/>
              <a:gd name="connsiteX0" fmla="*/ 606358 w 3812761"/>
              <a:gd name="connsiteY0" fmla="*/ 0 h 1279675"/>
              <a:gd name="connsiteX1" fmla="*/ 3206405 w 3812761"/>
              <a:gd name="connsiteY1" fmla="*/ 0 h 1279675"/>
              <a:gd name="connsiteX2" fmla="*/ 3812761 w 3812761"/>
              <a:gd name="connsiteY2" fmla="*/ 1279675 h 1279675"/>
              <a:gd name="connsiteX3" fmla="*/ 0 w 3812761"/>
              <a:gd name="connsiteY3" fmla="*/ 1279675 h 1279675"/>
              <a:gd name="connsiteX4" fmla="*/ 203288 w 3812761"/>
              <a:gd name="connsiteY4" fmla="*/ 850651 h 1279675"/>
              <a:gd name="connsiteX5" fmla="*/ 366137 w 3812761"/>
              <a:gd name="connsiteY5" fmla="*/ 506968 h 1279675"/>
              <a:gd name="connsiteX6" fmla="*/ 606358 w 3812761"/>
              <a:gd name="connsiteY6" fmla="*/ 0 h 1279675"/>
              <a:gd name="connsiteX0" fmla="*/ 606358 w 3812761"/>
              <a:gd name="connsiteY0" fmla="*/ 0 h 1279675"/>
              <a:gd name="connsiteX1" fmla="*/ 3206405 w 3812761"/>
              <a:gd name="connsiteY1" fmla="*/ 0 h 1279675"/>
              <a:gd name="connsiteX2" fmla="*/ 3812761 w 3812761"/>
              <a:gd name="connsiteY2" fmla="*/ 1279675 h 1279675"/>
              <a:gd name="connsiteX3" fmla="*/ 0 w 3812761"/>
              <a:gd name="connsiteY3" fmla="*/ 1279675 h 1279675"/>
              <a:gd name="connsiteX4" fmla="*/ 203288 w 3812761"/>
              <a:gd name="connsiteY4" fmla="*/ 850651 h 1279675"/>
              <a:gd name="connsiteX5" fmla="*/ 606358 w 3812761"/>
              <a:gd name="connsiteY5" fmla="*/ 0 h 1279675"/>
              <a:gd name="connsiteX0" fmla="*/ 606358 w 3812761"/>
              <a:gd name="connsiteY0" fmla="*/ 0 h 1279675"/>
              <a:gd name="connsiteX1" fmla="*/ 3206405 w 3812761"/>
              <a:gd name="connsiteY1" fmla="*/ 0 h 1279675"/>
              <a:gd name="connsiteX2" fmla="*/ 3812761 w 3812761"/>
              <a:gd name="connsiteY2" fmla="*/ 1279675 h 1279675"/>
              <a:gd name="connsiteX3" fmla="*/ 0 w 3812761"/>
              <a:gd name="connsiteY3" fmla="*/ 1279675 h 1279675"/>
              <a:gd name="connsiteX4" fmla="*/ 606358 w 3812761"/>
              <a:gd name="connsiteY4" fmla="*/ 0 h 127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2761" h="1279675">
                <a:moveTo>
                  <a:pt x="606358" y="0"/>
                </a:moveTo>
                <a:lnTo>
                  <a:pt x="3206405" y="0"/>
                </a:lnTo>
                <a:lnTo>
                  <a:pt x="3812761" y="1279675"/>
                </a:lnTo>
                <a:lnTo>
                  <a:pt x="0" y="1279675"/>
                </a:lnTo>
                <a:lnTo>
                  <a:pt x="606358" y="0"/>
                </a:lnTo>
                <a:close/>
              </a:path>
            </a:pathLst>
          </a:custGeom>
          <a:solidFill>
            <a:schemeClr val="accent3"/>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2A08E347-D82E-B832-20D9-6C3C6D730E19}"/>
              </a:ext>
            </a:extLst>
          </p:cNvPr>
          <p:cNvSpPr/>
          <p:nvPr/>
        </p:nvSpPr>
        <p:spPr>
          <a:xfrm>
            <a:off x="2843695" y="2448832"/>
            <a:ext cx="1291477"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Enterprise </a:t>
            </a:r>
            <a:endParaRPr kumimoji="0" lang="en-GB" sz="16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9A375E95-CA43-722A-42F5-CA9E5DDD6EBF}"/>
              </a:ext>
            </a:extLst>
          </p:cNvPr>
          <p:cNvSpPr/>
          <p:nvPr/>
        </p:nvSpPr>
        <p:spPr>
          <a:xfrm>
            <a:off x="2255916" y="3600133"/>
            <a:ext cx="246703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Mid-market</a:t>
            </a:r>
            <a:endParaRPr kumimoji="0" lang="en-GB" sz="16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188C2034-EF25-5CC8-654C-A51A24BE493A}"/>
              </a:ext>
            </a:extLst>
          </p:cNvPr>
          <p:cNvSpPr/>
          <p:nvPr/>
        </p:nvSpPr>
        <p:spPr>
          <a:xfrm>
            <a:off x="1974700" y="5003420"/>
            <a:ext cx="3029468"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Small and </a:t>
            </a:r>
            <a:br>
              <a:rPr kumimoji="0" lang="en-GB" sz="16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br>
            <a:r>
              <a:rPr kumimoji="0" lang="en-GB" sz="1600" b="1"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Microbusinesses</a:t>
            </a:r>
          </a:p>
        </p:txBody>
      </p:sp>
      <p:cxnSp>
        <p:nvCxnSpPr>
          <p:cNvPr id="28" name="Straight Connector 27">
            <a:extLst>
              <a:ext uri="{FF2B5EF4-FFF2-40B4-BE49-F238E27FC236}">
                <a16:creationId xmlns:a16="http://schemas.microsoft.com/office/drawing/2014/main" id="{2BF0E53E-A057-2F3B-159F-4F4FFEA08C43}"/>
              </a:ext>
            </a:extLst>
          </p:cNvPr>
          <p:cNvCxnSpPr>
            <a:cxnSpLocks/>
          </p:cNvCxnSpPr>
          <p:nvPr/>
        </p:nvCxnSpPr>
        <p:spPr>
          <a:xfrm>
            <a:off x="6764399" y="2902886"/>
            <a:ext cx="4872865"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6C99E23-66F4-7142-D29B-6B8FD67D2B30}"/>
              </a:ext>
            </a:extLst>
          </p:cNvPr>
          <p:cNvCxnSpPr>
            <a:cxnSpLocks/>
          </p:cNvCxnSpPr>
          <p:nvPr/>
        </p:nvCxnSpPr>
        <p:spPr>
          <a:xfrm>
            <a:off x="6751351" y="4454571"/>
            <a:ext cx="4885913" cy="0"/>
          </a:xfrm>
          <a:prstGeom prst="line">
            <a:avLst/>
          </a:prstGeom>
          <a:ln w="9525">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2FAD2A5-55DE-1A29-3D5C-D3784AEA9E4F}"/>
              </a:ext>
            </a:extLst>
          </p:cNvPr>
          <p:cNvSpPr txBox="1"/>
          <p:nvPr/>
        </p:nvSpPr>
        <p:spPr>
          <a:xfrm>
            <a:off x="1290181" y="2663627"/>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6" name="TextBox 5">
            <a:extLst>
              <a:ext uri="{FF2B5EF4-FFF2-40B4-BE49-F238E27FC236}">
                <a16:creationId xmlns:a16="http://schemas.microsoft.com/office/drawing/2014/main" id="{EE08A4C6-9F63-F595-168D-D2D9D87E28ED}"/>
              </a:ext>
            </a:extLst>
          </p:cNvPr>
          <p:cNvSpPr txBox="1"/>
          <p:nvPr/>
        </p:nvSpPr>
        <p:spPr>
          <a:xfrm>
            <a:off x="7753611" y="7077205"/>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7" name="Rectangle 6">
            <a:extLst>
              <a:ext uri="{FF2B5EF4-FFF2-40B4-BE49-F238E27FC236}">
                <a16:creationId xmlns:a16="http://schemas.microsoft.com/office/drawing/2014/main" id="{B1A62A8A-B68D-D6FF-4305-A016C0021042}"/>
              </a:ext>
            </a:extLst>
          </p:cNvPr>
          <p:cNvSpPr/>
          <p:nvPr/>
        </p:nvSpPr>
        <p:spPr>
          <a:xfrm>
            <a:off x="554735" y="1190715"/>
            <a:ext cx="6006015" cy="3279112"/>
          </a:xfrm>
          <a:prstGeom prst="rect">
            <a:avLst/>
          </a:prstGeom>
          <a:no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DK" sz="1600" err="1">
              <a:solidFill>
                <a:schemeClr val="tx1"/>
              </a:solidFill>
            </a:endParaRPr>
          </a:p>
        </p:txBody>
      </p:sp>
      <p:sp>
        <p:nvSpPr>
          <p:cNvPr id="10" name="Rectangle 9">
            <a:extLst>
              <a:ext uri="{FF2B5EF4-FFF2-40B4-BE49-F238E27FC236}">
                <a16:creationId xmlns:a16="http://schemas.microsoft.com/office/drawing/2014/main" id="{CB25CDF1-29EA-4F65-247E-A60356D11112}"/>
              </a:ext>
            </a:extLst>
          </p:cNvPr>
          <p:cNvSpPr/>
          <p:nvPr/>
        </p:nvSpPr>
        <p:spPr>
          <a:xfrm>
            <a:off x="554735" y="4469855"/>
            <a:ext cx="6006015" cy="1559663"/>
          </a:xfrm>
          <a:prstGeom prst="rect">
            <a:avLst/>
          </a:prstGeom>
          <a:no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DK" sz="1600" err="1">
              <a:solidFill>
                <a:schemeClr val="tx1"/>
              </a:solidFill>
            </a:endParaRPr>
          </a:p>
        </p:txBody>
      </p:sp>
      <p:sp>
        <p:nvSpPr>
          <p:cNvPr id="12" name="Rectangle 11">
            <a:extLst>
              <a:ext uri="{FF2B5EF4-FFF2-40B4-BE49-F238E27FC236}">
                <a16:creationId xmlns:a16="http://schemas.microsoft.com/office/drawing/2014/main" id="{8EB1F425-CDE5-0B34-AD8C-D0173F14D769}"/>
              </a:ext>
            </a:extLst>
          </p:cNvPr>
          <p:cNvSpPr/>
          <p:nvPr/>
        </p:nvSpPr>
        <p:spPr>
          <a:xfrm>
            <a:off x="596003" y="1271320"/>
            <a:ext cx="1492807"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t">
            <a:spAutoFit/>
          </a:bodyPr>
          <a:lstStyle/>
          <a:p>
            <a:r>
              <a:rPr lang="en-GB" sz="1400" b="1">
                <a:solidFill>
                  <a:schemeClr val="accent1"/>
                </a:solidFill>
                <a:effectLst/>
                <a:latin typeface="Arial" panose="020B0604020202020204" pitchFamily="34" charset="0"/>
                <a:cs typeface="Arial" panose="020B0604020202020204" pitchFamily="34" charset="0"/>
              </a:rPr>
              <a:t>Value </a:t>
            </a:r>
            <a:br>
              <a:rPr lang="en-GB" sz="1400" b="1">
                <a:solidFill>
                  <a:schemeClr val="accent1"/>
                </a:solidFill>
                <a:effectLst/>
                <a:latin typeface="Arial" panose="020B0604020202020204" pitchFamily="34" charset="0"/>
                <a:cs typeface="Arial" panose="020B0604020202020204" pitchFamily="34" charset="0"/>
              </a:rPr>
            </a:br>
            <a:r>
              <a:rPr lang="en-GB" sz="1400" b="1">
                <a:solidFill>
                  <a:schemeClr val="accent1"/>
                </a:solidFill>
                <a:effectLst/>
                <a:latin typeface="Arial" panose="020B0604020202020204" pitchFamily="34" charset="0"/>
                <a:cs typeface="Arial" panose="020B0604020202020204" pitchFamily="34" charset="0"/>
              </a:rPr>
              <a:t>enhancement </a:t>
            </a:r>
          </a:p>
        </p:txBody>
      </p:sp>
      <p:sp>
        <p:nvSpPr>
          <p:cNvPr id="13" name="Rectangle 12">
            <a:extLst>
              <a:ext uri="{FF2B5EF4-FFF2-40B4-BE49-F238E27FC236}">
                <a16:creationId xmlns:a16="http://schemas.microsoft.com/office/drawing/2014/main" id="{EFED0E38-AE6D-5DAD-4DD3-B31763C70656}"/>
              </a:ext>
            </a:extLst>
          </p:cNvPr>
          <p:cNvSpPr/>
          <p:nvPr/>
        </p:nvSpPr>
        <p:spPr>
          <a:xfrm>
            <a:off x="596002" y="4543634"/>
            <a:ext cx="1492807"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t">
            <a:spAutoFit/>
          </a:bodyPr>
          <a:lstStyle/>
          <a:p>
            <a:r>
              <a:rPr lang="en-GB" sz="1400" b="1">
                <a:solidFill>
                  <a:schemeClr val="accent1"/>
                </a:solidFill>
                <a:effectLst/>
                <a:latin typeface="Arial" panose="020B0604020202020204" pitchFamily="34" charset="0"/>
                <a:cs typeface="Arial" panose="020B0604020202020204" pitchFamily="34" charset="0"/>
              </a:rPr>
              <a:t>Value </a:t>
            </a:r>
            <a:br>
              <a:rPr lang="en-GB" sz="1400" b="1">
                <a:solidFill>
                  <a:schemeClr val="accent1"/>
                </a:solidFill>
                <a:effectLst/>
                <a:latin typeface="Arial" panose="020B0604020202020204" pitchFamily="34" charset="0"/>
                <a:cs typeface="Arial" panose="020B0604020202020204" pitchFamily="34" charset="0"/>
              </a:rPr>
            </a:br>
            <a:r>
              <a:rPr lang="en-GB" sz="1400" b="1">
                <a:solidFill>
                  <a:schemeClr val="accent1"/>
                </a:solidFill>
                <a:effectLst/>
                <a:latin typeface="Arial" panose="020B0604020202020204" pitchFamily="34" charset="0"/>
                <a:cs typeface="Arial" panose="020B0604020202020204" pitchFamily="34" charset="0"/>
              </a:rPr>
              <a:t>protection </a:t>
            </a:r>
          </a:p>
        </p:txBody>
      </p:sp>
      <p:cxnSp>
        <p:nvCxnSpPr>
          <p:cNvPr id="15" name="Straight Arrow Connector 14">
            <a:extLst>
              <a:ext uri="{FF2B5EF4-FFF2-40B4-BE49-F238E27FC236}">
                <a16:creationId xmlns:a16="http://schemas.microsoft.com/office/drawing/2014/main" id="{2B365855-2DD5-1CA0-6E74-F0A9DC60B328}"/>
              </a:ext>
            </a:extLst>
          </p:cNvPr>
          <p:cNvCxnSpPr>
            <a:cxnSpLocks/>
          </p:cNvCxnSpPr>
          <p:nvPr/>
        </p:nvCxnSpPr>
        <p:spPr>
          <a:xfrm flipV="1">
            <a:off x="6752801" y="5456674"/>
            <a:ext cx="0" cy="482680"/>
          </a:xfrm>
          <a:prstGeom prst="straightConnector1">
            <a:avLst/>
          </a:prstGeom>
          <a:ln w="12700" cap="sq">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2D787D7-94B8-842E-C8D6-EE24FE119094}"/>
              </a:ext>
            </a:extLst>
          </p:cNvPr>
          <p:cNvCxnSpPr>
            <a:cxnSpLocks/>
          </p:cNvCxnSpPr>
          <p:nvPr/>
        </p:nvCxnSpPr>
        <p:spPr>
          <a:xfrm flipV="1">
            <a:off x="6757094" y="4469827"/>
            <a:ext cx="0" cy="986847"/>
          </a:xfrm>
          <a:prstGeom prst="straightConnector1">
            <a:avLst/>
          </a:prstGeom>
          <a:ln w="12700" cap="sq">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630D343-E852-DEFE-E251-D86B892C4E65}"/>
              </a:ext>
            </a:extLst>
          </p:cNvPr>
          <p:cNvCxnSpPr>
            <a:cxnSpLocks/>
          </p:cNvCxnSpPr>
          <p:nvPr/>
        </p:nvCxnSpPr>
        <p:spPr>
          <a:xfrm flipV="1">
            <a:off x="6757094" y="2907980"/>
            <a:ext cx="0" cy="1526250"/>
          </a:xfrm>
          <a:prstGeom prst="straightConnector1">
            <a:avLst/>
          </a:prstGeom>
          <a:ln w="12700" cap="sq">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1BAA4EA-8635-DA58-734E-D1BB12D0C008}"/>
              </a:ext>
            </a:extLst>
          </p:cNvPr>
          <p:cNvCxnSpPr>
            <a:cxnSpLocks/>
          </p:cNvCxnSpPr>
          <p:nvPr/>
        </p:nvCxnSpPr>
        <p:spPr>
          <a:xfrm flipV="1">
            <a:off x="6757094" y="1190715"/>
            <a:ext cx="0" cy="1700374"/>
          </a:xfrm>
          <a:prstGeom prst="straightConnector1">
            <a:avLst/>
          </a:prstGeom>
          <a:ln w="12700" cap="sq">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426BB55-BCC7-F617-F230-3829BCB3E698}"/>
              </a:ext>
            </a:extLst>
          </p:cNvPr>
          <p:cNvSpPr txBox="1"/>
          <p:nvPr/>
        </p:nvSpPr>
        <p:spPr>
          <a:xfrm rot="16200000">
            <a:off x="6041930" y="1900136"/>
            <a:ext cx="1717264" cy="298422"/>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DK" sz="1200" b="1">
                <a:latin typeface="Arial" panose="020B0604020202020204" pitchFamily="34" charset="0"/>
                <a:cs typeface="Arial" panose="020B0604020202020204" pitchFamily="34" charset="0"/>
              </a:rPr>
              <a:t>Field sales</a:t>
            </a:r>
          </a:p>
        </p:txBody>
      </p:sp>
      <p:sp>
        <p:nvSpPr>
          <p:cNvPr id="31" name="TextBox 30">
            <a:extLst>
              <a:ext uri="{FF2B5EF4-FFF2-40B4-BE49-F238E27FC236}">
                <a16:creationId xmlns:a16="http://schemas.microsoft.com/office/drawing/2014/main" id="{037AC99A-08FC-995C-C503-E1F289486047}"/>
              </a:ext>
            </a:extLst>
          </p:cNvPr>
          <p:cNvSpPr txBox="1"/>
          <p:nvPr/>
        </p:nvSpPr>
        <p:spPr>
          <a:xfrm rot="16200000">
            <a:off x="6142221" y="3537472"/>
            <a:ext cx="1557408" cy="298422"/>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DK" sz="1200" b="1">
                <a:latin typeface="Arial" panose="020B0604020202020204" pitchFamily="34" charset="0"/>
                <a:cs typeface="Arial" panose="020B0604020202020204" pitchFamily="34" charset="0"/>
              </a:rPr>
              <a:t>Inside sales</a:t>
            </a:r>
          </a:p>
        </p:txBody>
      </p:sp>
      <p:sp>
        <p:nvSpPr>
          <p:cNvPr id="32" name="TextBox 31">
            <a:extLst>
              <a:ext uri="{FF2B5EF4-FFF2-40B4-BE49-F238E27FC236}">
                <a16:creationId xmlns:a16="http://schemas.microsoft.com/office/drawing/2014/main" id="{EDDF20E5-575A-076C-3B85-2CE16EDDBAD4}"/>
              </a:ext>
            </a:extLst>
          </p:cNvPr>
          <p:cNvSpPr txBox="1"/>
          <p:nvPr/>
        </p:nvSpPr>
        <p:spPr>
          <a:xfrm rot="16200000">
            <a:off x="6143087" y="5109532"/>
            <a:ext cx="1557408" cy="298422"/>
          </a:xfrm>
          <a:prstGeom prst="rect">
            <a:avLst/>
          </a:prstGeom>
          <a:ln w="6350">
            <a:noFill/>
            <a:miter lim="800000"/>
          </a:ln>
        </p:spPr>
        <p:txBody>
          <a:bodyPr vert="horz" wrap="square" lIns="0" tIns="0" rIns="0" bIns="0" rtlCol="0" anchor="ctr">
            <a:noAutofit/>
          </a:bodyPr>
          <a:lstStyle/>
          <a:p>
            <a:pPr algn="ctr">
              <a:spcBef>
                <a:spcPts val="300"/>
              </a:spcBef>
              <a:spcAft>
                <a:spcPts val="300"/>
              </a:spcAft>
              <a:buNone/>
            </a:pPr>
            <a:r>
              <a:rPr lang="en-DK" sz="1200" b="1">
                <a:latin typeface="Arial" panose="020B0604020202020204" pitchFamily="34" charset="0"/>
                <a:cs typeface="Arial" panose="020B0604020202020204" pitchFamily="34" charset="0"/>
              </a:rPr>
              <a:t>Ecom / Self-service</a:t>
            </a:r>
          </a:p>
        </p:txBody>
      </p:sp>
    </p:spTree>
    <p:extLst>
      <p:ext uri="{BB962C8B-B14F-4D97-AF65-F5344CB8AC3E}">
        <p14:creationId xmlns:p14="http://schemas.microsoft.com/office/powerpoint/2010/main" val="19473800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5D601925-6351-FD0A-8EC5-96CAAFC8C520}"/>
              </a:ext>
            </a:extLst>
          </p:cNvPr>
          <p:cNvSpPr>
            <a:spLocks noGrp="1"/>
          </p:cNvSpPr>
          <p:nvPr>
            <p:ph type="body" sz="quarter" idx="10"/>
            <p:custDataLst>
              <p:tags r:id="rId1"/>
            </p:custDataLst>
          </p:nvPr>
        </p:nvSpPr>
        <p:spPr>
          <a:xfrm>
            <a:off x="989012" y="5239302"/>
            <a:ext cx="6660000" cy="1094823"/>
          </a:xfrm>
        </p:spPr>
        <p:txBody>
          <a:bodyPr/>
          <a:lstStyle/>
          <a:p>
            <a:r>
              <a:rPr lang="en-US" dirty="0"/>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r>
              <a:rPr lang="en-US" dirty="0"/>
              <a:t>© </a:t>
            </a:r>
            <a:fld id="{EEB522BB-9571-DC44-A69B-1C4918F26DA7}" type="datetimeyyyy">
              <a:rPr lang="en-PH" smtClean="0"/>
              <a:t>2026</a:t>
            </a:fld>
            <a:r>
              <a:rPr lang="en-US" dirty="0"/>
              <a:t>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a:p>
            <a:endParaRPr lang="en-GB" dirty="0"/>
          </a:p>
        </p:txBody>
      </p:sp>
      <p:sp>
        <p:nvSpPr>
          <p:cNvPr id="5" name="Rectangle 4">
            <a:hlinkClick r:id="rId3"/>
            <a:extLst>
              <a:ext uri="{FF2B5EF4-FFF2-40B4-BE49-F238E27FC236}">
                <a16:creationId xmlns:a16="http://schemas.microsoft.com/office/drawing/2014/main" id="{2404D031-5A37-7842-5B85-33B25F1B11A6}"/>
              </a:ext>
            </a:extLst>
          </p:cNvPr>
          <p:cNvSpPr>
            <a:spLocks noChangeArrowheads="1"/>
          </p:cNvSpPr>
          <p:nvPr/>
        </p:nvSpPr>
        <p:spPr bwMode="gray">
          <a:xfrm>
            <a:off x="1007781" y="4662818"/>
            <a:ext cx="1311435" cy="184666"/>
          </a:xfrm>
          <a:prstGeom prst="rect">
            <a:avLst/>
          </a:prstGeom>
          <a:noFill/>
          <a:ln w="9525">
            <a:noFill/>
            <a:miter lim="800000"/>
            <a:headEnd/>
            <a:tailEnd/>
          </a:ln>
          <a:effectLst/>
        </p:spPr>
        <p:txBody>
          <a:bodyPr wrap="square" lIns="0" tIns="0" rIns="0" bIns="0" anchor="ctr">
            <a:spAutoFit/>
          </a:bodyPr>
          <a:lstStyle/>
          <a:p>
            <a:pPr>
              <a:defRPr/>
            </a:pPr>
            <a:r>
              <a:rPr lang="en-CA" sz="1200" b="1" i="0" kern="0" dirty="0">
                <a:solidFill>
                  <a:schemeClr val="bg1"/>
                </a:solidFill>
                <a:latin typeface="+mn-lt"/>
                <a:ea typeface="Times New Roman" pitchFamily="18" charset="0"/>
                <a:cs typeface="Univers for KPMG"/>
              </a:rPr>
              <a:t>kpmg.com/ca</a:t>
            </a:r>
            <a:endParaRPr lang="en-CA" sz="1200" b="1" i="0" kern="0" dirty="0">
              <a:solidFill>
                <a:schemeClr val="bg1"/>
              </a:solidFill>
              <a:latin typeface="+mn-lt"/>
              <a:cs typeface="Univers for KPMG"/>
            </a:endParaRPr>
          </a:p>
        </p:txBody>
      </p:sp>
      <p:grpSp>
        <p:nvGrpSpPr>
          <p:cNvPr id="7" name="Group 6">
            <a:extLst>
              <a:ext uri="{FF2B5EF4-FFF2-40B4-BE49-F238E27FC236}">
                <a16:creationId xmlns:a16="http://schemas.microsoft.com/office/drawing/2014/main" id="{A0E5A2AC-9331-C65C-E067-7A58D3C6CB5F}"/>
              </a:ext>
            </a:extLst>
          </p:cNvPr>
          <p:cNvGrpSpPr/>
          <p:nvPr/>
        </p:nvGrpSpPr>
        <p:grpSpPr>
          <a:xfrm>
            <a:off x="995363" y="4112577"/>
            <a:ext cx="1514031" cy="350528"/>
            <a:chOff x="995363" y="3855402"/>
            <a:chExt cx="1514031" cy="350528"/>
          </a:xfrm>
        </p:grpSpPr>
        <p:pic>
          <p:nvPicPr>
            <p:cNvPr id="8" name="Graphic 2">
              <a:hlinkClick r:id="rId4"/>
              <a:extLst>
                <a:ext uri="{FF2B5EF4-FFF2-40B4-BE49-F238E27FC236}">
                  <a16:creationId xmlns:a16="http://schemas.microsoft.com/office/drawing/2014/main" id="{26E66DC0-9118-5418-48B7-8A8ED35BD362}"/>
                </a:ext>
              </a:extLst>
            </p:cNvPr>
            <p:cNvPicPr>
              <a:picLocks/>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72165" y="3855402"/>
              <a:ext cx="348829" cy="350528"/>
            </a:xfrm>
            <a:prstGeom prst="rect">
              <a:avLst/>
            </a:prstGeom>
          </p:spPr>
        </p:pic>
        <p:pic>
          <p:nvPicPr>
            <p:cNvPr id="9" name="Graphic 1">
              <a:hlinkClick r:id="rId7"/>
              <a:extLst>
                <a:ext uri="{FF2B5EF4-FFF2-40B4-BE49-F238E27FC236}">
                  <a16:creationId xmlns:a16="http://schemas.microsoft.com/office/drawing/2014/main" id="{9C1D278E-50A1-8A3B-52E9-D6DC3D49E277}"/>
                </a:ext>
              </a:extLst>
            </p:cNvPr>
            <p:cNvPicPr>
              <a:picLocks/>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95363" y="3855402"/>
              <a:ext cx="341837" cy="350528"/>
            </a:xfrm>
            <a:prstGeom prst="rect">
              <a:avLst/>
            </a:prstGeom>
          </p:spPr>
        </p:pic>
        <p:pic>
          <p:nvPicPr>
            <p:cNvPr id="10" name="Graphic 1">
              <a:hlinkClick r:id="rId10"/>
              <a:extLst>
                <a:ext uri="{FF2B5EF4-FFF2-40B4-BE49-F238E27FC236}">
                  <a16:creationId xmlns:a16="http://schemas.microsoft.com/office/drawing/2014/main" id="{D1CAC5E4-6B91-CBBE-14A1-56F379A29C0F}"/>
                </a:ext>
              </a:extLst>
            </p:cNvPr>
            <p:cNvPicPr>
              <a:picLocks/>
            </p:cNvPicPr>
            <p:nvPr userDrawn="1"/>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167557" y="3855402"/>
              <a:ext cx="341837" cy="350528"/>
            </a:xfrm>
            <a:prstGeom prst="rect">
              <a:avLst/>
            </a:prstGeom>
          </p:spPr>
        </p:pic>
        <p:pic>
          <p:nvPicPr>
            <p:cNvPr id="11" name="Graphic 2">
              <a:hlinkClick r:id="rId13"/>
              <a:extLst>
                <a:ext uri="{FF2B5EF4-FFF2-40B4-BE49-F238E27FC236}">
                  <a16:creationId xmlns:a16="http://schemas.microsoft.com/office/drawing/2014/main" id="{0C6AE158-8C1A-C4B9-D4AF-C363D2C0FEA2}"/>
                </a:ext>
              </a:extLst>
            </p:cNvPr>
            <p:cNvPicPr>
              <a:picLocks/>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383764" y="3856179"/>
              <a:ext cx="341837" cy="349751"/>
            </a:xfrm>
            <a:prstGeom prst="rect">
              <a:avLst/>
            </a:prstGeom>
          </p:spPr>
        </p:pic>
      </p:grpSp>
    </p:spTree>
    <p:extLst>
      <p:ext uri="{BB962C8B-B14F-4D97-AF65-F5344CB8AC3E}">
        <p14:creationId xmlns:p14="http://schemas.microsoft.com/office/powerpoint/2010/main" val="9040041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Lst>
</file>

<file path=ppt/tags/tag2.xml><?xml version="1.0" encoding="utf-8"?>
<p:tagLst xmlns:a="http://schemas.openxmlformats.org/drawingml/2006/main" xmlns:r="http://schemas.openxmlformats.org/officeDocument/2006/relationships" xmlns:p="http://schemas.openxmlformats.org/presentationml/2006/main">
  <p:tag name="ADV_TOP" val="123.2499"/>
  <p:tag name="ADV_LEFT" val="25.37504"/>
  <p:tag name="ADV_HEIGHT" val="361.75"/>
  <p:tag name="ADV_WIDTH" val="328.7599"/>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xml><?xml version="1.0" encoding="utf-8"?>
<p:tagLst xmlns:a="http://schemas.openxmlformats.org/drawingml/2006/main" xmlns:r="http://schemas.openxmlformats.org/officeDocument/2006/relationships" xmlns:p="http://schemas.openxmlformats.org/presentationml/2006/main">
  <p:tag name="SHAPENAME" val="5. Sourc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8.xml><?xml version="1.0" encoding="utf-8"?>
<p:tagLst xmlns:a="http://schemas.openxmlformats.org/drawingml/2006/main" xmlns:r="http://schemas.openxmlformats.org/officeDocument/2006/relationships" xmlns:p="http://schemas.openxmlformats.org/presentationml/2006/main">
  <p:tag name="SHAPENAME" val="5. Sourc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xml><?xml version="1.0" encoding="utf-8"?>
<p:tagLst xmlns:a="http://schemas.openxmlformats.org/drawingml/2006/main" xmlns:r="http://schemas.openxmlformats.org/officeDocument/2006/relationships" xmlns:p="http://schemas.openxmlformats.org/presentationml/2006/main">
  <p:tag name="SHAPENAME" val="5. Sourc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3.xml><?xml version="1.0" encoding="utf-8"?>
<p:tagLst xmlns:a="http://schemas.openxmlformats.org/drawingml/2006/main" xmlns:r="http://schemas.openxmlformats.org/officeDocument/2006/relationships" xmlns:p="http://schemas.openxmlformats.org/presentationml/2006/main">
  <p:tag name="SHAPENAME" val="5. Sourc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xml><?xml version="1.0" encoding="utf-8"?>
<p:tagLst xmlns:a="http://schemas.openxmlformats.org/drawingml/2006/main" xmlns:r="http://schemas.openxmlformats.org/officeDocument/2006/relationships" xmlns:p="http://schemas.openxmlformats.org/presentationml/2006/main">
  <p:tag name="SHAPENAME" val="5. Sourc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9.xml><?xml version="1.0" encoding="utf-8"?>
<p:tagLst xmlns:a="http://schemas.openxmlformats.org/drawingml/2006/main" xmlns:r="http://schemas.openxmlformats.org/officeDocument/2006/relationships" xmlns:p="http://schemas.openxmlformats.org/presentationml/2006/main">
  <p:tag name="SHAPENAME" val="5. Sourc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xml><?xml version="1.0" encoding="utf-8"?>
<p:tagLst xmlns:a="http://schemas.openxmlformats.org/drawingml/2006/main" xmlns:r="http://schemas.openxmlformats.org/officeDocument/2006/relationships" xmlns:p="http://schemas.openxmlformats.org/presentationml/2006/main">
  <p:tag name="SHAPENAME" val="5. Sourc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25.xml><?xml version="1.0" encoding="utf-8"?>
<p:tagLst xmlns:a="http://schemas.openxmlformats.org/drawingml/2006/main" xmlns:r="http://schemas.openxmlformats.org/officeDocument/2006/relationships" xmlns:p="http://schemas.openxmlformats.org/presentationml/2006/main">
  <p:tag name="SHAPENAME" val="5. Sourc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9.xml><?xml version="1.0" encoding="utf-8"?>
<p:tagLst xmlns:a="http://schemas.openxmlformats.org/drawingml/2006/main" xmlns:r="http://schemas.openxmlformats.org/officeDocument/2006/relationships" xmlns:p="http://schemas.openxmlformats.org/presentationml/2006/main">
  <p:tag name="SHAPENAME" val="5. Sourc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1.xml><?xml version="1.0" encoding="utf-8"?>
<p:tagLst xmlns:a="http://schemas.openxmlformats.org/drawingml/2006/main" xmlns:r="http://schemas.openxmlformats.org/officeDocument/2006/relationships" xmlns:p="http://schemas.openxmlformats.org/presentationml/2006/main">
  <p:tag name="SHAPENAME" val="5. Sourc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35.xml><?xml version="1.0" encoding="utf-8"?>
<p:tagLst xmlns:a="http://schemas.openxmlformats.org/drawingml/2006/main" xmlns:r="http://schemas.openxmlformats.org/officeDocument/2006/relationships" xmlns:p="http://schemas.openxmlformats.org/presentationml/2006/main">
  <p:tag name="SHAPENAME" val="5. Sourc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7.xml><?xml version="1.0" encoding="utf-8"?>
<p:tagLst xmlns:a="http://schemas.openxmlformats.org/drawingml/2006/main" xmlns:r="http://schemas.openxmlformats.org/officeDocument/2006/relationships" xmlns:p="http://schemas.openxmlformats.org/presentationml/2006/main">
  <p:tag name="SHAPENAME" val="5. Sourc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3. Subtitle"/>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43.xml><?xml version="1.0" encoding="utf-8"?>
<p:tagLst xmlns:a="http://schemas.openxmlformats.org/drawingml/2006/main" xmlns:r="http://schemas.openxmlformats.org/officeDocument/2006/relationships" xmlns:p="http://schemas.openxmlformats.org/presentationml/2006/main">
  <p:tag name="SHAPENAME" val="5. Sourc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47.xml><?xml version="1.0" encoding="utf-8"?>
<p:tagLst xmlns:a="http://schemas.openxmlformats.org/drawingml/2006/main" xmlns:r="http://schemas.openxmlformats.org/officeDocument/2006/relationships" xmlns:p="http://schemas.openxmlformats.org/presentationml/2006/main">
  <p:tag name="SHAPENAME" val="5. Sourc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49.xml><?xml version="1.0" encoding="utf-8"?>
<p:tagLst xmlns:a="http://schemas.openxmlformats.org/drawingml/2006/main" xmlns:r="http://schemas.openxmlformats.org/officeDocument/2006/relationships" xmlns:p="http://schemas.openxmlformats.org/presentationml/2006/main">
  <p:tag name="SHAPENAME" val="5. Sourc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2.xml><?xml version="1.0" encoding="utf-8"?>
<p:tagLst xmlns:a="http://schemas.openxmlformats.org/drawingml/2006/main" xmlns:r="http://schemas.openxmlformats.org/officeDocument/2006/relationships" xmlns:p="http://schemas.openxmlformats.org/presentationml/2006/main">
  <p:tag name="SHAPENAME" val="3. Subtitle"/>
</p:tagLst>
</file>

<file path=ppt/tags/tag53.xml><?xml version="1.0" encoding="utf-8"?>
<p:tagLst xmlns:a="http://schemas.openxmlformats.org/drawingml/2006/main" xmlns:r="http://schemas.openxmlformats.org/officeDocument/2006/relationships" xmlns:p="http://schemas.openxmlformats.org/presentationml/2006/main">
  <p:tag name="SHAPENAME" val="5. Sourc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55.xml><?xml version="1.0" encoding="utf-8"?>
<p:tagLst xmlns:a="http://schemas.openxmlformats.org/drawingml/2006/main" xmlns:r="http://schemas.openxmlformats.org/officeDocument/2006/relationships" xmlns:p="http://schemas.openxmlformats.org/presentationml/2006/main">
  <p:tag name="SHAPENAME" val="5. Sourc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xml><?xml version="1.0" encoding="utf-8"?>
<p:tagLst xmlns:a="http://schemas.openxmlformats.org/drawingml/2006/main" xmlns:r="http://schemas.openxmlformats.org/officeDocument/2006/relationships" xmlns:p="http://schemas.openxmlformats.org/presentationml/2006/main">
  <p:tag name="SHAPENAME" val="3. Subtitle"/>
</p:tagLst>
</file>

<file path=ppt/tags/tag59.xml><?xml version="1.0" encoding="utf-8"?>
<p:tagLst xmlns:a="http://schemas.openxmlformats.org/drawingml/2006/main" xmlns:r="http://schemas.openxmlformats.org/officeDocument/2006/relationships" xmlns:p="http://schemas.openxmlformats.org/presentationml/2006/main">
  <p:tag name="SHAPENAME" val="5. Sourc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61.xml><?xml version="1.0" encoding="utf-8"?>
<p:tagLst xmlns:a="http://schemas.openxmlformats.org/drawingml/2006/main" xmlns:r="http://schemas.openxmlformats.org/officeDocument/2006/relationships" xmlns:p="http://schemas.openxmlformats.org/presentationml/2006/main">
  <p:tag name="SHAPENAME" val="5. Sourc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4.xml><?xml version="1.0" encoding="utf-8"?>
<p:tagLst xmlns:a="http://schemas.openxmlformats.org/drawingml/2006/main" xmlns:r="http://schemas.openxmlformats.org/officeDocument/2006/relationships" xmlns:p="http://schemas.openxmlformats.org/presentationml/2006/main">
  <p:tag name="SHAPENAME" val="3. Subtitle"/>
</p:tagLst>
</file>

<file path=ppt/tags/tag65.xml><?xml version="1.0" encoding="utf-8"?>
<p:tagLst xmlns:a="http://schemas.openxmlformats.org/drawingml/2006/main" xmlns:r="http://schemas.openxmlformats.org/officeDocument/2006/relationships" xmlns:p="http://schemas.openxmlformats.org/presentationml/2006/main">
  <p:tag name="SHAPENAME" val="5. Sourc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xml><?xml version="1.0" encoding="utf-8"?>
<p:tagLst xmlns:a="http://schemas.openxmlformats.org/drawingml/2006/main" xmlns:r="http://schemas.openxmlformats.org/officeDocument/2006/relationships" xmlns:p="http://schemas.openxmlformats.org/presentationml/2006/main">
  <p:tag name="SHAPENAME" val="3. Subtitle"/>
</p:tagLst>
</file>

<file path=ppt/tags/tag71.xml><?xml version="1.0" encoding="utf-8"?>
<p:tagLst xmlns:a="http://schemas.openxmlformats.org/drawingml/2006/main" xmlns:r="http://schemas.openxmlformats.org/officeDocument/2006/relationships" xmlns:p="http://schemas.openxmlformats.org/presentationml/2006/main">
  <p:tag name="SHAPENAME" val="5. Sourc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73.xml><?xml version="1.0" encoding="utf-8"?>
<p:tagLst xmlns:a="http://schemas.openxmlformats.org/drawingml/2006/main" xmlns:r="http://schemas.openxmlformats.org/officeDocument/2006/relationships" xmlns:p="http://schemas.openxmlformats.org/presentationml/2006/main">
  <p:tag name="SHAPENAME" val="5. Sourc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6.xml><?xml version="1.0" encoding="utf-8"?>
<p:tagLst xmlns:a="http://schemas.openxmlformats.org/drawingml/2006/main" xmlns:r="http://schemas.openxmlformats.org/officeDocument/2006/relationships" xmlns:p="http://schemas.openxmlformats.org/presentationml/2006/main">
  <p:tag name="SHAPENAME" val="3. Subtitle"/>
</p:tagLst>
</file>

<file path=ppt/tags/tag77.xml><?xml version="1.0" encoding="utf-8"?>
<p:tagLst xmlns:a="http://schemas.openxmlformats.org/drawingml/2006/main" xmlns:r="http://schemas.openxmlformats.org/officeDocument/2006/relationships" xmlns:p="http://schemas.openxmlformats.org/presentationml/2006/main">
  <p:tag name="SHAPENAME" val="5. Sourc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79.xml><?xml version="1.0" encoding="utf-8"?>
<p:tagLst xmlns:a="http://schemas.openxmlformats.org/drawingml/2006/main" xmlns:r="http://schemas.openxmlformats.org/officeDocument/2006/relationships" xmlns:p="http://schemas.openxmlformats.org/presentationml/2006/main">
  <p:tag name="SHAPENAME" val="5. Sourc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85.xml><?xml version="1.0" encoding="utf-8"?>
<p:tagLst xmlns:a="http://schemas.openxmlformats.org/drawingml/2006/main" xmlns:r="http://schemas.openxmlformats.org/officeDocument/2006/relationships" xmlns:p="http://schemas.openxmlformats.org/presentationml/2006/main">
  <p:tag name="SHAPENAME" val="5. Sourc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8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8.xml><?xml version="1.0" encoding="utf-8"?>
<p:tagLst xmlns:a="http://schemas.openxmlformats.org/drawingml/2006/main" xmlns:r="http://schemas.openxmlformats.org/officeDocument/2006/relationships" xmlns:p="http://schemas.openxmlformats.org/presentationml/2006/main">
  <p:tag name="SHAPENAME" val="3. Subtitle"/>
</p:tagLst>
</file>

<file path=ppt/tags/tag89.xml><?xml version="1.0" encoding="utf-8"?>
<p:tagLst xmlns:a="http://schemas.openxmlformats.org/drawingml/2006/main" xmlns:r="http://schemas.openxmlformats.org/officeDocument/2006/relationships" xmlns:p="http://schemas.openxmlformats.org/presentationml/2006/main">
  <p:tag name="SHAPENAME" val="5. Sourc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91.xml><?xml version="1.0" encoding="utf-8"?>
<p:tagLst xmlns:a="http://schemas.openxmlformats.org/drawingml/2006/main" xmlns:r="http://schemas.openxmlformats.org/officeDocument/2006/relationships" xmlns:p="http://schemas.openxmlformats.org/presentationml/2006/main">
  <p:tag name="SHAPENAME" val="5. Sourc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5. Sourc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97.xml><?xml version="1.0" encoding="utf-8"?>
<p:tagLst xmlns:a="http://schemas.openxmlformats.org/drawingml/2006/main" xmlns:r="http://schemas.openxmlformats.org/officeDocument/2006/relationships" xmlns:p="http://schemas.openxmlformats.org/presentationml/2006/main">
  <p:tag name="SHAPENAME" val="5. Sourc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03.xml><?xml version="1.0" encoding="utf-8"?>
<p:tagLst xmlns:a="http://schemas.openxmlformats.org/drawingml/2006/main" xmlns:r="http://schemas.openxmlformats.org/officeDocument/2006/relationships" xmlns:p="http://schemas.openxmlformats.org/presentationml/2006/main">
  <p:tag name="SHAPENAME" val="5. Sourc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0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6.xml><?xml version="1.0" encoding="utf-8"?>
<p:tagLst xmlns:a="http://schemas.openxmlformats.org/drawingml/2006/main" xmlns:r="http://schemas.openxmlformats.org/officeDocument/2006/relationships" xmlns:p="http://schemas.openxmlformats.org/presentationml/2006/main">
  <p:tag name="SHAPENAME" val="5. Sourc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14.xml><?xml version="1.0" encoding="utf-8"?>
<p:tagLst xmlns:a="http://schemas.openxmlformats.org/drawingml/2006/main" xmlns:r="http://schemas.openxmlformats.org/officeDocument/2006/relationships" xmlns:p="http://schemas.openxmlformats.org/presentationml/2006/main">
  <p:tag name="SHAPENAME" val="5. Sourc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1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8.xml><?xml version="1.0" encoding="utf-8"?>
<p:tagLst xmlns:a="http://schemas.openxmlformats.org/drawingml/2006/main" xmlns:r="http://schemas.openxmlformats.org/officeDocument/2006/relationships" xmlns:p="http://schemas.openxmlformats.org/presentationml/2006/main">
  <p:tag name="SHAPENAME" val="5. Sourc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20.xml><?xml version="1.0" encoding="utf-8"?>
<p:tagLst xmlns:a="http://schemas.openxmlformats.org/drawingml/2006/main" xmlns:r="http://schemas.openxmlformats.org/officeDocument/2006/relationships" xmlns:p="http://schemas.openxmlformats.org/presentationml/2006/main">
  <p:tag name="SHAPENAME" val="5. Sourc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2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4.xml><?xml version="1.0" encoding="utf-8"?>
<p:tagLst xmlns:a="http://schemas.openxmlformats.org/drawingml/2006/main" xmlns:r="http://schemas.openxmlformats.org/officeDocument/2006/relationships" xmlns:p="http://schemas.openxmlformats.org/presentationml/2006/main">
  <p:tag name="SHAPENAME" val="5. Sourc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26.xml><?xml version="1.0" encoding="utf-8"?>
<p:tagLst xmlns:a="http://schemas.openxmlformats.org/drawingml/2006/main" xmlns:r="http://schemas.openxmlformats.org/officeDocument/2006/relationships" xmlns:p="http://schemas.openxmlformats.org/presentationml/2006/main">
  <p:tag name="SHAPENAME" val="5. Sourc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2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1.xml><?xml version="1.0" encoding="utf-8"?>
<p:tagLst xmlns:a="http://schemas.openxmlformats.org/drawingml/2006/main" xmlns:r="http://schemas.openxmlformats.org/officeDocument/2006/relationships" xmlns:p="http://schemas.openxmlformats.org/presentationml/2006/main">
  <p:tag name="SHAPENAME" val="5. Sourc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33.xml><?xml version="1.0" encoding="utf-8"?>
<p:tagLst xmlns:a="http://schemas.openxmlformats.org/drawingml/2006/main" xmlns:r="http://schemas.openxmlformats.org/officeDocument/2006/relationships" xmlns:p="http://schemas.openxmlformats.org/presentationml/2006/main">
  <p:tag name="SHAPENAME" val="5. Source"/>
</p:tagLst>
</file>

<file path=ppt/tags/tag134.xml><?xml version="1.0" encoding="utf-8"?>
<p:tagLst xmlns:a="http://schemas.openxmlformats.org/drawingml/2006/main" xmlns:r="http://schemas.openxmlformats.org/officeDocument/2006/relationships" xmlns:p="http://schemas.openxmlformats.org/presentationml/2006/main">
  <p:tag name="SHAPENAME" val="5. Source"/>
</p:tagLst>
</file>

<file path=ppt/tags/tag1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7.xml><?xml version="1.0" encoding="utf-8"?>
<p:tagLst xmlns:a="http://schemas.openxmlformats.org/drawingml/2006/main" xmlns:r="http://schemas.openxmlformats.org/officeDocument/2006/relationships" xmlns:p="http://schemas.openxmlformats.org/presentationml/2006/main">
  <p:tag name="SHAPENAME" val="5. Source"/>
</p:tagLst>
</file>

<file path=ppt/tags/tag138.xml><?xml version="1.0" encoding="utf-8"?>
<p:tagLst xmlns:a="http://schemas.openxmlformats.org/drawingml/2006/main" xmlns:r="http://schemas.openxmlformats.org/officeDocument/2006/relationships" xmlns:p="http://schemas.openxmlformats.org/presentationml/2006/main">
  <p:tag name="SHAPENAME" val="5. Sourc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3.xml><?xml version="1.0" encoding="utf-8"?>
<p:tagLst xmlns:a="http://schemas.openxmlformats.org/drawingml/2006/main" xmlns:r="http://schemas.openxmlformats.org/officeDocument/2006/relationships" xmlns:p="http://schemas.openxmlformats.org/presentationml/2006/main">
  <p:tag name="SHAPENAME" val="5. Source"/>
</p:tagLst>
</file>

<file path=ppt/tags/tag1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46.xml><?xml version="1.0" encoding="utf-8"?>
<p:tagLst xmlns:a="http://schemas.openxmlformats.org/drawingml/2006/main" xmlns:r="http://schemas.openxmlformats.org/officeDocument/2006/relationships" xmlns:p="http://schemas.openxmlformats.org/presentationml/2006/main">
  <p:tag name="SHAPENAME" val="5. Source"/>
</p:tagLst>
</file>

<file path=ppt/tags/tag147.xml><?xml version="1.0" encoding="utf-8"?>
<p:tagLst xmlns:a="http://schemas.openxmlformats.org/drawingml/2006/main" xmlns:r="http://schemas.openxmlformats.org/officeDocument/2006/relationships" xmlns:p="http://schemas.openxmlformats.org/presentationml/2006/main">
  <p:tag name="SHAPENAME" val="5. Source"/>
</p:tagLst>
</file>

<file path=ppt/tags/tag1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1.xml><?xml version="1.0" encoding="utf-8"?>
<p:tagLst xmlns:a="http://schemas.openxmlformats.org/drawingml/2006/main" xmlns:r="http://schemas.openxmlformats.org/officeDocument/2006/relationships" xmlns:p="http://schemas.openxmlformats.org/presentationml/2006/main">
  <p:tag name="SHAPENAME" val="TopLine"/>
</p:tagLst>
</file>

<file path=ppt/tags/tag1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4.xml><?xml version="1.0" encoding="utf-8"?>
<p:tagLst xmlns:a="http://schemas.openxmlformats.org/drawingml/2006/main" xmlns:r="http://schemas.openxmlformats.org/officeDocument/2006/relationships" xmlns:p="http://schemas.openxmlformats.org/presentationml/2006/main">
  <p:tag name="SHAPENAME" val="5. Source"/>
</p:tagLst>
</file>

<file path=ppt/tags/tag15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6.xml><?xml version="1.0" encoding="utf-8"?>
<p:tagLst xmlns:a="http://schemas.openxmlformats.org/drawingml/2006/main" xmlns:r="http://schemas.openxmlformats.org/officeDocument/2006/relationships" xmlns:p="http://schemas.openxmlformats.org/presentationml/2006/main">
  <p:tag name="SHAPENAME" val="5. Source"/>
</p:tagLst>
</file>

<file path=ppt/tags/tag1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9.xml><?xml version="1.0" encoding="utf-8"?>
<p:tagLst xmlns:a="http://schemas.openxmlformats.org/drawingml/2006/main" xmlns:r="http://schemas.openxmlformats.org/officeDocument/2006/relationships" xmlns:p="http://schemas.openxmlformats.org/presentationml/2006/main">
  <p:tag name="SHAPENAME" val="5. Source"/>
</p:tagLst>
</file>

<file path=ppt/tags/tag160.xml><?xml version="1.0" encoding="utf-8"?>
<p:tagLst xmlns:a="http://schemas.openxmlformats.org/drawingml/2006/main" xmlns:r="http://schemas.openxmlformats.org/officeDocument/2006/relationships" xmlns:p="http://schemas.openxmlformats.org/presentationml/2006/main">
  <p:tag name="SHAPENAME" val="5. Sourc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SYMBOLNAME" val="Chevron"/>
  <p:tag name="NAME" val="Chevron"/>
</p:tagLst>
</file>

<file path=ppt/tags/tag188.xml><?xml version="1.0" encoding="utf-8"?>
<p:tagLst xmlns:a="http://schemas.openxmlformats.org/drawingml/2006/main" xmlns:r="http://schemas.openxmlformats.org/officeDocument/2006/relationships" xmlns:p="http://schemas.openxmlformats.org/presentationml/2006/main">
  <p:tag name="SYMBOLNAME" val="Chevron"/>
  <p:tag name="NAME" val="Chevron"/>
</p:tagLst>
</file>

<file path=ppt/tags/tag189.xml><?xml version="1.0" encoding="utf-8"?>
<p:tagLst xmlns:a="http://schemas.openxmlformats.org/drawingml/2006/main" xmlns:r="http://schemas.openxmlformats.org/officeDocument/2006/relationships" xmlns:p="http://schemas.openxmlformats.org/presentationml/2006/main">
  <p:tag name="SYMBOLNAME" val="Chevron"/>
  <p:tag name="NAME" val="Chevron"/>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93ELQWugi.HCEYm2.EqwDg"/>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CPJLGnp6u3GRhLry.ldu2Q"/>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3AraFhF.I5kbdC1jWCQUmw"/>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 Widescreen [16:9] Feb 2022">
  <a:themeElements>
    <a:clrScheme name="Custom 1">
      <a:dk1>
        <a:srgbClr val="00338D"/>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Presentation19" id="{32B944E4-D8D9-F243-99BD-A117DFF40100}" vid="{16316A5F-D667-224A-B172-41C246A29819}"/>
    </a:ext>
  </a:extLst>
</a:theme>
</file>

<file path=ppt/theme/theme2.xml><?xml version="1.0" encoding="utf-8"?>
<a:theme xmlns:a="http://schemas.openxmlformats.org/drawingml/2006/main" name="1_KPMG Widescreen [16:9] Feb 2022">
  <a:themeElements>
    <a:clrScheme name="Custom 1">
      <a:dk1>
        <a:srgbClr val="00338D"/>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Presentation19" id="{32B944E4-D8D9-F243-99BD-A117DFF40100}" vid="{16316A5F-D667-224A-B172-41C246A2981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Fresh document" ma:contentTypeID="0x01010036DF8ACB058DF9489700B19236AAD594007E8419FE4F950B4392065678514CA894" ma:contentTypeVersion="2" ma:contentTypeDescription="" ma:contentTypeScope="" ma:versionID="43f590f51449af4d2b49234605639e87">
  <xsd:schema xmlns:xsd="http://www.w3.org/2001/XMLSchema" xmlns:xs="http://www.w3.org/2001/XMLSchema" xmlns:p="http://schemas.microsoft.com/office/2006/metadata/properties" xmlns:ns1="ec34c195-ea43-43d6-8133-349d7020f851" xmlns:ns2="b59f86d2-7e59-4ddf-a384-2320c21b9596" targetNamespace="http://schemas.microsoft.com/office/2006/metadata/properties" ma:root="true" ma:fieldsID="468687ed7b05865328f56f0505d61f61" ns1:_="" ns2:_="">
    <xsd:import namespace="ec34c195-ea43-43d6-8133-349d7020f851"/>
    <xsd:import namespace="b59f86d2-7e59-4ddf-a384-2320c21b9596"/>
    <xsd:element name="properties">
      <xsd:complexType>
        <xsd:sequence>
          <xsd:element name="documentManagement">
            <xsd:complexType>
              <xsd:all>
                <xsd:element ref="ns1:CandC_Tax_1TaxHTField" minOccurs="0"/>
                <xsd:element ref="ns1:CandC_Tax_2TaxHTField" minOccurs="0"/>
                <xsd:element ref="ns1:CandC_Tax_3TaxHTField" minOccurs="0"/>
                <xsd:element ref="ns1:CandC_Tax_4TaxHTField" minOccurs="0"/>
                <xsd:element ref="ns1:CandC_Tax_5TaxHTField" minOccurs="0"/>
                <xsd:element ref="ns1:CandC_Tax_6TaxHTField" minOccurs="0"/>
                <xsd:element ref="ns1:CandC_Tax_7TaxHTField" minOccurs="0"/>
                <xsd:element ref="ns1:CandC_Tax_8TaxHTField" minOccurs="0"/>
                <xsd:element ref="ns2:TaxCatchAll" minOccurs="0"/>
                <xsd:element ref="ns1:TaxCatchAllLabel" minOccurs="0"/>
                <xsd:element ref="ns1:CandC_Description" minOccurs="0"/>
                <xsd:element ref="ns1:CandC_Featured" minOccurs="0"/>
                <xsd:element ref="ns1:CandC_PublishedExpirationDate" minOccurs="0"/>
                <xsd:element ref="ns1:CandC_PublishedDate" minOccurs="0"/>
                <xsd:element ref="ns1:KPMG_HideOISearch" minOccurs="0"/>
                <xsd:element ref="ns1:KPMG_ContentOwner" minOccurs="0"/>
                <xsd:element ref="ns1:KPMG_ContentPublisher" minOccurs="0"/>
                <xsd:element ref="ns1:CandC_ReviewDate" minOccurs="0"/>
                <xsd:element ref="ns1:CandC_OverrideImageUrl" minOccurs="0"/>
                <xsd:element ref="ns1:CandC_Tax_AlliancesTaxHTField" minOccurs="0"/>
                <xsd:element ref="ns1:CandC_Tax_ToolsTaxHTField" minOccurs="0"/>
                <xsd:element ref="ns1:CandC_Tax_ESGTaxHTField" minOccurs="0"/>
                <xsd:element ref="ns1:CandC_Tax_InstanceTerms2TaxHTField" minOccurs="0"/>
                <xsd:element ref="ns1:CandC_Tax_InstanceTerms3TaxHTField" minOccurs="0"/>
                <xsd:element ref="ns1:CandC_Tax_InstanceTerms4TaxHTField" minOccurs="0"/>
                <xsd:element ref="ns1:CandC_Tax_InstanceTerms5TaxHTField" minOccurs="0"/>
                <xsd:element ref="ns1:CandC_Tax_SolutionsTaxHTField" minOccurs="0"/>
                <xsd:element ref="ns1:CandC_Tax_DeliveryToolsTaxHTField" minOccurs="0"/>
                <xsd:element ref="ns1:CandC_Tax_TechnologyTaxHTField" minOccurs="0"/>
                <xsd:element ref="ns1:MediaServiceMetadata" minOccurs="0"/>
                <xsd:element ref="ns1:MediaServiceFastMetadata" minOccurs="0"/>
                <xsd:element ref="ns1:MediaServiceSearchProperties" minOccurs="0"/>
                <xsd:element ref="ns1:MediaServiceDateTaken" minOccurs="0"/>
                <xsd:element ref="ns1:MediaServiceOCR" minOccurs="0"/>
                <xsd:element ref="ns1:MediaServiceGenerationTime" minOccurs="0"/>
                <xsd:element ref="ns1:MediaServiceEventHashCode" minOccurs="0"/>
                <xsd:element ref="ns1:lcf76f155ced4ddcb4097134ff3c332f" minOccurs="0"/>
                <xsd:element ref="ns1:CandC_Order" minOccurs="0"/>
                <xsd:element ref="ns1:Section" minOccurs="0"/>
                <xsd:element ref="ns1:Subsection" minOccurs="0"/>
                <xsd:element ref="ns1: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34c195-ea43-43d6-8133-349d7020f851" elementFormDefault="qualified">
    <xsd:import namespace="http://schemas.microsoft.com/office/2006/documentManagement/types"/>
    <xsd:import namespace="http://schemas.microsoft.com/office/infopath/2007/PartnerControls"/>
    <xsd:element name="CandC_Tax_1TaxHTField" ma:index="0" nillable="true" ma:displayName="CandC_Tax_1TaxHTField" ma:hidden="true" ma:internalName="CandC_Tax_1TaxHTField">
      <xsd:simpleType>
        <xsd:restriction base="dms:Note"/>
      </xsd:simpleType>
    </xsd:element>
    <xsd:element name="CandC_Tax_2TaxHTField" ma:index="1" nillable="true" ma:displayName="CandC_Tax_2TaxHTField" ma:hidden="true" ma:internalName="CandC_Tax_2TaxHTField">
      <xsd:simpleType>
        <xsd:restriction base="dms:Note"/>
      </xsd:simpleType>
    </xsd:element>
    <xsd:element name="CandC_Tax_3TaxHTField" ma:index="2" nillable="true" ma:displayName="CandC_Tax_3TaxHTField" ma:hidden="true" ma:internalName="CandC_Tax_3TaxHTField">
      <xsd:simpleType>
        <xsd:restriction base="dms:Note"/>
      </xsd:simpleType>
    </xsd:element>
    <xsd:element name="CandC_Tax_4TaxHTField" ma:index="3" nillable="true" ma:displayName="CandC_Tax_4TaxHTField" ma:hidden="true" ma:internalName="CandC_Tax_4TaxHTField">
      <xsd:simpleType>
        <xsd:restriction base="dms:Note"/>
      </xsd:simpleType>
    </xsd:element>
    <xsd:element name="CandC_Tax_5TaxHTField" ma:index="4" nillable="true" ma:displayName="CandC_Tax_5TaxHTField" ma:hidden="true" ma:internalName="CandC_Tax_5TaxHTField">
      <xsd:simpleType>
        <xsd:restriction base="dms:Note"/>
      </xsd:simpleType>
    </xsd:element>
    <xsd:element name="CandC_Tax_6TaxHTField" ma:index="5" nillable="true" ma:displayName="CandC_Tax_6TaxHTField" ma:hidden="true" ma:internalName="CandC_Tax_6TaxHTField">
      <xsd:simpleType>
        <xsd:restriction base="dms:Note"/>
      </xsd:simpleType>
    </xsd:element>
    <xsd:element name="CandC_Tax_7TaxHTField" ma:index="6" nillable="true" ma:displayName="CandC_Tax_7TaxHTField" ma:hidden="true" ma:internalName="CandC_Tax_7TaxHTField">
      <xsd:simpleType>
        <xsd:restriction base="dms:Note"/>
      </xsd:simpleType>
    </xsd:element>
    <xsd:element name="CandC_Tax_8TaxHTField" ma:index="7" nillable="true" ma:taxonomy="true" ma:internalName="CandC_Tax_8TaxHTField" ma:taxonomyFieldName="CandC_Tax_8" ma:displayName="Asset Type" ma:default="" ma:fieldId="{36cccf54-ed80-4bef-98cb-ca575c7ad017}" ma:taxonomyMulti="true" ma:sspId="8883d318-f35c-4577-94aa-4c8e836d27a7" ma:termSetId="63d06f64-50b3-4035-bf8f-7e6e5ccb88ed" ma:anchorId="00000000-0000-0000-0000-000000000000" ma:open="false" ma:isKeyword="false">
      <xsd:complexType>
        <xsd:sequence>
          <xsd:element ref="pc:Terms" minOccurs="0" maxOccurs="1"/>
        </xsd:sequence>
      </xsd:complexType>
    </xsd:element>
    <xsd:element name="TaxCatchAllLabel" ma:index="9" nillable="true" ma:displayName="Taxonomy Catch All Column1" ma:hidden="true" ma:list="{2ddf1ba2-3483-43d4-86c8-6c58eda9e2b5}" ma:internalName="TaxCatchAllLabel" ma:readOnly="true" ma:showField="CatchAllDataLabel">
      <xsd:complexType>
        <xsd:complexContent>
          <xsd:extension base="dms:MultiChoiceLookup">
            <xsd:sequence>
              <xsd:element name="Value" type="dms:Lookup" maxOccurs="unbounded" minOccurs="0" nillable="true"/>
            </xsd:sequence>
          </xsd:extension>
        </xsd:complexContent>
      </xsd:complexType>
    </xsd:element>
    <xsd:element name="CandC_Description" ma:index="18" nillable="true" ma:displayName="Short description" ma:internalName="CandC_Description">
      <xsd:simpleType>
        <xsd:restriction base="dms:Note">
          <xsd:maxLength value="255"/>
        </xsd:restriction>
      </xsd:simpleType>
    </xsd:element>
    <xsd:element name="CandC_Featured" ma:index="19" nillable="true" ma:displayName="Featured" ma:default="0" ma:internalName="CandC_Featured">
      <xsd:simpleType>
        <xsd:restriction base="dms:Boolean"/>
      </xsd:simpleType>
    </xsd:element>
    <xsd:element name="CandC_PublishedExpirationDate" ma:index="20" nillable="true" ma:displayName="Expiration date" ma:description="The date from which to stop pushing this content to users" ma:format="DateOnly" ma:internalName="CandC_PublishedExpirationDate">
      <xsd:simpleType>
        <xsd:restriction base="dms:DateTime"/>
      </xsd:simpleType>
    </xsd:element>
    <xsd:element name="CandC_PublishedDate" ma:index="21" nillable="true" ma:displayName="Publish date" ma:default="[today]" ma:description="The date from which to push this content to users" ma:format="DateOnly" ma:internalName="CandC_PublishedDate" ma:readOnly="false">
      <xsd:simpleType>
        <xsd:restriction base="dms:DateTime"/>
      </xsd:simpleType>
    </xsd:element>
    <xsd:element name="KPMG_HideOISearch" ma:index="22" nillable="true" ma:displayName="Hide from OI Search" ma:default="0" ma:internalName="KPMG_HideOISearch">
      <xsd:simpleType>
        <xsd:restriction base="dms:Boolean"/>
      </xsd:simpleType>
    </xsd:element>
    <xsd:element name="KPMG_ContentOwner" ma:index="23" nillable="true" ma:displayName="Content Owner" ma:list="UserInfo" ma:SharePointGroup="0" ma:internalName="KPMG_Cont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KPMG_ContentPublisher" ma:index="24" nillable="true" ma:displayName="Content Publisher" ma:list="UserInfo" ma:SharePointGroup="0" ma:internalName="KPMG_ContentPublish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andC_ReviewDate" ma:index="25" nillable="true" ma:displayName="Review date" ma:description="Date for revision" ma:format="DateOnly" ma:internalName="CandC_ReviewDate">
      <xsd:simpleType>
        <xsd:restriction base="dms:DateTime"/>
      </xsd:simpleType>
    </xsd:element>
    <xsd:element name="CandC_OverrideImageUrl" ma:index="26" nillable="true" ma:displayName="Override rollup image" ma:description="Override the rollup image for this document" ma:format="Hyperlink" ma:internalName="CandC_OverrideImageUrl">
      <xsd:complexType>
        <xsd:complexContent>
          <xsd:extension base="dms:URL">
            <xsd:sequence>
              <xsd:element name="Url" type="dms:ValidUrl" minOccurs="0" nillable="true"/>
              <xsd:element name="Description" type="xsd:string" nillable="true"/>
            </xsd:sequence>
          </xsd:extension>
        </xsd:complexContent>
      </xsd:complexType>
    </xsd:element>
    <xsd:element name="CandC_Tax_AlliancesTaxHTField" ma:index="27" nillable="true" ma:displayName="CandC_Tax_AlliancesTaxHTField" ma:hidden="true" ma:internalName="CandC_Tax_AlliancesTaxHTField">
      <xsd:simpleType>
        <xsd:restriction base="dms:Note"/>
      </xsd:simpleType>
    </xsd:element>
    <xsd:element name="CandC_Tax_ToolsTaxHTField" ma:index="28" nillable="true" ma:displayName="CandC_Tax_AlliancesTaxHTField" ma:hidden="true" ma:internalName="CandC_Tax_ToolsTaxHTField">
      <xsd:simpleType>
        <xsd:restriction base="dms:Note"/>
      </xsd:simpleType>
    </xsd:element>
    <xsd:element name="CandC_Tax_ESGTaxHTField" ma:index="29" nillable="true" ma:displayName="CandC_Tax_ESGTaxHTField" ma:hidden="true" ma:internalName="CandC_Tax_ESGTaxHTField">
      <xsd:simpleType>
        <xsd:restriction base="dms:Note"/>
      </xsd:simpleType>
    </xsd:element>
    <xsd:element name="CandC_Tax_InstanceTerms2TaxHTField" ma:index="30" nillable="true" ma:displayName="CandC_Tax_InstanceTerms2TaxHTField" ma:hidden="true" ma:internalName="CandC_Tax_InstanceTerms2TaxHTField">
      <xsd:simpleType>
        <xsd:restriction base="dms:Note"/>
      </xsd:simpleType>
    </xsd:element>
    <xsd:element name="CandC_Tax_InstanceTerms3TaxHTField" ma:index="31" nillable="true" ma:taxonomy="true" ma:internalName="CandC_Tax_InstanceTerms3TaxHTField" ma:taxonomyFieldName="CandC_Tax_InstanceTerms3" ma:displayName="KPMG Brands" ma:default="" ma:fieldId="{090766fa-c6ab-43be-9914-b473d1fd9404}" ma:taxonomyMulti="true" ma:sspId="8883d318-f35c-4577-94aa-4c8e836d27a7" ma:termSetId="3061f3a1-5387-4b91-b321-0d0201e29a13" ma:anchorId="00000000-0000-0000-0000-000000000000" ma:open="false" ma:isKeyword="false">
      <xsd:complexType>
        <xsd:sequence>
          <xsd:element ref="pc:Terms" minOccurs="0" maxOccurs="1"/>
        </xsd:sequence>
      </xsd:complexType>
    </xsd:element>
    <xsd:element name="CandC_Tax_InstanceTerms4TaxHTField" ma:index="32" nillable="true" ma:taxonomy="true" ma:internalName="CandC_Tax_InstanceTerms4TaxHTField" ma:taxonomyFieldName="CandC_Tax_InstanceTerms4" ma:displayName="National Campaigns" ma:default="" ma:fieldId="{2cce7a73-8bbe-495a-a971-570b5eb38693}" ma:taxonomyMulti="true" ma:sspId="8883d318-f35c-4577-94aa-4c8e836d27a7" ma:termSetId="0dbe3a23-25cb-4cb8-a895-cd6a1cef8819" ma:anchorId="00000000-0000-0000-0000-000000000000" ma:open="false" ma:isKeyword="false">
      <xsd:complexType>
        <xsd:sequence>
          <xsd:element ref="pc:Terms" minOccurs="0" maxOccurs="1"/>
        </xsd:sequence>
      </xsd:complexType>
    </xsd:element>
    <xsd:element name="CandC_Tax_InstanceTerms5TaxHTField" ma:index="33" nillable="true" ma:taxonomy="true" ma:internalName="CandC_Tax_InstanceTerms5TaxHTField" ma:taxonomyFieldName="CandC_Tax_InstanceTerms5" ma:displayName="Subject Matter" ma:default="" ma:fieldId="{30402be3-323c-4a38-a036-b56f0aaa4492}" ma:taxonomyMulti="true" ma:sspId="8883d318-f35c-4577-94aa-4c8e836d27a7" ma:termSetId="894833ad-98cd-46a7-b174-2d1e3507fb0a" ma:anchorId="00000000-0000-0000-0000-000000000000" ma:open="false" ma:isKeyword="false">
      <xsd:complexType>
        <xsd:sequence>
          <xsd:element ref="pc:Terms" minOccurs="0" maxOccurs="1"/>
        </xsd:sequence>
      </xsd:complexType>
    </xsd:element>
    <xsd:element name="CandC_Tax_SolutionsTaxHTField" ma:index="41" nillable="true" ma:displayName="CandC_Tax_SolutionsTaxHTField" ma:hidden="true" ma:internalName="CandC_Tax_SolutionsTaxHTField">
      <xsd:simpleType>
        <xsd:restriction base="dms:Note"/>
      </xsd:simpleType>
    </xsd:element>
    <xsd:element name="CandC_Tax_DeliveryToolsTaxHTField" ma:index="43" nillable="true" ma:displayName="CandC_Tax_DeliveryToolsTaxHTField" ma:hidden="true" ma:internalName="CandC_Tax_DeliveryToolsTaxHTField">
      <xsd:simpleType>
        <xsd:restriction base="dms:Note"/>
      </xsd:simpleType>
    </xsd:element>
    <xsd:element name="CandC_Tax_TechnologyTaxHTField" ma:index="45" nillable="true" ma:displayName="CandC_Tax_TechnologyTaxHTField" ma:hidden="true" ma:internalName="CandC_Tax_TechnologyTaxHTField">
      <xsd:simpleType>
        <xsd:restriction base="dms:Note"/>
      </xsd:simpleType>
    </xsd:element>
    <xsd:element name="MediaServiceMetadata" ma:index="55" nillable="true" ma:displayName="MediaServiceMetadata" ma:hidden="true" ma:internalName="MediaServiceMetadata" ma:readOnly="true">
      <xsd:simpleType>
        <xsd:restriction base="dms:Note"/>
      </xsd:simpleType>
    </xsd:element>
    <xsd:element name="MediaServiceFastMetadata" ma:index="56" nillable="true" ma:displayName="MediaServiceFastMetadata" ma:hidden="true" ma:internalName="MediaServiceFastMetadata" ma:readOnly="true">
      <xsd:simpleType>
        <xsd:restriction base="dms:Note"/>
      </xsd:simpleType>
    </xsd:element>
    <xsd:element name="MediaServiceSearchProperties" ma:index="57" nillable="true" ma:displayName="MediaServiceSearchProperties" ma:hidden="true" ma:internalName="MediaServiceSearchProperties" ma:readOnly="true">
      <xsd:simpleType>
        <xsd:restriction base="dms:Note"/>
      </xsd:simpleType>
    </xsd:element>
    <xsd:element name="MediaServiceDateTaken" ma:index="58" nillable="true" ma:displayName="MediaServiceDateTaken" ma:hidden="true" ma:indexed="true" ma:internalName="MediaServiceDateTaken" ma:readOnly="true">
      <xsd:simpleType>
        <xsd:restriction base="dms:Text"/>
      </xsd:simpleType>
    </xsd:element>
    <xsd:element name="MediaServiceOCR" ma:index="59" nillable="true" ma:displayName="Extracted Text" ma:internalName="MediaServiceOCR" ma:readOnly="true">
      <xsd:simpleType>
        <xsd:restriction base="dms:Note">
          <xsd:maxLength value="255"/>
        </xsd:restriction>
      </xsd:simpleType>
    </xsd:element>
    <xsd:element name="MediaServiceGenerationTime" ma:index="60" nillable="true" ma:displayName="MediaServiceGenerationTime" ma:hidden="true" ma:internalName="MediaServiceGenerationTime" ma:readOnly="true">
      <xsd:simpleType>
        <xsd:restriction base="dms:Text"/>
      </xsd:simpleType>
    </xsd:element>
    <xsd:element name="MediaServiceEventHashCode" ma:index="61" nillable="true" ma:displayName="MediaServiceEventHashCode" ma:hidden="true" ma:internalName="MediaServiceEventHashCode" ma:readOnly="true">
      <xsd:simpleType>
        <xsd:restriction base="dms:Text"/>
      </xsd:simpleType>
    </xsd:element>
    <xsd:element name="lcf76f155ced4ddcb4097134ff3c332f" ma:index="63"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CandC_Order" ma:index="64" nillable="true" ma:displayName="Order" ma:decimals="0" ma:default="999" ma:internalName="CandC_Order" ma:percentage="FALSE">
      <xsd:simpleType>
        <xsd:restriction base="dms:Number"/>
      </xsd:simpleType>
    </xsd:element>
    <xsd:element name="Section" ma:index="65" nillable="true" ma:displayName="Section" ma:internalName="Section">
      <xsd:simpleType>
        <xsd:restriction base="dms:Text">
          <xsd:maxLength value="255"/>
        </xsd:restriction>
      </xsd:simpleType>
    </xsd:element>
    <xsd:element name="Subsection" ma:index="66" nillable="true" ma:displayName="Subsection" ma:internalName="Subsection">
      <xsd:simpleType>
        <xsd:restriction base="dms:Text">
          <xsd:maxLength value="255"/>
        </xsd:restriction>
      </xsd:simpleType>
    </xsd:element>
    <xsd:element name="MediaLengthInSeconds" ma:index="6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59f86d2-7e59-4ddf-a384-2320c21b9596" elementFormDefault="qualified">
    <xsd:import namespace="http://schemas.microsoft.com/office/2006/documentManagement/types"/>
    <xsd:import namespace="http://schemas.microsoft.com/office/infopath/2007/PartnerControls"/>
    <xsd:element name="TaxCatchAll" ma:index="8" nillable="true" ma:displayName="Taxonomy Catch All Column" ma:description="" ma:hidden="true" ma:list="{2ddf1ba2-3483-43d4-86c8-6c58eda9e2b5}" ma:internalName="TaxCatchAll" ma:showField="CatchAllData" ma:web="b59f86d2-7e59-4ddf-a384-2320c21b95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8" ma:displayName="Content Type"/>
        <xsd:element ref="dc:title" minOccurs="0" maxOccurs="1" ma:index="5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andC_Tax_ToolsTaxHTField xmlns="ec34c195-ea43-43d6-8133-349d7020f851" xsi:nil="true"/>
    <CandC_Order xmlns="ec34c195-ea43-43d6-8133-349d7020f851">999</CandC_Order>
    <CandC_Tax_InstanceTerms5TaxHTField xmlns="ec34c195-ea43-43d6-8133-349d7020f851">
      <Terms xmlns="http://schemas.microsoft.com/office/infopath/2007/PartnerControls"/>
    </CandC_Tax_InstanceTerms5TaxHTField>
    <CandC_PublishedDate xmlns="ec34c195-ea43-43d6-8133-349d7020f851">2026-01-07T19:45:16+00:00</CandC_PublishedDate>
    <KPMG_ContentPublisher xmlns="ec34c195-ea43-43d6-8133-349d7020f851">
      <UserInfo>
        <DisplayName/>
        <AccountId xsi:nil="true"/>
        <AccountType/>
      </UserInfo>
    </KPMG_ContentPublisher>
    <CandC_Tax_8TaxHTField xmlns="ec34c195-ea43-43d6-8133-349d7020f851">
      <Terms xmlns="http://schemas.microsoft.com/office/infopath/2007/PartnerControls"/>
    </CandC_Tax_8TaxHTField>
    <CandC_Tax_DeliveryToolsTaxHTField xmlns="ec34c195-ea43-43d6-8133-349d7020f851" xsi:nil="true"/>
    <CandC_Tax_SolutionsTaxHTField xmlns="ec34c195-ea43-43d6-8133-349d7020f851" xsi:nil="true"/>
    <CandC_Tax_InstanceTerms2TaxHTField xmlns="ec34c195-ea43-43d6-8133-349d7020f851" xsi:nil="true"/>
    <KPMG_ContentOwner xmlns="ec34c195-ea43-43d6-8133-349d7020f851">
      <UserInfo>
        <DisplayName/>
        <AccountId xsi:nil="true"/>
        <AccountType/>
      </UserInfo>
    </KPMG_ContentOwner>
    <CandC_Tax_InstanceTerms3TaxHTField xmlns="ec34c195-ea43-43d6-8133-349d7020f851">
      <Terms xmlns="http://schemas.microsoft.com/office/infopath/2007/PartnerControls"/>
    </CandC_Tax_InstanceTerms3TaxHTField>
    <CandC_Tax_1TaxHTField xmlns="ec34c195-ea43-43d6-8133-349d7020f851" xsi:nil="true"/>
    <CandC_Featured xmlns="ec34c195-ea43-43d6-8133-349d7020f851">false</CandC_Featured>
    <CandC_OverrideImageUrl xmlns="ec34c195-ea43-43d6-8133-349d7020f851">
      <Url xsi:nil="true"/>
      <Description xsi:nil="true"/>
    </CandC_OverrideImageUrl>
    <CandC_Tax_3TaxHTField xmlns="ec34c195-ea43-43d6-8133-349d7020f851" xsi:nil="true"/>
    <Subsection xmlns="ec34c195-ea43-43d6-8133-349d7020f851" xsi:nil="true"/>
    <CandC_Tax_2TaxHTField xmlns="ec34c195-ea43-43d6-8133-349d7020f851" xsi:nil="true"/>
    <CandC_Tax_ESGTaxHTField xmlns="ec34c195-ea43-43d6-8133-349d7020f851" xsi:nil="true"/>
    <CandC_Tax_5TaxHTField xmlns="ec34c195-ea43-43d6-8133-349d7020f851" xsi:nil="true"/>
    <CandC_Tax_TechnologyTaxHTField xmlns="ec34c195-ea43-43d6-8133-349d7020f851" xsi:nil="true"/>
    <CandC_Tax_4TaxHTField xmlns="ec34c195-ea43-43d6-8133-349d7020f851" xsi:nil="true"/>
    <TaxCatchAll xmlns="b59f86d2-7e59-4ddf-a384-2320c21b9596" xsi:nil="true"/>
    <CandC_Description xmlns="ec34c195-ea43-43d6-8133-349d7020f851" xsi:nil="true"/>
    <CandC_Tax_AlliancesTaxHTField xmlns="ec34c195-ea43-43d6-8133-349d7020f851" xsi:nil="true"/>
    <CandC_Tax_7TaxHTField xmlns="ec34c195-ea43-43d6-8133-349d7020f851" xsi:nil="true"/>
    <KPMG_HideOISearch xmlns="ec34c195-ea43-43d6-8133-349d7020f851">false</KPMG_HideOISearch>
    <CandC_ReviewDate xmlns="ec34c195-ea43-43d6-8133-349d7020f851" xsi:nil="true"/>
    <lcf76f155ced4ddcb4097134ff3c332f xmlns="ec34c195-ea43-43d6-8133-349d7020f851">
      <Terms xmlns="http://schemas.microsoft.com/office/infopath/2007/PartnerControls"/>
    </lcf76f155ced4ddcb4097134ff3c332f>
    <Section xmlns="ec34c195-ea43-43d6-8133-349d7020f851">Business slide templates</Section>
    <CandC_Tax_6TaxHTField xmlns="ec34c195-ea43-43d6-8133-349d7020f851" xsi:nil="true"/>
    <CandC_PublishedExpirationDate xmlns="ec34c195-ea43-43d6-8133-349d7020f851" xsi:nil="true"/>
    <CandC_Tax_InstanceTerms4TaxHTField xmlns="ec34c195-ea43-43d6-8133-349d7020f851">
      <Terms xmlns="http://schemas.microsoft.com/office/infopath/2007/PartnerControls"/>
    </CandC_Tax_InstanceTerms4TaxHTField>
  </documentManagement>
</p:properties>
</file>

<file path=customXml/itemProps1.xml><?xml version="1.0" encoding="utf-8"?>
<ds:datastoreItem xmlns:ds="http://schemas.openxmlformats.org/officeDocument/2006/customXml" ds:itemID="{FF7E2496-3C77-4159-A9C0-A7CD38416A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34c195-ea43-43d6-8133-349d7020f851"/>
    <ds:schemaRef ds:uri="b59f86d2-7e59-4ddf-a384-2320c21b95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0C8A9A-8119-49A7-8373-3C35214CD7DF}">
  <ds:schemaRefs>
    <ds:schemaRef ds:uri="http://schemas.microsoft.com/sharepoint/v3/contenttype/forms"/>
  </ds:schemaRefs>
</ds:datastoreItem>
</file>

<file path=customXml/itemProps3.xml><?xml version="1.0" encoding="utf-8"?>
<ds:datastoreItem xmlns:ds="http://schemas.openxmlformats.org/officeDocument/2006/customXml" ds:itemID="{4250E380-8CD8-4B06-84ED-458F33A1B5CE}">
  <ds:schemaRefs>
    <ds:schemaRef ds:uri="http://www.w3.org/XML/1998/namespace"/>
    <ds:schemaRef ds:uri="http://purl.org/dc/elements/1.1/"/>
    <ds:schemaRef ds:uri="http://schemas.openxmlformats.org/package/2006/metadata/core-properties"/>
    <ds:schemaRef ds:uri="http://schemas.microsoft.com/office/2006/documentManagement/types"/>
    <ds:schemaRef ds:uri="ec34c195-ea43-43d6-8133-349d7020f851"/>
    <ds:schemaRef ds:uri="http://purl.org/dc/dcmitype/"/>
    <ds:schemaRef ds:uri="http://schemas.microsoft.com/office/infopath/2007/PartnerControls"/>
    <ds:schemaRef ds:uri="http://purl.org/dc/terms/"/>
    <ds:schemaRef ds:uri="b59f86d2-7e59-4ddf-a384-2320c21b9596"/>
    <ds:schemaRef ds:uri="http://schemas.microsoft.com/office/2006/metadata/properties"/>
  </ds:schemaRefs>
</ds:datastoreItem>
</file>

<file path=docMetadata/LabelInfo.xml><?xml version="1.0" encoding="utf-8"?>
<clbl:labelList xmlns:clbl="http://schemas.microsoft.com/office/2020/mipLabelMetadata">
  <clbl:label id="{95653b52-df9b-47d2-8549-8de78ac04e21}" enabled="1" method="Privilege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
  <TotalTime>592</TotalTime>
  <Words>5269</Words>
  <Application>Microsoft Macintosh PowerPoint</Application>
  <PresentationFormat>Widescreen</PresentationFormat>
  <Paragraphs>1046</Paragraphs>
  <Slides>70</Slides>
  <Notes>17</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70</vt:i4>
      </vt:variant>
    </vt:vector>
  </HeadingPairs>
  <TitlesOfParts>
    <vt:vector size="84" baseType="lpstr">
      <vt:lpstr>Arial Unicode MS</vt:lpstr>
      <vt:lpstr>ＭＳ Ｐゴシック</vt:lpstr>
      <vt:lpstr>Arial</vt:lpstr>
      <vt:lpstr>Calibri</vt:lpstr>
      <vt:lpstr>Georgia</vt:lpstr>
      <vt:lpstr>KPMG Bold</vt:lpstr>
      <vt:lpstr>Lato Light</vt:lpstr>
      <vt:lpstr>Poppins</vt:lpstr>
      <vt:lpstr>Roboto</vt:lpstr>
      <vt:lpstr>Trebuchet MS</vt:lpstr>
      <vt:lpstr>Verdana</vt:lpstr>
      <vt:lpstr>KPMG Widescreen [16:9] Feb 2022</vt:lpstr>
      <vt:lpstr>1_KPMG Widescreen [16:9] Feb 2022</vt:lpstr>
      <vt:lpstr>think-cell Slide</vt:lpstr>
      <vt:lpstr>Title</vt:lpstr>
      <vt:lpstr>PowerPoint Presentation</vt:lpstr>
      <vt:lpstr>Agenda</vt:lpstr>
      <vt:lpstr>Content </vt:lpstr>
      <vt:lpstr>2 – bullet slides</vt:lpstr>
      <vt:lpstr>Title</vt:lpstr>
      <vt:lpstr>Title</vt:lpstr>
      <vt:lpstr>3 – bullet slides</vt:lpstr>
      <vt:lpstr>Title</vt:lpstr>
      <vt:lpstr>Title</vt:lpstr>
      <vt:lpstr>Title</vt:lpstr>
      <vt:lpstr>4 – bullet slides</vt:lpstr>
      <vt:lpstr>Title</vt:lpstr>
      <vt:lpstr>Title</vt:lpstr>
      <vt:lpstr>Title</vt:lpstr>
      <vt:lpstr>Title</vt:lpstr>
      <vt:lpstr>5 – bullet slides</vt:lpstr>
      <vt:lpstr>Title</vt:lpstr>
      <vt:lpstr>Title</vt:lpstr>
      <vt:lpstr>Title</vt:lpstr>
      <vt:lpstr>6 – bullet slides</vt:lpstr>
      <vt:lpstr>Executive summary</vt:lpstr>
      <vt:lpstr>Executive summary</vt:lpstr>
      <vt:lpstr>Summary of our proposal</vt:lpstr>
      <vt:lpstr>Executive summary</vt:lpstr>
      <vt:lpstr>Executive summary</vt:lpstr>
      <vt:lpstr>Vision &amp; objectives</vt:lpstr>
      <vt:lpstr>What we set out to do</vt:lpstr>
      <vt:lpstr>This project will answer three key questions</vt:lpstr>
      <vt:lpstr>We believe in four guiding principles for a strong [insert]</vt:lpstr>
      <vt:lpstr>The overall vision and strategy for the project</vt:lpstr>
      <vt:lpstr>[Insert project name] project overview</vt:lpstr>
      <vt:lpstr>This project aims to [insert]</vt:lpstr>
      <vt:lpstr>Recap: What are we building?</vt:lpstr>
      <vt:lpstr>202x strategy: [insert title/name of strategy, if applicable]</vt:lpstr>
      <vt:lpstr>Bullet points</vt:lpstr>
      <vt:lpstr>[Insert team/BU/client]’s objectives are [insert objectives]</vt:lpstr>
      <vt:lpstr>Key findings and details</vt:lpstr>
      <vt:lpstr>The strategy process should drive better strategic choice-making and ensure effective implementation (5 strategic pillars)</vt:lpstr>
      <vt:lpstr>Six (6) key resources within relevant areas to answer specific questions</vt:lpstr>
      <vt:lpstr>The project will be centered around three key deliverables, which together make up the proposed solution</vt:lpstr>
      <vt:lpstr>[Client] faces several challenges leading to key question: [insert]</vt:lpstr>
      <vt:lpstr>This project will answer three key questions resulting in [insert desired impact]</vt:lpstr>
      <vt:lpstr>What we have achieved…</vt:lpstr>
      <vt:lpstr>We build solutions in three phases with stage gates between each phase – currently we are in the [insert] phase</vt:lpstr>
      <vt:lpstr>Current status is [insert]</vt:lpstr>
      <vt:lpstr>Timelines &amp; project plan</vt:lpstr>
      <vt:lpstr>Four-step approach to realize vision and capture value</vt:lpstr>
      <vt:lpstr>[Maturity or level slide / Insert action title]</vt:lpstr>
      <vt:lpstr>There are several potential solutions to [insert problem]</vt:lpstr>
      <vt:lpstr>There are five main phases in this project</vt:lpstr>
      <vt:lpstr>This project will focus on the Due Diligence phase of the M&amp;A process </vt:lpstr>
      <vt:lpstr>Project [insert] will evolve through four main phases</vt:lpstr>
      <vt:lpstr>Dashboards  &amp; tables</vt:lpstr>
      <vt:lpstr>Stakeholder management process</vt:lpstr>
      <vt:lpstr>[Insert adjective] trends make this a [insert adjective] market</vt:lpstr>
      <vt:lpstr>We have evaluated three options for [insert problem]</vt:lpstr>
      <vt:lpstr>Line graphs</vt:lpstr>
      <vt:lpstr>[Line chart with two scenarios / Insert action title]</vt:lpstr>
      <vt:lpstr>[Three line charts slide / Insert action title]</vt:lpstr>
      <vt:lpstr>Pie charts</vt:lpstr>
      <vt:lpstr>[Four category Harvey Ball slide / Insert action title]</vt:lpstr>
      <vt:lpstr>[Single pie chart / Insert action title]</vt:lpstr>
      <vt:lpstr>[Double pie chart / Insert action title]</vt:lpstr>
      <vt:lpstr>Bar charts</vt:lpstr>
      <vt:lpstr>[Column chart for comparison with takeaways / Insert action title]</vt:lpstr>
      <vt:lpstr>Introducing today's team</vt:lpstr>
      <vt:lpstr>SWOT analysis</vt:lpstr>
      <vt:lpstr>Three (3) part pyramid diagram with details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Randy Mulle Bacurnay</dc:creator>
  <cp:lastModifiedBy>Mindel, Zack</cp:lastModifiedBy>
  <cp:revision>38</cp:revision>
  <dcterms:created xsi:type="dcterms:W3CDTF">2025-10-27T10:24:16Z</dcterms:created>
  <dcterms:modified xsi:type="dcterms:W3CDTF">2026-03-05T16:23:28Z</dcterms:modified>
  <cp:category>KPMG Public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78c0f71-65dc-41d1-a799-91080a268621_Enabled">
    <vt:lpwstr>true</vt:lpwstr>
  </property>
  <property fmtid="{D5CDD505-2E9C-101B-9397-08002B2CF9AE}" pid="3" name="MSIP_Label_178c0f71-65dc-41d1-a799-91080a268621_SetDate">
    <vt:lpwstr>2024-12-16T08:00:19Z</vt:lpwstr>
  </property>
  <property fmtid="{D5CDD505-2E9C-101B-9397-08002B2CF9AE}" pid="4" name="MSIP_Label_178c0f71-65dc-41d1-a799-91080a268621_Method">
    <vt:lpwstr>Standard</vt:lpwstr>
  </property>
  <property fmtid="{D5CDD505-2E9C-101B-9397-08002B2CF9AE}" pid="5" name="MSIP_Label_178c0f71-65dc-41d1-a799-91080a268621_Name">
    <vt:lpwstr>Internal - Crayon Group Only</vt:lpwstr>
  </property>
  <property fmtid="{D5CDD505-2E9C-101B-9397-08002B2CF9AE}" pid="6" name="MSIP_Label_178c0f71-65dc-41d1-a799-91080a268621_SiteId">
    <vt:lpwstr>8f47ad71-44ca-48bf-afe3-56b9360a4495</vt:lpwstr>
  </property>
  <property fmtid="{D5CDD505-2E9C-101B-9397-08002B2CF9AE}" pid="7" name="MSIP_Label_178c0f71-65dc-41d1-a799-91080a268621_ActionId">
    <vt:lpwstr>f6b15ad2-0c93-4072-aa75-ebfb4cfc2751</vt:lpwstr>
  </property>
  <property fmtid="{D5CDD505-2E9C-101B-9397-08002B2CF9AE}" pid="8" name="MSIP_Label_178c0f71-65dc-41d1-a799-91080a268621_ContentBits">
    <vt:lpwstr>2</vt:lpwstr>
  </property>
  <property fmtid="{D5CDD505-2E9C-101B-9397-08002B2CF9AE}" pid="9" name="ClassificationContentMarkingFooterLocations">
    <vt:lpwstr>KPMG Widescreen [16\:9] Feb 2022:5</vt:lpwstr>
  </property>
  <property fmtid="{D5CDD505-2E9C-101B-9397-08002B2CF9AE}" pid="10" name="ClassificationContentMarkingFooterText">
    <vt:lpwstr>Crayon - Internal Only</vt:lpwstr>
  </property>
  <property fmtid="{D5CDD505-2E9C-101B-9397-08002B2CF9AE}" pid="11" name="ContentTypeId">
    <vt:lpwstr>0x01010036DF8ACB058DF9489700B19236AAD594007E8419FE4F950B4392065678514CA894</vt:lpwstr>
  </property>
  <property fmtid="{D5CDD505-2E9C-101B-9397-08002B2CF9AE}" pid="12" name="CandC_Tax_InstanceTerms4">
    <vt:lpwstr/>
  </property>
  <property fmtid="{D5CDD505-2E9C-101B-9397-08002B2CF9AE}" pid="13" name="icce7a738bbe495aa971570b5eb38693">
    <vt:lpwstr/>
  </property>
  <property fmtid="{D5CDD505-2E9C-101B-9397-08002B2CF9AE}" pid="14" name="hbe088cb7bac4855a73d992713405f0b">
    <vt:lpwstr/>
  </property>
  <property fmtid="{D5CDD505-2E9C-101B-9397-08002B2CF9AE}" pid="15" name="CandC_Tax_4">
    <vt:lpwstr/>
  </property>
  <property fmtid="{D5CDD505-2E9C-101B-9397-08002B2CF9AE}" pid="16" name="MediaServiceImageTags">
    <vt:lpwstr/>
  </property>
  <property fmtid="{D5CDD505-2E9C-101B-9397-08002B2CF9AE}" pid="17" name="ba9320ef82844d5caee7d8db98530e1f">
    <vt:lpwstr/>
  </property>
  <property fmtid="{D5CDD505-2E9C-101B-9397-08002B2CF9AE}" pid="18" name="CandC_Tax_InstanceTerms5">
    <vt:lpwstr/>
  </property>
  <property fmtid="{D5CDD505-2E9C-101B-9397-08002B2CF9AE}" pid="19" name="o55f24c8b79c42f09ae7806313b57463">
    <vt:lpwstr/>
  </property>
  <property fmtid="{D5CDD505-2E9C-101B-9397-08002B2CF9AE}" pid="20" name="g90766fac6ab43be9914b473d1fd9404">
    <vt:lpwstr/>
  </property>
  <property fmtid="{D5CDD505-2E9C-101B-9397-08002B2CF9AE}" pid="21" name="f0f184d70b9b444f94bc10343587c733">
    <vt:lpwstr/>
  </property>
  <property fmtid="{D5CDD505-2E9C-101B-9397-08002B2CF9AE}" pid="22" name="oec7b074a3be4541acc05ffdcce0b2ed">
    <vt:lpwstr/>
  </property>
  <property fmtid="{D5CDD505-2E9C-101B-9397-08002B2CF9AE}" pid="23" name="p5b187bcb8e04cc39d9048d038784e6d">
    <vt:lpwstr/>
  </property>
  <property fmtid="{D5CDD505-2E9C-101B-9397-08002B2CF9AE}" pid="24" name="CandC_Tax_Technology">
    <vt:lpwstr/>
  </property>
  <property fmtid="{D5CDD505-2E9C-101B-9397-08002B2CF9AE}" pid="25" name="CandC_Tax_5">
    <vt:lpwstr/>
  </property>
  <property fmtid="{D5CDD505-2E9C-101B-9397-08002B2CF9AE}" pid="26" name="n884c4a6666a4c968d95b481dcac504b">
    <vt:lpwstr/>
  </property>
  <property fmtid="{D5CDD505-2E9C-101B-9397-08002B2CF9AE}" pid="27" name="i65a59561c574a67958fc252aefd9f60">
    <vt:lpwstr/>
  </property>
  <property fmtid="{D5CDD505-2E9C-101B-9397-08002B2CF9AE}" pid="28" name="j0402be3323c4a38a036b56f0aaa4492">
    <vt:lpwstr/>
  </property>
  <property fmtid="{D5CDD505-2E9C-101B-9397-08002B2CF9AE}" pid="29" name="CandC_Tax_6">
    <vt:lpwstr/>
  </property>
  <property fmtid="{D5CDD505-2E9C-101B-9397-08002B2CF9AE}" pid="30" name="CandC_Tax_1">
    <vt:lpwstr/>
  </property>
  <property fmtid="{D5CDD505-2E9C-101B-9397-08002B2CF9AE}" pid="31" name="CandC_Tax_Alliances">
    <vt:lpwstr/>
  </property>
  <property fmtid="{D5CDD505-2E9C-101B-9397-08002B2CF9AE}" pid="32" name="CandC_Tax_ESG">
    <vt:lpwstr/>
  </property>
  <property fmtid="{D5CDD505-2E9C-101B-9397-08002B2CF9AE}" pid="33" name="CandC_Tax_InstanceTerms2">
    <vt:lpwstr/>
  </property>
  <property fmtid="{D5CDD505-2E9C-101B-9397-08002B2CF9AE}" pid="34" name="o0f92f3b0d774486ae67ca5d55bd3704">
    <vt:lpwstr/>
  </property>
  <property fmtid="{D5CDD505-2E9C-101B-9397-08002B2CF9AE}" pid="35" name="na6b90f30f8a4ce5a56bbcab213536eb">
    <vt:lpwstr/>
  </property>
  <property fmtid="{D5CDD505-2E9C-101B-9397-08002B2CF9AE}" pid="36" name="j6cccf54ed804bef98cbca575c7ad017">
    <vt:lpwstr>PowerPoint Deck|b432d858-8f2d-448c-893b-bd18c805119a</vt:lpwstr>
  </property>
  <property fmtid="{D5CDD505-2E9C-101B-9397-08002B2CF9AE}" pid="37" name="n59fb41ce9f44f8da42853bd45fa9de8">
    <vt:lpwstr/>
  </property>
  <property fmtid="{D5CDD505-2E9C-101B-9397-08002B2CF9AE}" pid="38" name="CandC_Tax_2">
    <vt:lpwstr/>
  </property>
  <property fmtid="{D5CDD505-2E9C-101B-9397-08002B2CF9AE}" pid="39" name="CandC_Tax_7">
    <vt:lpwstr/>
  </property>
  <property fmtid="{D5CDD505-2E9C-101B-9397-08002B2CF9AE}" pid="40" name="CandC_Tax_DeliveryTools">
    <vt:lpwstr/>
  </property>
  <property fmtid="{D5CDD505-2E9C-101B-9397-08002B2CF9AE}" pid="41" name="CandC_Tax_Tools">
    <vt:lpwstr/>
  </property>
  <property fmtid="{D5CDD505-2E9C-101B-9397-08002B2CF9AE}" pid="42" name="CandC_Tax_InstanceTerms3">
    <vt:lpwstr/>
  </property>
  <property fmtid="{D5CDD505-2E9C-101B-9397-08002B2CF9AE}" pid="43" name="CandC_Tax_Solutions">
    <vt:lpwstr/>
  </property>
  <property fmtid="{D5CDD505-2E9C-101B-9397-08002B2CF9AE}" pid="44" name="ce007774c83b48b994a074409f6e2c1a">
    <vt:lpwstr/>
  </property>
  <property fmtid="{D5CDD505-2E9C-101B-9397-08002B2CF9AE}" pid="45" name="CandC_Tax_8">
    <vt:lpwstr/>
  </property>
  <property fmtid="{D5CDD505-2E9C-101B-9397-08002B2CF9AE}" pid="46" name="CandC_Tax_3">
    <vt:lpwstr/>
  </property>
  <property fmtid="{D5CDD505-2E9C-101B-9397-08002B2CF9AE}" pid="47" name="m454b6806f344f0197ca34334082f070">
    <vt:lpwstr/>
  </property>
  <property fmtid="{D5CDD505-2E9C-101B-9397-08002B2CF9AE}" pid="48" name="bdbe8a50be7042ddb2c0c98c59453458">
    <vt:lpwstr/>
  </property>
</Properties>
</file>