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Infrastructure And The Power System Reset (2026)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DC load 2023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 and growing share of demand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DC load 2028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325-580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planning uncertainty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sales growth 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recovery continuation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U.S. sales growth 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Step-up year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Agenda And Decision 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Validated demand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CEO/CFO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Constraints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Bottleneck 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Tradeoff decision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office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 roadmap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Synthesis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Demand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Re-accelerating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 for high case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Low-moderate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Prioritize certainty zones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 resilience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Uneven by market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Diversify by design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readiness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Fragmented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governance model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Signals (2024-2028)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LBNL historical load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 to 176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LBNL 2028 range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325-580 TWh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 2026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EIA 2027 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Capacity And Queue Reality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Interconnection queue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Early queue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Transmission upgrades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Joint utility planning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approval tracks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equipment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Long-lead procurement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Mix Implications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Gas-heavy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Balanced mix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32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Renewable-heavy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Low-Medium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SWOT For Hyperscale Build Programs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uncertainty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Certainty-weighted sequencing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 + 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 shifts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triggers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Execution delays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Integrated program controls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Supply concentration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Portfolio diversification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Energy team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Risks And Mitigations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Queue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Dual-track interconnection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Transmission lag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 partnership 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Permitting delay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Parallel permitting tracks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Capex inflation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Medium-High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Indexed procurement strategy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12-Quarter Execution Roadmap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Q1-Q2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 and siting complete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Approved priority 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Q3-Q4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Permits and procurement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&gt;=80% critical path secured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 and integrate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Schedule variance &lt;10%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Optimize and expand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Availability and ROI targets met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 And Next Decisions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5800" y="1508760"/>
            <a:ext cx="5029200" cy="4754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89320" y="1508760"/>
          <a:ext cx="5486400" cy="429768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</a:tblGrid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scenario framework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CEO/CFO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Finalize priority regions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Strategy/Ops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Launch mitigation programs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PMO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days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74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 gate governance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Exec committee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Quarterly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6355080"/>
            <a:ext cx="106070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 | https://www.energy.gov/articles/doe-releases-new-report-evaluating-increase-electricity-demand-data-centers | https://www.eia.gov/pressroom/releases/press582.php | https://www.eia.gov/outlooks/steo/ | https://www.iea.org/reports/electricity-mid-year-update-2025 | https://www.iea.org/reports/electricity-2025 | https://www.pjm.com/markets-and-operations/resource-adequacy-planning/load-forecast-development</a:t>
            </a:r>
            <a:endParaRPr lang="en-US" sz="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56848" y="6272784"/>
            <a:ext cx="786384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Infrastructure And The Power System Reset (2026)</dc:title>
  <dc:subject>PptxGenJS Presentation</dc:subject>
  <dc:creator>PptxGenJS</dc:creator>
  <cp:lastModifiedBy>PptxGenJS</cp:lastModifiedBy>
  <cp:revision>1</cp:revision>
  <dcterms:created xsi:type="dcterms:W3CDTF">2026-02-06T22:28:48Z</dcterms:created>
  <dcterms:modified xsi:type="dcterms:W3CDTF">2026-02-06T22:28:48Z</dcterms:modified>
</cp:coreProperties>
</file>