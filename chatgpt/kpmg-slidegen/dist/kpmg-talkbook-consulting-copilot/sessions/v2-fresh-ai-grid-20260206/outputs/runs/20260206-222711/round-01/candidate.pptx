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 And The Power System Reset (2026)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DC load 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and growing share of demand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DC load 2028 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325-580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planning uncertainty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sales growth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recovery continuation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sales growth 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Step-up 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Agenda And Decision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 demand 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CEO/CFO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Bottleneck 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Tradeoff 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office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roadmap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Re-accelerating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for high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Low-moderate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Prioritize certainty zones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 resilience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Uneven by market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Diversify by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readiness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Fragmented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governance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Signals (2024-2028)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LBNL historical load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 to 176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LBNL 2028 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325-580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EIA 2026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EIA 2027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Capacity And Queue Reality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Interconnection queue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queue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Transmission upgrades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utility planning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approval tracks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equipment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Long-lead procurement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Mix Implications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Gas-heavy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 mix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Renewable-heavy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SWOT For Hyperscale Build Programs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uncertainty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Certainty-weighted sequencing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+ 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shifts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triggers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delays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Integrated program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concentration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diversification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And Mitigations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Dual-track interconnection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Transmission lag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Utility partnership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Permitting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permitting tracks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inflation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Indexed procurement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12-Quarter Execution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Q1-Q2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and siting complete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priority 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Q3-Q4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Permits and procurement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&gt;=80% critical path secured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and integrate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variance &lt;10%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Optimize and expand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 and ROI targets met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Next Decisions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scenario 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CEO/CFO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Finalize priority regions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Strategy/Ops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mitigation programs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 gate governance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 committee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Infrastructure And The Power System Reset (2026)</dc:title>
  <dc:subject>PptxGenJS Presentation</dc:subject>
  <dc:creator>PptxGenJS</dc:creator>
  <cp:lastModifiedBy>PptxGenJS</cp:lastModifiedBy>
  <cp:revision>1</cp:revision>
  <dcterms:created xsi:type="dcterms:W3CDTF">2026-02-06T22:27:11Z</dcterms:created>
  <dcterms:modified xsi:type="dcterms:W3CDTF">2026-02-06T22:27:11Z</dcterms:modified>
</cp:coreProperties>
</file>