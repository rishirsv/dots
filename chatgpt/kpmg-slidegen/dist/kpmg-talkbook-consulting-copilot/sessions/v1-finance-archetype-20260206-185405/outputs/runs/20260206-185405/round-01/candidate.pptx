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 margin FY22</c:v>
                  </c:pt>
                  <c:pt idx="1">
                    <c:v>Mix shift contribution</c:v>
                  </c:pt>
                  <c:pt idx="2">
                    <c:v>Pricing contribution</c:v>
                  </c:pt>
                  <c:pt idx="3">
                    <c:v>Productivity contribution</c:v>
                  </c:pt>
                  <c:pt idx="4">
                    <c:v>Inflation and support drag</c:v>
                  </c:pt>
                  <c:pt idx="5">
                    <c:v>Net margin TTM Jun-24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1.2</c:v>
                </c:pt>
                <c:pt idx="2">
                  <c:v>0.9</c:v>
                </c:pt>
                <c:pt idx="3">
                  <c:v>1.1</c:v>
                </c:pt>
                <c:pt idx="4">
                  <c:v>-0.4</c:v>
                </c:pt>
                <c:pt idx="5">
                  <c:v>25.8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management accounts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margin FY22: 23.0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margin FY22: 23.0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shift contribution: 1.2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contribution: 0.9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contribution: 1.1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QofE-Style Adjustments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 #1: remove non-recurring settlement credit (+2.1 EBITDA impact).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 #2: normalize staffing to run-rate after temporary vacancy lag (-1.3 EBITDA impact).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 #3: align support software costs to contracted run-rate (-0.7 EBITDA impact).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EBITDA margin: 25.8%; normalized EBITDA margin: 25.1%.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earnings quality remains strong; normalization reduces upside narrative but improves comp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QofE adjustment memo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Working Capital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and controllership review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Services Profitability Normalization</dc:title>
  <dc:subject>PptxGenJS Presentation</dc:subject>
  <dc:creator>PptxGenJS</dc:creator>
  <cp:lastModifiedBy>PptxGenJS</cp:lastModifiedBy>
  <cp:revision>1</cp:revision>
  <dcterms:created xsi:type="dcterms:W3CDTF">2026-02-06T18:54:06Z</dcterms:created>
  <dcterms:modified xsi:type="dcterms:W3CDTF">2026-02-06T18:54:06Z</dcterms:modified>
</cp:coreProperties>
</file>