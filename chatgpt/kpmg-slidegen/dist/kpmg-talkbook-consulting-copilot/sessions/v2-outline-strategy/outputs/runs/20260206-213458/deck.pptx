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U.S. compliance spend growth</c:v>
                  </c:pt>
                  <c:pt idx="1">
                    <c:v>Adjacent segment annual growth</c:v>
                  </c:pt>
                  <c:pt idx="2">
                    <c:v>Segment B conversion</c:v>
                  </c:pt>
                  <c:pt idx="3">
                    <c:v>Segment C conversion</c:v>
                  </c:pt>
                  <c:pt idx="4">
                    <c:v>Sales cycle current</c:v>
                  </c:pt>
                  <c:pt idx="5">
                    <c:v>Sales cycle target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9.4</c:v>
                </c:pt>
                <c:pt idx="1">
                  <c:v>17</c:v>
                </c:pt>
                <c:pt idx="2">
                  <c:v>28</c:v>
                </c:pt>
                <c:pt idx="3">
                  <c:v>15.6</c:v>
                </c:pt>
                <c:pt idx="4">
                  <c:v>73</c:v>
                </c:pt>
                <c:pt idx="5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mix shift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 conversion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near-term upside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sales 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redesign dependency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CRM and pipeline analytics | Market benchmark panel 2025 | Internal CRM and pipeline analytics | Market benchmark panel 2025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Conversion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conversion signals support Segment B-first expansion sequencing.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compliance spend growth at 9.4% supports sustained demand in adjacent segments.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 annual growth at 17% outpaces legacy core growth trajectory.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 conversion at 28.0% materially exceeds Segment C at 15.6%.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Cycle-time reduction to 53 days is achievable post onboarding redesign.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panel 2025 | Market benchmark panel 2025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Assessment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118% NRR with low churn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61-day time-to-value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Opportunity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 annual segment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Bundled competitor offers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 ops data | Market benchmark panel 2025 | Customer onboarding ops data | Market benchmark panel 2025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And Risks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Workstream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redesign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+ pilot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 GTM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list + messaging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 scale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governance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execution tracker | PMO execution tracker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SaaS Growth Strategy Refresh</dc:title>
  <dc:subject>PptxGenJS Presentation</dc:subject>
  <dc:creator>PptxGenJS</dc:creator>
  <cp:lastModifiedBy>PptxGenJS</cp:lastModifiedBy>
  <cp:revision>1</cp:revision>
  <dcterms:created xsi:type="dcterms:W3CDTF">2026-02-06T21:34:58Z</dcterms:created>
  <dcterms:modified xsi:type="dcterms:W3CDTF">2026-02-06T21:34:58Z</dcterms:modified>
</cp:coreProperties>
</file>