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Synthesis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Expansion to two adjacent segments can add $42-58M ARR over 24 months with controlled CAC paybac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 core segment is slowing from 22% to 11%, requiring mix diversification.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Win-rate analysis indicates Segment B has 1.8x conversion versus Segment C at current positioning.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constraint is onboarding capacity, not demand generation; implementation throughput is now the criti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prioritize Segment B first, then phase Segment C after onboarding redesign in Q3.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dilution of enterprise focus; mitigation: dedicated enterprise pod and pricing guardrails.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required this quarter: approve phased expansion and enablement investment envelope.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CRM and pipeline analytics, Jan 2026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Assessment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600200"/>
            <a:ext cx="5212080" cy="1874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83080"/>
            <a:ext cx="48463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Strength: Net retention in enterprise accounts remains 118% with low logo churn.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63640" y="1600200"/>
            <a:ext cx="5212080" cy="1874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1783080"/>
            <a:ext cx="48463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Weakness: Time-to-value averages 61 days, 2.2x peer benchmarks.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4160520"/>
            <a:ext cx="5212080" cy="1874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343400"/>
            <a:ext cx="48463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Opportunity: Mid-market compliance segment growing 17% annually with low incumbent depth.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4160520"/>
            <a:ext cx="5212080" cy="1874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4343400"/>
            <a:ext cx="48463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Threat: Competitors bundling implementation services at discounted rates.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3063240"/>
            <a:ext cx="315468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Strength: Net retention in enterprise accounts remains 118% with low logo churn.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panel 2025 | Customer onboarding ops data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Tradeoff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 (Broad expansion): fastest top-line upside, highest execution risk, weaker focus.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 (Phased expansion): moderate upside, stronger conversion confidence, manageable capacity risk.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 (Core-only optimization): lowest risk, but limited growth headroom.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8932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 weighting: growth potential (35), execution risk (30), payback speed (20), strategic fit (15).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Option B because weighted score is highest under base and downside assumptions.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strategy model v4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 And Risks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0-2: finalize segment playbook and enable dedicated GTM pod.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2-4: redesign onboarding workflow and reduce handoff latency by 30%.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4-6: launch Segment B with weekly conversion and cycle-time governanc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6-9: readiness gate for Segment C based on capacity and payback metri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risk: onboarding queue overload; mitigation: capacity trigger threshold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set: ARR pipeline quality, conversion, CAC payback, onboarding cycle ti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plan draft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B2B SaaS Growth Strategy Refresh</dc:title>
  <dc:subject>PptxGenJS Presentation</dc:subject>
  <dc:creator>PptxGenJS</dc:creator>
  <cp:lastModifiedBy>PptxGenJS</cp:lastModifiedBy>
  <cp:revision>1</cp:revision>
  <dcterms:created xsi:type="dcterms:W3CDTF">2026-02-06T18:53:57Z</dcterms:created>
  <dcterms:modified xsi:type="dcterms:W3CDTF">2026-02-06T18:53:57Z</dcterms:modified>
</cp:coreProperties>
</file>