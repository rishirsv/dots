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Of Earnings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EBITDA, reported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19,766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22,269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Due diligence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forma adjustments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1,907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EBITDA, pro forma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22,021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QoE bridge workbook RevC | Management accounts pack FY22-TTM | Adjustment support memo Jan-2026 | Internal QoE bridge workbook RevC | Management accounts pack FY22-TTM | Adjustment support memo Jan-2026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Walkthrough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Gross profit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EBITDA margin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management accounts | Departmental cost bridge FY22-TTM | Controller variance memo Q4-2025 | Internal management accounts | Departmental cost bridge FY22-TTM | Controller variance memo Q4-2025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 Bridge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Pass-through recovery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Pricing/mix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+0.9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Productivity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with program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Inflation + support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Persistent headwind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bridge workbook | COGS decomposition FY22-TTM | Inflation tracker 2024-2025 | Finance bridge workbook | COGS decomposition FY22-TTM | Inflation tracker 2024-2025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of earnings and margin bridge review</dc:title>
  <dc:subject>PptxGenJS Presentation</dc:subject>
  <dc:creator>PptxGenJS</dc:creator>
  <cp:lastModifiedBy>PptxGenJS</cp:lastModifiedBy>
  <cp:revision>1</cp:revision>
  <dcterms:created xsi:type="dcterms:W3CDTF">2026-02-06T21:42:14Z</dcterms:created>
  <dcterms:modified xsi:type="dcterms:W3CDTF">2026-02-06T21:42:14Z</dcterms:modified>
</cp:coreProperties>
</file>