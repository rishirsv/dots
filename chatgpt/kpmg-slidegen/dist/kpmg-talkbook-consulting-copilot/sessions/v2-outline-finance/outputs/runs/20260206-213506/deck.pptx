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 margin FY22</c:v>
                  </c:pt>
                  <c:pt idx="1">
                    <c:v>Revenue growth</c:v>
                  </c:pt>
                  <c:pt idx="2">
                    <c:v>Pass-through recovery</c:v>
                  </c:pt>
                  <c:pt idx="3">
                    <c:v>Pricing/mix</c:v>
                  </c:pt>
                  <c:pt idx="4">
                    <c:v>Productivity</c:v>
                  </c:pt>
                  <c:pt idx="5">
                    <c:v>Inflation drag</c:v>
                  </c:pt>
                  <c:pt idx="6">
                    <c:v>Net margin movement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2.8</c:v>
                </c:pt>
                <c:pt idx="2">
                  <c:v>1.1</c:v>
                </c:pt>
                <c:pt idx="3">
                  <c:v>0.9</c:v>
                </c:pt>
                <c:pt idx="4">
                  <c:v>1</c:v>
                </c:pt>
                <c:pt idx="5">
                  <c:v>-0.4</c:v>
                </c:pt>
                <c:pt idx="6">
                  <c:v>25.8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Adjustment bridge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pro forma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summary | Internal financial statements | QoE adjustment summary | Internal financial statements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financial statements | Internal financial statements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 explains 280 bps uplift from FY22 baseline to TTM Jun-24.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contribution added 2.8 pts to margin trajectory.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recovery added 1.1 pts through fee normalization.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mix contributed 0.9 pts with selective repricing.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and support drag reduced margin by 0.4 pts.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 | Finance bridge workbook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Working Capital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item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financial statements | Turnover report | Internal financial statements | Turnover report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Services Profitability Normalization</dc:title>
  <dc:subject>PptxGenJS Presentation</dc:subject>
  <dc:creator>PptxGenJS</dc:creator>
  <cp:lastModifiedBy>PptxGenJS</cp:lastModifiedBy>
  <cp:revision>1</cp:revision>
  <dcterms:created xsi:type="dcterms:W3CDTF">2026-02-06T21:35:06Z</dcterms:created>
  <dcterms:modified xsi:type="dcterms:W3CDTF">2026-02-06T21:35:06Z</dcterms:modified>
</cp:coreProperties>
</file>