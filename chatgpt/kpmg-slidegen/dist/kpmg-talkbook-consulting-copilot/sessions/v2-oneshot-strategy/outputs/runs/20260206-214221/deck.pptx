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 uplift ($M)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42-58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B win-rate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cycle (days)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 payback (months)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CRM conversion extract Jan-2026 | RevOps cycle-time dashboard Q4-2025 | Pricing realization tracker FY24-FY25 | Internal CRM conversion extract Jan-2026 | RevOps cycle-time dashboard Q4-2025 | Pricing realization tracker FY24-FY25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Conversion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Supports expansion thesis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B conversion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near-term motion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 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risk requiring mitigation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Adj.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medium-term upside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panel 2025 | Internal CRM funnel diagnostics Jan-2026 | Operations SLA audit Q4-2025 | Market benchmark panel 2025 | Internal CRM funnel diagnostics Jan-2026 | Operations SLA audit Q4-2025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Assessment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Activation delay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Bookings slippage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Dedicated onboarding pod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 pressure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compression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guardrails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 bottleneck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Missed ramp plan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hiring plan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+ Ops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mix drift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dilution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 governance gates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staff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onboarding ops dataset 2025 | Win-loss analysis FY25 H2 | Pricing committee memo Jan-2026 | Customer onboarding ops dataset 2025 | Win-loss analysis FY25 H2 | Pricing committee memo Jan-2026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expansion strategy with conversion constraints</dc:title>
  <dc:subject>PptxGenJS Presentation</dc:subject>
  <dc:creator>PptxGenJS</dc:creator>
  <cp:lastModifiedBy>PptxGenJS</cp:lastModifiedBy>
  <cp:revision>1</cp:revision>
  <dcterms:created xsi:type="dcterms:W3CDTF">2026-02-06T21:42:21Z</dcterms:created>
  <dcterms:modified xsi:type="dcterms:W3CDTF">2026-02-06T21:42:21Z</dcterms:modified>
</cp:coreProperties>
</file>