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2014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2028 Low</c:v>
                  </c:pt>
                  <c:pt idx="4">
                    <c:v>2028 High</c:v>
                  </c:pt>
                  <c:pt idx="5">
                    <c:v>2030 Increment vs 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176</c:v>
                </c:pt>
                <c:pt idx="2">
                  <c:v>180</c:v>
                </c:pt>
                <c:pt idx="3">
                  <c:v>325</c:v>
                </c:pt>
                <c:pt idx="4">
                  <c:v>580</c:v>
                </c:pt>
                <c:pt idx="5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electricity demand growth has re-accelerated, with data centers now a core structural driver rather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DOE/LBNL estimate data center load rose from 58 TWh (2014) to 176 TWh (2023), with a 2028 range of 325-58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represented ~4.4% of U.S. electricity in 2023 and are projected at ~6.7-12% by 2028.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projects U.S. electricity use growth of 1% in 2026 and 3% in 2027, the strongest 4-year run since 200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estimates U.S. data center demand around 180 TWh in 2024 and ~+240 TWh by 2030 vs. 2024 levels.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operators are revising long-term peaks upward; PJM now models materially higher summer and winter pe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playbooks combine faster interconnection governance, flexible load design, and generation/transmi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bottlenecks are less about annual energy and more about coincident peak, queue uncertainty, and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teams need a portfolio view: demand quality, locational strategy, and pace-layered supply cont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https://www.iea.org/reports/electricity-mid-year-update-2025/demand-global-electricity-use-to-grow-strongly-in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Growth Curve (2014-2030)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2014: 58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2023: 176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180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Low: 325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Power System Signals (2024-2027)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electricity 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data center electricity use (TWh)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electricity use growth (EIA STEO)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gas generation share (EIA)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 generation share (EIA)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https://www.eia.gov/pressroom/releases/press582.php | https://www.iea.org/reports/electricity-mid-year-update-2025/demand-global-electricity-use-to-grow-strongly-in-2025-and-2026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Reliability Stress: PJM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https://insidelines.pjm.com/pjms-updated-20-year-forecast-continues-to-see-significant-long-term-load-growth/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Stack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Renewables: fast deployment, strong corporate procurement fit, but intermittency requires balancing tools.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gas: dispatchable bridge for reliability; fuel and permitting risk require portfolio hedging.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Nuclear/geothermal: strategic long-term firming options, slower commercialization cycles.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critical for intraday balancing and peak shaving, less effective for prolonged deficits alone.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 (Speed): renewables + targeted gas + storage provide near-term capacity velocity.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(Durability): transmission + firm low-carbon assets anchor long-horizon reliability economics.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https://www.iea.org/reports/energy-and-ai/energy-demand-from-ai | https://www.energy.gov/articles/doe-releases-new-report-evaluating-increase-electricity-demand-data-centers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Utility-Scale Action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0-2: Build large-load registry, confidence-score pipeline projects, 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2-4: Segment projects by energization criticality and locational grid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4-6: Contract flexible load packages and initiate transmission-ready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6-9: Lock medium-term supply portfolio and trigger phased interconnec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9-12: Run reliability drills (summer/winter stress) and re-baseline q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1: % of load with validated network deliverability.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2: MW of flexible load under executable control.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3: Variance between forecast and realized energization dates.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Appendix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press release on 2024 LBNL update (Dec 20, 2024).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LBNL 2024 U.S. Data Center Energy Usage Report (DOI metadata page).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press release on Jan 2026 STEO demand update.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Electricity Mid-Year Update 2025 (demand section).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Electricity 2025 (demand chapter).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Energy and AI (energy demand from AI chapter).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PJM updated 20-year long-term load forecast post.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https://energyanalysis.lbl.gov/publications/2024-lbnl-data-center-energy-usage-report | https://www.eia.gov/pressroom/releases/press582.php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Data Center Power Demand and Grid Readiness (2026)</dc:title>
  <dc:subject>PptxGenJS Presentation</dc:subject>
  <dc:creator>PptxGenJS</dc:creator>
  <cp:lastModifiedBy>PptxGenJS</cp:lastModifiedBy>
  <cp:revision>1</cp:revision>
  <dcterms:created xsi:type="dcterms:W3CDTF">2026-02-06T18:05:32Z</dcterms:created>
  <dcterms:modified xsi:type="dcterms:W3CDTF">2026-02-06T18:05:32Z</dcterms:modified>
</cp:coreProperties>
</file>