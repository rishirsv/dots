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sv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templates/kpmg-diligence/assets/kpmg-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Ontario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8183880" y="6267298"/>
            <a:ext cx="749808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kpmg.com/ca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6" name="Shape 3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UMMAR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templates/kpmg-diligence/assets/gradient_accent_chip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4242" y="103327"/>
            <a:ext cx="222199" cy="222199"/>
          </a:xfrm>
          <a:prstGeom prst="rect">
            <a:avLst/>
          </a:prstGeom>
        </p:spPr>
      </p:pic>
      <p:pic>
        <p:nvPicPr>
          <p:cNvPr id="3" name="Image 1" descr="/Users/rishi/Code/ai-tools/chatgpt/kpmg-slidegen/templates/kpmg-diligence/assets/kpmg-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Ontario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5" name="Text 1"/>
          <p:cNvSpPr/>
          <p:nvPr/>
        </p:nvSpPr>
        <p:spPr>
          <a:xfrm>
            <a:off x="8183880" y="6267298"/>
            <a:ext cx="749808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kpmg.com/ca</a:t>
            </a:r>
            <a:endParaRPr lang="en-US" sz="600" dirty="0"/>
          </a:p>
        </p:txBody>
      </p:sp>
      <p:sp>
        <p:nvSpPr>
          <p:cNvPr id="6" name="Text 2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7" name="Shape 3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OVER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DARK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LOSING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templates/kpmg-diligence/assets/gradient_back_cover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PMG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476" y="371311"/>
            <a:ext cx="914400" cy="36834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8478" y="1456388"/>
            <a:ext cx="3697810" cy="3427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Consolidated</a:t>
            </a: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</a:t>
            </a: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and</a:t>
            </a: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998433" y="5005883"/>
            <a:ext cx="3697834" cy="809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summary, maturity scoring, tactical actions, and full evidence appendix</a:t>
            </a:r>
            <a:endParaRPr lang="en-US" sz="1400" dirty="0"/>
          </a:p>
        </p:txBody>
      </p:sp>
      <p:pic>
        <p:nvPicPr>
          <p:cNvPr id="5" name="Image 1" descr="Cover photograph">    </p:cNvPr>
          <p:cNvPicPr>
            <a:picLocks noChangeAspect="1"/>
          </p:cNvPicPr>
          <p:nvPr/>
        </p:nvPicPr>
        <p:blipFill>
          <a:blip r:embed="rId2"/>
          <a:srcRect l="4986" r="4986" t="0" b="0"/>
          <a:stretch/>
        </p:blipFill>
        <p:spPr>
          <a:xfrm>
            <a:off x="4915965" y="1456388"/>
            <a:ext cx="6283848" cy="43649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KPMG LLP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Cover Balance Test</dc:title>
  <dc:subject>Cover test</dc:subject>
  <dc:creator>KPMG LLP</dc:creator>
  <cp:lastModifiedBy>KPMG LLP</cp:lastModifiedBy>
  <cp:revision>1</cp:revision>
  <dcterms:created xsi:type="dcterms:W3CDTF">2026-02-24T15:45:19Z</dcterms:created>
  <dcterms:modified xsi:type="dcterms:W3CDTF">2026-02-24T15:45:19Z</dcterms:modified>
</cp:coreProperties>
</file>