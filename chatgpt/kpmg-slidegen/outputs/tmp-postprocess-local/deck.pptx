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chatgpt/kpmg-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hyperlink" Target="https://kpmg.com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PM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8478" y="1456388"/>
            <a:ext cx="3697810" cy="3427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Bundle</a:t>
            </a:r>
            <a:endParaRPr lang="en-US" sz="3900" dirty="0"/>
          </a:p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Deck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998433" y="5005883"/>
            <a:ext cx="3697834" cy="80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generator runtime verification</a:t>
            </a:r>
            <a:endParaRPr lang="en-US" sz="1400" dirty="0"/>
          </a:p>
        </p:txBody>
      </p:sp>
      <p:pic>
        <p:nvPicPr>
          <p:cNvPr id="5" name="Image 1" descr="Cover photograph">    </p:cNvPr>
          <p:cNvPicPr>
            <a:picLocks noChangeAspect="1"/>
          </p:cNvPicPr>
          <p:nvPr/>
        </p:nvPicPr>
        <p:blipFill>
          <a:blip r:embed="rId2"/>
          <a:srcRect l="4986" r="4986" t="0" b="0"/>
          <a:stretch/>
        </p:blipFill>
        <p:spPr>
          <a:xfrm>
            <a:off x="4915965" y="1456388"/>
            <a:ext cx="6283848" cy="43649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Validation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Body Slide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runtime should render and produce QA artifacts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fixture validates that the skill uses the synced generator runtime and template package.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passing run should emit a PPTX and QA JSON without relying on source generator paths.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as a deterministic portability check before publishing skill updates.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skill smoke fixture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PM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411480"/>
            <a:ext cx="121615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" y="1014984"/>
            <a:ext cx="9372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contacts at KPMG in connection with this report are: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13385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3385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6557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6557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9729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9729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pic>
        <p:nvPicPr>
          <p:cNvPr id="10" name="Image 1" descr="Socia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5394960"/>
            <a:ext cx="329184" cy="329184"/>
          </a:xfrm>
          <a:prstGeom prst="rect">
            <a:avLst/>
          </a:prstGeom>
        </p:spPr>
      </p:pic>
      <p:pic>
        <p:nvPicPr>
          <p:cNvPr id="11" name="Image 2" descr="Social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5394960"/>
            <a:ext cx="329184" cy="329184"/>
          </a:xfrm>
          <a:prstGeom prst="rect">
            <a:avLst/>
          </a:prstGeom>
        </p:spPr>
      </p:pic>
      <p:pic>
        <p:nvPicPr>
          <p:cNvPr id="12" name="Image 3" descr="Social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5394960"/>
            <a:ext cx="329184" cy="329184"/>
          </a:xfrm>
          <a:prstGeom prst="rect">
            <a:avLst/>
          </a:prstGeom>
        </p:spPr>
      </p:pic>
      <p:pic>
        <p:nvPicPr>
          <p:cNvPr id="13" name="Image 4" descr="Social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6272" y="5394960"/>
            <a:ext cx="329184" cy="329184"/>
          </a:xfrm>
          <a:prstGeom prst="rect">
            <a:avLst/>
          </a:prstGeom>
        </p:spPr>
      </p:pic>
      <p:pic>
        <p:nvPicPr>
          <p:cNvPr id="14" name="Image 5" descr="Social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9464" y="5394960"/>
            <a:ext cx="329184" cy="32918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96696" y="5897880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an Ontario limited liability partnership and a member firm of the KPMG global organization of independent member firms affiliated with KPMG International Limited is a private English company limited by guarantee and does not provide services to clients. For more detail about our structure please visit kpmg.com/governance.</a:t>
            </a:r>
            <a:endParaRPr lang="en-US" sz="900" dirty="0"/>
          </a:p>
        </p:txBody>
      </p:sp>
      <p:sp>
        <p:nvSpPr>
          <p:cNvPr id="16" name="Text 8"/>
          <p:cNvSpPr/>
          <p:nvPr/>
        </p:nvSpPr>
        <p:spPr>
          <a:xfrm>
            <a:off x="996696" y="6327648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KPMG name and logo are trademarks used under license by the independent member firms of the KPMG global organization.</a:t>
            </a:r>
            <a:endParaRPr lang="en-US" sz="800" dirty="0"/>
          </a:p>
        </p:txBody>
      </p:sp>
      <p:sp>
        <p:nvSpPr>
          <p:cNvPr id="17" name="Text 9"/>
          <p:cNvSpPr/>
          <p:nvPr/>
        </p:nvSpPr>
        <p:spPr>
          <a:xfrm>
            <a:off x="996696" y="6729984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800" dirty="0"/>
          </a:p>
        </p:txBody>
      </p:sp>
      <p:sp>
        <p:nvSpPr>
          <p:cNvPr id="18" name="Text 10">
            <a:hlinkClick r:id="rId7" tooltip=""/>
          </p:cNvPr>
          <p:cNvSpPr/>
          <p:nvPr/>
        </p:nvSpPr>
        <p:spPr>
          <a:xfrm>
            <a:off x="996696" y="656539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www.kpmg.com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KPMG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 Bundle Smoke</dc:title>
  <dc:subject>Skill bundle smoke fixture</dc:subject>
  <dc:creator>KPMG LLP</dc:creator>
  <cp:lastModifiedBy>KPMG LLP</cp:lastModifiedBy>
  <cp:revision>1</cp:revision>
  <dcterms:created xsi:type="dcterms:W3CDTF">2026-02-24T20:33:26Z</dcterms:created>
  <dcterms:modified xsi:type="dcterms:W3CDTF">2026-02-24T20:33:26Z</dcterms:modified>
</cp:coreProperties>
</file>