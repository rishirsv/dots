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Maturity Score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GOVERN</c:v>
                  </c:pt>
                  <c:pt idx="1">
                    <c:v>IDENTIFY</c:v>
                  </c:pt>
                  <c:pt idx="2">
                    <c:v>PROTECT</c:v>
                  </c:pt>
                  <c:pt idx="3">
                    <c:v>DETECT</c:v>
                  </c:pt>
                  <c:pt idx="4">
                    <c:v>RESPOND</c:v>
                  </c:pt>
                  <c:pt idx="5">
                    <c:v>RECOVER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2.33</c:v>
                </c:pt>
                <c:pt idx="1">
                  <c:v>2.33</c:v>
                </c:pt>
                <c:pt idx="2">
                  <c:v>2.2</c:v>
                </c:pt>
                <c:pt idx="3">
                  <c:v>2</c:v>
                </c:pt>
                <c:pt idx="4">
                  <c:v>2.75</c:v>
                </c:pt>
                <c:pt idx="5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Score by Function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Function-level averages highlight where executive attention should be concentrated over the next remediation cycle.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Function-level snapshot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4170712"/>
          <a:ext cx="5036400" cy="2005146"/>
        </p:xfrm>
        <a:graphic>
          <a:graphicData uri="http://schemas.openxmlformats.org/drawingml/2006/table">
            <a:tbl>
              <a:tblPr/>
              <a:tblGrid>
                <a:gridCol w="1526298"/>
                <a:gridCol w="947753"/>
                <a:gridCol w="1605810"/>
                <a:gridCol w="95653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Score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Maturity Band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and Recover are comparatively stronger, reflecting clearer incident and restoration process structure across assessed artifacts.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and Protect remain the primary pressure points where operational execution and documented control design are not consistently aligned.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near-term investment on detection engineering, monitoring governance, and policy-to-practice operating controls while sustaining gains in response and recovery disciplines.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text should stay legible and clearly separated from the table region below the chart.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consolidatedReport.xlsx Summary tab, Maturity Score by subcategory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Source/Table Gap Test</dc:title>
  <dc:subject>Layout source overlap test</dc:subject>
  <dc:creator>KPMG LLP</dc:creator>
  <cp:lastModifiedBy>KPMG LLP</cp:lastModifiedBy>
  <cp:revision>1</cp:revision>
  <dcterms:created xsi:type="dcterms:W3CDTF">2026-02-24T15:58:56Z</dcterms:created>
  <dcterms:modified xsi:type="dcterms:W3CDTF">2026-02-24T15:58:56Z</dcterms:modified>
</cp:coreProperties>
</file>