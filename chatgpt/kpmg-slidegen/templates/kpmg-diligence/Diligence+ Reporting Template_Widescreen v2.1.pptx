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notesSlides/notesSlide1.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2.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notesSlides/notesSlide3.xml" ContentType="application/vnd.openxmlformats-officedocument.presentationml.notesSlide+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81.xml" ContentType="application/vnd.openxmlformats-officedocument.presentationml.slide+xml"/>
  <Override PartName="/ppt/tags/tag489.xml" ContentType="application/vnd.openxmlformats-officedocument.presentationml.tags+xml"/>
  <Override PartName="/ppt/tags/tag488.xml" ContentType="application/vnd.openxmlformats-officedocument.presentationml.tags+xml"/>
  <Override PartName="/ppt/slides/slide67.xml" ContentType="application/vnd.openxmlformats-officedocument.presentationml.slide+xml"/>
  <Override PartName="/ppt/slides/slide60.xml" ContentType="application/vnd.openxmlformats-officedocument.presentationml.slide+xml"/>
  <Override PartName="/ppt/tags/tag468.xml" ContentType="application/vnd.openxmlformats-officedocument.presentationml.tags+xml"/>
  <Override PartName="/ppt/slides/slide69.xml" ContentType="application/vnd.openxmlformats-officedocument.presentationml.slide+xml"/>
  <Override PartName="/ppt/slides/slide68.xml" ContentType="application/vnd.openxmlformats-officedocument.presentationml.slide+xml"/>
  <Override PartName="/ppt/slides/slide65.xml" ContentType="application/vnd.openxmlformats-officedocument.presentationml.slide+xml"/>
  <Override PartName="/ppt/tags/tag406.xml" ContentType="application/vnd.openxmlformats-officedocument.presentationml.tags+xml"/>
  <Override PartName="/ppt/slides/slide63.xml" ContentType="application/vnd.openxmlformats-officedocument.presentationml.slide+xml"/>
  <Override PartName="/ppt/slides/slide61.xml" ContentType="application/vnd.openxmlformats-officedocument.presentationml.slide+xml"/>
  <Override PartName="/ppt/tags/tag472.xml" ContentType="application/vnd.openxmlformats-officedocument.presentationml.tags+xml"/>
  <Override PartName="/ppt/tags/tag471.xml" ContentType="application/vnd.openxmlformats-officedocument.presentationml.tags+xml"/>
  <Override PartName="/ppt/tags/tag470.xml" ContentType="application/vnd.openxmlformats-officedocument.presentationml.tags+xml"/>
  <Override PartName="/ppt/tags/tag469.xml" ContentType="application/vnd.openxmlformats-officedocument.presentationml.tags+xml"/>
  <Override PartName="/ppt/tags/tag427.xml" ContentType="application/vnd.openxmlformats-officedocument.presentationml.tags+xml"/>
  <Override PartName="/ppt/tags/tag432.xml" ContentType="application/vnd.openxmlformats-officedocument.presentationml.tags+xml"/>
  <Override PartName="/ppt/tags/tag435.xml" ContentType="application/vnd.openxmlformats-officedocument.presentationml.tags+xml"/>
  <Override PartName="/ppt/tags/tag421.xml" ContentType="application/vnd.openxmlformats-officedocument.presentationml.tags+xml"/>
  <Override PartName="/ppt/tags/tag426.xml" ContentType="application/vnd.openxmlformats-officedocument.presentationml.tags+xml"/>
  <Override PartName="/ppt/tags/tag431.xml" ContentType="application/vnd.openxmlformats-officedocument.presentationml.tags+xml"/>
  <Override PartName="/ppt/tags/tag416.xml" ContentType="application/vnd.openxmlformats-officedocument.presentationml.tags+xml"/>
  <Override PartName="/ppt/tags/tag430.xml" ContentType="application/vnd.openxmlformats-officedocument.presentationml.tags+xml"/>
  <Override PartName="/ppt/tags/tag434.xml" ContentType="application/vnd.openxmlformats-officedocument.presentationml.tags+xml"/>
  <Override PartName="/ppt/tags/tag415.xml" ContentType="application/vnd.openxmlformats-officedocument.presentationml.tags+xml"/>
  <Override PartName="/ppt/tags/tag420.xml" ContentType="application/vnd.openxmlformats-officedocument.presentationml.tags+xml"/>
  <Override PartName="/ppt/tags/tag425.xml" ContentType="application/vnd.openxmlformats-officedocument.presentationml.tags+xml"/>
  <Override PartName="/ppt/tags/tag438.xml" ContentType="application/vnd.openxmlformats-officedocument.presentationml.tags+xml"/>
  <Override PartName="/ppt/tags/tag419.xml" ContentType="application/vnd.openxmlformats-officedocument.presentationml.tags+xml"/>
  <Override PartName="/ppt/tags/tag429.xml" ContentType="application/vnd.openxmlformats-officedocument.presentationml.tags+xml"/>
  <Override PartName="/ppt/tags/tag437.xml" ContentType="application/vnd.openxmlformats-officedocument.presentationml.tags+xml"/>
  <Override PartName="/ppt/charts/chart21.xml" ContentType="application/vnd.openxmlformats-officedocument.drawingml.chart+xml"/>
  <Override PartName="/ppt/tags/tag424.xml" ContentType="application/vnd.openxmlformats-officedocument.presentationml.tags+xml"/>
  <Override PartName="/ppt/tags/tag433.xml" ContentType="application/vnd.openxmlformats-officedocument.presentationml.tags+xml"/>
  <Override PartName="/ppt/tags/tag418.xml" ContentType="application/vnd.openxmlformats-officedocument.presentationml.tags+xml"/>
  <Override PartName="/ppt/tags/tag423.xml" ContentType="application/vnd.openxmlformats-officedocument.presentationml.tags+xml"/>
  <Override PartName="/ppt/tags/tag428.xml" ContentType="application/vnd.openxmlformats-officedocument.presentationml.tags+xml"/>
  <Override PartName="/ppt/tags/tag436.xml" ContentType="application/vnd.openxmlformats-officedocument.presentationml.tags+xml"/>
  <Override PartName="/ppt/tags/tag422.xml" ContentType="application/vnd.openxmlformats-officedocument.presentationml.tags+xml"/>
  <Override PartName="/ppt/tags/tag417.xml" ContentType="application/vnd.openxmlformats-officedocument.presentationml.tags+xml"/>
  <Override PartName="/ppt/tags/tag412.xml" ContentType="application/vnd.openxmlformats-officedocument.presentationml.tags+xml"/>
  <Override PartName="/ppt/tags/tag411.xml" ContentType="application/vnd.openxmlformats-officedocument.presentationml.tags+xml"/>
  <Override PartName="/ppt/tags/tag408.xml" ContentType="application/vnd.openxmlformats-officedocument.presentationml.tags+xml"/>
  <Override PartName="/ppt/tags/tag407.xml" ContentType="application/vnd.openxmlformats-officedocument.presentationml.tag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embedTrueTypeFonts="1" autoCompressPictures="0">
  <p:sldMasterIdLst>
    <p:sldMasterId id="2147483660" r:id="rId4"/>
  </p:sldMasterIdLst>
  <p:notesMasterIdLst>
    <p:notesMasterId r:id="rId50"/>
  </p:notesMasterIdLst>
  <p:handoutMasterIdLst>
    <p:handoutMasterId r:id="rId51"/>
  </p:handoutMasterIdLst>
  <p:sldIdLst>
    <p:sldId id="2147469920" r:id="rId5"/>
    <p:sldId id="835" r:id="rId6"/>
    <p:sldId id="705" r:id="rId7"/>
    <p:sldId id="801" r:id="rId8"/>
    <p:sldId id="601" r:id="rId9"/>
    <p:sldId id="780" r:id="rId10"/>
    <p:sldId id="723" r:id="rId11"/>
    <p:sldId id="802" r:id="rId12"/>
    <p:sldId id="724" r:id="rId13"/>
    <p:sldId id="728" r:id="rId14"/>
    <p:sldId id="740" r:id="rId15"/>
    <p:sldId id="739" r:id="rId16"/>
    <p:sldId id="742" r:id="rId17"/>
    <p:sldId id="743" r:id="rId18"/>
    <p:sldId id="744" r:id="rId19"/>
    <p:sldId id="745" r:id="rId20"/>
    <p:sldId id="750" r:id="rId21"/>
    <p:sldId id="803" r:id="rId22"/>
    <p:sldId id="749" r:id="rId23"/>
    <p:sldId id="777" r:id="rId24"/>
    <p:sldId id="751" r:id="rId25"/>
    <p:sldId id="752" r:id="rId26"/>
    <p:sldId id="753" r:id="rId27"/>
    <p:sldId id="754" r:id="rId28"/>
    <p:sldId id="755" r:id="rId29"/>
    <p:sldId id="804" r:id="rId30"/>
    <p:sldId id="735" r:id="rId31"/>
    <p:sldId id="727" r:id="rId32"/>
    <p:sldId id="726" r:id="rId33"/>
    <p:sldId id="741" r:id="rId34"/>
    <p:sldId id="729" r:id="rId35"/>
    <p:sldId id="757" r:id="rId36"/>
    <p:sldId id="832" r:id="rId37"/>
    <p:sldId id="800" r:id="rId38"/>
    <p:sldId id="772" r:id="rId39"/>
    <p:sldId id="2147469908" r:id="rId40"/>
    <p:sldId id="2147469909" r:id="rId41"/>
    <p:sldId id="645" r:id="rId42"/>
    <p:sldId id="648" r:id="rId43"/>
    <p:sldId id="649" r:id="rId44"/>
    <p:sldId id="651" r:id="rId45"/>
    <p:sldId id="2147469914" r:id="rId46"/>
    <p:sldId id="836" r:id="rId47"/>
    <p:sldId id="695" r:id="rId48"/>
    <p:sldId id="833" r:id="rId49"/>
  </p:sldIdLst>
  <p:sldSz cx="12192000" cy="6858000"/>
  <p:notesSz cx="6858000" cy="9144000"/>
  <p:embeddedFontLst>
    <p:embeddedFont>
      <p:font typeface="KPMG Bold" panose="020B0403030202040204" pitchFamily="34" charset="77"/>
      <p:bold r:id="rId52"/>
      <p:italic r:id="rId53"/>
      <p:boldItalic r:id="rId54"/>
    </p:embeddedFont>
  </p:embeddedFontLst>
  <p:custDataLst>
    <p:tags r:id="rId5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1968" userDrawn="1">
          <p15:clr>
            <a:srgbClr val="A4A3A4"/>
          </p15:clr>
        </p15:guide>
        <p15:guide id="3" pos="3863" userDrawn="1">
          <p15:clr>
            <a:srgbClr val="A4A3A4"/>
          </p15:clr>
        </p15:guide>
        <p15:guide id="4" orient="horz" pos="244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BA0F91C-AF45-BA66-55A7-A671E9C82DDF}" name="Cooney, Adrienne" initials="CA" userId="S::acooney@kpmg.ca::dfa8859b-b536-4c02-8ac3-9f1ee9926b4a" providerId="AD"/>
  <p188:author id="{B9CE512D-C315-6F6E-63ED-6F83D2531740}" name="Durante, Lisa" initials="DL" userId="S::ldurante@kpmg.ca::7799ab81-b12b-43c4-8525-2b7b59935438" providerId="AD"/>
  <p188:author id="{810A1F44-6C3B-0ACC-0867-DAB669F2D070}" name="ZarreenZehra Naqvi" initials="ZN" userId="S::Zarreen.Naqvi@evalueserve.com::dcba1773-da4f-4fea-91f1-47ed161f7334" providerId="AD"/>
  <p188:author id="{59199ABB-4CD3-9724-602D-EB9C2E3B430B}" name="Lindholm, Jani" initials="LJ" userId="S::Jani.Lindholm@kpmg.fi::ab23701a-bf79-48be-9783-cb99c04db22b" providerId="AD"/>
  <p188:author id="{B7BFBACA-F9C5-DED3-56F1-4F0052E2274C}" name="Ankit Singh Bhandari" initials="ASB" userId="S::Ankit.Bhandari@evalueserve.com::b50e9234-db7b-4706-bd30-27610cd66a1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White, Catherine" initials="WC" lastIdx="80" clrIdx="0">
    <p:extLst>
      <p:ext uri="{19B8F6BF-5375-455C-9EA6-DF929625EA0E}">
        <p15:presenceInfo xmlns:p15="http://schemas.microsoft.com/office/powerpoint/2012/main" userId="S::cjwhite@kpmg.ca::0dea3d63-dcad-4748-a310-11ef28cac8a4" providerId="AD"/>
      </p:ext>
    </p:extLst>
  </p:cmAuthor>
  <p:cmAuthor id="2" name="Rosli, Saifun" initials="RS" lastIdx="24" clrIdx="1">
    <p:extLst>
      <p:ext uri="{19B8F6BF-5375-455C-9EA6-DF929625EA0E}">
        <p15:presenceInfo xmlns:p15="http://schemas.microsoft.com/office/powerpoint/2012/main" userId="S::Saifun.BinAhmadRosli@KPMG.co.uk::970add96-9dc8-4349-9b4f-4aeb9a30bf8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213EA"/>
    <a:srgbClr val="1E49E2"/>
    <a:srgbClr val="00338D"/>
    <a:srgbClr val="E5E5E5"/>
    <a:srgbClr val="F1C44D"/>
    <a:srgbClr val="269924"/>
    <a:srgbClr val="FD349C"/>
    <a:srgbClr val="B2B2B2"/>
    <a:srgbClr val="ACEAFF"/>
    <a:srgbClr val="D5F4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871" autoAdjust="0"/>
    <p:restoredTop sz="96126" autoAdjust="0"/>
  </p:normalViewPr>
  <p:slideViewPr>
    <p:cSldViewPr snapToGrid="0">
      <p:cViewPr varScale="1">
        <p:scale>
          <a:sx n="137" d="100"/>
          <a:sy n="137" d="100"/>
        </p:scale>
        <p:origin x="712" y="488"/>
      </p:cViewPr>
      <p:guideLst>
        <p:guide orient="horz" pos="1968"/>
        <p:guide pos="3863"/>
        <p:guide orient="horz" pos="244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ags" Target="tags/tag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2.fntdata"/><Relationship Id="rId58" Type="http://schemas.openxmlformats.org/officeDocument/2006/relationships/viewProps" Target="viewProps.xml"/><Relationship Id="rId5" Type="http://schemas.openxmlformats.org/officeDocument/2006/relationships/slide" Target="slides/slide1.xml"/><Relationship Id="rId61" Type="http://schemas.microsoft.com/office/2018/10/relationships/authors" Target="author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1.fntdata"/><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Binary_Worksheet18.xlsb"/></Relationships>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7122160026341784E-2"/>
          <c:y val="2.1035598705501618E-2"/>
          <c:w val="0.96575567994731648"/>
          <c:h val="0.95388349514563109"/>
        </c:manualLayout>
      </c:layout>
      <c:bubbleChart>
        <c:varyColors val="0"/>
        <c:ser>
          <c:idx val="0"/>
          <c:order val="0"/>
          <c:spPr>
            <a:solidFill>
              <a:srgbClr val="1E49E2"/>
            </a:solidFill>
            <a:ln w="3175" cmpd="sng" algn="ctr">
              <a:solidFill>
                <a:srgbClr val="FFFFFF"/>
              </a:solidFill>
              <a:prstDash val="solid"/>
            </a:ln>
          </c:spPr>
          <c:invertIfNegative val="0"/>
          <c:dPt>
            <c:idx val="0"/>
            <c:invertIfNegative val="0"/>
            <c:bubble3D val="0"/>
            <c:spPr>
              <a:solidFill>
                <a:srgbClr val="00338D"/>
              </a:solidFill>
              <a:ln w="3175" cmpd="sng" algn="ctr">
                <a:solidFill>
                  <a:schemeClr val="bg1"/>
                </a:solidFill>
                <a:prstDash val="solid"/>
              </a:ln>
            </c:spPr>
            <c:extLst>
              <c:ext xmlns:c16="http://schemas.microsoft.com/office/drawing/2014/chart" uri="{C3380CC4-5D6E-409C-BE32-E72D297353CC}">
                <c16:uniqueId val="{00000000-D9F9-4ACF-ADA3-AAAF70381AAA}"/>
              </c:ext>
            </c:extLst>
          </c:dPt>
          <c:dPt>
            <c:idx val="1"/>
            <c:invertIfNegative val="0"/>
            <c:bubble3D val="0"/>
            <c:spPr>
              <a:solidFill>
                <a:srgbClr val="00338D"/>
              </a:solidFill>
              <a:ln w="3175" cmpd="sng" algn="ctr">
                <a:solidFill>
                  <a:srgbClr val="FFFFFF"/>
                </a:solidFill>
                <a:prstDash val="solid"/>
              </a:ln>
            </c:spPr>
            <c:extLst>
              <c:ext xmlns:c16="http://schemas.microsoft.com/office/drawing/2014/chart" uri="{C3380CC4-5D6E-409C-BE32-E72D297353CC}">
                <c16:uniqueId val="{00000001-D9F9-4ACF-ADA3-AAAF70381AAA}"/>
              </c:ext>
            </c:extLst>
          </c:dPt>
          <c:dPt>
            <c:idx val="2"/>
            <c:invertIfNegative val="0"/>
            <c:bubble3D val="0"/>
            <c:spPr>
              <a:solidFill>
                <a:srgbClr val="00B8F5"/>
              </a:solidFill>
              <a:ln w="3175" cmpd="sng" algn="ctr">
                <a:solidFill>
                  <a:srgbClr val="FFFFFF"/>
                </a:solidFill>
                <a:prstDash val="solid"/>
              </a:ln>
            </c:spPr>
            <c:extLst>
              <c:ext xmlns:c16="http://schemas.microsoft.com/office/drawing/2014/chart" uri="{C3380CC4-5D6E-409C-BE32-E72D297353CC}">
                <c16:uniqueId val="{00000002-D9F9-4ACF-ADA3-AAAF70381AAA}"/>
              </c:ext>
            </c:extLst>
          </c:dPt>
          <c:dPt>
            <c:idx val="3"/>
            <c:invertIfNegative val="0"/>
            <c:bubble3D val="0"/>
            <c:spPr>
              <a:solidFill>
                <a:srgbClr val="00B8F5"/>
              </a:solidFill>
              <a:ln w="3175" cmpd="sng" algn="ctr">
                <a:solidFill>
                  <a:srgbClr val="FFFFFF"/>
                </a:solidFill>
                <a:prstDash val="solid"/>
              </a:ln>
            </c:spPr>
            <c:extLst>
              <c:ext xmlns:c16="http://schemas.microsoft.com/office/drawing/2014/chart" uri="{C3380CC4-5D6E-409C-BE32-E72D297353CC}">
                <c16:uniqueId val="{00000003-D9F9-4ACF-ADA3-AAAF70381AAA}"/>
              </c:ext>
            </c:extLst>
          </c:dPt>
          <c:xVal>
            <c:numRef>
              <c:f>Sheet1!$A$1:$A$9</c:f>
              <c:numCache>
                <c:formatCode>General</c:formatCode>
                <c:ptCount val="9"/>
                <c:pt idx="0">
                  <c:v>2</c:v>
                </c:pt>
                <c:pt idx="1">
                  <c:v>4</c:v>
                </c:pt>
                <c:pt idx="2">
                  <c:v>3</c:v>
                </c:pt>
                <c:pt idx="3">
                  <c:v>3.5</c:v>
                </c:pt>
                <c:pt idx="4">
                  <c:v>4</c:v>
                </c:pt>
                <c:pt idx="5">
                  <c:v>2</c:v>
                </c:pt>
                <c:pt idx="6">
                  <c:v>3</c:v>
                </c:pt>
              </c:numCache>
            </c:numRef>
          </c:xVal>
          <c:yVal>
            <c:numRef>
              <c:f>Sheet1!$B$1:$B$9</c:f>
              <c:numCache>
                <c:formatCode>General</c:formatCode>
                <c:ptCount val="9"/>
                <c:pt idx="0">
                  <c:v>4</c:v>
                </c:pt>
                <c:pt idx="1">
                  <c:v>4</c:v>
                </c:pt>
                <c:pt idx="2">
                  <c:v>3</c:v>
                </c:pt>
                <c:pt idx="3">
                  <c:v>3.5</c:v>
                </c:pt>
                <c:pt idx="4">
                  <c:v>2.75</c:v>
                </c:pt>
                <c:pt idx="5">
                  <c:v>3</c:v>
                </c:pt>
                <c:pt idx="6">
                  <c:v>3</c:v>
                </c:pt>
              </c:numCache>
            </c:numRef>
          </c:yVal>
          <c:bubbleSize>
            <c:numRef>
              <c:f>Sheet1!$C$1:$C$9</c:f>
              <c:numCache>
                <c:formatCode>General</c:formatCode>
                <c:ptCount val="9"/>
                <c:pt idx="0">
                  <c:v>7000000</c:v>
                </c:pt>
                <c:pt idx="1">
                  <c:v>6000000</c:v>
                </c:pt>
                <c:pt idx="2">
                  <c:v>5000000</c:v>
                </c:pt>
                <c:pt idx="3">
                  <c:v>2925900.5915801479</c:v>
                </c:pt>
                <c:pt idx="4">
                  <c:v>5000000</c:v>
                </c:pt>
                <c:pt idx="5">
                  <c:v>3500000</c:v>
                </c:pt>
                <c:pt idx="6">
                  <c:v>2000000</c:v>
                </c:pt>
              </c:numCache>
            </c:numRef>
          </c:bubbleSize>
          <c:bubble3D val="0"/>
          <c:extLst>
            <c:ext xmlns:c16="http://schemas.microsoft.com/office/drawing/2014/chart" uri="{C3380CC4-5D6E-409C-BE32-E72D297353CC}">
              <c16:uniqueId val="{00000004-D9F9-4ACF-ADA3-AAAF70381AAA}"/>
            </c:ext>
          </c:extLst>
        </c:ser>
        <c:ser>
          <c:idx val="1"/>
          <c:order val="1"/>
          <c:spPr>
            <a:solidFill>
              <a:srgbClr val="00B8F5"/>
            </a:solidFill>
            <a:ln w="3175" cmpd="sng" algn="ctr">
              <a:solidFill>
                <a:srgbClr val="FFFFFF"/>
              </a:solidFill>
              <a:prstDash val="solid"/>
            </a:ln>
          </c:spPr>
          <c:invertIfNegative val="0"/>
          <c:xVal>
            <c:numRef>
              <c:f>Sheet1!$A$1:$A$9</c:f>
              <c:numCache>
                <c:formatCode>General</c:formatCode>
                <c:ptCount val="9"/>
                <c:pt idx="7">
                  <c:v>2</c:v>
                </c:pt>
              </c:numCache>
            </c:numRef>
          </c:xVal>
          <c:yVal>
            <c:numRef>
              <c:f>Sheet1!$D$1:$D$9</c:f>
              <c:numCache>
                <c:formatCode>General</c:formatCode>
                <c:ptCount val="9"/>
                <c:pt idx="7">
                  <c:v>2</c:v>
                </c:pt>
              </c:numCache>
            </c:numRef>
          </c:yVal>
          <c:bubbleSize>
            <c:numRef>
              <c:f>Sheet1!$E$1:$E$9</c:f>
              <c:numCache>
                <c:formatCode>General</c:formatCode>
                <c:ptCount val="9"/>
                <c:pt idx="7">
                  <c:v>3438500</c:v>
                </c:pt>
              </c:numCache>
            </c:numRef>
          </c:bubbleSize>
          <c:bubble3D val="0"/>
          <c:extLst>
            <c:ext xmlns:c16="http://schemas.microsoft.com/office/drawing/2014/chart" uri="{C3380CC4-5D6E-409C-BE32-E72D297353CC}">
              <c16:uniqueId val="{00000005-D9F9-4ACF-ADA3-AAAF70381AAA}"/>
            </c:ext>
          </c:extLst>
        </c:ser>
        <c:ser>
          <c:idx val="2"/>
          <c:order val="2"/>
          <c:spPr>
            <a:solidFill>
              <a:srgbClr val="00338D"/>
            </a:solidFill>
            <a:ln w="3175" cmpd="sng" algn="ctr">
              <a:solidFill>
                <a:srgbClr val="FFFFFF"/>
              </a:solidFill>
              <a:prstDash val="solid"/>
            </a:ln>
          </c:spPr>
          <c:invertIfNegative val="0"/>
          <c:xVal>
            <c:numRef>
              <c:f>Sheet1!$A$1:$A$9</c:f>
              <c:numCache>
                <c:formatCode>General</c:formatCode>
                <c:ptCount val="9"/>
                <c:pt idx="8">
                  <c:v>1.75</c:v>
                </c:pt>
              </c:numCache>
            </c:numRef>
          </c:xVal>
          <c:yVal>
            <c:numRef>
              <c:f>Sheet1!$F$1:$F$9</c:f>
              <c:numCache>
                <c:formatCode>General</c:formatCode>
                <c:ptCount val="9"/>
                <c:pt idx="8">
                  <c:v>2.5</c:v>
                </c:pt>
              </c:numCache>
            </c:numRef>
          </c:yVal>
          <c:bubbleSize>
            <c:numRef>
              <c:f>Sheet1!$G$1:$G$9</c:f>
              <c:numCache>
                <c:formatCode>General</c:formatCode>
                <c:ptCount val="9"/>
                <c:pt idx="8">
                  <c:v>1178842.5824426995</c:v>
                </c:pt>
              </c:numCache>
            </c:numRef>
          </c:bubbleSize>
          <c:bubble3D val="0"/>
          <c:extLst>
            <c:ext xmlns:c16="http://schemas.microsoft.com/office/drawing/2014/chart" uri="{C3380CC4-5D6E-409C-BE32-E72D297353CC}">
              <c16:uniqueId val="{00000006-D9F9-4ACF-ADA3-AAAF70381AAA}"/>
            </c:ext>
          </c:extLst>
        </c:ser>
        <c:dLbls>
          <c:showLegendKey val="0"/>
          <c:showVal val="0"/>
          <c:showCatName val="0"/>
          <c:showSerName val="0"/>
          <c:showPercent val="0"/>
          <c:showBubbleSize val="0"/>
        </c:dLbls>
        <c:bubbleScale val="109"/>
        <c:showNegBubbles val="0"/>
        <c:axId val="327887072"/>
        <c:axId val="1"/>
      </c:bubbleChart>
      <c:valAx>
        <c:axId val="327887072"/>
        <c:scaling>
          <c:orientation val="minMax"/>
          <c:max val="6"/>
          <c:min val="0"/>
        </c:scaling>
        <c:delete val="0"/>
        <c:axPos val="b"/>
        <c:majorGridlines>
          <c:spPr>
            <a:ln>
              <a:noFill/>
            </a:ln>
          </c:spPr>
        </c:majorGridlines>
        <c:numFmt formatCode="General" sourceLinked="1"/>
        <c:majorTickMark val="none"/>
        <c:minorTickMark val="none"/>
        <c:tickLblPos val="none"/>
        <c:spPr>
          <a:ln w="9525" cmpd="sng" algn="ctr">
            <a:solidFill>
              <a:srgbClr val="C0C0C0"/>
            </a:solidFill>
            <a:prstDash val="solid"/>
          </a:ln>
        </c:spPr>
        <c:crossAx val="1"/>
        <c:crosses val="min"/>
        <c:crossBetween val="midCat"/>
      </c:valAx>
      <c:valAx>
        <c:axId val="1"/>
        <c:scaling>
          <c:orientation val="minMax"/>
          <c:max val="6"/>
          <c:min val="0"/>
        </c:scaling>
        <c:delete val="0"/>
        <c:axPos val="l"/>
        <c:majorGridlines>
          <c:spPr>
            <a:ln>
              <a:noFill/>
            </a:ln>
          </c:spPr>
        </c:majorGridlines>
        <c:numFmt formatCode="General" sourceLinked="1"/>
        <c:majorTickMark val="none"/>
        <c:minorTickMark val="none"/>
        <c:tickLblPos val="none"/>
        <c:spPr>
          <a:ln w="9525" cmpd="sng" algn="ctr">
            <a:solidFill>
              <a:srgbClr val="C0C0C0"/>
            </a:solidFill>
            <a:prstDash val="solid"/>
          </a:ln>
        </c:spPr>
        <c:crossAx val="327887072"/>
        <c:crosses val="min"/>
        <c:crossBetween val="midCat"/>
      </c:valAx>
      <c:spPr>
        <a:noFill/>
        <a:ln w="9525" cmpd="sng" algn="ctr">
          <a:solidFill>
            <a:srgbClr val="C0C0C0"/>
          </a:solidFill>
          <a:prstDash val="solid"/>
        </a:ln>
      </c:spPr>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54D5F6-3183-428A-85C8-51C26DD4B50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latin typeface="Arial" panose="020B0604020202020204" pitchFamily="34" charset="0"/>
            </a:endParaRPr>
          </a:p>
        </p:txBody>
      </p:sp>
      <p:sp>
        <p:nvSpPr>
          <p:cNvPr id="3" name="Date Placeholder 2">
            <a:extLst>
              <a:ext uri="{FF2B5EF4-FFF2-40B4-BE49-F238E27FC236}">
                <a16:creationId xmlns:a16="http://schemas.microsoft.com/office/drawing/2014/main" id="{F1608F93-CC89-4063-A187-7B1597877F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ABA84C-EC3E-4598-9C4D-8CE1D2A956F5}" type="datetimeFigureOut">
              <a:rPr lang="en-GB" smtClean="0">
                <a:latin typeface="Arial" panose="020B0604020202020204" pitchFamily="34" charset="0"/>
              </a:rPr>
              <a:t>01/02/2026</a:t>
            </a:fld>
            <a:endParaRPr lang="en-GB">
              <a:latin typeface="Arial" panose="020B0604020202020204" pitchFamily="34" charset="0"/>
            </a:endParaRPr>
          </a:p>
        </p:txBody>
      </p:sp>
      <p:sp>
        <p:nvSpPr>
          <p:cNvPr id="4" name="Footer Placeholder 3">
            <a:extLst>
              <a:ext uri="{FF2B5EF4-FFF2-40B4-BE49-F238E27FC236}">
                <a16:creationId xmlns:a16="http://schemas.microsoft.com/office/drawing/2014/main" id="{EE24D309-D941-4AA7-AD70-D334F1D592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latin typeface="Arial" panose="020B0604020202020204" pitchFamily="34" charset="0"/>
            </a:endParaRPr>
          </a:p>
        </p:txBody>
      </p:sp>
      <p:sp>
        <p:nvSpPr>
          <p:cNvPr id="5" name="Slide Number Placeholder 4">
            <a:extLst>
              <a:ext uri="{FF2B5EF4-FFF2-40B4-BE49-F238E27FC236}">
                <a16:creationId xmlns:a16="http://schemas.microsoft.com/office/drawing/2014/main" id="{B1E99044-B362-4E47-A054-164531AC8F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C0F9D0-9E03-483D-AC3B-FCB5CBA393CA}" type="slidenum">
              <a:rPr lang="en-GB" smtClean="0">
                <a:latin typeface="Arial" panose="020B0604020202020204" pitchFamily="34" charset="0"/>
              </a:rPr>
              <a:t>‹#›</a:t>
            </a:fld>
            <a:endParaRPr lang="en-GB">
              <a:latin typeface="Arial" panose="020B0604020202020204" pitchFamily="34" charset="0"/>
            </a:endParaRPr>
          </a:p>
        </p:txBody>
      </p:sp>
    </p:spTree>
    <p:extLst>
      <p:ext uri="{BB962C8B-B14F-4D97-AF65-F5344CB8AC3E}">
        <p14:creationId xmlns:p14="http://schemas.microsoft.com/office/powerpoint/2010/main" val="375430261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3C57A4BF-14E0-48E2-B42F-B29D277000AB}" type="datetimeFigureOut">
              <a:rPr lang="en-GB" smtClean="0"/>
              <a:pPr/>
              <a:t>01/02/2026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9B5D948F-A673-4DC7-A0E9-FA274EAF3634}" type="slidenum">
              <a:rPr lang="en-GB" smtClean="0"/>
              <a:pPr/>
              <a:t>‹#›</a:t>
            </a:fld>
            <a:endParaRPr lang="en-GB"/>
          </a:p>
        </p:txBody>
      </p:sp>
    </p:spTree>
    <p:extLst>
      <p:ext uri="{BB962C8B-B14F-4D97-AF65-F5344CB8AC3E}">
        <p14:creationId xmlns:p14="http://schemas.microsoft.com/office/powerpoint/2010/main" val="349130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FI" dirty="0"/>
          </a:p>
        </p:txBody>
      </p:sp>
      <p:sp>
        <p:nvSpPr>
          <p:cNvPr id="4" name="Slide Number Placeholder 3"/>
          <p:cNvSpPr>
            <a:spLocks noGrp="1"/>
          </p:cNvSpPr>
          <p:nvPr>
            <p:ph type="sldNum" sz="quarter" idx="5"/>
          </p:nvPr>
        </p:nvSpPr>
        <p:spPr/>
        <p:txBody>
          <a:bodyPr/>
          <a:lstStyle/>
          <a:p>
            <a:fld id="{9B5D948F-A673-4DC7-A0E9-FA274EAF3634}" type="slidenum">
              <a:rPr lang="en-GB" smtClean="0"/>
              <a:pPr/>
              <a:t>4</a:t>
            </a:fld>
            <a:endParaRPr lang="en-GB"/>
          </a:p>
        </p:txBody>
      </p:sp>
    </p:spTree>
    <p:extLst>
      <p:ext uri="{BB962C8B-B14F-4D97-AF65-F5344CB8AC3E}">
        <p14:creationId xmlns:p14="http://schemas.microsoft.com/office/powerpoint/2010/main" val="3083476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CL"/>
          </a:p>
        </p:txBody>
      </p:sp>
      <p:sp>
        <p:nvSpPr>
          <p:cNvPr id="4" name="Slide Number Placeholder 3"/>
          <p:cNvSpPr>
            <a:spLocks noGrp="1"/>
          </p:cNvSpPr>
          <p:nvPr>
            <p:ph type="sldNum" sz="quarter" idx="5"/>
          </p:nvPr>
        </p:nvSpPr>
        <p:spPr/>
        <p:txBody>
          <a:bodyPr/>
          <a:lstStyle/>
          <a:p>
            <a:fld id="{9B5D948F-A673-4DC7-A0E9-FA274EAF3634}" type="slidenum">
              <a:rPr lang="en-GB" smtClean="0"/>
              <a:pPr/>
              <a:t>10</a:t>
            </a:fld>
            <a:endParaRPr lang="en-GB"/>
          </a:p>
        </p:txBody>
      </p:sp>
    </p:spTree>
    <p:extLst>
      <p:ext uri="{BB962C8B-B14F-4D97-AF65-F5344CB8AC3E}">
        <p14:creationId xmlns:p14="http://schemas.microsoft.com/office/powerpoint/2010/main" val="28481554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B5D948F-A673-4DC7-A0E9-FA274EAF3634}" type="slidenum">
              <a:rPr lang="en-GB" smtClean="0"/>
              <a:pPr/>
              <a:t>24</a:t>
            </a:fld>
            <a:endParaRPr lang="en-GB"/>
          </a:p>
        </p:txBody>
      </p:sp>
    </p:spTree>
    <p:extLst>
      <p:ext uri="{BB962C8B-B14F-4D97-AF65-F5344CB8AC3E}">
        <p14:creationId xmlns:p14="http://schemas.microsoft.com/office/powerpoint/2010/main" val="16814683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6.svg"/><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5.png"/><Relationship Id="rId5" Type="http://schemas.openxmlformats.org/officeDocument/2006/relationships/slide" Target="../slides/slide3.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7" Type="http://schemas.openxmlformats.org/officeDocument/2006/relationships/image" Target="../media/image6.svg"/><Relationship Id="rId2" Type="http://schemas.openxmlformats.org/officeDocument/2006/relationships/slideMaster" Target="../slideMasters/slideMaster1.xml"/><Relationship Id="rId1" Type="http://schemas.openxmlformats.org/officeDocument/2006/relationships/tags" Target="../tags/tag12.xml"/><Relationship Id="rId6" Type="http://schemas.openxmlformats.org/officeDocument/2006/relationships/image" Target="../media/image5.png"/><Relationship Id="rId5" Type="http://schemas.openxmlformats.org/officeDocument/2006/relationships/slide" Target="../slides/slide3.xml"/><Relationship Id="rId4"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7" Type="http://schemas.openxmlformats.org/officeDocument/2006/relationships/image" Target="../media/image6.svg"/><Relationship Id="rId2" Type="http://schemas.openxmlformats.org/officeDocument/2006/relationships/slideMaster" Target="../slideMasters/slideMaster1.xml"/><Relationship Id="rId1" Type="http://schemas.openxmlformats.org/officeDocument/2006/relationships/tags" Target="../tags/tag13.xml"/><Relationship Id="rId6" Type="http://schemas.openxmlformats.org/officeDocument/2006/relationships/image" Target="../media/image5.png"/><Relationship Id="rId5" Type="http://schemas.openxmlformats.org/officeDocument/2006/relationships/slide" Target="../slides/slide3.xml"/><Relationship Id="rId4"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oleObject" Target="../embeddings/oleObject10.bin"/><Relationship Id="rId7"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4.xml"/><Relationship Id="rId6" Type="http://schemas.openxmlformats.org/officeDocument/2006/relationships/slide" Target="../slides/slide3.xml"/><Relationship Id="rId5" Type="http://schemas.openxmlformats.org/officeDocument/2006/relationships/image" Target="../media/image7.jpeg"/><Relationship Id="rId4"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oleObject" Target="../embeddings/oleObject11.bin"/><Relationship Id="rId7"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5.xml"/><Relationship Id="rId6" Type="http://schemas.openxmlformats.org/officeDocument/2006/relationships/slide" Target="../slides/slide3.xml"/><Relationship Id="rId5" Type="http://schemas.openxmlformats.org/officeDocument/2006/relationships/image" Target="../media/image10.jpeg"/><Relationship Id="rId4" Type="http://schemas.openxmlformats.org/officeDocument/2006/relationships/image" Target="../media/image2.emf"/></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oleObject" Target="../embeddings/oleObject12.bin"/><Relationship Id="rId7"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6.xml"/><Relationship Id="rId6" Type="http://schemas.openxmlformats.org/officeDocument/2006/relationships/slide" Target="../slides/slide3.xml"/><Relationship Id="rId5" Type="http://schemas.openxmlformats.org/officeDocument/2006/relationships/image" Target="../media/image11.jpeg"/><Relationship Id="rId4" Type="http://schemas.openxmlformats.org/officeDocument/2006/relationships/image" Target="../media/image2.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3.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slide" Target="../slides/slide3.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4.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image" Target="../media/image8.png"/><Relationship Id="rId5" Type="http://schemas.openxmlformats.org/officeDocument/2006/relationships/slide" Target="../slides/slide3.xml"/><Relationship Id="rId4" Type="http://schemas.openxmlformats.org/officeDocument/2006/relationships/image" Target="../media/image2.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5.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19.xml"/><Relationship Id="rId6" Type="http://schemas.openxmlformats.org/officeDocument/2006/relationships/image" Target="../media/image8.png"/><Relationship Id="rId5" Type="http://schemas.openxmlformats.org/officeDocument/2006/relationships/slide" Target="../slides/slide3.xml"/><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6.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20.xml"/><Relationship Id="rId6" Type="http://schemas.openxmlformats.org/officeDocument/2006/relationships/image" Target="../media/image8.png"/><Relationship Id="rId5" Type="http://schemas.openxmlformats.org/officeDocument/2006/relationships/slide" Target="../slides/slide3.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7.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21.xml"/><Relationship Id="rId6" Type="http://schemas.openxmlformats.org/officeDocument/2006/relationships/image" Target="../media/image8.png"/><Relationship Id="rId5" Type="http://schemas.openxmlformats.org/officeDocument/2006/relationships/slide" Target="../slides/slide3.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8.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22.xml"/><Relationship Id="rId6" Type="http://schemas.openxmlformats.org/officeDocument/2006/relationships/image" Target="../media/image8.png"/><Relationship Id="rId5" Type="http://schemas.openxmlformats.org/officeDocument/2006/relationships/slide" Target="../slides/slide3.xml"/><Relationship Id="rId4" Type="http://schemas.openxmlformats.org/officeDocument/2006/relationships/image" Target="../media/image2.emf"/></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9.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23.xml"/><Relationship Id="rId6" Type="http://schemas.openxmlformats.org/officeDocument/2006/relationships/image" Target="../media/image8.png"/><Relationship Id="rId5" Type="http://schemas.openxmlformats.org/officeDocument/2006/relationships/slide" Target="../slides/slide3.xml"/><Relationship Id="rId4" Type="http://schemas.openxmlformats.org/officeDocument/2006/relationships/image" Target="../media/image2.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0.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24.xml"/><Relationship Id="rId6" Type="http://schemas.openxmlformats.org/officeDocument/2006/relationships/image" Target="../media/image8.png"/><Relationship Id="rId5" Type="http://schemas.openxmlformats.org/officeDocument/2006/relationships/slide" Target="../slides/slide3.xml"/><Relationship Id="rId4" Type="http://schemas.openxmlformats.org/officeDocument/2006/relationships/image" Target="../media/image2.emf"/></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1.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25.xml"/><Relationship Id="rId6" Type="http://schemas.openxmlformats.org/officeDocument/2006/relationships/image" Target="../media/image8.png"/><Relationship Id="rId5" Type="http://schemas.openxmlformats.org/officeDocument/2006/relationships/slide" Target="../slides/slide3.xml"/><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2.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26.xml"/><Relationship Id="rId6" Type="http://schemas.openxmlformats.org/officeDocument/2006/relationships/image" Target="../media/image8.png"/><Relationship Id="rId5" Type="http://schemas.openxmlformats.org/officeDocument/2006/relationships/slide" Target="../slides/slide3.xml"/><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3.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27.xml"/><Relationship Id="rId6" Type="http://schemas.openxmlformats.org/officeDocument/2006/relationships/image" Target="../media/image8.png"/><Relationship Id="rId5" Type="http://schemas.openxmlformats.org/officeDocument/2006/relationships/slide" Target="../slides/slide3.xml"/><Relationship Id="rId4"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24.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28.xml"/><Relationship Id="rId6" Type="http://schemas.openxmlformats.org/officeDocument/2006/relationships/image" Target="../media/image8.png"/><Relationship Id="rId5" Type="http://schemas.openxmlformats.org/officeDocument/2006/relationships/slide" Target="../slides/slide3.xml"/><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25.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29.xml"/><Relationship Id="rId6" Type="http://schemas.openxmlformats.org/officeDocument/2006/relationships/image" Target="../media/image8.png"/><Relationship Id="rId5" Type="http://schemas.openxmlformats.org/officeDocument/2006/relationships/slide" Target="../slides/slide3.xml"/><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26.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30.xml"/><Relationship Id="rId6" Type="http://schemas.openxmlformats.org/officeDocument/2006/relationships/image" Target="../media/image8.png"/><Relationship Id="rId5" Type="http://schemas.openxmlformats.org/officeDocument/2006/relationships/slide" Target="../slides/slide3.xml"/><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27.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31.xml"/><Relationship Id="rId6" Type="http://schemas.openxmlformats.org/officeDocument/2006/relationships/image" Target="../media/image8.png"/><Relationship Id="rId5" Type="http://schemas.openxmlformats.org/officeDocument/2006/relationships/slide" Target="../slides/slide3.xml"/><Relationship Id="rId4"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28.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32.xml"/><Relationship Id="rId6" Type="http://schemas.openxmlformats.org/officeDocument/2006/relationships/image" Target="../media/image8.png"/><Relationship Id="rId5" Type="http://schemas.openxmlformats.org/officeDocument/2006/relationships/slide" Target="../slides/slide3.xml"/><Relationship Id="rId4" Type="http://schemas.openxmlformats.org/officeDocument/2006/relationships/image" Target="../media/image1.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29.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33.xml"/><Relationship Id="rId6" Type="http://schemas.openxmlformats.org/officeDocument/2006/relationships/image" Target="../media/image8.png"/><Relationship Id="rId5" Type="http://schemas.openxmlformats.org/officeDocument/2006/relationships/slide" Target="../slides/slide3.xml"/><Relationship Id="rId4" Type="http://schemas.openxmlformats.org/officeDocument/2006/relationships/image" Target="../media/image1.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0.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34.xml"/><Relationship Id="rId6" Type="http://schemas.openxmlformats.org/officeDocument/2006/relationships/image" Target="../media/image8.png"/><Relationship Id="rId5" Type="http://schemas.openxmlformats.org/officeDocument/2006/relationships/slide" Target="../slides/slide3.xml"/><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1.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35.xml"/><Relationship Id="rId6" Type="http://schemas.openxmlformats.org/officeDocument/2006/relationships/image" Target="../media/image8.png"/><Relationship Id="rId5" Type="http://schemas.openxmlformats.org/officeDocument/2006/relationships/slide" Target="../slides/slide3.xml"/><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32.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36.xml"/><Relationship Id="rId6" Type="http://schemas.openxmlformats.org/officeDocument/2006/relationships/image" Target="../media/image8.png"/><Relationship Id="rId5" Type="http://schemas.openxmlformats.org/officeDocument/2006/relationships/slide" Target="../slides/slide3.xml"/><Relationship Id="rId4" Type="http://schemas.openxmlformats.org/officeDocument/2006/relationships/image" Target="../media/image1.emf"/></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33.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37.xml"/><Relationship Id="rId6" Type="http://schemas.openxmlformats.org/officeDocument/2006/relationships/image" Target="../media/image8.png"/><Relationship Id="rId5" Type="http://schemas.openxmlformats.org/officeDocument/2006/relationships/slide" Target="../slides/slide3.xml"/><Relationship Id="rId4" Type="http://schemas.openxmlformats.org/officeDocument/2006/relationships/image" Target="../media/image1.emf"/></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34.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38.xml"/><Relationship Id="rId6" Type="http://schemas.openxmlformats.org/officeDocument/2006/relationships/image" Target="../media/image8.png"/><Relationship Id="rId5" Type="http://schemas.openxmlformats.org/officeDocument/2006/relationships/slide" Target="../slides/slide3.xml"/><Relationship Id="rId4" Type="http://schemas.openxmlformats.org/officeDocument/2006/relationships/image" Target="../media/image2.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35.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39.xml"/><Relationship Id="rId6" Type="http://schemas.openxmlformats.org/officeDocument/2006/relationships/image" Target="../media/image8.png"/><Relationship Id="rId5" Type="http://schemas.openxmlformats.org/officeDocument/2006/relationships/slide" Target="../slides/slide3.xml"/><Relationship Id="rId4" Type="http://schemas.openxmlformats.org/officeDocument/2006/relationships/image" Target="../media/image2.emf"/></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36.bin"/><Relationship Id="rId7" Type="http://schemas.openxmlformats.org/officeDocument/2006/relationships/image" Target="../media/image9.svg"/><Relationship Id="rId2" Type="http://schemas.openxmlformats.org/officeDocument/2006/relationships/slideMaster" Target="../slideMasters/slideMaster1.xml"/><Relationship Id="rId1" Type="http://schemas.openxmlformats.org/officeDocument/2006/relationships/tags" Target="../tags/tag40.xml"/><Relationship Id="rId6" Type="http://schemas.openxmlformats.org/officeDocument/2006/relationships/image" Target="../media/image8.png"/><Relationship Id="rId5" Type="http://schemas.openxmlformats.org/officeDocument/2006/relationships/slide" Target="../slides/slide3.xml"/><Relationship Id="rId4" Type="http://schemas.openxmlformats.org/officeDocument/2006/relationships/image" Target="../media/image2.emf"/></Relationships>
</file>

<file path=ppt/slideLayouts/_rels/slideLayout5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hyperlink" Target="http://twitter.com/kpmg" TargetMode="External"/><Relationship Id="rId3" Type="http://schemas.openxmlformats.org/officeDocument/2006/relationships/slideMaster" Target="../slideMasters/slideMaster1.xml"/><Relationship Id="rId7" Type="http://schemas.openxmlformats.org/officeDocument/2006/relationships/slide" Target="../slides/slide3.xml"/><Relationship Id="rId12" Type="http://schemas.openxmlformats.org/officeDocument/2006/relationships/hyperlink" Target="http://instagram.com/kpmg" TargetMode="External"/><Relationship Id="rId2" Type="http://schemas.openxmlformats.org/officeDocument/2006/relationships/tags" Target="../tags/tag42.xml"/><Relationship Id="rId16" Type="http://schemas.openxmlformats.org/officeDocument/2006/relationships/hyperlink" Target="http://www.facebook.com/kpmg" TargetMode="External"/><Relationship Id="rId1" Type="http://schemas.openxmlformats.org/officeDocument/2006/relationships/tags" Target="../tags/tag41.xml"/><Relationship Id="rId6" Type="http://schemas.openxmlformats.org/officeDocument/2006/relationships/hyperlink" Target="kpmg.com/governance" TargetMode="External"/><Relationship Id="rId11" Type="http://schemas.openxmlformats.org/officeDocument/2006/relationships/hyperlink" Target="http://linkedin.com/company/kpmg" TargetMode="External"/><Relationship Id="rId5" Type="http://schemas.openxmlformats.org/officeDocument/2006/relationships/image" Target="../media/image2.emf"/><Relationship Id="rId15" Type="http://schemas.openxmlformats.org/officeDocument/2006/relationships/image" Target="../media/image13.svg"/><Relationship Id="rId10" Type="http://schemas.openxmlformats.org/officeDocument/2006/relationships/hyperlink" Target="http://youtube.com/kpmg" TargetMode="External"/><Relationship Id="rId4" Type="http://schemas.openxmlformats.org/officeDocument/2006/relationships/oleObject" Target="../embeddings/oleObject37.bin"/><Relationship Id="rId9" Type="http://schemas.openxmlformats.org/officeDocument/2006/relationships/image" Target="../media/image6.svg"/><Relationship Id="rId14" Type="http://schemas.openxmlformats.org/officeDocument/2006/relationships/image" Target="../media/image12.png"/></Relationships>
</file>

<file path=ppt/slideLayouts/_rels/slideLayout52.xml.rels><?xml version="1.0" encoding="UTF-8" standalone="yes"?>
<Relationships xmlns="http://schemas.openxmlformats.org/package/2006/relationships"><Relationship Id="rId8" Type="http://schemas.openxmlformats.org/officeDocument/2006/relationships/hyperlink" Target="kpmg.com/governance" TargetMode="External"/><Relationship Id="rId13" Type="http://schemas.openxmlformats.org/officeDocument/2006/relationships/hyperlink" Target="http://linkedin.com/company/kpmg" TargetMode="External"/><Relationship Id="rId18" Type="http://schemas.openxmlformats.org/officeDocument/2006/relationships/hyperlink" Target="http://www.facebook.com/kpmg" TargetMode="External"/><Relationship Id="rId3" Type="http://schemas.openxmlformats.org/officeDocument/2006/relationships/slideMaster" Target="../slideMasters/slideMaster1.xml"/><Relationship Id="rId7" Type="http://schemas.openxmlformats.org/officeDocument/2006/relationships/image" Target="../media/image15.svg"/><Relationship Id="rId12" Type="http://schemas.openxmlformats.org/officeDocument/2006/relationships/hyperlink" Target="http://youtube.com/kpmg" TargetMode="External"/><Relationship Id="rId17" Type="http://schemas.openxmlformats.org/officeDocument/2006/relationships/image" Target="../media/image19.svg"/><Relationship Id="rId2" Type="http://schemas.openxmlformats.org/officeDocument/2006/relationships/tags" Target="../tags/tag44.xml"/><Relationship Id="rId16" Type="http://schemas.openxmlformats.org/officeDocument/2006/relationships/image" Target="../media/image18.png"/><Relationship Id="rId1" Type="http://schemas.openxmlformats.org/officeDocument/2006/relationships/tags" Target="../tags/tag43.xml"/><Relationship Id="rId6" Type="http://schemas.openxmlformats.org/officeDocument/2006/relationships/image" Target="../media/image14.png"/><Relationship Id="rId11" Type="http://schemas.openxmlformats.org/officeDocument/2006/relationships/image" Target="../media/image17.svg"/><Relationship Id="rId5" Type="http://schemas.openxmlformats.org/officeDocument/2006/relationships/image" Target="../media/image2.emf"/><Relationship Id="rId15" Type="http://schemas.openxmlformats.org/officeDocument/2006/relationships/hyperlink" Target="http://twitter.com/kpmg" TargetMode="External"/><Relationship Id="rId10" Type="http://schemas.openxmlformats.org/officeDocument/2006/relationships/image" Target="../media/image16.png"/><Relationship Id="rId4" Type="http://schemas.openxmlformats.org/officeDocument/2006/relationships/oleObject" Target="../embeddings/oleObject38.bin"/><Relationship Id="rId9" Type="http://schemas.openxmlformats.org/officeDocument/2006/relationships/slide" Target="../slides/slide3.xml"/><Relationship Id="rId14" Type="http://schemas.openxmlformats.org/officeDocument/2006/relationships/hyperlink" Target="http://instagram.com/kpmg" TargetMode="External"/></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Master" Target="../slideMasters/slideMaster1.xml"/><Relationship Id="rId1" Type="http://schemas.openxmlformats.org/officeDocument/2006/relationships/tags" Target="../tags/tag45.xml"/><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age_1">
    <p:bg>
      <p:bgPr>
        <a:solidFill>
          <a:schemeClr val="tx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062DAAB-1C81-C7CC-19CF-E38ED677D29D}"/>
              </a:ext>
            </a:extLst>
          </p:cNvPr>
          <p:cNvGraphicFramePr>
            <a:graphicFrameLocks noChangeAspect="1"/>
          </p:cNvGraphicFramePr>
          <p:nvPr userDrawn="1">
            <p:custDataLst>
              <p:tags r:id="rId1"/>
            </p:custDataLst>
            <p:extLst>
              <p:ext uri="{D42A27DB-BD31-4B8C-83A1-F6EECF244321}">
                <p14:modId xmlns:p14="http://schemas.microsoft.com/office/powerpoint/2010/main" val="14274997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4" name="think-cell data - do not delete" hidden="1">
                        <a:extLst>
                          <a:ext uri="{FF2B5EF4-FFF2-40B4-BE49-F238E27FC236}">
                            <a16:creationId xmlns:a16="http://schemas.microsoft.com/office/drawing/2014/main" id="{7062DAAB-1C81-C7CC-19CF-E38ED677D2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A4C877BA-1124-4C1E-8488-5E90E4E0F796}"/>
              </a:ext>
            </a:extLst>
          </p:cNvPr>
          <p:cNvSpPr>
            <a:spLocks noChangeAspect="1"/>
          </p:cNvSpPr>
          <p:nvPr userDrawn="1"/>
        </p:nvSpPr>
        <p:spPr>
          <a:xfrm>
            <a:off x="998477" y="1485245"/>
            <a:ext cx="6328756" cy="4396185"/>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8" name="Freeform 19">
            <a:extLst>
              <a:ext uri="{FF2B5EF4-FFF2-40B4-BE49-F238E27FC236}">
                <a16:creationId xmlns:a16="http://schemas.microsoft.com/office/drawing/2014/main" id="{457C79FB-C07C-444A-B79A-75D7F59B856B}"/>
              </a:ext>
            </a:extLst>
          </p:cNvPr>
          <p:cNvSpPr>
            <a:spLocks noChangeAspect="1" noEditPoints="1"/>
          </p:cNvSpPr>
          <p:nvPr userDrawn="1"/>
        </p:nvSpPr>
        <p:spPr bwMode="black">
          <a:xfrm>
            <a:off x="998478" y="371313"/>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sz="1800"/>
          </a:p>
        </p:txBody>
      </p:sp>
      <p:sp>
        <p:nvSpPr>
          <p:cNvPr id="2" name="Title 1"/>
          <p:cNvSpPr>
            <a:spLocks noGrp="1"/>
          </p:cNvSpPr>
          <p:nvPr>
            <p:ph type="ctrTitle" hasCustomPrompt="1"/>
          </p:nvPr>
        </p:nvSpPr>
        <p:spPr bwMode="white">
          <a:xfrm>
            <a:off x="1274841" y="1764699"/>
            <a:ext cx="5767200" cy="2905200"/>
          </a:xfrm>
        </p:spPr>
        <p:txBody>
          <a:bodyPr vert="horz" anchor="t" anchorCtr="0"/>
          <a:lstStyle>
            <a:lvl1pPr algn="l" rtl="0">
              <a:defRPr sz="6600" baseline="0">
                <a:solidFill>
                  <a:schemeClr val="bg1"/>
                </a:solidFill>
              </a:defRPr>
            </a:lvl1pPr>
          </a:lstStyle>
          <a:p>
            <a:r>
              <a:rPr lang="en-US" noProof="0" dirty="0"/>
              <a:t>Title slide text only</a:t>
            </a:r>
          </a:p>
        </p:txBody>
      </p:sp>
      <p:sp>
        <p:nvSpPr>
          <p:cNvPr id="6" name="Text Placeholder 3"/>
          <p:cNvSpPr>
            <a:spLocks noGrp="1"/>
          </p:cNvSpPr>
          <p:nvPr>
            <p:ph type="body" sz="quarter" idx="11"/>
          </p:nvPr>
        </p:nvSpPr>
        <p:spPr bwMode="white">
          <a:xfrm>
            <a:off x="1274841" y="4752153"/>
            <a:ext cx="5767200" cy="817200"/>
          </a:xfrm>
        </p:spPr>
        <p:txBody>
          <a:bodyPr anchor="b"/>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152128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page_Left Horizontal Window">
    <p:bg>
      <p:bgPr>
        <a:solidFill>
          <a:schemeClr val="accent2"/>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B66C3EC9-6E2E-610F-2FC2-73CCA1DF005A}"/>
              </a:ext>
            </a:extLst>
          </p:cNvPr>
          <p:cNvGraphicFramePr>
            <a:graphicFrameLocks noChangeAspect="1"/>
          </p:cNvGraphicFramePr>
          <p:nvPr userDrawn="1">
            <p:custDataLst>
              <p:tags r:id="rId1"/>
            </p:custDataLst>
            <p:extLst>
              <p:ext uri="{D42A27DB-BD31-4B8C-83A1-F6EECF244321}">
                <p14:modId xmlns:p14="http://schemas.microsoft.com/office/powerpoint/2010/main" val="25403473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7" name="think-cell data - do not delete" hidden="1">
                        <a:extLst>
                          <a:ext uri="{FF2B5EF4-FFF2-40B4-BE49-F238E27FC236}">
                            <a16:creationId xmlns:a16="http://schemas.microsoft.com/office/drawing/2014/main" id="{B66C3EC9-6E2E-610F-2FC2-73CCA1DF005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Picture Placeholder 3">
            <a:extLst>
              <a:ext uri="{FF2B5EF4-FFF2-40B4-BE49-F238E27FC236}">
                <a16:creationId xmlns:a16="http://schemas.microsoft.com/office/drawing/2014/main" id="{6200E6EA-7AA4-4C98-8E47-F5F83446E051}"/>
              </a:ext>
            </a:extLst>
          </p:cNvPr>
          <p:cNvSpPr>
            <a:spLocks noGrp="1" noChangeAspect="1"/>
          </p:cNvSpPr>
          <p:nvPr>
            <p:ph type="pic" sz="quarter" idx="12"/>
          </p:nvPr>
        </p:nvSpPr>
        <p:spPr>
          <a:xfrm>
            <a:off x="998477" y="1468380"/>
            <a:ext cx="5885053" cy="4087973"/>
          </a:xfrm>
          <a:solidFill>
            <a:schemeClr val="accent1"/>
          </a:solidFill>
        </p:spPr>
        <p:txBody>
          <a:bodyPr anchor="ctr"/>
          <a:lstStyle>
            <a:lvl1pPr algn="ctr">
              <a:defRPr sz="1000" b="0">
                <a:solidFill>
                  <a:schemeClr val="bg1"/>
                </a:solidFill>
              </a:defRPr>
            </a:lvl1pPr>
          </a:lstStyle>
          <a:p>
            <a:r>
              <a:rPr lang="en-US"/>
              <a:t>Click icon to add picture</a:t>
            </a:r>
            <a:endParaRPr lang="en-GB"/>
          </a:p>
        </p:txBody>
      </p:sp>
      <p:sp>
        <p:nvSpPr>
          <p:cNvPr id="2" name="Title 1"/>
          <p:cNvSpPr>
            <a:spLocks noGrp="1"/>
          </p:cNvSpPr>
          <p:nvPr>
            <p:ph type="ctrTitle" hasCustomPrompt="1"/>
          </p:nvPr>
        </p:nvSpPr>
        <p:spPr>
          <a:xfrm>
            <a:off x="7642337" y="1468380"/>
            <a:ext cx="3551186" cy="3098109"/>
          </a:xfrm>
          <a:noFill/>
          <a:ln w="3175">
            <a:noFill/>
            <a:prstDash val="lgDash"/>
          </a:ln>
        </p:spPr>
        <p:txBody>
          <a:bodyPr vert="horz" lIns="0" tIns="0" rIns="0" bIns="0" anchor="t" anchorCtr="0">
            <a:noAutofit/>
          </a:bodyPr>
          <a:lstStyle>
            <a:lvl1pPr algn="l" rtl="0">
              <a:defRPr sz="6600" baseline="0">
                <a:solidFill>
                  <a:schemeClr val="bg1"/>
                </a:solidFill>
              </a:defRPr>
            </a:lvl1pPr>
          </a:lstStyle>
          <a:p>
            <a:r>
              <a:rPr lang="en-US" noProof="0"/>
              <a:t>Title slide text only</a:t>
            </a:r>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7648627"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7648627"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6" name="Text Placeholder 3"/>
          <p:cNvSpPr>
            <a:spLocks noGrp="1"/>
          </p:cNvSpPr>
          <p:nvPr userDrawn="1">
            <p:ph type="body" sz="quarter" idx="11"/>
          </p:nvPr>
        </p:nvSpPr>
        <p:spPr>
          <a:xfrm>
            <a:off x="7648628" y="4746353"/>
            <a:ext cx="355118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9" name="Graphic 8">
            <a:extLst>
              <a:ext uri="{FF2B5EF4-FFF2-40B4-BE49-F238E27FC236}">
                <a16:creationId xmlns:a16="http://schemas.microsoft.com/office/drawing/2014/main" id="{93430CE4-5B69-4517-8F25-A3A23061EE9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647346" y="371311"/>
            <a:ext cx="914400" cy="368346"/>
          </a:xfrm>
          <a:prstGeom prst="rect">
            <a:avLst/>
          </a:prstGeom>
        </p:spPr>
      </p:pic>
    </p:spTree>
    <p:extLst>
      <p:ext uri="{BB962C8B-B14F-4D97-AF65-F5344CB8AC3E}">
        <p14:creationId xmlns:p14="http://schemas.microsoft.com/office/powerpoint/2010/main" val="1395451162"/>
      </p:ext>
    </p:extLst>
  </p:cSld>
  <p:clrMapOvr>
    <a:masterClrMapping/>
  </p:clrMapOvr>
  <p:extLst>
    <p:ext uri="{DCECCB84-F9BA-43D5-87BE-67443E8EF086}">
      <p15:sldGuideLst xmlns:p15="http://schemas.microsoft.com/office/powerpoint/2012/main">
        <p15:guide id="1" orient="horz" pos="349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page_Left Vertical Window">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1A742A6-5938-4EA4-3F03-81676E8AFFD4}"/>
              </a:ext>
            </a:extLst>
          </p:cNvPr>
          <p:cNvGraphicFramePr>
            <a:graphicFrameLocks noChangeAspect="1"/>
          </p:cNvGraphicFramePr>
          <p:nvPr userDrawn="1">
            <p:custDataLst>
              <p:tags r:id="rId1"/>
            </p:custDataLst>
            <p:extLst>
              <p:ext uri="{D42A27DB-BD31-4B8C-83A1-F6EECF244321}">
                <p14:modId xmlns:p14="http://schemas.microsoft.com/office/powerpoint/2010/main" val="21200253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4" name="think-cell data - do not delete" hidden="1">
                        <a:extLst>
                          <a:ext uri="{FF2B5EF4-FFF2-40B4-BE49-F238E27FC236}">
                            <a16:creationId xmlns:a16="http://schemas.microsoft.com/office/drawing/2014/main" id="{F1A742A6-5938-4EA4-3F03-81676E8AFFD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8" name="Picture Placeholder 3">
            <a:extLst>
              <a:ext uri="{FF2B5EF4-FFF2-40B4-BE49-F238E27FC236}">
                <a16:creationId xmlns:a16="http://schemas.microsoft.com/office/drawing/2014/main" id="{445BA5F7-F13B-4C20-B0E0-112E55400EE4}"/>
              </a:ext>
            </a:extLst>
          </p:cNvPr>
          <p:cNvSpPr>
            <a:spLocks noGrp="1" noChangeAspect="1"/>
          </p:cNvSpPr>
          <p:nvPr>
            <p:ph type="pic" sz="quarter" idx="12"/>
          </p:nvPr>
        </p:nvSpPr>
        <p:spPr>
          <a:xfrm>
            <a:off x="998477" y="371311"/>
            <a:ext cx="3727618" cy="5392264"/>
          </a:xfrm>
          <a:solidFill>
            <a:schemeClr val="accent1"/>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2" name="Title 1"/>
          <p:cNvSpPr>
            <a:spLocks noGrp="1"/>
          </p:cNvSpPr>
          <p:nvPr>
            <p:ph type="ctrTitle" hasCustomPrompt="1"/>
          </p:nvPr>
        </p:nvSpPr>
        <p:spPr>
          <a:xfrm>
            <a:off x="5489910" y="1453783"/>
            <a:ext cx="5301922" cy="3446223"/>
          </a:xfrm>
          <a:noFill/>
          <a:ln w="3175">
            <a:noFill/>
            <a:prstDash val="lgDash"/>
          </a:ln>
        </p:spPr>
        <p:txBody>
          <a:bodyPr vert="horz" lIns="0" tIns="0" rIns="0" bIns="0" anchor="t" anchorCtr="0">
            <a:noAutofit/>
          </a:bodyPr>
          <a:lstStyle>
            <a:lvl1pPr algn="l" rtl="0">
              <a:defRPr sz="6600" baseline="0">
                <a:solidFill>
                  <a:schemeClr val="bg1"/>
                </a:solidFill>
              </a:defRPr>
            </a:lvl1pPr>
          </a:lstStyle>
          <a:p>
            <a:r>
              <a:rPr lang="en-US" noProof="0"/>
              <a:t>Title slide text only</a:t>
            </a:r>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4729193"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6" name="Text Placeholder 3"/>
          <p:cNvSpPr>
            <a:spLocks noGrp="1"/>
          </p:cNvSpPr>
          <p:nvPr userDrawn="1">
            <p:ph type="body" sz="quarter" idx="11"/>
          </p:nvPr>
        </p:nvSpPr>
        <p:spPr>
          <a:xfrm>
            <a:off x="5489910" y="4953575"/>
            <a:ext cx="5301922"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7" name="Graphic 6">
            <a:extLst>
              <a:ext uri="{FF2B5EF4-FFF2-40B4-BE49-F238E27FC236}">
                <a16:creationId xmlns:a16="http://schemas.microsoft.com/office/drawing/2014/main" id="{3FEB65A9-A8F4-40C5-AC08-82132F1B1BD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491560" y="371311"/>
            <a:ext cx="914400" cy="368346"/>
          </a:xfrm>
          <a:prstGeom prst="rect">
            <a:avLst/>
          </a:prstGeom>
        </p:spPr>
      </p:pic>
    </p:spTree>
    <p:extLst>
      <p:ext uri="{BB962C8B-B14F-4D97-AF65-F5344CB8AC3E}">
        <p14:creationId xmlns:p14="http://schemas.microsoft.com/office/powerpoint/2010/main" val="858813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page_Right Horizontal Window">
    <p:bg>
      <p:bgPr>
        <a:solidFill>
          <a:schemeClr val="accent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21BB42D-B034-255C-6A37-D44F76F3ECDB}"/>
              </a:ext>
            </a:extLst>
          </p:cNvPr>
          <p:cNvGraphicFramePr>
            <a:graphicFrameLocks noChangeAspect="1"/>
          </p:cNvGraphicFramePr>
          <p:nvPr userDrawn="1">
            <p:custDataLst>
              <p:tags r:id="rId1"/>
            </p:custDataLst>
            <p:extLst>
              <p:ext uri="{D42A27DB-BD31-4B8C-83A1-F6EECF244321}">
                <p14:modId xmlns:p14="http://schemas.microsoft.com/office/powerpoint/2010/main" val="9870083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3" name="think-cell data - do not delete" hidden="1">
                        <a:extLst>
                          <a:ext uri="{FF2B5EF4-FFF2-40B4-BE49-F238E27FC236}">
                            <a16:creationId xmlns:a16="http://schemas.microsoft.com/office/drawing/2014/main" id="{821BB42D-B034-255C-6A37-D44F76F3ECD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28" name="Picture Placeholder 3">
            <a:extLst>
              <a:ext uri="{FF2B5EF4-FFF2-40B4-BE49-F238E27FC236}">
                <a16:creationId xmlns:a16="http://schemas.microsoft.com/office/drawing/2014/main" id="{1D0B9D96-907F-4E37-B5A7-830AD095F223}"/>
              </a:ext>
            </a:extLst>
          </p:cNvPr>
          <p:cNvSpPr>
            <a:spLocks noGrp="1" noChangeAspect="1"/>
          </p:cNvSpPr>
          <p:nvPr>
            <p:ph type="pic" sz="quarter" idx="12"/>
          </p:nvPr>
        </p:nvSpPr>
        <p:spPr>
          <a:xfrm>
            <a:off x="4915965" y="1456388"/>
            <a:ext cx="6283848" cy="4364991"/>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998478" y="1456388"/>
            <a:ext cx="3697810" cy="3427743"/>
          </a:xfrm>
          <a:noFill/>
          <a:ln w="3175">
            <a:noFill/>
            <a:prstDash val="lgDash"/>
          </a:ln>
        </p:spPr>
        <p:txBody>
          <a:bodyPr vert="horz" lIns="0" tIns="0" rIns="0" bIns="0" anchor="t" anchorCtr="0">
            <a:noAutofit/>
          </a:bodyPr>
          <a:lstStyle>
            <a:lvl1pPr algn="l" rtl="0">
              <a:defRPr sz="6600" baseline="0">
                <a:solidFill>
                  <a:schemeClr val="bg1"/>
                </a:solidFill>
              </a:defRPr>
            </a:lvl1pPr>
          </a:lstStyle>
          <a:p>
            <a:r>
              <a:rPr lang="en-US" noProof="0"/>
              <a:t>Title slide text only</a:t>
            </a:r>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998478" y="5007010"/>
            <a:ext cx="3697810"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9" name="Graphic 8">
            <a:extLst>
              <a:ext uri="{FF2B5EF4-FFF2-40B4-BE49-F238E27FC236}">
                <a16:creationId xmlns:a16="http://schemas.microsoft.com/office/drawing/2014/main" id="{323EE304-3FCA-4CF8-84B4-178F6B5C57A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1525532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page_Right Vertical Window">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DA939E7-B6A7-3C97-54CA-676DF2926261}"/>
              </a:ext>
            </a:extLst>
          </p:cNvPr>
          <p:cNvGraphicFramePr>
            <a:graphicFrameLocks noChangeAspect="1"/>
          </p:cNvGraphicFramePr>
          <p:nvPr userDrawn="1">
            <p:custDataLst>
              <p:tags r:id="rId1"/>
            </p:custDataLst>
            <p:extLst>
              <p:ext uri="{D42A27DB-BD31-4B8C-83A1-F6EECF244321}">
                <p14:modId xmlns:p14="http://schemas.microsoft.com/office/powerpoint/2010/main" val="40935404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4" name="think-cell data - do not delete" hidden="1">
                        <a:extLst>
                          <a:ext uri="{FF2B5EF4-FFF2-40B4-BE49-F238E27FC236}">
                            <a16:creationId xmlns:a16="http://schemas.microsoft.com/office/drawing/2014/main" id="{3DA939E7-B6A7-3C97-54CA-676DF292626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hasCustomPrompt="1"/>
          </p:nvPr>
        </p:nvSpPr>
        <p:spPr>
          <a:xfrm>
            <a:off x="998478" y="1456388"/>
            <a:ext cx="5249471" cy="3442681"/>
          </a:xfrm>
          <a:noFill/>
          <a:ln w="3175">
            <a:noFill/>
            <a:prstDash val="lgDash"/>
          </a:ln>
        </p:spPr>
        <p:txBody>
          <a:bodyPr vert="horz" lIns="0" tIns="0" rIns="0" bIns="0" anchor="t" anchorCtr="0">
            <a:noAutofit/>
          </a:bodyPr>
          <a:lstStyle>
            <a:lvl1pPr algn="l" rtl="0">
              <a:defRPr sz="6600" baseline="0">
                <a:solidFill>
                  <a:schemeClr val="bg1"/>
                </a:solidFill>
              </a:defRPr>
            </a:lvl1pPr>
          </a:lstStyle>
          <a:p>
            <a:r>
              <a:rPr lang="en-US" noProof="0"/>
              <a:t>Title slide text only</a:t>
            </a:r>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998478" y="5007009"/>
            <a:ext cx="5249471" cy="810000"/>
          </a:xfrm>
          <a:ln w="3175">
            <a:noFill/>
            <a:prstDash val="lgDash"/>
          </a:ln>
        </p:spPr>
        <p:txBody>
          <a:bodyPr wrap="square" anchor="b">
            <a:noAutofit/>
          </a:bodyPr>
          <a:lstStyle>
            <a:lvl1pPr rtl="0">
              <a:defRPr sz="1400">
                <a:solidFill>
                  <a:schemeClr val="bg1"/>
                </a:solidFill>
              </a:defRPr>
            </a:lvl1pPr>
            <a:lvl2pPr rtl="0">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noProof="0"/>
              <a:t>Click to edit Master text styles</a:t>
            </a:r>
          </a:p>
          <a:p>
            <a:pPr lvl="1"/>
            <a:r>
              <a:rPr lang="en-US" noProof="0" dirty="0"/>
              <a:t>Second level</a:t>
            </a:r>
          </a:p>
        </p:txBody>
      </p:sp>
      <p:sp>
        <p:nvSpPr>
          <p:cNvPr id="28" name="Picture Placeholder 3">
            <a:extLst>
              <a:ext uri="{FF2B5EF4-FFF2-40B4-BE49-F238E27FC236}">
                <a16:creationId xmlns:a16="http://schemas.microsoft.com/office/drawing/2014/main" id="{13BD1F9C-C7CA-4162-BCD4-0E8701D30076}"/>
              </a:ext>
            </a:extLst>
          </p:cNvPr>
          <p:cNvSpPr>
            <a:spLocks noGrp="1" noChangeAspect="1"/>
          </p:cNvSpPr>
          <p:nvPr>
            <p:ph type="pic" sz="quarter" idx="12"/>
          </p:nvPr>
        </p:nvSpPr>
        <p:spPr>
          <a:xfrm>
            <a:off x="7428967" y="371311"/>
            <a:ext cx="3764557" cy="5445698"/>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dirty="0"/>
              <a:t>Click icon to add picture</a:t>
            </a:r>
            <a:endParaRPr lang="en-GB" dirty="0"/>
          </a:p>
        </p:txBody>
      </p:sp>
      <p:pic>
        <p:nvPicPr>
          <p:cNvPr id="9" name="Graphic 8">
            <a:extLst>
              <a:ext uri="{FF2B5EF4-FFF2-40B4-BE49-F238E27FC236}">
                <a16:creationId xmlns:a16="http://schemas.microsoft.com/office/drawing/2014/main" id="{AA9325F0-DADC-43A7-A4FF-97033BB2202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1689785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slide_1">
    <p:bg>
      <p:bgPr>
        <a:solidFill>
          <a:schemeClr val="accent2"/>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9519861-697E-4A99-B708-B0D82E52602A}"/>
              </a:ext>
            </a:extLst>
          </p:cNvPr>
          <p:cNvGraphicFramePr>
            <a:graphicFrameLocks noChangeAspect="1"/>
          </p:cNvGraphicFramePr>
          <p:nvPr userDrawn="1">
            <p:custDataLst>
              <p:tags r:id="rId1"/>
            </p:custDataLst>
            <p:extLst>
              <p:ext uri="{D42A27DB-BD31-4B8C-83A1-F6EECF244321}">
                <p14:modId xmlns:p14="http://schemas.microsoft.com/office/powerpoint/2010/main" val="1147572906"/>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3" name="Object 2" hidden="1">
                        <a:extLst>
                          <a:ext uri="{FF2B5EF4-FFF2-40B4-BE49-F238E27FC236}">
                            <a16:creationId xmlns:a16="http://schemas.microsoft.com/office/drawing/2014/main" id="{49519861-697E-4A99-B708-B0D82E52602A}"/>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58" name="Rectangle 57">
            <a:extLst>
              <a:ext uri="{FF2B5EF4-FFF2-40B4-BE49-F238E27FC236}">
                <a16:creationId xmlns:a16="http://schemas.microsoft.com/office/drawing/2014/main" id="{79D65585-570B-4F7D-B4BC-0F7CFAF52BAF}"/>
              </a:ext>
            </a:extLst>
          </p:cNvPr>
          <p:cNvSpPr>
            <a:spLocks/>
          </p:cNvSpPr>
          <p:nvPr userDrawn="1"/>
        </p:nvSpPr>
        <p:spPr>
          <a:xfrm>
            <a:off x="1022539" y="966019"/>
            <a:ext cx="7091424" cy="4925962"/>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hasCustomPrompt="1"/>
          </p:nvPr>
        </p:nvSpPr>
        <p:spPr bwMode="white">
          <a:xfrm>
            <a:off x="1289861" y="2180877"/>
            <a:ext cx="6321425" cy="696782"/>
          </a:xfrm>
          <a:noFill/>
        </p:spPr>
        <p:txBody>
          <a:bodyPr vert="horz" lIns="0" tIns="0" rIns="0" bIns="0" anchor="t" anchorCtr="0"/>
          <a:lstStyle>
            <a:lvl1pPr algn="l" rtl="0">
              <a:defRPr sz="6600" baseline="0">
                <a:solidFill>
                  <a:schemeClr val="bg1"/>
                </a:solidFill>
              </a:defRPr>
            </a:lvl1pPr>
          </a:lstStyle>
          <a:p>
            <a:r>
              <a:rPr lang="en-US" noProof="0" dirty="0"/>
              <a:t>Title slide text only</a:t>
            </a:r>
          </a:p>
        </p:txBody>
      </p:sp>
      <p:sp>
        <p:nvSpPr>
          <p:cNvPr id="4" name="Text Placeholder 3">
            <a:extLst>
              <a:ext uri="{FF2B5EF4-FFF2-40B4-BE49-F238E27FC236}">
                <a16:creationId xmlns:a16="http://schemas.microsoft.com/office/drawing/2014/main" id="{B5E8B0BD-68A6-4AD8-A640-99B893F06320}"/>
              </a:ext>
            </a:extLst>
          </p:cNvPr>
          <p:cNvSpPr>
            <a:spLocks noGrp="1"/>
          </p:cNvSpPr>
          <p:nvPr>
            <p:ph type="body" sz="quarter" idx="12" hasCustomPrompt="1"/>
          </p:nvPr>
        </p:nvSpPr>
        <p:spPr bwMode="white">
          <a:xfrm>
            <a:off x="1289861" y="1140069"/>
            <a:ext cx="1082675" cy="812530"/>
          </a:xfrm>
        </p:spPr>
        <p:txBody>
          <a:bodyPr>
            <a:spAutoFit/>
          </a:bodyPr>
          <a:lstStyle>
            <a:lvl1pPr>
              <a:lnSpc>
                <a:spcPct val="80000"/>
              </a:lnSpc>
              <a:defRPr lang="en-US" sz="6600" kern="1200" baseline="0" dirty="0" smtClean="0">
                <a:solidFill>
                  <a:schemeClr val="bg1"/>
                </a:solidFill>
                <a:latin typeface="+mj-lt"/>
                <a:ea typeface="+mj-ea"/>
                <a:cs typeface="+mj-cs"/>
              </a:defRPr>
            </a:lvl1pPr>
          </a:lstStyle>
          <a:p>
            <a:pPr lvl="0"/>
            <a:r>
              <a:rPr lang="en-US"/>
              <a:t>00</a:t>
            </a:r>
          </a:p>
        </p:txBody>
      </p:sp>
      <p:sp>
        <p:nvSpPr>
          <p:cNvPr id="28" name="Isosceles Triangle 27">
            <a:extLst>
              <a:ext uri="{FF2B5EF4-FFF2-40B4-BE49-F238E27FC236}">
                <a16:creationId xmlns:a16="http://schemas.microsoft.com/office/drawing/2014/main" id="{05E6E369-0A71-4382-99A8-954ADC20228A}"/>
              </a:ext>
            </a:extLst>
          </p:cNvPr>
          <p:cNvSpPr/>
          <p:nvPr userDrawn="1"/>
        </p:nvSpPr>
        <p:spPr>
          <a:xfrm rot="5400000">
            <a:off x="11877180" y="179136"/>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29" name="Isosceles Triangle 28">
            <a:extLst>
              <a:ext uri="{FF2B5EF4-FFF2-40B4-BE49-F238E27FC236}">
                <a16:creationId xmlns:a16="http://schemas.microsoft.com/office/drawing/2014/main" id="{5E6A33DA-B0E2-42D1-8C27-584323B8ECEF}"/>
              </a:ext>
            </a:extLst>
          </p:cNvPr>
          <p:cNvSpPr/>
          <p:nvPr userDrawn="1"/>
        </p:nvSpPr>
        <p:spPr>
          <a:xfrm rot="16200000" flipH="1">
            <a:off x="11315058" y="179136"/>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0" name="Oval 29">
            <a:hlinkClick r:id="" action="ppaction://hlinkshowjump?jump=nextslide"/>
            <a:extLst>
              <a:ext uri="{FF2B5EF4-FFF2-40B4-BE49-F238E27FC236}">
                <a16:creationId xmlns:a16="http://schemas.microsoft.com/office/drawing/2014/main" id="{CE6F0D98-6569-407B-A90A-5DF22EBEA7AC}"/>
              </a:ext>
            </a:extLst>
          </p:cNvPr>
          <p:cNvSpPr/>
          <p:nvPr userDrawn="1"/>
        </p:nvSpPr>
        <p:spPr>
          <a:xfrm>
            <a:off x="11799231" y="103574"/>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1" name="Oval 30">
            <a:hlinkClick r:id="" action="ppaction://hlinkshowjump?jump=previousslide"/>
            <a:extLst>
              <a:ext uri="{FF2B5EF4-FFF2-40B4-BE49-F238E27FC236}">
                <a16:creationId xmlns:a16="http://schemas.microsoft.com/office/drawing/2014/main" id="{76D8C698-B4E9-42C2-BD9C-410D7D4B5685}"/>
              </a:ext>
            </a:extLst>
          </p:cNvPr>
          <p:cNvSpPr/>
          <p:nvPr userDrawn="1"/>
        </p:nvSpPr>
        <p:spPr>
          <a:xfrm flipH="1">
            <a:off x="11255557" y="103574"/>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32" name="Graphic 31" descr="Home">
            <a:hlinkClick r:id="rId5" action="ppaction://hlinksldjump"/>
            <a:extLst>
              <a:ext uri="{FF2B5EF4-FFF2-40B4-BE49-F238E27FC236}">
                <a16:creationId xmlns:a16="http://schemas.microsoft.com/office/drawing/2014/main" id="{D0C3D869-3232-4CD2-B33D-CAEBE83C17EC}"/>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bwMode="black">
          <a:xfrm>
            <a:off x="11534459" y="103561"/>
            <a:ext cx="222479" cy="222478"/>
          </a:xfrm>
          <a:prstGeom prst="rect">
            <a:avLst/>
          </a:prstGeom>
        </p:spPr>
      </p:pic>
      <p:sp>
        <p:nvSpPr>
          <p:cNvPr id="24" name="Table Placeholder 23">
            <a:extLst>
              <a:ext uri="{FF2B5EF4-FFF2-40B4-BE49-F238E27FC236}">
                <a16:creationId xmlns:a16="http://schemas.microsoft.com/office/drawing/2014/main" id="{1372FA57-4421-0D88-3041-62B7D6DAB54E}"/>
              </a:ext>
            </a:extLst>
          </p:cNvPr>
          <p:cNvSpPr>
            <a:spLocks noGrp="1"/>
          </p:cNvSpPr>
          <p:nvPr>
            <p:ph type="tbl" sz="quarter" idx="13"/>
          </p:nvPr>
        </p:nvSpPr>
        <p:spPr>
          <a:xfrm>
            <a:off x="1293541" y="3022254"/>
            <a:ext cx="6322742" cy="2720624"/>
          </a:xfrm>
        </p:spPr>
        <p:txBody>
          <a:bodyPr lIns="72000"/>
          <a:lstStyle>
            <a:lvl1pPr>
              <a:defRPr>
                <a:solidFill>
                  <a:schemeClr val="bg1"/>
                </a:solidFill>
              </a:defRPr>
            </a:lvl1pPr>
          </a:lstStyle>
          <a:p>
            <a:endParaRPr lang="en-US" noProof="0"/>
          </a:p>
        </p:txBody>
      </p:sp>
      <p:graphicFrame>
        <p:nvGraphicFramePr>
          <p:cNvPr id="12" name="Table 4">
            <a:extLst>
              <a:ext uri="{FF2B5EF4-FFF2-40B4-BE49-F238E27FC236}">
                <a16:creationId xmlns:a16="http://schemas.microsoft.com/office/drawing/2014/main" id="{68EA3930-6C47-4292-B19C-3E0E9B99D352}"/>
              </a:ext>
            </a:extLst>
          </p:cNvPr>
          <p:cNvGraphicFramePr>
            <a:graphicFrameLocks/>
          </p:cNvGraphicFramePr>
          <p:nvPr userDrawn="1">
            <p:extLst>
              <p:ext uri="{D42A27DB-BD31-4B8C-83A1-F6EECF244321}">
                <p14:modId xmlns:p14="http://schemas.microsoft.com/office/powerpoint/2010/main" val="1925798747"/>
              </p:ext>
            </p:extLst>
          </p:nvPr>
        </p:nvGraphicFramePr>
        <p:xfrm>
          <a:off x="1289861" y="3190005"/>
          <a:ext cx="6325200" cy="2530476"/>
        </p:xfrm>
        <a:graphic>
          <a:graphicData uri="http://schemas.openxmlformats.org/drawingml/2006/table">
            <a:tbl>
              <a:tblPr firstRow="1" bandRow="1">
                <a:tableStyleId>{5C22544A-7EE6-4342-B048-85BDC9FD1C3A}</a:tableStyleId>
              </a:tblPr>
              <a:tblGrid>
                <a:gridCol w="997200">
                  <a:extLst>
                    <a:ext uri="{9D8B030D-6E8A-4147-A177-3AD203B41FA5}">
                      <a16:colId xmlns:a16="http://schemas.microsoft.com/office/drawing/2014/main" val="1245858610"/>
                    </a:ext>
                  </a:extLst>
                </a:gridCol>
                <a:gridCol w="4521600">
                  <a:extLst>
                    <a:ext uri="{9D8B030D-6E8A-4147-A177-3AD203B41FA5}">
                      <a16:colId xmlns:a16="http://schemas.microsoft.com/office/drawing/2014/main" val="975607913"/>
                    </a:ext>
                  </a:extLst>
                </a:gridCol>
                <a:gridCol w="806400">
                  <a:extLst>
                    <a:ext uri="{9D8B030D-6E8A-4147-A177-3AD203B41FA5}">
                      <a16:colId xmlns:a16="http://schemas.microsoft.com/office/drawing/2014/main" val="829056600"/>
                    </a:ext>
                  </a:extLst>
                </a:gridCol>
              </a:tblGrid>
              <a:tr h="421746">
                <a:tc>
                  <a:txBody>
                    <a:bodyPr/>
                    <a:lstStyle/>
                    <a:p>
                      <a:pPr rtl="0">
                        <a:lnSpc>
                          <a:spcPts val="3000"/>
                        </a:lnSpc>
                      </a:pPr>
                      <a:endParaRPr lang="en-US" sz="3200" b="0" noProof="0">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noProof="0"/>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noProof="0"/>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6381136"/>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noProof="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noProof="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9774190"/>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noProof="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noProof="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5714403"/>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noProof="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noProof="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2482603"/>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noProof="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noProof="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6270040"/>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noProof="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noProof="0" dirty="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3371070"/>
                  </a:ext>
                </a:extLst>
              </a:tr>
            </a:tbl>
          </a:graphicData>
        </a:graphic>
      </p:graphicFrame>
      <p:sp>
        <p:nvSpPr>
          <p:cNvPr id="2" name="Arrow: U-Turn 1">
            <a:hlinkClick r:id="" action="ppaction://hlinkshowjump?jump=lastslideviewed"/>
            <a:extLst>
              <a:ext uri="{FF2B5EF4-FFF2-40B4-BE49-F238E27FC236}">
                <a16:creationId xmlns:a16="http://schemas.microsoft.com/office/drawing/2014/main" id="{C64AB93F-F623-0907-FA61-0202BBC0B1C8}"/>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2386961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slide_2">
    <p:bg>
      <p:bgPr>
        <a:gradFill flip="none" rotWithShape="1">
          <a:gsLst>
            <a:gs pos="0">
              <a:schemeClr val="accent5"/>
            </a:gs>
            <a:gs pos="100000">
              <a:schemeClr val="accent1"/>
            </a:gs>
          </a:gsLst>
          <a:lin ang="0" scaled="0"/>
          <a:tileRect/>
        </a:gra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15DC634-44E2-72C0-2FAE-94983782FABF}"/>
              </a:ext>
            </a:extLst>
          </p:cNvPr>
          <p:cNvGraphicFramePr>
            <a:graphicFrameLocks noChangeAspect="1"/>
          </p:cNvGraphicFramePr>
          <p:nvPr userDrawn="1">
            <p:custDataLst>
              <p:tags r:id="rId1"/>
            </p:custDataLst>
            <p:extLst>
              <p:ext uri="{D42A27DB-BD31-4B8C-83A1-F6EECF244321}">
                <p14:modId xmlns:p14="http://schemas.microsoft.com/office/powerpoint/2010/main" val="23756969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4" name="think-cell data - do not delete" hidden="1">
                        <a:extLst>
                          <a:ext uri="{FF2B5EF4-FFF2-40B4-BE49-F238E27FC236}">
                            <a16:creationId xmlns:a16="http://schemas.microsoft.com/office/drawing/2014/main" id="{E15DC634-44E2-72C0-2FAE-94983782FA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6" name="Rectangle 25">
            <a:extLst>
              <a:ext uri="{FF2B5EF4-FFF2-40B4-BE49-F238E27FC236}">
                <a16:creationId xmlns:a16="http://schemas.microsoft.com/office/drawing/2014/main" id="{BAF31653-DA95-4567-9106-71E1E49BA627}"/>
              </a:ext>
            </a:extLst>
          </p:cNvPr>
          <p:cNvSpPr>
            <a:spLocks noChangeAspect="1"/>
          </p:cNvSpPr>
          <p:nvPr userDrawn="1"/>
        </p:nvSpPr>
        <p:spPr>
          <a:xfrm>
            <a:off x="998476" y="971550"/>
            <a:ext cx="7061787" cy="4905375"/>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61" name="Text Placeholder 3">
            <a:extLst>
              <a:ext uri="{FF2B5EF4-FFF2-40B4-BE49-F238E27FC236}">
                <a16:creationId xmlns:a16="http://schemas.microsoft.com/office/drawing/2014/main" id="{C346F2F1-AF73-4284-8702-745152AF5399}"/>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kern="1200" baseline="0" dirty="0" smtClean="0">
                <a:solidFill>
                  <a:schemeClr val="accent2"/>
                </a:solidFill>
                <a:latin typeface="+mj-lt"/>
                <a:ea typeface="+mj-ea"/>
                <a:cs typeface="+mj-cs"/>
              </a:defRPr>
            </a:lvl1pPr>
          </a:lstStyle>
          <a:p>
            <a:pPr lvl="0"/>
            <a:r>
              <a:rPr lang="en-US" dirty="0"/>
              <a:t>00</a:t>
            </a:r>
          </a:p>
        </p:txBody>
      </p:sp>
      <p:sp>
        <p:nvSpPr>
          <p:cNvPr id="6" name="Table Placeholder 23">
            <a:extLst>
              <a:ext uri="{FF2B5EF4-FFF2-40B4-BE49-F238E27FC236}">
                <a16:creationId xmlns:a16="http://schemas.microsoft.com/office/drawing/2014/main" id="{7108F19C-D8FC-9C5A-046E-F370EEBE1F0C}"/>
              </a:ext>
            </a:extLst>
          </p:cNvPr>
          <p:cNvSpPr>
            <a:spLocks noGrp="1"/>
          </p:cNvSpPr>
          <p:nvPr>
            <p:ph type="tbl" sz="quarter" idx="13"/>
          </p:nvPr>
        </p:nvSpPr>
        <p:spPr>
          <a:xfrm>
            <a:off x="1293541" y="3022254"/>
            <a:ext cx="6322742" cy="2720624"/>
          </a:xfrm>
        </p:spPr>
        <p:txBody>
          <a:bodyPr lIns="72000"/>
          <a:lstStyle>
            <a:lvl1pPr>
              <a:defRPr>
                <a:solidFill>
                  <a:schemeClr val="accent2"/>
                </a:solidFill>
              </a:defRPr>
            </a:lvl1pPr>
          </a:lstStyle>
          <a:p>
            <a:endParaRPr lang="en-US" noProof="0" dirty="0"/>
          </a:p>
        </p:txBody>
      </p:sp>
      <p:graphicFrame>
        <p:nvGraphicFramePr>
          <p:cNvPr id="7" name="Table 4">
            <a:extLst>
              <a:ext uri="{FF2B5EF4-FFF2-40B4-BE49-F238E27FC236}">
                <a16:creationId xmlns:a16="http://schemas.microsoft.com/office/drawing/2014/main" id="{DAE7A866-F348-AC34-D66D-10BB4FB2D029}"/>
              </a:ext>
            </a:extLst>
          </p:cNvPr>
          <p:cNvGraphicFramePr>
            <a:graphicFrameLocks/>
          </p:cNvGraphicFramePr>
          <p:nvPr userDrawn="1">
            <p:extLst>
              <p:ext uri="{D42A27DB-BD31-4B8C-83A1-F6EECF244321}">
                <p14:modId xmlns:p14="http://schemas.microsoft.com/office/powerpoint/2010/main" val="202574266"/>
              </p:ext>
            </p:extLst>
          </p:nvPr>
        </p:nvGraphicFramePr>
        <p:xfrm>
          <a:off x="1289861" y="3190005"/>
          <a:ext cx="6325200" cy="2530476"/>
        </p:xfrm>
        <a:graphic>
          <a:graphicData uri="http://schemas.openxmlformats.org/drawingml/2006/table">
            <a:tbl>
              <a:tblPr firstRow="1" bandRow="1">
                <a:tableStyleId>{5C22544A-7EE6-4342-B048-85BDC9FD1C3A}</a:tableStyleId>
              </a:tblPr>
              <a:tblGrid>
                <a:gridCol w="997200">
                  <a:extLst>
                    <a:ext uri="{9D8B030D-6E8A-4147-A177-3AD203B41FA5}">
                      <a16:colId xmlns:a16="http://schemas.microsoft.com/office/drawing/2014/main" val="1245858610"/>
                    </a:ext>
                  </a:extLst>
                </a:gridCol>
                <a:gridCol w="4521600">
                  <a:extLst>
                    <a:ext uri="{9D8B030D-6E8A-4147-A177-3AD203B41FA5}">
                      <a16:colId xmlns:a16="http://schemas.microsoft.com/office/drawing/2014/main" val="975607913"/>
                    </a:ext>
                  </a:extLst>
                </a:gridCol>
                <a:gridCol w="806400">
                  <a:extLst>
                    <a:ext uri="{9D8B030D-6E8A-4147-A177-3AD203B41FA5}">
                      <a16:colId xmlns:a16="http://schemas.microsoft.com/office/drawing/2014/main" val="829056600"/>
                    </a:ext>
                  </a:extLst>
                </a:gridCol>
              </a:tblGrid>
              <a:tr h="421746">
                <a:tc>
                  <a:txBody>
                    <a:bodyPr/>
                    <a:lstStyle/>
                    <a:p>
                      <a:pPr rtl="0">
                        <a:lnSpc>
                          <a:spcPts val="3000"/>
                        </a:lnSpc>
                      </a:pPr>
                      <a:endParaRPr lang="en-US" sz="3200" b="0" noProof="0">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noProof="0"/>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noProof="0"/>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6381136"/>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noProof="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noProof="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9774190"/>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noProof="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noProof="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5714403"/>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noProof="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noProof="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2482603"/>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noProof="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noProof="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6270040"/>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noProof="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noProof="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3371070"/>
                  </a:ext>
                </a:extLst>
              </a:tr>
            </a:tbl>
          </a:graphicData>
        </a:graphic>
      </p:graphicFrame>
      <p:sp>
        <p:nvSpPr>
          <p:cNvPr id="8" name="Isosceles Triangle 7">
            <a:extLst>
              <a:ext uri="{FF2B5EF4-FFF2-40B4-BE49-F238E27FC236}">
                <a16:creationId xmlns:a16="http://schemas.microsoft.com/office/drawing/2014/main" id="{C678DADB-A779-D822-B735-993170C0B975}"/>
              </a:ext>
            </a:extLst>
          </p:cNvPr>
          <p:cNvSpPr/>
          <p:nvPr userDrawn="1"/>
        </p:nvSpPr>
        <p:spPr>
          <a:xfrm rot="5400000">
            <a:off x="11877180" y="179136"/>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9" name="Isosceles Triangle 8">
            <a:extLst>
              <a:ext uri="{FF2B5EF4-FFF2-40B4-BE49-F238E27FC236}">
                <a16:creationId xmlns:a16="http://schemas.microsoft.com/office/drawing/2014/main" id="{C2D55F3C-85CE-C418-7766-2DCD1DDFD100}"/>
              </a:ext>
            </a:extLst>
          </p:cNvPr>
          <p:cNvSpPr/>
          <p:nvPr userDrawn="1"/>
        </p:nvSpPr>
        <p:spPr>
          <a:xfrm rot="16200000" flipH="1">
            <a:off x="11315058" y="179136"/>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10" name="Oval 9">
            <a:hlinkClick r:id="" action="ppaction://hlinkshowjump?jump=nextslide"/>
            <a:extLst>
              <a:ext uri="{FF2B5EF4-FFF2-40B4-BE49-F238E27FC236}">
                <a16:creationId xmlns:a16="http://schemas.microsoft.com/office/drawing/2014/main" id="{B722D171-EDC6-DA11-453B-EA3F7E3BA340}"/>
              </a:ext>
            </a:extLst>
          </p:cNvPr>
          <p:cNvSpPr/>
          <p:nvPr userDrawn="1"/>
        </p:nvSpPr>
        <p:spPr>
          <a:xfrm>
            <a:off x="11799231" y="103574"/>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12" name="Oval 11">
            <a:hlinkClick r:id="" action="ppaction://hlinkshowjump?jump=previousslide"/>
            <a:extLst>
              <a:ext uri="{FF2B5EF4-FFF2-40B4-BE49-F238E27FC236}">
                <a16:creationId xmlns:a16="http://schemas.microsoft.com/office/drawing/2014/main" id="{30B80578-37C5-1B17-F626-71635F5DE236}"/>
              </a:ext>
            </a:extLst>
          </p:cNvPr>
          <p:cNvSpPr/>
          <p:nvPr userDrawn="1"/>
        </p:nvSpPr>
        <p:spPr>
          <a:xfrm flipH="1">
            <a:off x="11255557" y="103574"/>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13" name="Graphic 12" descr="Home">
            <a:hlinkClick r:id="rId5" action="ppaction://hlinksldjump"/>
            <a:extLst>
              <a:ext uri="{FF2B5EF4-FFF2-40B4-BE49-F238E27FC236}">
                <a16:creationId xmlns:a16="http://schemas.microsoft.com/office/drawing/2014/main" id="{59955ABB-6006-E404-C3C9-9656A5882CB9}"/>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bwMode="black">
          <a:xfrm>
            <a:off x="11534459" y="103561"/>
            <a:ext cx="222479" cy="222478"/>
          </a:xfrm>
          <a:prstGeom prst="rect">
            <a:avLst/>
          </a:prstGeom>
        </p:spPr>
      </p:pic>
      <p:sp>
        <p:nvSpPr>
          <p:cNvPr id="14" name="Arrow: U-Turn 13">
            <a:hlinkClick r:id="" action="ppaction://hlinkshowjump?jump=lastslideviewed"/>
            <a:extLst>
              <a:ext uri="{FF2B5EF4-FFF2-40B4-BE49-F238E27FC236}">
                <a16:creationId xmlns:a16="http://schemas.microsoft.com/office/drawing/2014/main" id="{22402B05-5EE7-D914-08DD-0E42C8E16A81}"/>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
        <p:nvSpPr>
          <p:cNvPr id="2" name="Title 1">
            <a:extLst>
              <a:ext uri="{FF2B5EF4-FFF2-40B4-BE49-F238E27FC236}">
                <a16:creationId xmlns:a16="http://schemas.microsoft.com/office/drawing/2014/main" id="{6C854003-FA01-F2FB-EF1E-C6462EF37E04}"/>
              </a:ext>
            </a:extLst>
          </p:cNvPr>
          <p:cNvSpPr>
            <a:spLocks noGrp="1"/>
          </p:cNvSpPr>
          <p:nvPr>
            <p:ph type="ctrTitle" hasCustomPrompt="1"/>
          </p:nvPr>
        </p:nvSpPr>
        <p:spPr bwMode="white">
          <a:xfrm>
            <a:off x="1289861" y="2180877"/>
            <a:ext cx="6321425" cy="696782"/>
          </a:xfrm>
          <a:noFill/>
        </p:spPr>
        <p:txBody>
          <a:bodyPr vert="horz" lIns="0" tIns="0" rIns="0" bIns="0" anchor="t" anchorCtr="0"/>
          <a:lstStyle>
            <a:lvl1pPr algn="l" rtl="0">
              <a:defRPr sz="6600" baseline="0">
                <a:solidFill>
                  <a:schemeClr val="accent2"/>
                </a:solidFill>
              </a:defRPr>
            </a:lvl1pPr>
          </a:lstStyle>
          <a:p>
            <a:r>
              <a:rPr lang="en-US" noProof="0" dirty="0"/>
              <a:t>Title slide text only</a:t>
            </a:r>
          </a:p>
        </p:txBody>
      </p:sp>
    </p:spTree>
    <p:extLst>
      <p:ext uri="{BB962C8B-B14F-4D97-AF65-F5344CB8AC3E}">
        <p14:creationId xmlns:p14="http://schemas.microsoft.com/office/powerpoint/2010/main" val="3660057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slide_3">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4046CC0-BA89-967E-D825-0BF28CD584C7}"/>
              </a:ext>
            </a:extLst>
          </p:cNvPr>
          <p:cNvGraphicFramePr>
            <a:graphicFrameLocks noChangeAspect="1"/>
          </p:cNvGraphicFramePr>
          <p:nvPr userDrawn="1">
            <p:custDataLst>
              <p:tags r:id="rId1"/>
            </p:custDataLst>
            <p:extLst>
              <p:ext uri="{D42A27DB-BD31-4B8C-83A1-F6EECF244321}">
                <p14:modId xmlns:p14="http://schemas.microsoft.com/office/powerpoint/2010/main" val="13155724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4" name="think-cell data - do not delete" hidden="1">
                        <a:extLst>
                          <a:ext uri="{FF2B5EF4-FFF2-40B4-BE49-F238E27FC236}">
                            <a16:creationId xmlns:a16="http://schemas.microsoft.com/office/drawing/2014/main" id="{C4046CC0-BA89-967E-D825-0BF28CD584C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6" name="Rectangle 25">
            <a:extLst>
              <a:ext uri="{FF2B5EF4-FFF2-40B4-BE49-F238E27FC236}">
                <a16:creationId xmlns:a16="http://schemas.microsoft.com/office/drawing/2014/main" id="{EA87A788-0BF5-4419-BCFC-809F6D2E93AA}"/>
              </a:ext>
            </a:extLst>
          </p:cNvPr>
          <p:cNvSpPr>
            <a:spLocks noChangeAspect="1"/>
          </p:cNvSpPr>
          <p:nvPr userDrawn="1"/>
        </p:nvSpPr>
        <p:spPr>
          <a:xfrm>
            <a:off x="998476" y="971550"/>
            <a:ext cx="7061787" cy="4905375"/>
          </a:xfrm>
          <a:prstGeom prst="rect">
            <a:avLst/>
          </a:prstGeom>
          <a:gradFill>
            <a:gsLst>
              <a:gs pos="0">
                <a:schemeClr val="accent4"/>
              </a:gs>
              <a:gs pos="100000">
                <a:srgbClr val="ACEAFF"/>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61" name="Text Placeholder 3">
            <a:extLst>
              <a:ext uri="{FF2B5EF4-FFF2-40B4-BE49-F238E27FC236}">
                <a16:creationId xmlns:a16="http://schemas.microsoft.com/office/drawing/2014/main" id="{17B18B8B-EB09-48D8-AC31-3A9DFAC0B74C}"/>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kern="1200" baseline="0" dirty="0" smtClean="0">
                <a:solidFill>
                  <a:schemeClr val="accent2"/>
                </a:solidFill>
                <a:latin typeface="+mj-lt"/>
                <a:ea typeface="+mj-ea"/>
                <a:cs typeface="+mj-cs"/>
              </a:defRPr>
            </a:lvl1pPr>
          </a:lstStyle>
          <a:p>
            <a:pPr lvl="0"/>
            <a:r>
              <a:rPr lang="en-US" dirty="0"/>
              <a:t>00</a:t>
            </a:r>
          </a:p>
        </p:txBody>
      </p:sp>
      <p:sp>
        <p:nvSpPr>
          <p:cNvPr id="6" name="Table Placeholder 23">
            <a:extLst>
              <a:ext uri="{FF2B5EF4-FFF2-40B4-BE49-F238E27FC236}">
                <a16:creationId xmlns:a16="http://schemas.microsoft.com/office/drawing/2014/main" id="{A0BD931F-1A9A-390D-E75A-B20C2AD5D0FA}"/>
              </a:ext>
            </a:extLst>
          </p:cNvPr>
          <p:cNvSpPr>
            <a:spLocks noGrp="1"/>
          </p:cNvSpPr>
          <p:nvPr>
            <p:ph type="tbl" sz="quarter" idx="13"/>
          </p:nvPr>
        </p:nvSpPr>
        <p:spPr>
          <a:xfrm>
            <a:off x="1293541" y="3022254"/>
            <a:ext cx="6322742" cy="2720624"/>
          </a:xfrm>
        </p:spPr>
        <p:txBody>
          <a:bodyPr lIns="72000"/>
          <a:lstStyle>
            <a:lvl1pPr>
              <a:defRPr>
                <a:solidFill>
                  <a:schemeClr val="accent2"/>
                </a:solidFill>
              </a:defRPr>
            </a:lvl1pPr>
          </a:lstStyle>
          <a:p>
            <a:endParaRPr lang="en-US" noProof="0"/>
          </a:p>
        </p:txBody>
      </p:sp>
      <p:graphicFrame>
        <p:nvGraphicFramePr>
          <p:cNvPr id="7" name="Table 4">
            <a:extLst>
              <a:ext uri="{FF2B5EF4-FFF2-40B4-BE49-F238E27FC236}">
                <a16:creationId xmlns:a16="http://schemas.microsoft.com/office/drawing/2014/main" id="{7B7EEC5C-A765-4846-B984-AF5462133EA5}"/>
              </a:ext>
            </a:extLst>
          </p:cNvPr>
          <p:cNvGraphicFramePr>
            <a:graphicFrameLocks/>
          </p:cNvGraphicFramePr>
          <p:nvPr userDrawn="1">
            <p:extLst>
              <p:ext uri="{D42A27DB-BD31-4B8C-83A1-F6EECF244321}">
                <p14:modId xmlns:p14="http://schemas.microsoft.com/office/powerpoint/2010/main" val="1274523329"/>
              </p:ext>
            </p:extLst>
          </p:nvPr>
        </p:nvGraphicFramePr>
        <p:xfrm>
          <a:off x="1289861" y="3190005"/>
          <a:ext cx="6325200" cy="2530476"/>
        </p:xfrm>
        <a:graphic>
          <a:graphicData uri="http://schemas.openxmlformats.org/drawingml/2006/table">
            <a:tbl>
              <a:tblPr firstRow="1" bandRow="1">
                <a:tableStyleId>{5C22544A-7EE6-4342-B048-85BDC9FD1C3A}</a:tableStyleId>
              </a:tblPr>
              <a:tblGrid>
                <a:gridCol w="997200">
                  <a:extLst>
                    <a:ext uri="{9D8B030D-6E8A-4147-A177-3AD203B41FA5}">
                      <a16:colId xmlns:a16="http://schemas.microsoft.com/office/drawing/2014/main" val="1245858610"/>
                    </a:ext>
                  </a:extLst>
                </a:gridCol>
                <a:gridCol w="4521600">
                  <a:extLst>
                    <a:ext uri="{9D8B030D-6E8A-4147-A177-3AD203B41FA5}">
                      <a16:colId xmlns:a16="http://schemas.microsoft.com/office/drawing/2014/main" val="975607913"/>
                    </a:ext>
                  </a:extLst>
                </a:gridCol>
                <a:gridCol w="806400">
                  <a:extLst>
                    <a:ext uri="{9D8B030D-6E8A-4147-A177-3AD203B41FA5}">
                      <a16:colId xmlns:a16="http://schemas.microsoft.com/office/drawing/2014/main" val="829056600"/>
                    </a:ext>
                  </a:extLst>
                </a:gridCol>
              </a:tblGrid>
              <a:tr h="421746">
                <a:tc>
                  <a:txBody>
                    <a:bodyPr/>
                    <a:lstStyle/>
                    <a:p>
                      <a:pPr rtl="0">
                        <a:lnSpc>
                          <a:spcPts val="3000"/>
                        </a:lnSpc>
                      </a:pPr>
                      <a:endParaRPr lang="en-US" sz="3200" b="0" noProof="0" dirty="0">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6381136"/>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9774190"/>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5714403"/>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2482603"/>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6270040"/>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dirty="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3371070"/>
                  </a:ext>
                </a:extLst>
              </a:tr>
            </a:tbl>
          </a:graphicData>
        </a:graphic>
      </p:graphicFrame>
      <p:sp>
        <p:nvSpPr>
          <p:cNvPr id="8" name="Isosceles Triangle 7">
            <a:extLst>
              <a:ext uri="{FF2B5EF4-FFF2-40B4-BE49-F238E27FC236}">
                <a16:creationId xmlns:a16="http://schemas.microsoft.com/office/drawing/2014/main" id="{5457459E-7326-BBCE-7243-9E16C1B60102}"/>
              </a:ext>
            </a:extLst>
          </p:cNvPr>
          <p:cNvSpPr/>
          <p:nvPr userDrawn="1"/>
        </p:nvSpPr>
        <p:spPr>
          <a:xfrm rot="5400000">
            <a:off x="11877180" y="179136"/>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9" name="Isosceles Triangle 8">
            <a:extLst>
              <a:ext uri="{FF2B5EF4-FFF2-40B4-BE49-F238E27FC236}">
                <a16:creationId xmlns:a16="http://schemas.microsoft.com/office/drawing/2014/main" id="{8EC7883C-EECE-05EB-1E5E-4C7D3AAFF09D}"/>
              </a:ext>
            </a:extLst>
          </p:cNvPr>
          <p:cNvSpPr/>
          <p:nvPr userDrawn="1"/>
        </p:nvSpPr>
        <p:spPr>
          <a:xfrm rot="16200000" flipH="1">
            <a:off x="11315058" y="179136"/>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10" name="Oval 9">
            <a:hlinkClick r:id="" action="ppaction://hlinkshowjump?jump=nextslide"/>
            <a:extLst>
              <a:ext uri="{FF2B5EF4-FFF2-40B4-BE49-F238E27FC236}">
                <a16:creationId xmlns:a16="http://schemas.microsoft.com/office/drawing/2014/main" id="{7B9670D4-44A0-B0AE-6C56-1F9EB9AC52A9}"/>
              </a:ext>
            </a:extLst>
          </p:cNvPr>
          <p:cNvSpPr/>
          <p:nvPr userDrawn="1"/>
        </p:nvSpPr>
        <p:spPr>
          <a:xfrm>
            <a:off x="11799231" y="103574"/>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12" name="Oval 11">
            <a:hlinkClick r:id="" action="ppaction://hlinkshowjump?jump=previousslide"/>
            <a:extLst>
              <a:ext uri="{FF2B5EF4-FFF2-40B4-BE49-F238E27FC236}">
                <a16:creationId xmlns:a16="http://schemas.microsoft.com/office/drawing/2014/main" id="{A56958AB-46C4-A4D7-062D-7F90902556B7}"/>
              </a:ext>
            </a:extLst>
          </p:cNvPr>
          <p:cNvSpPr/>
          <p:nvPr userDrawn="1"/>
        </p:nvSpPr>
        <p:spPr>
          <a:xfrm flipH="1">
            <a:off x="11255557" y="103574"/>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13" name="Graphic 12" descr="Home">
            <a:hlinkClick r:id="rId5" action="ppaction://hlinksldjump"/>
            <a:extLst>
              <a:ext uri="{FF2B5EF4-FFF2-40B4-BE49-F238E27FC236}">
                <a16:creationId xmlns:a16="http://schemas.microsoft.com/office/drawing/2014/main" id="{0EAB60B0-87B6-7A45-03B2-A2342D7A0C15}"/>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bwMode="black">
          <a:xfrm>
            <a:off x="11534459" y="103561"/>
            <a:ext cx="222479" cy="222478"/>
          </a:xfrm>
          <a:prstGeom prst="rect">
            <a:avLst/>
          </a:prstGeom>
        </p:spPr>
      </p:pic>
      <p:sp>
        <p:nvSpPr>
          <p:cNvPr id="14" name="Arrow: U-Turn 13">
            <a:hlinkClick r:id="" action="ppaction://hlinkshowjump?jump=lastslideviewed"/>
            <a:extLst>
              <a:ext uri="{FF2B5EF4-FFF2-40B4-BE49-F238E27FC236}">
                <a16:creationId xmlns:a16="http://schemas.microsoft.com/office/drawing/2014/main" id="{88560F00-7652-6E47-E645-6DE15B64DA5E}"/>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
        <p:nvSpPr>
          <p:cNvPr id="2" name="Title 1">
            <a:extLst>
              <a:ext uri="{FF2B5EF4-FFF2-40B4-BE49-F238E27FC236}">
                <a16:creationId xmlns:a16="http://schemas.microsoft.com/office/drawing/2014/main" id="{DC6429CF-33FD-FA13-1E51-5F728C90BB77}"/>
              </a:ext>
            </a:extLst>
          </p:cNvPr>
          <p:cNvSpPr>
            <a:spLocks noGrp="1"/>
          </p:cNvSpPr>
          <p:nvPr>
            <p:ph type="ctrTitle" hasCustomPrompt="1"/>
          </p:nvPr>
        </p:nvSpPr>
        <p:spPr bwMode="white">
          <a:xfrm>
            <a:off x="1289861" y="2180877"/>
            <a:ext cx="6321425" cy="696782"/>
          </a:xfrm>
          <a:noFill/>
        </p:spPr>
        <p:txBody>
          <a:bodyPr vert="horz" lIns="0" tIns="0" rIns="0" bIns="0" anchor="t" anchorCtr="0"/>
          <a:lstStyle>
            <a:lvl1pPr algn="l" rtl="0">
              <a:defRPr sz="6600" baseline="0">
                <a:solidFill>
                  <a:schemeClr val="accent2"/>
                </a:solidFill>
              </a:defRPr>
            </a:lvl1pPr>
          </a:lstStyle>
          <a:p>
            <a:r>
              <a:rPr lang="en-US" noProof="0" dirty="0"/>
              <a:t>Title slide text only</a:t>
            </a:r>
          </a:p>
        </p:txBody>
      </p:sp>
    </p:spTree>
    <p:extLst>
      <p:ext uri="{BB962C8B-B14F-4D97-AF65-F5344CB8AC3E}">
        <p14:creationId xmlns:p14="http://schemas.microsoft.com/office/powerpoint/2010/main" val="1004352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slide_4">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4046CC0-BA89-967E-D825-0BF28CD584C7}"/>
              </a:ext>
            </a:extLst>
          </p:cNvPr>
          <p:cNvGraphicFramePr>
            <a:graphicFrameLocks noChangeAspect="1"/>
          </p:cNvGraphicFramePr>
          <p:nvPr userDrawn="1">
            <p:custDataLst>
              <p:tags r:id="rId1"/>
            </p:custDataLst>
            <p:extLst>
              <p:ext uri="{D42A27DB-BD31-4B8C-83A1-F6EECF244321}">
                <p14:modId xmlns:p14="http://schemas.microsoft.com/office/powerpoint/2010/main" val="5747435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4" name="think-cell data - do not delete" hidden="1">
                        <a:extLst>
                          <a:ext uri="{FF2B5EF4-FFF2-40B4-BE49-F238E27FC236}">
                            <a16:creationId xmlns:a16="http://schemas.microsoft.com/office/drawing/2014/main" id="{C4046CC0-BA89-967E-D825-0BF28CD584C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3" name="Picture 2" descr="A blue and white background&#10;&#10;AI-generated content may be incorrect.">
            <a:extLst>
              <a:ext uri="{FF2B5EF4-FFF2-40B4-BE49-F238E27FC236}">
                <a16:creationId xmlns:a16="http://schemas.microsoft.com/office/drawing/2014/main" id="{F3ED13C0-99F5-C4BF-207B-E80D3AFC1900}"/>
              </a:ext>
            </a:extLst>
          </p:cNvPr>
          <p:cNvPicPr>
            <a:picLocks noChangeAspect="1"/>
          </p:cNvPicPr>
          <p:nvPr userDrawn="1"/>
        </p:nvPicPr>
        <p:blipFill>
          <a:blip r:embed="rId5" cstate="print">
            <a:extLst>
              <a:ext uri="{28A0092B-C50C-407E-A947-70E740481C1C}">
                <a14:useLocalDpi xmlns:a14="http://schemas.microsoft.com/office/drawing/2010/main"/>
              </a:ext>
            </a:extLst>
          </a:blip>
          <a:srcRect l="15625" t="208"/>
          <a:stretch>
            <a:fillRect/>
          </a:stretch>
        </p:blipFill>
        <p:spPr>
          <a:xfrm rot="16200000">
            <a:off x="2659868" y="-2659868"/>
            <a:ext cx="6872264" cy="12192000"/>
          </a:xfrm>
          <a:prstGeom prst="rect">
            <a:avLst/>
          </a:prstGeom>
        </p:spPr>
      </p:pic>
      <p:sp>
        <p:nvSpPr>
          <p:cNvPr id="11" name="Rectangle 10">
            <a:extLst>
              <a:ext uri="{FF2B5EF4-FFF2-40B4-BE49-F238E27FC236}">
                <a16:creationId xmlns:a16="http://schemas.microsoft.com/office/drawing/2014/main" id="{6AE1EFC2-49D9-7A15-CEB5-4E00B8071C3B}"/>
              </a:ext>
            </a:extLst>
          </p:cNvPr>
          <p:cNvSpPr>
            <a:spLocks noChangeAspect="1"/>
          </p:cNvSpPr>
          <p:nvPr userDrawn="1"/>
        </p:nvSpPr>
        <p:spPr>
          <a:xfrm>
            <a:off x="998476" y="976053"/>
            <a:ext cx="7061786" cy="4905375"/>
          </a:xfrm>
          <a:prstGeom prst="rect">
            <a:avLst/>
          </a:prstGeom>
          <a:gradFill>
            <a:gsLst>
              <a:gs pos="100000">
                <a:schemeClr val="accent1"/>
              </a:gs>
              <a:gs pos="0">
                <a:schemeClr val="tx2"/>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61" name="Text Placeholder 3">
            <a:extLst>
              <a:ext uri="{FF2B5EF4-FFF2-40B4-BE49-F238E27FC236}">
                <a16:creationId xmlns:a16="http://schemas.microsoft.com/office/drawing/2014/main" id="{17B18B8B-EB09-48D8-AC31-3A9DFAC0B74C}"/>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b="1" kern="1200" baseline="0" dirty="0">
                <a:solidFill>
                  <a:schemeClr val="accent4">
                    <a:lumMod val="20000"/>
                    <a:lumOff val="80000"/>
                  </a:schemeClr>
                </a:solidFill>
                <a:latin typeface="+mj-lt"/>
                <a:ea typeface="+mj-ea"/>
                <a:cs typeface="+mj-cs"/>
              </a:defRPr>
            </a:lvl1pPr>
          </a:lstStyle>
          <a:p>
            <a:pPr marL="0" lvl="0" indent="0" algn="l" defTabSz="914400" rtl="0" eaLnBrk="1" latinLnBrk="0" hangingPunct="1">
              <a:lnSpc>
                <a:spcPct val="80000"/>
              </a:lnSpc>
              <a:spcBef>
                <a:spcPts val="0"/>
              </a:spcBef>
              <a:spcAft>
                <a:spcPts val="600"/>
              </a:spcAft>
              <a:buFontTx/>
              <a:buNone/>
            </a:pPr>
            <a:r>
              <a:rPr lang="en-US" dirty="0"/>
              <a:t>00</a:t>
            </a:r>
          </a:p>
        </p:txBody>
      </p:sp>
      <p:sp>
        <p:nvSpPr>
          <p:cNvPr id="6" name="Table Placeholder 23">
            <a:extLst>
              <a:ext uri="{FF2B5EF4-FFF2-40B4-BE49-F238E27FC236}">
                <a16:creationId xmlns:a16="http://schemas.microsoft.com/office/drawing/2014/main" id="{A0BD931F-1A9A-390D-E75A-B20C2AD5D0FA}"/>
              </a:ext>
            </a:extLst>
          </p:cNvPr>
          <p:cNvSpPr>
            <a:spLocks noGrp="1"/>
          </p:cNvSpPr>
          <p:nvPr>
            <p:ph type="tbl" sz="quarter" idx="13"/>
          </p:nvPr>
        </p:nvSpPr>
        <p:spPr>
          <a:xfrm>
            <a:off x="1293541" y="3022254"/>
            <a:ext cx="6322742" cy="2720624"/>
          </a:xfrm>
        </p:spPr>
        <p:txBody>
          <a:bodyPr lIns="72000"/>
          <a:lstStyle>
            <a:lvl1pPr>
              <a:defRPr>
                <a:solidFill>
                  <a:schemeClr val="bg1"/>
                </a:solidFill>
              </a:defRPr>
            </a:lvl1pPr>
          </a:lstStyle>
          <a:p>
            <a:endParaRPr lang="en-US" noProof="0"/>
          </a:p>
        </p:txBody>
      </p:sp>
      <p:graphicFrame>
        <p:nvGraphicFramePr>
          <p:cNvPr id="7" name="Table 4">
            <a:extLst>
              <a:ext uri="{FF2B5EF4-FFF2-40B4-BE49-F238E27FC236}">
                <a16:creationId xmlns:a16="http://schemas.microsoft.com/office/drawing/2014/main" id="{7B7EEC5C-A765-4846-B984-AF5462133EA5}"/>
              </a:ext>
            </a:extLst>
          </p:cNvPr>
          <p:cNvGraphicFramePr>
            <a:graphicFrameLocks/>
          </p:cNvGraphicFramePr>
          <p:nvPr userDrawn="1">
            <p:extLst>
              <p:ext uri="{D42A27DB-BD31-4B8C-83A1-F6EECF244321}">
                <p14:modId xmlns:p14="http://schemas.microsoft.com/office/powerpoint/2010/main" val="1134815201"/>
              </p:ext>
            </p:extLst>
          </p:nvPr>
        </p:nvGraphicFramePr>
        <p:xfrm>
          <a:off x="1289861" y="3190005"/>
          <a:ext cx="6325200" cy="2530476"/>
        </p:xfrm>
        <a:graphic>
          <a:graphicData uri="http://schemas.openxmlformats.org/drawingml/2006/table">
            <a:tbl>
              <a:tblPr firstRow="1" bandRow="1">
                <a:tableStyleId>{5C22544A-7EE6-4342-B048-85BDC9FD1C3A}</a:tableStyleId>
              </a:tblPr>
              <a:tblGrid>
                <a:gridCol w="997200">
                  <a:extLst>
                    <a:ext uri="{9D8B030D-6E8A-4147-A177-3AD203B41FA5}">
                      <a16:colId xmlns:a16="http://schemas.microsoft.com/office/drawing/2014/main" val="1245858610"/>
                    </a:ext>
                  </a:extLst>
                </a:gridCol>
                <a:gridCol w="4521600">
                  <a:extLst>
                    <a:ext uri="{9D8B030D-6E8A-4147-A177-3AD203B41FA5}">
                      <a16:colId xmlns:a16="http://schemas.microsoft.com/office/drawing/2014/main" val="975607913"/>
                    </a:ext>
                  </a:extLst>
                </a:gridCol>
                <a:gridCol w="806400">
                  <a:extLst>
                    <a:ext uri="{9D8B030D-6E8A-4147-A177-3AD203B41FA5}">
                      <a16:colId xmlns:a16="http://schemas.microsoft.com/office/drawing/2014/main" val="829056600"/>
                    </a:ext>
                  </a:extLst>
                </a:gridCol>
              </a:tblGrid>
              <a:tr h="421746">
                <a:tc>
                  <a:txBody>
                    <a:bodyPr/>
                    <a:lstStyle/>
                    <a:p>
                      <a:pPr rtl="0">
                        <a:lnSpc>
                          <a:spcPts val="3000"/>
                        </a:lnSpc>
                      </a:pPr>
                      <a:endParaRPr lang="en-US" sz="3200" b="0" noProof="0" dirty="0">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6381136"/>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9774190"/>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5714403"/>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2482603"/>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6270040"/>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dirty="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3371070"/>
                  </a:ext>
                </a:extLst>
              </a:tr>
            </a:tbl>
          </a:graphicData>
        </a:graphic>
      </p:graphicFrame>
      <p:sp>
        <p:nvSpPr>
          <p:cNvPr id="2" name="Title 1">
            <a:extLst>
              <a:ext uri="{FF2B5EF4-FFF2-40B4-BE49-F238E27FC236}">
                <a16:creationId xmlns:a16="http://schemas.microsoft.com/office/drawing/2014/main" id="{DC6429CF-33FD-FA13-1E51-5F728C90BB77}"/>
              </a:ext>
            </a:extLst>
          </p:cNvPr>
          <p:cNvSpPr>
            <a:spLocks noGrp="1"/>
          </p:cNvSpPr>
          <p:nvPr>
            <p:ph type="ctrTitle" hasCustomPrompt="1"/>
          </p:nvPr>
        </p:nvSpPr>
        <p:spPr bwMode="white">
          <a:xfrm>
            <a:off x="1289861" y="2180877"/>
            <a:ext cx="6321425" cy="696782"/>
          </a:xfrm>
          <a:noFill/>
        </p:spPr>
        <p:txBody>
          <a:bodyPr vert="horz" lIns="0" tIns="0" rIns="0" bIns="0" anchor="t" anchorCtr="0"/>
          <a:lstStyle>
            <a:lvl1pPr algn="l" rtl="0">
              <a:defRPr sz="6600" baseline="0">
                <a:solidFill>
                  <a:schemeClr val="bg1"/>
                </a:solidFill>
              </a:defRPr>
            </a:lvl1pPr>
          </a:lstStyle>
          <a:p>
            <a:r>
              <a:rPr lang="en-US" noProof="0" dirty="0"/>
              <a:t>Title slide text only</a:t>
            </a:r>
          </a:p>
        </p:txBody>
      </p:sp>
      <p:sp>
        <p:nvSpPr>
          <p:cNvPr id="15" name="Isosceles Triangle 14">
            <a:extLst>
              <a:ext uri="{FF2B5EF4-FFF2-40B4-BE49-F238E27FC236}">
                <a16:creationId xmlns:a16="http://schemas.microsoft.com/office/drawing/2014/main" id="{97EFB284-09FF-BCE3-96FB-4CC0AAC682D9}"/>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16" name="Isosceles Triangle 15">
            <a:extLst>
              <a:ext uri="{FF2B5EF4-FFF2-40B4-BE49-F238E27FC236}">
                <a16:creationId xmlns:a16="http://schemas.microsoft.com/office/drawing/2014/main" id="{3FB1BDCC-5428-833C-50E8-6DE0B61D9655}"/>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17" name="Oval 16">
            <a:hlinkClick r:id="" action="ppaction://hlinkshowjump?jump=nextslide"/>
            <a:extLst>
              <a:ext uri="{FF2B5EF4-FFF2-40B4-BE49-F238E27FC236}">
                <a16:creationId xmlns:a16="http://schemas.microsoft.com/office/drawing/2014/main" id="{FAEC9FEB-0502-0C33-5570-1C1CBE3FA7F0}"/>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18" name="Oval 17">
            <a:hlinkClick r:id="" action="ppaction://hlinkshowjump?jump=previousslide"/>
            <a:extLst>
              <a:ext uri="{FF2B5EF4-FFF2-40B4-BE49-F238E27FC236}">
                <a16:creationId xmlns:a16="http://schemas.microsoft.com/office/drawing/2014/main" id="{BF9E11C7-FDA4-C602-031B-37C58188DA86}"/>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19" name="Graphic 18" descr="Home">
            <a:hlinkClick r:id="rId6" action="ppaction://hlinksldjump"/>
            <a:extLst>
              <a:ext uri="{FF2B5EF4-FFF2-40B4-BE49-F238E27FC236}">
                <a16:creationId xmlns:a16="http://schemas.microsoft.com/office/drawing/2014/main" id="{1C48D193-76C2-B8F5-743C-A8AB2C1465F1}"/>
              </a:ext>
            </a:extLst>
          </p:cNvPr>
          <p:cNvPicPr>
            <a:picLocks noChangeAspect="1"/>
          </p:cNvPicPr>
          <p:nvPr userDrawn="1"/>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1534459" y="103561"/>
            <a:ext cx="222479" cy="222478"/>
          </a:xfrm>
          <a:prstGeom prst="rect">
            <a:avLst/>
          </a:prstGeom>
        </p:spPr>
      </p:pic>
      <p:sp>
        <p:nvSpPr>
          <p:cNvPr id="20" name="Arrow: U-Turn 19">
            <a:hlinkClick r:id="" action="ppaction://hlinkshowjump?jump=lastslideviewed"/>
            <a:extLst>
              <a:ext uri="{FF2B5EF4-FFF2-40B4-BE49-F238E27FC236}">
                <a16:creationId xmlns:a16="http://schemas.microsoft.com/office/drawing/2014/main" id="{91508982-57CA-A9B8-C14E-DC9ACE0A5A4E}"/>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1249332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 slide_5">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4046CC0-BA89-967E-D825-0BF28CD584C7}"/>
              </a:ext>
            </a:extLst>
          </p:cNvPr>
          <p:cNvGraphicFramePr>
            <a:graphicFrameLocks noChangeAspect="1"/>
          </p:cNvGraphicFramePr>
          <p:nvPr userDrawn="1">
            <p:custDataLst>
              <p:tags r:id="rId1"/>
            </p:custDataLst>
            <p:extLst>
              <p:ext uri="{D42A27DB-BD31-4B8C-83A1-F6EECF244321}">
                <p14:modId xmlns:p14="http://schemas.microsoft.com/office/powerpoint/2010/main" val="13183454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4" name="think-cell data - do not delete" hidden="1">
                        <a:extLst>
                          <a:ext uri="{FF2B5EF4-FFF2-40B4-BE49-F238E27FC236}">
                            <a16:creationId xmlns:a16="http://schemas.microsoft.com/office/drawing/2014/main" id="{C4046CC0-BA89-967E-D825-0BF28CD584C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 name="Picture 4" descr="A white curved lines in a white room&#10;&#10;AI-generated content may be incorrect.">
            <a:extLst>
              <a:ext uri="{FF2B5EF4-FFF2-40B4-BE49-F238E27FC236}">
                <a16:creationId xmlns:a16="http://schemas.microsoft.com/office/drawing/2014/main" id="{F5688946-6799-789C-89CF-2C693D8F5CFC}"/>
              </a:ext>
            </a:extLst>
          </p:cNvPr>
          <p:cNvPicPr>
            <a:picLocks noChangeAspect="1"/>
          </p:cNvPicPr>
          <p:nvPr userDrawn="1"/>
        </p:nvPicPr>
        <p:blipFill>
          <a:blip r:embed="rId5">
            <a:duotone>
              <a:schemeClr val="accent4">
                <a:shade val="45000"/>
                <a:satMod val="135000"/>
              </a:schemeClr>
              <a:prstClr val="white"/>
            </a:duotone>
          </a:blip>
          <a:srcRect b="6711"/>
          <a:stretch/>
        </p:blipFill>
        <p:spPr>
          <a:xfrm rot="10800000">
            <a:off x="0" y="-1"/>
            <a:ext cx="12192000" cy="6858001"/>
          </a:xfrm>
          <a:prstGeom prst="rect">
            <a:avLst/>
          </a:prstGeom>
        </p:spPr>
      </p:pic>
      <p:sp>
        <p:nvSpPr>
          <p:cNvPr id="11" name="Rectangle 10">
            <a:extLst>
              <a:ext uri="{FF2B5EF4-FFF2-40B4-BE49-F238E27FC236}">
                <a16:creationId xmlns:a16="http://schemas.microsoft.com/office/drawing/2014/main" id="{6AE1EFC2-49D9-7A15-CEB5-4E00B8071C3B}"/>
              </a:ext>
            </a:extLst>
          </p:cNvPr>
          <p:cNvSpPr>
            <a:spLocks noChangeAspect="1"/>
          </p:cNvSpPr>
          <p:nvPr userDrawn="1"/>
        </p:nvSpPr>
        <p:spPr>
          <a:xfrm>
            <a:off x="998476" y="976053"/>
            <a:ext cx="7061786" cy="4905375"/>
          </a:xfrm>
          <a:prstGeom prst="rect">
            <a:avLst/>
          </a:prstGeom>
          <a:gradFill>
            <a:gsLst>
              <a:gs pos="100000">
                <a:schemeClr val="accent1"/>
              </a:gs>
              <a:gs pos="0">
                <a:schemeClr val="tx2"/>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61" name="Text Placeholder 3">
            <a:extLst>
              <a:ext uri="{FF2B5EF4-FFF2-40B4-BE49-F238E27FC236}">
                <a16:creationId xmlns:a16="http://schemas.microsoft.com/office/drawing/2014/main" id="{17B18B8B-EB09-48D8-AC31-3A9DFAC0B74C}"/>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b="1" kern="1200" baseline="0" dirty="0">
                <a:solidFill>
                  <a:schemeClr val="accent4">
                    <a:lumMod val="20000"/>
                    <a:lumOff val="80000"/>
                  </a:schemeClr>
                </a:solidFill>
                <a:latin typeface="+mj-lt"/>
                <a:ea typeface="+mj-ea"/>
                <a:cs typeface="+mj-cs"/>
              </a:defRPr>
            </a:lvl1pPr>
          </a:lstStyle>
          <a:p>
            <a:pPr marL="0" lvl="0" indent="0" algn="l" defTabSz="914400" rtl="0" eaLnBrk="1" latinLnBrk="0" hangingPunct="1">
              <a:lnSpc>
                <a:spcPct val="80000"/>
              </a:lnSpc>
              <a:spcBef>
                <a:spcPts val="0"/>
              </a:spcBef>
              <a:spcAft>
                <a:spcPts val="600"/>
              </a:spcAft>
              <a:buFontTx/>
              <a:buNone/>
            </a:pPr>
            <a:r>
              <a:rPr lang="en-US" dirty="0"/>
              <a:t>00</a:t>
            </a:r>
          </a:p>
        </p:txBody>
      </p:sp>
      <p:sp>
        <p:nvSpPr>
          <p:cNvPr id="6" name="Table Placeholder 23">
            <a:extLst>
              <a:ext uri="{FF2B5EF4-FFF2-40B4-BE49-F238E27FC236}">
                <a16:creationId xmlns:a16="http://schemas.microsoft.com/office/drawing/2014/main" id="{A0BD931F-1A9A-390D-E75A-B20C2AD5D0FA}"/>
              </a:ext>
            </a:extLst>
          </p:cNvPr>
          <p:cNvSpPr>
            <a:spLocks noGrp="1"/>
          </p:cNvSpPr>
          <p:nvPr>
            <p:ph type="tbl" sz="quarter" idx="13"/>
          </p:nvPr>
        </p:nvSpPr>
        <p:spPr>
          <a:xfrm>
            <a:off x="1293541" y="3022254"/>
            <a:ext cx="6322742" cy="2720624"/>
          </a:xfrm>
        </p:spPr>
        <p:txBody>
          <a:bodyPr lIns="72000"/>
          <a:lstStyle>
            <a:lvl1pPr>
              <a:defRPr>
                <a:solidFill>
                  <a:schemeClr val="bg1"/>
                </a:solidFill>
              </a:defRPr>
            </a:lvl1pPr>
          </a:lstStyle>
          <a:p>
            <a:endParaRPr lang="en-US" noProof="0"/>
          </a:p>
        </p:txBody>
      </p:sp>
      <p:graphicFrame>
        <p:nvGraphicFramePr>
          <p:cNvPr id="7" name="Table 4">
            <a:extLst>
              <a:ext uri="{FF2B5EF4-FFF2-40B4-BE49-F238E27FC236}">
                <a16:creationId xmlns:a16="http://schemas.microsoft.com/office/drawing/2014/main" id="{7B7EEC5C-A765-4846-B984-AF5462133EA5}"/>
              </a:ext>
            </a:extLst>
          </p:cNvPr>
          <p:cNvGraphicFramePr>
            <a:graphicFrameLocks/>
          </p:cNvGraphicFramePr>
          <p:nvPr userDrawn="1">
            <p:extLst>
              <p:ext uri="{D42A27DB-BD31-4B8C-83A1-F6EECF244321}">
                <p14:modId xmlns:p14="http://schemas.microsoft.com/office/powerpoint/2010/main" val="1134815201"/>
              </p:ext>
            </p:extLst>
          </p:nvPr>
        </p:nvGraphicFramePr>
        <p:xfrm>
          <a:off x="1289861" y="3190005"/>
          <a:ext cx="6325200" cy="2530476"/>
        </p:xfrm>
        <a:graphic>
          <a:graphicData uri="http://schemas.openxmlformats.org/drawingml/2006/table">
            <a:tbl>
              <a:tblPr firstRow="1" bandRow="1">
                <a:tableStyleId>{5C22544A-7EE6-4342-B048-85BDC9FD1C3A}</a:tableStyleId>
              </a:tblPr>
              <a:tblGrid>
                <a:gridCol w="997200">
                  <a:extLst>
                    <a:ext uri="{9D8B030D-6E8A-4147-A177-3AD203B41FA5}">
                      <a16:colId xmlns:a16="http://schemas.microsoft.com/office/drawing/2014/main" val="1245858610"/>
                    </a:ext>
                  </a:extLst>
                </a:gridCol>
                <a:gridCol w="4521600">
                  <a:extLst>
                    <a:ext uri="{9D8B030D-6E8A-4147-A177-3AD203B41FA5}">
                      <a16:colId xmlns:a16="http://schemas.microsoft.com/office/drawing/2014/main" val="975607913"/>
                    </a:ext>
                  </a:extLst>
                </a:gridCol>
                <a:gridCol w="806400">
                  <a:extLst>
                    <a:ext uri="{9D8B030D-6E8A-4147-A177-3AD203B41FA5}">
                      <a16:colId xmlns:a16="http://schemas.microsoft.com/office/drawing/2014/main" val="829056600"/>
                    </a:ext>
                  </a:extLst>
                </a:gridCol>
              </a:tblGrid>
              <a:tr h="421746">
                <a:tc>
                  <a:txBody>
                    <a:bodyPr/>
                    <a:lstStyle/>
                    <a:p>
                      <a:pPr rtl="0">
                        <a:lnSpc>
                          <a:spcPts val="3000"/>
                        </a:lnSpc>
                      </a:pPr>
                      <a:endParaRPr lang="en-US" sz="3200" b="0" noProof="0" dirty="0">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6381136"/>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9774190"/>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5714403"/>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2482603"/>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6270040"/>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dirty="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3371070"/>
                  </a:ext>
                </a:extLst>
              </a:tr>
            </a:tbl>
          </a:graphicData>
        </a:graphic>
      </p:graphicFrame>
      <p:sp>
        <p:nvSpPr>
          <p:cNvPr id="2" name="Title 1">
            <a:extLst>
              <a:ext uri="{FF2B5EF4-FFF2-40B4-BE49-F238E27FC236}">
                <a16:creationId xmlns:a16="http://schemas.microsoft.com/office/drawing/2014/main" id="{DC6429CF-33FD-FA13-1E51-5F728C90BB77}"/>
              </a:ext>
            </a:extLst>
          </p:cNvPr>
          <p:cNvSpPr>
            <a:spLocks noGrp="1"/>
          </p:cNvSpPr>
          <p:nvPr>
            <p:ph type="ctrTitle" hasCustomPrompt="1"/>
          </p:nvPr>
        </p:nvSpPr>
        <p:spPr bwMode="white">
          <a:xfrm>
            <a:off x="1289861" y="2180877"/>
            <a:ext cx="6321425" cy="696782"/>
          </a:xfrm>
          <a:noFill/>
        </p:spPr>
        <p:txBody>
          <a:bodyPr vert="horz" lIns="0" tIns="0" rIns="0" bIns="0" anchor="t" anchorCtr="0"/>
          <a:lstStyle>
            <a:lvl1pPr algn="l" rtl="0">
              <a:defRPr sz="6600" baseline="0">
                <a:solidFill>
                  <a:schemeClr val="bg1"/>
                </a:solidFill>
              </a:defRPr>
            </a:lvl1pPr>
          </a:lstStyle>
          <a:p>
            <a:r>
              <a:rPr lang="en-US" noProof="0" dirty="0"/>
              <a:t>Title slide text only</a:t>
            </a:r>
          </a:p>
        </p:txBody>
      </p:sp>
      <p:sp>
        <p:nvSpPr>
          <p:cNvPr id="15" name="Isosceles Triangle 14">
            <a:extLst>
              <a:ext uri="{FF2B5EF4-FFF2-40B4-BE49-F238E27FC236}">
                <a16:creationId xmlns:a16="http://schemas.microsoft.com/office/drawing/2014/main" id="{97EFB284-09FF-BCE3-96FB-4CC0AAC682D9}"/>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16" name="Isosceles Triangle 15">
            <a:extLst>
              <a:ext uri="{FF2B5EF4-FFF2-40B4-BE49-F238E27FC236}">
                <a16:creationId xmlns:a16="http://schemas.microsoft.com/office/drawing/2014/main" id="{3FB1BDCC-5428-833C-50E8-6DE0B61D9655}"/>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17" name="Oval 16">
            <a:hlinkClick r:id="" action="ppaction://hlinkshowjump?jump=nextslide"/>
            <a:extLst>
              <a:ext uri="{FF2B5EF4-FFF2-40B4-BE49-F238E27FC236}">
                <a16:creationId xmlns:a16="http://schemas.microsoft.com/office/drawing/2014/main" id="{FAEC9FEB-0502-0C33-5570-1C1CBE3FA7F0}"/>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18" name="Oval 17">
            <a:hlinkClick r:id="" action="ppaction://hlinkshowjump?jump=previousslide"/>
            <a:extLst>
              <a:ext uri="{FF2B5EF4-FFF2-40B4-BE49-F238E27FC236}">
                <a16:creationId xmlns:a16="http://schemas.microsoft.com/office/drawing/2014/main" id="{BF9E11C7-FDA4-C602-031B-37C58188DA86}"/>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19" name="Graphic 18" descr="Home">
            <a:hlinkClick r:id="rId6" action="ppaction://hlinksldjump"/>
            <a:extLst>
              <a:ext uri="{FF2B5EF4-FFF2-40B4-BE49-F238E27FC236}">
                <a16:creationId xmlns:a16="http://schemas.microsoft.com/office/drawing/2014/main" id="{1C48D193-76C2-B8F5-743C-A8AB2C1465F1}"/>
              </a:ext>
            </a:extLst>
          </p:cNvPr>
          <p:cNvPicPr>
            <a:picLocks noChangeAspect="1"/>
          </p:cNvPicPr>
          <p:nvPr userDrawn="1"/>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1534459" y="103561"/>
            <a:ext cx="222479" cy="222478"/>
          </a:xfrm>
          <a:prstGeom prst="rect">
            <a:avLst/>
          </a:prstGeom>
        </p:spPr>
      </p:pic>
      <p:sp>
        <p:nvSpPr>
          <p:cNvPr id="20" name="Arrow: U-Turn 19">
            <a:hlinkClick r:id="" action="ppaction://hlinkshowjump?jump=lastslideviewed"/>
            <a:extLst>
              <a:ext uri="{FF2B5EF4-FFF2-40B4-BE49-F238E27FC236}">
                <a16:creationId xmlns:a16="http://schemas.microsoft.com/office/drawing/2014/main" id="{91508982-57CA-A9B8-C14E-DC9ACE0A5A4E}"/>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1748117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slide_6">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4046CC0-BA89-967E-D825-0BF28CD584C7}"/>
              </a:ext>
            </a:extLst>
          </p:cNvPr>
          <p:cNvGraphicFramePr>
            <a:graphicFrameLocks noChangeAspect="1"/>
          </p:cNvGraphicFramePr>
          <p:nvPr userDrawn="1">
            <p:custDataLst>
              <p:tags r:id="rId1"/>
            </p:custDataLst>
            <p:extLst>
              <p:ext uri="{D42A27DB-BD31-4B8C-83A1-F6EECF244321}">
                <p14:modId xmlns:p14="http://schemas.microsoft.com/office/powerpoint/2010/main" val="34445116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4" name="think-cell data - do not delete" hidden="1">
                        <a:extLst>
                          <a:ext uri="{FF2B5EF4-FFF2-40B4-BE49-F238E27FC236}">
                            <a16:creationId xmlns:a16="http://schemas.microsoft.com/office/drawing/2014/main" id="{C4046CC0-BA89-967E-D825-0BF28CD584C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9" name="Picture 8" descr="A blue cubes stacked together&#10;&#10;AI-generated content may be incorrect.">
            <a:extLst>
              <a:ext uri="{FF2B5EF4-FFF2-40B4-BE49-F238E27FC236}">
                <a16:creationId xmlns:a16="http://schemas.microsoft.com/office/drawing/2014/main" id="{193A5277-B328-B31F-AE26-22458B7BEDAB}"/>
              </a:ext>
            </a:extLst>
          </p:cNvPr>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4807" y="0"/>
            <a:ext cx="12180232" cy="6858000"/>
          </a:xfrm>
          <a:prstGeom prst="rect">
            <a:avLst/>
          </a:prstGeom>
        </p:spPr>
      </p:pic>
      <p:sp>
        <p:nvSpPr>
          <p:cNvPr id="5" name="Rectangle 4">
            <a:extLst>
              <a:ext uri="{FF2B5EF4-FFF2-40B4-BE49-F238E27FC236}">
                <a16:creationId xmlns:a16="http://schemas.microsoft.com/office/drawing/2014/main" id="{70032DBB-37B0-E9AC-FA4F-CEED57C5E075}"/>
              </a:ext>
            </a:extLst>
          </p:cNvPr>
          <p:cNvSpPr/>
          <p:nvPr userDrawn="1"/>
        </p:nvSpPr>
        <p:spPr>
          <a:xfrm>
            <a:off x="0" y="1033"/>
            <a:ext cx="9641711" cy="6856966"/>
          </a:xfrm>
          <a:prstGeom prst="rect">
            <a:avLst/>
          </a:prstGeom>
          <a:gradFill>
            <a:gsLst>
              <a:gs pos="84956">
                <a:schemeClr val="tx2">
                  <a:alpha val="0"/>
                </a:schemeClr>
              </a:gs>
              <a:gs pos="56000">
                <a:schemeClr val="tx2">
                  <a:alpha val="69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t-EE" sz="1500" err="1">
              <a:solidFill>
                <a:schemeClr val="bg1"/>
              </a:solidFill>
            </a:endParaRPr>
          </a:p>
        </p:txBody>
      </p:sp>
      <p:sp>
        <p:nvSpPr>
          <p:cNvPr id="11" name="Rectangle 10">
            <a:extLst>
              <a:ext uri="{FF2B5EF4-FFF2-40B4-BE49-F238E27FC236}">
                <a16:creationId xmlns:a16="http://schemas.microsoft.com/office/drawing/2014/main" id="{6AE1EFC2-49D9-7A15-CEB5-4E00B8071C3B}"/>
              </a:ext>
            </a:extLst>
          </p:cNvPr>
          <p:cNvSpPr>
            <a:spLocks noChangeAspect="1"/>
          </p:cNvSpPr>
          <p:nvPr userDrawn="1"/>
        </p:nvSpPr>
        <p:spPr>
          <a:xfrm>
            <a:off x="998476" y="976053"/>
            <a:ext cx="7061786" cy="4905375"/>
          </a:xfrm>
          <a:prstGeom prst="rect">
            <a:avLst/>
          </a:prstGeom>
          <a:gradFill>
            <a:gsLst>
              <a:gs pos="100000">
                <a:schemeClr val="accent1"/>
              </a:gs>
              <a:gs pos="0">
                <a:schemeClr val="tx2"/>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61" name="Text Placeholder 3">
            <a:extLst>
              <a:ext uri="{FF2B5EF4-FFF2-40B4-BE49-F238E27FC236}">
                <a16:creationId xmlns:a16="http://schemas.microsoft.com/office/drawing/2014/main" id="{17B18B8B-EB09-48D8-AC31-3A9DFAC0B74C}"/>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b="1" kern="1200" baseline="0" dirty="0">
                <a:solidFill>
                  <a:schemeClr val="bg1"/>
                </a:solidFill>
                <a:latin typeface="+mj-lt"/>
                <a:ea typeface="+mj-ea"/>
                <a:cs typeface="+mj-cs"/>
              </a:defRPr>
            </a:lvl1pPr>
          </a:lstStyle>
          <a:p>
            <a:pPr marL="0" lvl="0" indent="0" algn="l" defTabSz="914400" rtl="0" eaLnBrk="1" latinLnBrk="0" hangingPunct="1">
              <a:lnSpc>
                <a:spcPct val="80000"/>
              </a:lnSpc>
              <a:spcBef>
                <a:spcPts val="0"/>
              </a:spcBef>
              <a:spcAft>
                <a:spcPts val="600"/>
              </a:spcAft>
              <a:buFontTx/>
              <a:buNone/>
            </a:pPr>
            <a:r>
              <a:rPr lang="en-US" dirty="0"/>
              <a:t>00</a:t>
            </a:r>
          </a:p>
        </p:txBody>
      </p:sp>
      <p:sp>
        <p:nvSpPr>
          <p:cNvPr id="6" name="Table Placeholder 23">
            <a:extLst>
              <a:ext uri="{FF2B5EF4-FFF2-40B4-BE49-F238E27FC236}">
                <a16:creationId xmlns:a16="http://schemas.microsoft.com/office/drawing/2014/main" id="{A0BD931F-1A9A-390D-E75A-B20C2AD5D0FA}"/>
              </a:ext>
            </a:extLst>
          </p:cNvPr>
          <p:cNvSpPr>
            <a:spLocks noGrp="1"/>
          </p:cNvSpPr>
          <p:nvPr>
            <p:ph type="tbl" sz="quarter" idx="13"/>
          </p:nvPr>
        </p:nvSpPr>
        <p:spPr>
          <a:xfrm>
            <a:off x="1293541" y="3022254"/>
            <a:ext cx="6322742" cy="2720624"/>
          </a:xfrm>
        </p:spPr>
        <p:txBody>
          <a:bodyPr lIns="72000"/>
          <a:lstStyle>
            <a:lvl1pPr>
              <a:defRPr>
                <a:solidFill>
                  <a:schemeClr val="bg1"/>
                </a:solidFill>
              </a:defRPr>
            </a:lvl1pPr>
          </a:lstStyle>
          <a:p>
            <a:endParaRPr lang="en-US" noProof="0"/>
          </a:p>
        </p:txBody>
      </p:sp>
      <p:graphicFrame>
        <p:nvGraphicFramePr>
          <p:cNvPr id="7" name="Table 4">
            <a:extLst>
              <a:ext uri="{FF2B5EF4-FFF2-40B4-BE49-F238E27FC236}">
                <a16:creationId xmlns:a16="http://schemas.microsoft.com/office/drawing/2014/main" id="{7B7EEC5C-A765-4846-B984-AF5462133EA5}"/>
              </a:ext>
            </a:extLst>
          </p:cNvPr>
          <p:cNvGraphicFramePr>
            <a:graphicFrameLocks/>
          </p:cNvGraphicFramePr>
          <p:nvPr userDrawn="1">
            <p:extLst>
              <p:ext uri="{D42A27DB-BD31-4B8C-83A1-F6EECF244321}">
                <p14:modId xmlns:p14="http://schemas.microsoft.com/office/powerpoint/2010/main" val="1134815201"/>
              </p:ext>
            </p:extLst>
          </p:nvPr>
        </p:nvGraphicFramePr>
        <p:xfrm>
          <a:off x="1289861" y="3190005"/>
          <a:ext cx="6325200" cy="2530476"/>
        </p:xfrm>
        <a:graphic>
          <a:graphicData uri="http://schemas.openxmlformats.org/drawingml/2006/table">
            <a:tbl>
              <a:tblPr firstRow="1" bandRow="1">
                <a:tableStyleId>{5C22544A-7EE6-4342-B048-85BDC9FD1C3A}</a:tableStyleId>
              </a:tblPr>
              <a:tblGrid>
                <a:gridCol w="997200">
                  <a:extLst>
                    <a:ext uri="{9D8B030D-6E8A-4147-A177-3AD203B41FA5}">
                      <a16:colId xmlns:a16="http://schemas.microsoft.com/office/drawing/2014/main" val="1245858610"/>
                    </a:ext>
                  </a:extLst>
                </a:gridCol>
                <a:gridCol w="4521600">
                  <a:extLst>
                    <a:ext uri="{9D8B030D-6E8A-4147-A177-3AD203B41FA5}">
                      <a16:colId xmlns:a16="http://schemas.microsoft.com/office/drawing/2014/main" val="975607913"/>
                    </a:ext>
                  </a:extLst>
                </a:gridCol>
                <a:gridCol w="806400">
                  <a:extLst>
                    <a:ext uri="{9D8B030D-6E8A-4147-A177-3AD203B41FA5}">
                      <a16:colId xmlns:a16="http://schemas.microsoft.com/office/drawing/2014/main" val="829056600"/>
                    </a:ext>
                  </a:extLst>
                </a:gridCol>
              </a:tblGrid>
              <a:tr h="421746">
                <a:tc>
                  <a:txBody>
                    <a:bodyPr/>
                    <a:lstStyle/>
                    <a:p>
                      <a:pPr rtl="0">
                        <a:lnSpc>
                          <a:spcPts val="3000"/>
                        </a:lnSpc>
                      </a:pPr>
                      <a:endParaRPr lang="en-US" sz="3200" b="0" noProof="0" dirty="0">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6381136"/>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9774190"/>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5714403"/>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2482603"/>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6270040"/>
                  </a:ext>
                </a:extLst>
              </a:tr>
              <a:tr h="421746">
                <a:tc>
                  <a:txBody>
                    <a:bodyPr/>
                    <a:lstStyle/>
                    <a:p>
                      <a:pPr rtl="0">
                        <a:lnSpc>
                          <a:spcPts val="3000"/>
                        </a:lnSpc>
                      </a:pPr>
                      <a:endParaRPr lang="en-US" sz="3200" b="0" noProof="0">
                        <a:solidFill>
                          <a:schemeClr val="bg1"/>
                        </a:solidFill>
                        <a:latin typeface="+mj-lt"/>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rtl="0">
                        <a:lnSpc>
                          <a:spcPts val="1920"/>
                        </a:lnSpc>
                      </a:pPr>
                      <a:endParaRPr lang="en-US" sz="1600" b="0">
                        <a:solidFill>
                          <a:schemeClr val="bg1"/>
                        </a:solidFill>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a:lnSpc>
                          <a:spcPts val="1920"/>
                        </a:lnSpc>
                      </a:pPr>
                      <a:endParaRPr lang="en-US" sz="1600" b="0" dirty="0">
                        <a:solidFill>
                          <a:schemeClr val="bg1"/>
                        </a:solidFill>
                      </a:endParaRPr>
                    </a:p>
                  </a:txBody>
                  <a:tcPr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3371070"/>
                  </a:ext>
                </a:extLst>
              </a:tr>
            </a:tbl>
          </a:graphicData>
        </a:graphic>
      </p:graphicFrame>
      <p:sp>
        <p:nvSpPr>
          <p:cNvPr id="2" name="Title 1">
            <a:extLst>
              <a:ext uri="{FF2B5EF4-FFF2-40B4-BE49-F238E27FC236}">
                <a16:creationId xmlns:a16="http://schemas.microsoft.com/office/drawing/2014/main" id="{DC6429CF-33FD-FA13-1E51-5F728C90BB77}"/>
              </a:ext>
            </a:extLst>
          </p:cNvPr>
          <p:cNvSpPr>
            <a:spLocks noGrp="1"/>
          </p:cNvSpPr>
          <p:nvPr>
            <p:ph type="ctrTitle" hasCustomPrompt="1"/>
          </p:nvPr>
        </p:nvSpPr>
        <p:spPr bwMode="white">
          <a:xfrm>
            <a:off x="1289861" y="2180877"/>
            <a:ext cx="6321425" cy="696782"/>
          </a:xfrm>
          <a:noFill/>
        </p:spPr>
        <p:txBody>
          <a:bodyPr vert="horz" lIns="0" tIns="0" rIns="0" bIns="0" anchor="t" anchorCtr="0"/>
          <a:lstStyle>
            <a:lvl1pPr algn="l" rtl="0">
              <a:defRPr sz="6600" baseline="0">
                <a:solidFill>
                  <a:schemeClr val="bg1"/>
                </a:solidFill>
              </a:defRPr>
            </a:lvl1pPr>
          </a:lstStyle>
          <a:p>
            <a:r>
              <a:rPr lang="en-US" noProof="0" dirty="0"/>
              <a:t>Title slide text only</a:t>
            </a:r>
          </a:p>
        </p:txBody>
      </p:sp>
      <p:sp>
        <p:nvSpPr>
          <p:cNvPr id="15" name="Isosceles Triangle 14">
            <a:extLst>
              <a:ext uri="{FF2B5EF4-FFF2-40B4-BE49-F238E27FC236}">
                <a16:creationId xmlns:a16="http://schemas.microsoft.com/office/drawing/2014/main" id="{97EFB284-09FF-BCE3-96FB-4CC0AAC682D9}"/>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16" name="Isosceles Triangle 15">
            <a:extLst>
              <a:ext uri="{FF2B5EF4-FFF2-40B4-BE49-F238E27FC236}">
                <a16:creationId xmlns:a16="http://schemas.microsoft.com/office/drawing/2014/main" id="{3FB1BDCC-5428-833C-50E8-6DE0B61D9655}"/>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17" name="Oval 16">
            <a:hlinkClick r:id="" action="ppaction://hlinkshowjump?jump=nextslide"/>
            <a:extLst>
              <a:ext uri="{FF2B5EF4-FFF2-40B4-BE49-F238E27FC236}">
                <a16:creationId xmlns:a16="http://schemas.microsoft.com/office/drawing/2014/main" id="{FAEC9FEB-0502-0C33-5570-1C1CBE3FA7F0}"/>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18" name="Oval 17">
            <a:hlinkClick r:id="" action="ppaction://hlinkshowjump?jump=previousslide"/>
            <a:extLst>
              <a:ext uri="{FF2B5EF4-FFF2-40B4-BE49-F238E27FC236}">
                <a16:creationId xmlns:a16="http://schemas.microsoft.com/office/drawing/2014/main" id="{BF9E11C7-FDA4-C602-031B-37C58188DA86}"/>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19" name="Graphic 18" descr="Home">
            <a:hlinkClick r:id="rId6" action="ppaction://hlinksldjump"/>
            <a:extLst>
              <a:ext uri="{FF2B5EF4-FFF2-40B4-BE49-F238E27FC236}">
                <a16:creationId xmlns:a16="http://schemas.microsoft.com/office/drawing/2014/main" id="{1C48D193-76C2-B8F5-743C-A8AB2C1465F1}"/>
              </a:ext>
            </a:extLst>
          </p:cNvPr>
          <p:cNvPicPr>
            <a:picLocks noChangeAspect="1"/>
          </p:cNvPicPr>
          <p:nvPr userDrawn="1"/>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1534459" y="103561"/>
            <a:ext cx="222479" cy="222478"/>
          </a:xfrm>
          <a:prstGeom prst="rect">
            <a:avLst/>
          </a:prstGeom>
        </p:spPr>
      </p:pic>
      <p:sp>
        <p:nvSpPr>
          <p:cNvPr id="20" name="Arrow: U-Turn 19">
            <a:hlinkClick r:id="" action="ppaction://hlinkshowjump?jump=lastslideviewed"/>
            <a:extLst>
              <a:ext uri="{FF2B5EF4-FFF2-40B4-BE49-F238E27FC236}">
                <a16:creationId xmlns:a16="http://schemas.microsoft.com/office/drawing/2014/main" id="{91508982-57CA-A9B8-C14E-DC9ACE0A5A4E}"/>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17633981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ransmittal letter">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565B3FFF-0F38-4337-9AC3-81B767461BCB}"/>
              </a:ext>
            </a:extLst>
          </p:cNvPr>
          <p:cNvGraphicFramePr>
            <a:graphicFrameLocks noChangeAspect="1"/>
          </p:cNvGraphicFramePr>
          <p:nvPr userDrawn="1">
            <p:custDataLst>
              <p:tags r:id="rId1"/>
            </p:custDataLst>
            <p:extLst>
              <p:ext uri="{D42A27DB-BD31-4B8C-83A1-F6EECF244321}">
                <p14:modId xmlns:p14="http://schemas.microsoft.com/office/powerpoint/2010/main" val="2325474932"/>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 name="Object 1" hidden="1">
                        <a:extLst>
                          <a:ext uri="{FF2B5EF4-FFF2-40B4-BE49-F238E27FC236}">
                            <a16:creationId xmlns:a16="http://schemas.microsoft.com/office/drawing/2014/main" id="{565B3FFF-0F38-4337-9AC3-81B767461BCB}"/>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20" name="Rectangle 19">
            <a:extLst>
              <a:ext uri="{FF2B5EF4-FFF2-40B4-BE49-F238E27FC236}">
                <a16:creationId xmlns:a16="http://schemas.microsoft.com/office/drawing/2014/main" id="{056A6C06-C562-4DF5-9080-254DF08C7316}"/>
              </a:ext>
            </a:extLst>
          </p:cNvPr>
          <p:cNvSpPr/>
          <p:nvPr userDrawn="1"/>
        </p:nvSpPr>
        <p:spPr>
          <a:xfrm>
            <a:off x="1743075" y="6143625"/>
            <a:ext cx="6409523" cy="523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rtl="0"/>
            <a:endParaRPr lang="en-US" sz="1500" noProof="0">
              <a:solidFill>
                <a:schemeClr val="bg1"/>
              </a:solidFill>
            </a:endParaRPr>
          </a:p>
        </p:txBody>
      </p:sp>
      <p:sp>
        <p:nvSpPr>
          <p:cNvPr id="19" name="Text Placeholder 8">
            <a:extLst>
              <a:ext uri="{FF2B5EF4-FFF2-40B4-BE49-F238E27FC236}">
                <a16:creationId xmlns:a16="http://schemas.microsoft.com/office/drawing/2014/main" id="{C6CAF37B-D8C8-48E4-A64E-E50EEA177A38}"/>
              </a:ext>
            </a:extLst>
          </p:cNvPr>
          <p:cNvSpPr>
            <a:spLocks noGrp="1"/>
          </p:cNvSpPr>
          <p:nvPr>
            <p:ph type="body" sz="quarter" idx="13" hasCustomPrompt="1"/>
          </p:nvPr>
        </p:nvSpPr>
        <p:spPr bwMode="gray">
          <a:xfrm>
            <a:off x="8541157" y="1335600"/>
            <a:ext cx="2652443" cy="310198"/>
          </a:xfrm>
        </p:spPr>
        <p:txBody>
          <a:bodyPr/>
          <a:lstStyle>
            <a:lvl1pPr algn="r">
              <a:spcAft>
                <a:spcPts val="400"/>
              </a:spcAft>
              <a:defRPr/>
            </a:lvl1pPr>
          </a:lstStyle>
          <a:p>
            <a:pPr>
              <a:spcAft>
                <a:spcPts val="300"/>
              </a:spcAft>
            </a:pPr>
            <a:r>
              <a:rPr lang="en-US" sz="900" b="0" spc="-20">
                <a:solidFill>
                  <a:schemeClr val="tx2"/>
                </a:solidFill>
              </a:rPr>
              <a:t>[</a:t>
            </a:r>
            <a:r>
              <a:rPr lang="en-US" sz="900" b="0" spc="-20">
                <a:solidFill>
                  <a:srgbClr val="FD349C"/>
                </a:solidFill>
              </a:rPr>
              <a:t>date</a:t>
            </a:r>
            <a:r>
              <a:rPr lang="en-US" sz="900" b="0" spc="-20">
                <a:solidFill>
                  <a:schemeClr val="tx2"/>
                </a:solidFill>
              </a:rPr>
              <a:t>]</a:t>
            </a:r>
            <a:endParaRPr lang="en-US" sz="900">
              <a:solidFill>
                <a:schemeClr val="tx2"/>
              </a:solidFill>
              <a:latin typeface="Arial" panose="020B0604020202020204" pitchFamily="34" charset="0"/>
              <a:cs typeface="Arial" panose="020B0604020202020204" pitchFamily="34" charset="0"/>
            </a:endParaRPr>
          </a:p>
        </p:txBody>
      </p:sp>
      <p:sp>
        <p:nvSpPr>
          <p:cNvPr id="18" name="Rectangle 17">
            <a:extLst>
              <a:ext uri="{FF2B5EF4-FFF2-40B4-BE49-F238E27FC236}">
                <a16:creationId xmlns:a16="http://schemas.microsoft.com/office/drawing/2014/main" id="{404B5F02-6946-4796-B93B-3238A3C22A56}"/>
              </a:ext>
            </a:extLst>
          </p:cNvPr>
          <p:cNvSpPr/>
          <p:nvPr userDrawn="1"/>
        </p:nvSpPr>
        <p:spPr bwMode="white">
          <a:xfrm>
            <a:off x="1810753" y="6271101"/>
            <a:ext cx="5877427" cy="31019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4" name="Isosceles Triangle 3">
            <a:extLst>
              <a:ext uri="{FF2B5EF4-FFF2-40B4-BE49-F238E27FC236}">
                <a16:creationId xmlns:a16="http://schemas.microsoft.com/office/drawing/2014/main" id="{B2117C5D-2BB5-4624-B067-7A0F49366CA3}"/>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2154DA59-D996-427B-AE70-AC47E36E8C75}"/>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2A591258-82E7-4932-9298-029A18D7D344}"/>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FEFCF043-CC58-43AC-95A3-044F0F9CACF4}"/>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8" name="Graphic 7" descr="Home">
            <a:hlinkClick r:id="rId5" action="ppaction://hlinksldjump"/>
            <a:extLst>
              <a:ext uri="{FF2B5EF4-FFF2-40B4-BE49-F238E27FC236}">
                <a16:creationId xmlns:a16="http://schemas.microsoft.com/office/drawing/2014/main" id="{1F8C0E96-565F-4DF7-8426-A02CB603D8CF}"/>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12" name="Text Box 32">
            <a:extLst>
              <a:ext uri="{FF2B5EF4-FFF2-40B4-BE49-F238E27FC236}">
                <a16:creationId xmlns:a16="http://schemas.microsoft.com/office/drawing/2014/main" id="{6BD707DD-2562-4C6C-8676-C469CD2B6D79}"/>
              </a:ext>
            </a:extLst>
          </p:cNvPr>
          <p:cNvSpPr txBox="1">
            <a:spLocks noChangeArrowheads="1"/>
          </p:cNvSpPr>
          <p:nvPr userDrawn="1"/>
        </p:nvSpPr>
        <p:spPr bwMode="gray">
          <a:xfrm>
            <a:off x="995361" y="431802"/>
            <a:ext cx="3234584" cy="692497"/>
          </a:xfrm>
          <a:prstGeom prst="rect">
            <a:avLst/>
          </a:prstGeom>
          <a:noFill/>
          <a:ln w="6350">
            <a:noFill/>
            <a:miter lim="800000"/>
            <a:headEnd/>
            <a:tailEnd/>
          </a:ln>
          <a:effectLst/>
        </p:spPr>
        <p:txBody>
          <a:bodyPr wrap="square" lIns="0" tIns="0" rIns="0" bIns="0">
            <a:spAutoFit/>
          </a:bodyPr>
          <a:lstStyle/>
          <a:p>
            <a:pPr hangingPunct="0"/>
            <a:r>
              <a:rPr lang="en-US" sz="900" b="1" dirty="0">
                <a:solidFill>
                  <a:schemeClr val="tx2"/>
                </a:solidFill>
                <a:latin typeface="Arial" panose="020B0604020202020204" pitchFamily="34" charset="0"/>
                <a:cs typeface="Arial" panose="020B0604020202020204" pitchFamily="34" charset="0"/>
              </a:rPr>
              <a:t>KPMG [</a:t>
            </a:r>
            <a:r>
              <a:rPr lang="en-US" sz="900" spc="-20" dirty="0">
                <a:solidFill>
                  <a:srgbClr val="FD349C"/>
                </a:solidFill>
              </a:rPr>
              <a:t>legal name</a:t>
            </a:r>
            <a:r>
              <a:rPr lang="en-US" sz="900" b="1" dirty="0">
                <a:solidFill>
                  <a:schemeClr val="tx2"/>
                </a:solidFill>
                <a:latin typeface="Arial" panose="020B0604020202020204" pitchFamily="34" charset="0"/>
                <a:cs typeface="Arial" panose="020B0604020202020204" pitchFamily="34" charset="0"/>
              </a:rPr>
              <a:t>]</a:t>
            </a:r>
          </a:p>
          <a:p>
            <a:pPr hangingPunct="0"/>
            <a:r>
              <a:rPr lang="en-US" sz="900" dirty="0">
                <a:solidFill>
                  <a:schemeClr val="tx2"/>
                </a:solidFill>
                <a:latin typeface="Arial" panose="020B0604020202020204" pitchFamily="34" charset="0"/>
                <a:cs typeface="Arial" panose="020B0604020202020204" pitchFamily="34" charset="0"/>
              </a:rPr>
              <a:t>[</a:t>
            </a:r>
            <a:r>
              <a:rPr lang="en-US" sz="900" spc="-20" dirty="0">
                <a:solidFill>
                  <a:srgbClr val="FD349C"/>
                </a:solidFill>
              </a:rPr>
              <a:t>Address line 1</a:t>
            </a:r>
            <a:r>
              <a:rPr lang="en-US" sz="900" dirty="0">
                <a:solidFill>
                  <a:schemeClr val="tx2"/>
                </a:solidFill>
                <a:latin typeface="Arial" panose="020B0604020202020204" pitchFamily="34" charset="0"/>
                <a:cs typeface="Arial" panose="020B0604020202020204" pitchFamily="34" charset="0"/>
              </a:rPr>
              <a:t>]</a:t>
            </a:r>
          </a:p>
          <a:p>
            <a:pPr hangingPunct="0"/>
            <a:r>
              <a:rPr lang="en-US" sz="900" dirty="0">
                <a:solidFill>
                  <a:schemeClr val="tx2"/>
                </a:solidFill>
                <a:latin typeface="Arial" panose="020B0604020202020204" pitchFamily="34" charset="0"/>
                <a:cs typeface="Arial" panose="020B0604020202020204" pitchFamily="34" charset="0"/>
              </a:rPr>
              <a:t>[</a:t>
            </a:r>
            <a:r>
              <a:rPr lang="en-US" sz="900" spc="-20" dirty="0">
                <a:solidFill>
                  <a:srgbClr val="FD349C"/>
                </a:solidFill>
              </a:rPr>
              <a:t>Address line 2</a:t>
            </a:r>
            <a:r>
              <a:rPr lang="en-US" sz="900" dirty="0">
                <a:solidFill>
                  <a:schemeClr val="tx2"/>
                </a:solidFill>
                <a:latin typeface="Arial" panose="020B0604020202020204" pitchFamily="34" charset="0"/>
                <a:cs typeface="Arial" panose="020B0604020202020204" pitchFamily="34" charset="0"/>
              </a:rPr>
              <a:t>]</a:t>
            </a:r>
          </a:p>
          <a:p>
            <a:pPr hangingPunct="0"/>
            <a:endParaRPr lang="en-US" sz="900" dirty="0">
              <a:solidFill>
                <a:schemeClr val="tx2"/>
              </a:solidFill>
              <a:latin typeface="Arial" panose="020B0604020202020204" pitchFamily="34" charset="0"/>
              <a:cs typeface="Arial" panose="020B0604020202020204" pitchFamily="34" charset="0"/>
            </a:endParaRPr>
          </a:p>
          <a:p>
            <a:pPr>
              <a:spcAft>
                <a:spcPts val="300"/>
              </a:spcAft>
            </a:pPr>
            <a:r>
              <a:rPr lang="en-US" sz="900" b="1" spc="-20" dirty="0">
                <a:solidFill>
                  <a:schemeClr val="tx2"/>
                </a:solidFill>
              </a:rPr>
              <a:t>Private and confidential</a:t>
            </a:r>
            <a:endParaRPr lang="en-US" sz="900" dirty="0">
              <a:solidFill>
                <a:schemeClr val="tx2"/>
              </a:solidFill>
              <a:latin typeface="Arial" panose="020B0604020202020204" pitchFamily="34" charset="0"/>
              <a:cs typeface="Arial" panose="020B0604020202020204" pitchFamily="34" charset="0"/>
            </a:endParaRPr>
          </a:p>
        </p:txBody>
      </p:sp>
      <p:sp>
        <p:nvSpPr>
          <p:cNvPr id="13" name="Text Box 33">
            <a:extLst>
              <a:ext uri="{FF2B5EF4-FFF2-40B4-BE49-F238E27FC236}">
                <a16:creationId xmlns:a16="http://schemas.microsoft.com/office/drawing/2014/main" id="{D14C2C1B-677D-4680-9E14-12E705B9BE1A}"/>
              </a:ext>
            </a:extLst>
          </p:cNvPr>
          <p:cNvSpPr txBox="1">
            <a:spLocks noChangeArrowheads="1"/>
          </p:cNvSpPr>
          <p:nvPr userDrawn="1"/>
        </p:nvSpPr>
        <p:spPr bwMode="gray">
          <a:xfrm>
            <a:off x="8744593" y="431800"/>
            <a:ext cx="2449007" cy="415498"/>
          </a:xfrm>
          <a:prstGeom prst="rect">
            <a:avLst/>
          </a:prstGeom>
          <a:noFill/>
          <a:ln w="6350">
            <a:noFill/>
            <a:miter lim="800000"/>
            <a:headEnd/>
            <a:tailEnd/>
          </a:ln>
          <a:effectLst/>
        </p:spPr>
        <p:txBody>
          <a:bodyPr wrap="square" lIns="0" tIns="0" rIns="0" bIns="0">
            <a:spAutoFit/>
          </a:bodyPr>
          <a:lstStyle/>
          <a:p>
            <a:pPr algn="r" hangingPunct="0"/>
            <a:r>
              <a:rPr lang="en-US" sz="900" dirty="0">
                <a:solidFill>
                  <a:schemeClr val="tx2"/>
                </a:solidFill>
                <a:latin typeface="Arial" panose="020B0604020202020204" pitchFamily="34" charset="0"/>
                <a:cs typeface="Arial" panose="020B0604020202020204" pitchFamily="34" charset="0"/>
              </a:rPr>
              <a:t>Visiting address: [</a:t>
            </a:r>
            <a:r>
              <a:rPr lang="en-US" sz="900" spc="-20" dirty="0">
                <a:solidFill>
                  <a:srgbClr val="FD349C"/>
                </a:solidFill>
              </a:rPr>
              <a:t>Address line 1</a:t>
            </a:r>
            <a:r>
              <a:rPr lang="en-US" sz="900" dirty="0">
                <a:solidFill>
                  <a:schemeClr val="tx2"/>
                </a:solidFill>
                <a:latin typeface="Arial" panose="020B0604020202020204" pitchFamily="34" charset="0"/>
                <a:cs typeface="Arial" panose="020B0604020202020204" pitchFamily="34" charset="0"/>
              </a:rPr>
              <a:t>]</a:t>
            </a:r>
          </a:p>
          <a:p>
            <a:pPr algn="r" hangingPunct="0"/>
            <a:r>
              <a:rPr lang="en-US" sz="900" dirty="0">
                <a:solidFill>
                  <a:schemeClr val="tx2"/>
                </a:solidFill>
                <a:latin typeface="Arial" panose="020B0604020202020204" pitchFamily="34" charset="0"/>
                <a:cs typeface="Arial" panose="020B0604020202020204" pitchFamily="34" charset="0"/>
              </a:rPr>
              <a:t>Tel: +[</a:t>
            </a:r>
            <a:r>
              <a:rPr lang="en-US" sz="900" dirty="0">
                <a:solidFill>
                  <a:schemeClr val="accent6"/>
                </a:solidFill>
                <a:latin typeface="Arial" panose="020B0604020202020204" pitchFamily="34" charset="0"/>
                <a:cs typeface="Arial" panose="020B0604020202020204" pitchFamily="34" charset="0"/>
              </a:rPr>
              <a:t>number</a:t>
            </a:r>
            <a:r>
              <a:rPr lang="en-US" sz="900" dirty="0">
                <a:solidFill>
                  <a:schemeClr val="tx2"/>
                </a:solidFill>
                <a:latin typeface="Arial" panose="020B0604020202020204" pitchFamily="34" charset="0"/>
                <a:cs typeface="Arial" panose="020B0604020202020204" pitchFamily="34" charset="0"/>
              </a:rPr>
              <a:t>]</a:t>
            </a:r>
          </a:p>
          <a:p>
            <a:pPr algn="r" hangingPunct="0"/>
            <a:r>
              <a:rPr lang="en-US" sz="900" dirty="0">
                <a:solidFill>
                  <a:schemeClr val="tx2"/>
                </a:solidFill>
                <a:latin typeface="Arial" panose="020B0604020202020204" pitchFamily="34" charset="0"/>
                <a:cs typeface="Arial" panose="020B0604020202020204" pitchFamily="34" charset="0"/>
              </a:rPr>
              <a:t>www.kpmg.[</a:t>
            </a:r>
            <a:r>
              <a:rPr lang="en-US" sz="900" dirty="0">
                <a:solidFill>
                  <a:schemeClr val="accent6"/>
                </a:solidFill>
                <a:latin typeface="Arial" panose="020B0604020202020204" pitchFamily="34" charset="0"/>
                <a:cs typeface="Arial" panose="020B0604020202020204" pitchFamily="34" charset="0"/>
              </a:rPr>
              <a:t>xx</a:t>
            </a:r>
            <a:r>
              <a:rPr lang="en-US" sz="900" dirty="0">
                <a:solidFill>
                  <a:schemeClr val="tx2"/>
                </a:solidFill>
                <a:latin typeface="Arial" panose="020B0604020202020204" pitchFamily="34" charset="0"/>
                <a:cs typeface="Arial" panose="020B0604020202020204" pitchFamily="34" charset="0"/>
              </a:rPr>
              <a:t>]</a:t>
            </a:r>
          </a:p>
        </p:txBody>
      </p:sp>
      <p:sp>
        <p:nvSpPr>
          <p:cNvPr id="16" name="Rectangle 6">
            <a:extLst>
              <a:ext uri="{FF2B5EF4-FFF2-40B4-BE49-F238E27FC236}">
                <a16:creationId xmlns:a16="http://schemas.microsoft.com/office/drawing/2014/main" id="{A7105EC9-D813-45A3-9963-6B64FECDE587}"/>
              </a:ext>
            </a:extLst>
          </p:cNvPr>
          <p:cNvSpPr>
            <a:spLocks noChangeArrowheads="1"/>
          </p:cNvSpPr>
          <p:nvPr userDrawn="1"/>
        </p:nvSpPr>
        <p:spPr bwMode="gray">
          <a:xfrm>
            <a:off x="1887216" y="6271101"/>
            <a:ext cx="4083984" cy="310198"/>
          </a:xfrm>
          <a:prstGeom prst="rect">
            <a:avLst/>
          </a:prstGeom>
          <a:noFill/>
          <a:ln w="6350">
            <a:noFill/>
            <a:miter lim="800000"/>
            <a:headEnd/>
            <a:tailEnd/>
          </a:ln>
          <a:effectLst/>
        </p:spPr>
        <p:txBody>
          <a:bodyPr lIns="0" tIns="0" rIns="0" bIns="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dirty="0">
                <a:solidFill>
                  <a:schemeClr val="bg1">
                    <a:lumMod val="65000"/>
                  </a:schemeClr>
                </a:solidFill>
                <a:latin typeface="+mn-lt"/>
                <a:ea typeface="+mn-ea"/>
                <a:cs typeface="+mn-cs"/>
              </a:rPr>
              <a:t>© [</a:t>
            </a:r>
            <a:r>
              <a:rPr lang="en-US" sz="600" kern="1200" noProof="0" dirty="0">
                <a:solidFill>
                  <a:schemeClr val="accent6"/>
                </a:solidFill>
                <a:latin typeface="+mn-lt"/>
                <a:ea typeface="+mn-ea"/>
                <a:cs typeface="+mn-cs"/>
              </a:rPr>
              <a:t>year</a:t>
            </a:r>
            <a:r>
              <a:rPr lang="en-US" sz="600" kern="1200" noProof="0" dirty="0">
                <a:solidFill>
                  <a:schemeClr val="bg1">
                    <a:lumMod val="65000"/>
                  </a:schemeClr>
                </a:solidFill>
                <a:latin typeface="+mn-lt"/>
                <a:ea typeface="+mn-ea"/>
                <a:cs typeface="+mn-cs"/>
              </a:rPr>
              <a:t>] [</a:t>
            </a:r>
            <a:r>
              <a:rPr lang="en-US" sz="600" kern="1200" noProof="0" dirty="0">
                <a:solidFill>
                  <a:schemeClr val="accent6"/>
                </a:solidFill>
                <a:latin typeface="+mn-lt"/>
                <a:ea typeface="+mn-ea"/>
                <a:cs typeface="+mn-cs"/>
              </a:rPr>
              <a:t>legal member firm name</a:t>
            </a:r>
            <a:r>
              <a:rPr lang="en-US" sz="600" kern="1200" noProof="0" dirty="0">
                <a:solidFill>
                  <a:schemeClr val="bg1">
                    <a:lumMod val="65000"/>
                  </a:schemeClr>
                </a:solidFill>
                <a:latin typeface="+mn-lt"/>
                <a:ea typeface="+mn-ea"/>
                <a:cs typeface="+mn-cs"/>
              </a:rPr>
              <a:t>], a [</a:t>
            </a:r>
            <a:r>
              <a:rPr lang="en-US" sz="600" kern="1200" noProof="0" dirty="0">
                <a:solidFill>
                  <a:schemeClr val="accent6"/>
                </a:solidFill>
                <a:latin typeface="+mn-lt"/>
                <a:ea typeface="+mn-ea"/>
                <a:cs typeface="+mn-cs"/>
              </a:rPr>
              <a:t>jurisdiction</a:t>
            </a:r>
            <a:r>
              <a:rPr lang="en-US" sz="600" kern="1200" noProof="0" dirty="0">
                <a:solidFill>
                  <a:schemeClr val="bg1">
                    <a:lumMod val="65000"/>
                  </a:schemeClr>
                </a:solidFill>
                <a:latin typeface="+mn-lt"/>
                <a:ea typeface="+mn-ea"/>
                <a:cs typeface="+mn-cs"/>
              </a:rPr>
              <a:t>] [</a:t>
            </a:r>
            <a:r>
              <a:rPr lang="en-US" sz="600" kern="1200" noProof="0" dirty="0">
                <a:solidFill>
                  <a:schemeClr val="accent6"/>
                </a:solidFill>
                <a:latin typeface="+mn-lt"/>
                <a:ea typeface="+mn-ea"/>
                <a:cs typeface="+mn-cs"/>
              </a:rPr>
              <a:t>legal structure</a:t>
            </a:r>
            <a:r>
              <a:rPr lang="en-US" sz="600" kern="1200" noProof="0" dirty="0">
                <a:solidFill>
                  <a:schemeClr val="bg1">
                    <a:lumMod val="65000"/>
                  </a:schemeClr>
                </a:solidFill>
                <a:latin typeface="+mn-lt"/>
                <a:ea typeface="+mn-ea"/>
                <a:cs typeface="+mn-cs"/>
              </a:rPr>
              <a:t>] and a member firm of the KPMG global organization of independent member firms affiliated with KPMG International Limited, a private English company limited by guarantee. All rights reserved.</a:t>
            </a:r>
          </a:p>
        </p:txBody>
      </p:sp>
      <p:sp>
        <p:nvSpPr>
          <p:cNvPr id="17" name="Rectangle 7">
            <a:extLst>
              <a:ext uri="{FF2B5EF4-FFF2-40B4-BE49-F238E27FC236}">
                <a16:creationId xmlns:a16="http://schemas.microsoft.com/office/drawing/2014/main" id="{7A9A45CD-31A0-497E-98CD-08612E57280A}"/>
              </a:ext>
            </a:extLst>
          </p:cNvPr>
          <p:cNvSpPr>
            <a:spLocks noChangeArrowheads="1"/>
          </p:cNvSpPr>
          <p:nvPr userDrawn="1"/>
        </p:nvSpPr>
        <p:spPr bwMode="gray">
          <a:xfrm>
            <a:off x="6220800" y="6271101"/>
            <a:ext cx="1252611" cy="310198"/>
          </a:xfrm>
          <a:prstGeom prst="rect">
            <a:avLst/>
          </a:prstGeom>
          <a:noFill/>
          <a:ln w="6350">
            <a:noFill/>
            <a:miter lim="800000"/>
            <a:headEnd/>
            <a:tailEnd/>
          </a:ln>
          <a:effectLst/>
        </p:spPr>
        <p:txBody>
          <a:bodyPr lIns="0" tIns="0" rIns="0" bIns="0" anchor="t" anchorCtr="0"/>
          <a:lstStyle/>
          <a:p>
            <a:r>
              <a:rPr lang="fi-FI" sz="600" noProof="0" dirty="0">
                <a:solidFill>
                  <a:schemeClr val="bg1">
                    <a:lumMod val="65000"/>
                  </a:schemeClr>
                </a:solidFill>
                <a:latin typeface="+mn-lt"/>
                <a:cs typeface="Arial" panose="020B0604020202020204" pitchFamily="34" charset="0"/>
              </a:rPr>
              <a:t>Business ID [</a:t>
            </a:r>
            <a:r>
              <a:rPr lang="fi-FI" sz="600" noProof="0" dirty="0">
                <a:solidFill>
                  <a:schemeClr val="accent6"/>
                </a:solidFill>
                <a:latin typeface="+mn-lt"/>
                <a:cs typeface="Arial" panose="020B0604020202020204" pitchFamily="34" charset="0"/>
              </a:rPr>
              <a:t>xxx</a:t>
            </a:r>
            <a:r>
              <a:rPr lang="fi-FI" sz="600" noProof="0" dirty="0">
                <a:solidFill>
                  <a:schemeClr val="bg1">
                    <a:lumMod val="65000"/>
                  </a:schemeClr>
                </a:solidFill>
                <a:latin typeface="+mn-lt"/>
                <a:cs typeface="Arial" panose="020B0604020202020204" pitchFamily="34" charset="0"/>
              </a:rPr>
              <a:t>]</a:t>
            </a:r>
          </a:p>
          <a:p>
            <a:r>
              <a:rPr lang="en-US" sz="600" noProof="0" dirty="0">
                <a:solidFill>
                  <a:schemeClr val="bg1">
                    <a:lumMod val="65000"/>
                  </a:schemeClr>
                </a:solidFill>
                <a:latin typeface="+mn-lt"/>
                <a:cs typeface="Arial" panose="020B0604020202020204" pitchFamily="34" charset="0"/>
              </a:rPr>
              <a:t>Registered in [</a:t>
            </a:r>
            <a:r>
              <a:rPr lang="en-US" sz="600" noProof="0" dirty="0">
                <a:solidFill>
                  <a:schemeClr val="accent6"/>
                </a:solidFill>
                <a:latin typeface="+mn-lt"/>
                <a:cs typeface="Arial" panose="020B0604020202020204" pitchFamily="34" charset="0"/>
              </a:rPr>
              <a:t>xxx</a:t>
            </a:r>
            <a:r>
              <a:rPr lang="en-US" sz="600" noProof="0" dirty="0">
                <a:solidFill>
                  <a:schemeClr val="bg1">
                    <a:lumMod val="65000"/>
                  </a:schemeClr>
                </a:solidFill>
                <a:latin typeface="+mn-lt"/>
                <a:cs typeface="Arial" panose="020B0604020202020204" pitchFamily="34" charset="0"/>
              </a:rPr>
              <a:t>]</a:t>
            </a:r>
          </a:p>
          <a:p>
            <a:r>
              <a:rPr lang="en-US" sz="600" noProof="0" dirty="0">
                <a:solidFill>
                  <a:schemeClr val="bg1">
                    <a:lumMod val="65000"/>
                  </a:schemeClr>
                </a:solidFill>
                <a:latin typeface="+mn-lt"/>
                <a:cs typeface="Arial" panose="020B0604020202020204" pitchFamily="34" charset="0"/>
              </a:rPr>
              <a:t>Domicile [</a:t>
            </a:r>
            <a:r>
              <a:rPr lang="en-US" sz="600" noProof="0" dirty="0">
                <a:solidFill>
                  <a:schemeClr val="accent6"/>
                </a:solidFill>
                <a:latin typeface="+mn-lt"/>
                <a:cs typeface="Arial" panose="020B0604020202020204" pitchFamily="34" charset="0"/>
              </a:rPr>
              <a:t>xxx</a:t>
            </a:r>
            <a:r>
              <a:rPr lang="en-US" sz="600" noProof="0" dirty="0">
                <a:solidFill>
                  <a:schemeClr val="bg1">
                    <a:lumMod val="65000"/>
                  </a:schemeClr>
                </a:solidFill>
                <a:latin typeface="+mn-lt"/>
                <a:cs typeface="Arial" panose="020B0604020202020204" pitchFamily="34" charset="0"/>
              </a:rPr>
              <a:t>]</a:t>
            </a:r>
          </a:p>
          <a:p>
            <a:endParaRPr lang="en-US" sz="600" dirty="0">
              <a:solidFill>
                <a:schemeClr val="bg1">
                  <a:lumMod val="65000"/>
                </a:schemeClr>
              </a:solidFill>
              <a:latin typeface="+mn-lt"/>
              <a:cs typeface="Arial" panose="020B0604020202020204" pitchFamily="34" charset="0"/>
            </a:endParaRPr>
          </a:p>
        </p:txBody>
      </p:sp>
      <p:sp>
        <p:nvSpPr>
          <p:cNvPr id="24" name="Text Placeholder 23">
            <a:extLst>
              <a:ext uri="{FF2B5EF4-FFF2-40B4-BE49-F238E27FC236}">
                <a16:creationId xmlns:a16="http://schemas.microsoft.com/office/drawing/2014/main" id="{5B44B36B-4175-6128-F70A-1F4CFE5C8702}"/>
              </a:ext>
            </a:extLst>
          </p:cNvPr>
          <p:cNvSpPr>
            <a:spLocks noGrp="1"/>
          </p:cNvSpPr>
          <p:nvPr>
            <p:ph type="body" sz="quarter" idx="14"/>
          </p:nvPr>
        </p:nvSpPr>
        <p:spPr>
          <a:xfrm>
            <a:off x="995361" y="2194560"/>
            <a:ext cx="5036400" cy="3683726"/>
          </a:xfrm>
        </p:spPr>
        <p:txBody>
          <a:bodyPr rIns="0"/>
          <a:lstStyle>
            <a:lvl1pPr>
              <a:lnSpc>
                <a:spcPts val="1100"/>
              </a:lnSpc>
              <a:spcAft>
                <a:spcPts val="300"/>
              </a:spcAft>
              <a:defRPr sz="900" b="0"/>
            </a:lvl1pPr>
          </a:lstStyle>
          <a:p>
            <a:pPr lvl="0"/>
            <a:r>
              <a:rPr lang="en-US"/>
              <a:t>Click to edit Master text styles</a:t>
            </a:r>
          </a:p>
        </p:txBody>
      </p:sp>
      <p:sp>
        <p:nvSpPr>
          <p:cNvPr id="25" name="Text Placeholder 23">
            <a:extLst>
              <a:ext uri="{FF2B5EF4-FFF2-40B4-BE49-F238E27FC236}">
                <a16:creationId xmlns:a16="http://schemas.microsoft.com/office/drawing/2014/main" id="{61694F71-6C78-33DE-958B-2529C9892699}"/>
              </a:ext>
            </a:extLst>
          </p:cNvPr>
          <p:cNvSpPr>
            <a:spLocks noGrp="1"/>
          </p:cNvSpPr>
          <p:nvPr>
            <p:ph type="body" sz="quarter" idx="15"/>
          </p:nvPr>
        </p:nvSpPr>
        <p:spPr>
          <a:xfrm>
            <a:off x="6157200" y="2194560"/>
            <a:ext cx="5036400" cy="3683726"/>
          </a:xfrm>
        </p:spPr>
        <p:txBody>
          <a:bodyPr rIns="0"/>
          <a:lstStyle>
            <a:lvl1pPr>
              <a:lnSpc>
                <a:spcPts val="1100"/>
              </a:lnSpc>
              <a:spcAft>
                <a:spcPts val="300"/>
              </a:spcAft>
              <a:defRPr sz="900" b="0"/>
            </a:lvl1pPr>
          </a:lstStyle>
          <a:p>
            <a:pPr lvl="0"/>
            <a:r>
              <a:rPr lang="en-US"/>
              <a:t>Click to edit Master text styles</a:t>
            </a:r>
          </a:p>
        </p:txBody>
      </p:sp>
      <p:sp>
        <p:nvSpPr>
          <p:cNvPr id="3" name="Text Placeholder 23">
            <a:extLst>
              <a:ext uri="{FF2B5EF4-FFF2-40B4-BE49-F238E27FC236}">
                <a16:creationId xmlns:a16="http://schemas.microsoft.com/office/drawing/2014/main" id="{145F86A0-2133-379E-CB0C-1C2E1CDF36CB}"/>
              </a:ext>
            </a:extLst>
          </p:cNvPr>
          <p:cNvSpPr>
            <a:spLocks noGrp="1"/>
          </p:cNvSpPr>
          <p:nvPr>
            <p:ph type="body" sz="quarter" idx="17" hasCustomPrompt="1"/>
          </p:nvPr>
        </p:nvSpPr>
        <p:spPr>
          <a:xfrm>
            <a:off x="995361" y="1335600"/>
            <a:ext cx="4968000" cy="768900"/>
          </a:xfrm>
        </p:spPr>
        <p:txBody>
          <a:bodyPr/>
          <a:lstStyle>
            <a:lvl1pPr>
              <a:lnSpc>
                <a:spcPts val="1100"/>
              </a:lnSpc>
              <a:spcAft>
                <a:spcPts val="400"/>
              </a:spcAft>
              <a:defRPr sz="900" b="0">
                <a:solidFill>
                  <a:schemeClr val="tx1"/>
                </a:solidFill>
              </a:defRPr>
            </a:lvl1pPr>
          </a:lstStyle>
          <a:p>
            <a:pPr>
              <a:spcAft>
                <a:spcPts val="300"/>
              </a:spcAft>
            </a:pPr>
            <a:r>
              <a:rPr lang="en-US" sz="900" b="0" spc="-20" dirty="0">
                <a:solidFill>
                  <a:schemeClr val="tx2"/>
                </a:solidFill>
              </a:rPr>
              <a:t>[</a:t>
            </a:r>
            <a:r>
              <a:rPr lang="en-US" sz="900" b="0" spc="-20" dirty="0">
                <a:solidFill>
                  <a:srgbClr val="FD349C"/>
                </a:solidFill>
              </a:rPr>
              <a:t>Company name</a:t>
            </a:r>
            <a:r>
              <a:rPr lang="en-US" sz="900" b="0" spc="-20" dirty="0">
                <a:solidFill>
                  <a:schemeClr val="tx2"/>
                </a:solidFill>
              </a:rPr>
              <a:t>]</a:t>
            </a:r>
          </a:p>
          <a:p>
            <a:pPr>
              <a:spcAft>
                <a:spcPts val="300"/>
              </a:spcAft>
            </a:pPr>
            <a:r>
              <a:rPr lang="en-US" sz="900" b="0" spc="-20" dirty="0" err="1">
                <a:solidFill>
                  <a:schemeClr val="tx2"/>
                </a:solidFill>
              </a:rPr>
              <a:t>Att</a:t>
            </a:r>
            <a:r>
              <a:rPr lang="en-US" sz="900" b="0" spc="-20" dirty="0">
                <a:solidFill>
                  <a:schemeClr val="tx2"/>
                </a:solidFill>
              </a:rPr>
              <a:t>: [</a:t>
            </a:r>
            <a:r>
              <a:rPr lang="en-US" sz="900" b="0" spc="-20" dirty="0">
                <a:solidFill>
                  <a:srgbClr val="FD349C"/>
                </a:solidFill>
              </a:rPr>
              <a:t>client name</a:t>
            </a:r>
            <a:r>
              <a:rPr lang="en-US" sz="900" b="0" spc="-20" dirty="0">
                <a:solidFill>
                  <a:schemeClr val="tx2"/>
                </a:solidFill>
              </a:rPr>
              <a:t>]</a:t>
            </a:r>
          </a:p>
          <a:p>
            <a:pPr>
              <a:spcAft>
                <a:spcPts val="300"/>
              </a:spcAft>
            </a:pPr>
            <a:r>
              <a:rPr lang="en-US" sz="900" b="0" spc="-20" dirty="0">
                <a:solidFill>
                  <a:schemeClr val="tx2"/>
                </a:solidFill>
              </a:rPr>
              <a:t>[</a:t>
            </a:r>
            <a:r>
              <a:rPr lang="en-US" sz="900" b="0" spc="-20" dirty="0">
                <a:solidFill>
                  <a:srgbClr val="FD349C"/>
                </a:solidFill>
              </a:rPr>
              <a:t>Address line 1</a:t>
            </a:r>
            <a:r>
              <a:rPr lang="en-US" sz="900" b="0" spc="-20" dirty="0">
                <a:solidFill>
                  <a:schemeClr val="tx2"/>
                </a:solidFill>
              </a:rPr>
              <a:t>]</a:t>
            </a:r>
          </a:p>
          <a:p>
            <a:pPr>
              <a:spcAft>
                <a:spcPts val="300"/>
              </a:spcAft>
            </a:pPr>
            <a:r>
              <a:rPr lang="en-US" sz="900" b="0" spc="-20" dirty="0">
                <a:solidFill>
                  <a:schemeClr val="tx2"/>
                </a:solidFill>
              </a:rPr>
              <a:t>[</a:t>
            </a:r>
            <a:r>
              <a:rPr lang="en-US" sz="900" b="0" spc="-20" dirty="0">
                <a:solidFill>
                  <a:srgbClr val="FD349C"/>
                </a:solidFill>
              </a:rPr>
              <a:t>Address line 2</a:t>
            </a:r>
            <a:r>
              <a:rPr lang="en-US" sz="900" b="0" spc="-20" dirty="0">
                <a:solidFill>
                  <a:schemeClr val="tx2"/>
                </a:solidFill>
              </a:rPr>
              <a:t>]</a:t>
            </a:r>
            <a:endParaRPr lang="en-US" sz="900" dirty="0">
              <a:solidFill>
                <a:schemeClr val="tx2"/>
              </a:solidFill>
              <a:latin typeface="Arial" panose="020B0604020202020204" pitchFamily="34" charset="0"/>
              <a:cs typeface="Arial" panose="020B0604020202020204" pitchFamily="34" charset="0"/>
            </a:endParaRPr>
          </a:p>
        </p:txBody>
      </p:sp>
      <p:sp>
        <p:nvSpPr>
          <p:cNvPr id="9" name="Arrow: U-Turn 8">
            <a:hlinkClick r:id="" action="ppaction://hlinkshowjump?jump=lastslideviewed"/>
            <a:extLst>
              <a:ext uri="{FF2B5EF4-FFF2-40B4-BE49-F238E27FC236}">
                <a16:creationId xmlns:a16="http://schemas.microsoft.com/office/drawing/2014/main" id="{E5C93772-E75F-4534-BE5C-B3AB7018E43C}"/>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15249675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ummary financial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A1982-F1A4-4F5C-8E90-123744B31229}"/>
              </a:ext>
            </a:extLst>
          </p:cNvPr>
          <p:cNvSpPr>
            <a:spLocks noGrp="1"/>
          </p:cNvSpPr>
          <p:nvPr>
            <p:ph type="title"/>
          </p:nvPr>
        </p:nvSpPr>
        <p:spPr/>
        <p:txBody>
          <a:bodyPr/>
          <a:lstStyle/>
          <a:p>
            <a:r>
              <a:rPr lang="en-US"/>
              <a:t>Click to edit Master title style</a:t>
            </a:r>
            <a:endParaRPr lang="fi-FI"/>
          </a:p>
        </p:txBody>
      </p:sp>
      <p:sp>
        <p:nvSpPr>
          <p:cNvPr id="4" name="Rectangle 3">
            <a:extLst>
              <a:ext uri="{FF2B5EF4-FFF2-40B4-BE49-F238E27FC236}">
                <a16:creationId xmlns:a16="http://schemas.microsoft.com/office/drawing/2014/main" id="{59D39155-15BD-4721-B42B-3CE04C8D03C5}"/>
              </a:ext>
            </a:extLst>
          </p:cNvPr>
          <p:cNvSpPr/>
          <p:nvPr userDrawn="1"/>
        </p:nvSpPr>
        <p:spPr>
          <a:xfrm>
            <a:off x="995362" y="3581757"/>
            <a:ext cx="3312000" cy="2296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5" name="Rectangle 4">
            <a:extLst>
              <a:ext uri="{FF2B5EF4-FFF2-40B4-BE49-F238E27FC236}">
                <a16:creationId xmlns:a16="http://schemas.microsoft.com/office/drawing/2014/main" id="{BF0D4475-E7FB-4B85-98BC-6710A3F070C9}"/>
              </a:ext>
            </a:extLst>
          </p:cNvPr>
          <p:cNvSpPr/>
          <p:nvPr userDrawn="1"/>
        </p:nvSpPr>
        <p:spPr>
          <a:xfrm>
            <a:off x="995362" y="1179513"/>
            <a:ext cx="3312000" cy="2296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6" name="Rectangle 5">
            <a:extLst>
              <a:ext uri="{FF2B5EF4-FFF2-40B4-BE49-F238E27FC236}">
                <a16:creationId xmlns:a16="http://schemas.microsoft.com/office/drawing/2014/main" id="{42E360C8-2D69-4422-9CD3-7F5B8470BB37}"/>
              </a:ext>
            </a:extLst>
          </p:cNvPr>
          <p:cNvSpPr/>
          <p:nvPr userDrawn="1"/>
        </p:nvSpPr>
        <p:spPr>
          <a:xfrm>
            <a:off x="4441587" y="1179513"/>
            <a:ext cx="3312000" cy="2296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7" name="Rectangle 6">
            <a:extLst>
              <a:ext uri="{FF2B5EF4-FFF2-40B4-BE49-F238E27FC236}">
                <a16:creationId xmlns:a16="http://schemas.microsoft.com/office/drawing/2014/main" id="{B0CD50F2-580F-4CEF-B077-B2CB175648C0}"/>
              </a:ext>
            </a:extLst>
          </p:cNvPr>
          <p:cNvSpPr/>
          <p:nvPr userDrawn="1"/>
        </p:nvSpPr>
        <p:spPr>
          <a:xfrm>
            <a:off x="4441587" y="3581757"/>
            <a:ext cx="3312000" cy="2296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8" name="Rectangle 7">
            <a:extLst>
              <a:ext uri="{FF2B5EF4-FFF2-40B4-BE49-F238E27FC236}">
                <a16:creationId xmlns:a16="http://schemas.microsoft.com/office/drawing/2014/main" id="{6783F9F8-F707-42E1-8FA6-3BDBE70E9455}"/>
              </a:ext>
            </a:extLst>
          </p:cNvPr>
          <p:cNvSpPr/>
          <p:nvPr userDrawn="1"/>
        </p:nvSpPr>
        <p:spPr>
          <a:xfrm>
            <a:off x="7887812" y="1179513"/>
            <a:ext cx="3312000" cy="2296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9" name="Rectangle 8">
            <a:extLst>
              <a:ext uri="{FF2B5EF4-FFF2-40B4-BE49-F238E27FC236}">
                <a16:creationId xmlns:a16="http://schemas.microsoft.com/office/drawing/2014/main" id="{7B6AEEB2-504B-4529-BB91-65B98F96B9D2}"/>
              </a:ext>
            </a:extLst>
          </p:cNvPr>
          <p:cNvSpPr/>
          <p:nvPr userDrawn="1"/>
        </p:nvSpPr>
        <p:spPr>
          <a:xfrm>
            <a:off x="7887812" y="3581757"/>
            <a:ext cx="3312000" cy="2296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10" name="Text Placeholder 9">
            <a:extLst>
              <a:ext uri="{FF2B5EF4-FFF2-40B4-BE49-F238E27FC236}">
                <a16:creationId xmlns:a16="http://schemas.microsoft.com/office/drawing/2014/main" id="{9BD4A4D5-D742-4354-912B-FA7506C97D7D}"/>
              </a:ext>
            </a:extLst>
          </p:cNvPr>
          <p:cNvSpPr>
            <a:spLocks noGrp="1"/>
          </p:cNvSpPr>
          <p:nvPr>
            <p:ph type="body" sz="quarter" idx="10"/>
          </p:nvPr>
        </p:nvSpPr>
        <p:spPr>
          <a:xfrm>
            <a:off x="995362" y="1179513"/>
            <a:ext cx="3302806" cy="252000"/>
          </a:xfrm>
        </p:spPr>
        <p:txBody>
          <a:bodyPr lIns="72000" tIns="72000" r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dirty="0"/>
              <a:t>Click to edit Master text styles</a:t>
            </a:r>
          </a:p>
        </p:txBody>
      </p:sp>
      <p:sp>
        <p:nvSpPr>
          <p:cNvPr id="11" name="Text Placeholder 9">
            <a:extLst>
              <a:ext uri="{FF2B5EF4-FFF2-40B4-BE49-F238E27FC236}">
                <a16:creationId xmlns:a16="http://schemas.microsoft.com/office/drawing/2014/main" id="{24ACC3BC-20DE-427C-B9BF-032A57363F7A}"/>
              </a:ext>
            </a:extLst>
          </p:cNvPr>
          <p:cNvSpPr>
            <a:spLocks noGrp="1"/>
          </p:cNvSpPr>
          <p:nvPr>
            <p:ph type="body" sz="quarter" idx="11"/>
          </p:nvPr>
        </p:nvSpPr>
        <p:spPr>
          <a:xfrm>
            <a:off x="4441587" y="1179513"/>
            <a:ext cx="3302806" cy="252000"/>
          </a:xfrm>
        </p:spPr>
        <p:txBody>
          <a:bodyPr lIns="72000" tIns="72000" r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12" name="Text Placeholder 9">
            <a:extLst>
              <a:ext uri="{FF2B5EF4-FFF2-40B4-BE49-F238E27FC236}">
                <a16:creationId xmlns:a16="http://schemas.microsoft.com/office/drawing/2014/main" id="{EE03C645-2516-4A17-B4AE-E486AB2768F1}"/>
              </a:ext>
            </a:extLst>
          </p:cNvPr>
          <p:cNvSpPr>
            <a:spLocks noGrp="1"/>
          </p:cNvSpPr>
          <p:nvPr>
            <p:ph type="body" sz="quarter" idx="12"/>
          </p:nvPr>
        </p:nvSpPr>
        <p:spPr>
          <a:xfrm>
            <a:off x="7887812" y="1179513"/>
            <a:ext cx="3302806" cy="252000"/>
          </a:xfrm>
        </p:spPr>
        <p:txBody>
          <a:bodyPr lIns="72000" tIns="72000" r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13" name="Text Placeholder 9">
            <a:extLst>
              <a:ext uri="{FF2B5EF4-FFF2-40B4-BE49-F238E27FC236}">
                <a16:creationId xmlns:a16="http://schemas.microsoft.com/office/drawing/2014/main" id="{87C17938-C4E7-494E-8AB7-AE97764974A3}"/>
              </a:ext>
            </a:extLst>
          </p:cNvPr>
          <p:cNvSpPr>
            <a:spLocks noGrp="1"/>
          </p:cNvSpPr>
          <p:nvPr>
            <p:ph type="body" sz="quarter" idx="13"/>
          </p:nvPr>
        </p:nvSpPr>
        <p:spPr>
          <a:xfrm>
            <a:off x="995362" y="3581757"/>
            <a:ext cx="3302806" cy="252000"/>
          </a:xfrm>
        </p:spPr>
        <p:txBody>
          <a:bodyPr lIns="72000" tIns="72000" r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14" name="Text Placeholder 9">
            <a:extLst>
              <a:ext uri="{FF2B5EF4-FFF2-40B4-BE49-F238E27FC236}">
                <a16:creationId xmlns:a16="http://schemas.microsoft.com/office/drawing/2014/main" id="{4CD4E557-7DAB-44A2-95F3-6B7974AD29BB}"/>
              </a:ext>
            </a:extLst>
          </p:cNvPr>
          <p:cNvSpPr>
            <a:spLocks noGrp="1"/>
          </p:cNvSpPr>
          <p:nvPr>
            <p:ph type="body" sz="quarter" idx="14"/>
          </p:nvPr>
        </p:nvSpPr>
        <p:spPr>
          <a:xfrm>
            <a:off x="4441587" y="3581757"/>
            <a:ext cx="3302806" cy="252000"/>
          </a:xfrm>
        </p:spPr>
        <p:txBody>
          <a:bodyPr lIns="72000" tIns="72000" r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dirty="0"/>
              <a:t>Click to edit Master text styles</a:t>
            </a:r>
          </a:p>
        </p:txBody>
      </p:sp>
      <p:sp>
        <p:nvSpPr>
          <p:cNvPr id="15" name="Text Placeholder 9">
            <a:extLst>
              <a:ext uri="{FF2B5EF4-FFF2-40B4-BE49-F238E27FC236}">
                <a16:creationId xmlns:a16="http://schemas.microsoft.com/office/drawing/2014/main" id="{AD3F5046-8C4B-4A2F-901C-85186E69AC7E}"/>
              </a:ext>
            </a:extLst>
          </p:cNvPr>
          <p:cNvSpPr>
            <a:spLocks noGrp="1"/>
          </p:cNvSpPr>
          <p:nvPr>
            <p:ph type="body" sz="quarter" idx="15"/>
          </p:nvPr>
        </p:nvSpPr>
        <p:spPr>
          <a:xfrm>
            <a:off x="7887812" y="3581757"/>
            <a:ext cx="3302806" cy="252000"/>
          </a:xfrm>
        </p:spPr>
        <p:txBody>
          <a:bodyPr lIns="72000" tIns="72000" r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16" name="Isosceles Triangle 15">
            <a:extLst>
              <a:ext uri="{FF2B5EF4-FFF2-40B4-BE49-F238E27FC236}">
                <a16:creationId xmlns:a16="http://schemas.microsoft.com/office/drawing/2014/main" id="{14F9A958-4F28-4EC5-A2F6-A42C21183362}"/>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17" name="Isosceles Triangle 16">
            <a:extLst>
              <a:ext uri="{FF2B5EF4-FFF2-40B4-BE49-F238E27FC236}">
                <a16:creationId xmlns:a16="http://schemas.microsoft.com/office/drawing/2014/main" id="{DBE7F350-8A42-427F-B150-D231525909C0}"/>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18" name="Oval 17">
            <a:hlinkClick r:id="" action="ppaction://hlinkshowjump?jump=nextslide"/>
            <a:extLst>
              <a:ext uri="{FF2B5EF4-FFF2-40B4-BE49-F238E27FC236}">
                <a16:creationId xmlns:a16="http://schemas.microsoft.com/office/drawing/2014/main" id="{82F458B8-5EF5-4369-87E3-2ECE6CF499E3}"/>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19" name="Oval 18">
            <a:hlinkClick r:id="" action="ppaction://hlinkshowjump?jump=previousslide"/>
            <a:extLst>
              <a:ext uri="{FF2B5EF4-FFF2-40B4-BE49-F238E27FC236}">
                <a16:creationId xmlns:a16="http://schemas.microsoft.com/office/drawing/2014/main" id="{A74718CC-9FDD-4458-B4C3-EC2C8BF55AAC}"/>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20" name="Graphic 19" descr="Home">
            <a:hlinkClick r:id="rId2" action="ppaction://hlinksldjump"/>
            <a:extLst>
              <a:ext uri="{FF2B5EF4-FFF2-40B4-BE49-F238E27FC236}">
                <a16:creationId xmlns:a16="http://schemas.microsoft.com/office/drawing/2014/main" id="{E42C6936-EECB-48FF-8E6E-425B3139D49A}"/>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9" cy="222478"/>
          </a:xfrm>
          <a:prstGeom prst="rect">
            <a:avLst/>
          </a:prstGeom>
        </p:spPr>
      </p:pic>
      <p:sp>
        <p:nvSpPr>
          <p:cNvPr id="3" name="Arrow: U-Turn 2">
            <a:hlinkClick r:id="" action="ppaction://hlinkshowjump?jump=lastslideviewed"/>
            <a:extLst>
              <a:ext uri="{FF2B5EF4-FFF2-40B4-BE49-F238E27FC236}">
                <a16:creationId xmlns:a16="http://schemas.microsoft.com/office/drawing/2014/main" id="{4AA7C942-C965-DA45-5EC3-7EEAEE3B8A68}"/>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26757825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ummary financials_2">
    <p:spTree>
      <p:nvGrpSpPr>
        <p:cNvPr id="1" name=""/>
        <p:cNvGrpSpPr/>
        <p:nvPr/>
      </p:nvGrpSpPr>
      <p:grpSpPr>
        <a:xfrm>
          <a:off x="0" y="0"/>
          <a:ext cx="0" cy="0"/>
          <a:chOff x="0" y="0"/>
          <a:chExt cx="0" cy="0"/>
        </a:xfrm>
      </p:grpSpPr>
      <p:graphicFrame>
        <p:nvGraphicFramePr>
          <p:cNvPr id="24" name="think-cell data - do not delete" hidden="1">
            <a:extLst>
              <a:ext uri="{FF2B5EF4-FFF2-40B4-BE49-F238E27FC236}">
                <a16:creationId xmlns:a16="http://schemas.microsoft.com/office/drawing/2014/main" id="{BD7934DD-9730-E4E4-1115-43719CDBA560}"/>
              </a:ext>
            </a:extLst>
          </p:cNvPr>
          <p:cNvGraphicFramePr>
            <a:graphicFrameLocks noChangeAspect="1"/>
          </p:cNvGraphicFramePr>
          <p:nvPr userDrawn="1">
            <p:custDataLst>
              <p:tags r:id="rId1"/>
            </p:custDataLst>
            <p:extLst>
              <p:ext uri="{D42A27DB-BD31-4B8C-83A1-F6EECF244321}">
                <p14:modId xmlns:p14="http://schemas.microsoft.com/office/powerpoint/2010/main" val="13123986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24" name="think-cell data - do not delete" hidden="1">
                        <a:extLst>
                          <a:ext uri="{FF2B5EF4-FFF2-40B4-BE49-F238E27FC236}">
                            <a16:creationId xmlns:a16="http://schemas.microsoft.com/office/drawing/2014/main" id="{BD7934DD-9730-E4E4-1115-43719CDBA5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Rectangle 9">
            <a:extLst>
              <a:ext uri="{FF2B5EF4-FFF2-40B4-BE49-F238E27FC236}">
                <a16:creationId xmlns:a16="http://schemas.microsoft.com/office/drawing/2014/main" id="{A3AD5964-C38E-DCAF-5426-12F2C790144E}"/>
              </a:ext>
            </a:extLst>
          </p:cNvPr>
          <p:cNvSpPr/>
          <p:nvPr userDrawn="1"/>
        </p:nvSpPr>
        <p:spPr>
          <a:xfrm>
            <a:off x="995361" y="3581757"/>
            <a:ext cx="5036400" cy="2296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11" name="Rectangle 10">
            <a:extLst>
              <a:ext uri="{FF2B5EF4-FFF2-40B4-BE49-F238E27FC236}">
                <a16:creationId xmlns:a16="http://schemas.microsoft.com/office/drawing/2014/main" id="{6843AD62-FDC1-DB66-F24A-186ADF90F3EA}"/>
              </a:ext>
            </a:extLst>
          </p:cNvPr>
          <p:cNvSpPr/>
          <p:nvPr userDrawn="1"/>
        </p:nvSpPr>
        <p:spPr>
          <a:xfrm>
            <a:off x="6159600" y="3581757"/>
            <a:ext cx="5036400" cy="2296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12" name="Rectangle 11">
            <a:extLst>
              <a:ext uri="{FF2B5EF4-FFF2-40B4-BE49-F238E27FC236}">
                <a16:creationId xmlns:a16="http://schemas.microsoft.com/office/drawing/2014/main" id="{630F5641-B79C-A375-77E1-1574FE7C30F5}"/>
              </a:ext>
            </a:extLst>
          </p:cNvPr>
          <p:cNvSpPr/>
          <p:nvPr userDrawn="1"/>
        </p:nvSpPr>
        <p:spPr>
          <a:xfrm>
            <a:off x="995361" y="1179513"/>
            <a:ext cx="5036399" cy="2296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22" name="Rectangle 21">
            <a:extLst>
              <a:ext uri="{FF2B5EF4-FFF2-40B4-BE49-F238E27FC236}">
                <a16:creationId xmlns:a16="http://schemas.microsoft.com/office/drawing/2014/main" id="{C5C441AE-9647-0C22-C1C5-DEFB23102BEF}"/>
              </a:ext>
            </a:extLst>
          </p:cNvPr>
          <p:cNvSpPr/>
          <p:nvPr userDrawn="1"/>
        </p:nvSpPr>
        <p:spPr>
          <a:xfrm>
            <a:off x="6159600" y="1179513"/>
            <a:ext cx="5036400" cy="2296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2" name="Title 1">
            <a:extLst>
              <a:ext uri="{FF2B5EF4-FFF2-40B4-BE49-F238E27FC236}">
                <a16:creationId xmlns:a16="http://schemas.microsoft.com/office/drawing/2014/main" id="{BAFA1982-F1A4-4F5C-8E90-123744B31229}"/>
              </a:ext>
            </a:extLst>
          </p:cNvPr>
          <p:cNvSpPr>
            <a:spLocks noGrp="1"/>
          </p:cNvSpPr>
          <p:nvPr>
            <p:ph type="title"/>
          </p:nvPr>
        </p:nvSpPr>
        <p:spPr/>
        <p:txBody>
          <a:bodyPr vert="horz"/>
          <a:lstStyle/>
          <a:p>
            <a:r>
              <a:rPr lang="en-US"/>
              <a:t>Click to edit Master title style</a:t>
            </a:r>
            <a:endParaRPr lang="fi-FI"/>
          </a:p>
        </p:txBody>
      </p:sp>
      <p:sp>
        <p:nvSpPr>
          <p:cNvPr id="13" name="Text Placeholder 9">
            <a:extLst>
              <a:ext uri="{FF2B5EF4-FFF2-40B4-BE49-F238E27FC236}">
                <a16:creationId xmlns:a16="http://schemas.microsoft.com/office/drawing/2014/main" id="{87C17938-C4E7-494E-8AB7-AE97764974A3}"/>
              </a:ext>
            </a:extLst>
          </p:cNvPr>
          <p:cNvSpPr>
            <a:spLocks noGrp="1"/>
          </p:cNvSpPr>
          <p:nvPr>
            <p:ph type="body" sz="quarter" idx="13"/>
          </p:nvPr>
        </p:nvSpPr>
        <p:spPr>
          <a:xfrm>
            <a:off x="995361" y="3581757"/>
            <a:ext cx="5036398" cy="252000"/>
          </a:xfrm>
        </p:spPr>
        <p:txBody>
          <a:bodyPr lIns="72000" tIns="72000" r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15" name="Text Placeholder 9">
            <a:extLst>
              <a:ext uri="{FF2B5EF4-FFF2-40B4-BE49-F238E27FC236}">
                <a16:creationId xmlns:a16="http://schemas.microsoft.com/office/drawing/2014/main" id="{AD3F5046-8C4B-4A2F-901C-85186E69AC7E}"/>
              </a:ext>
            </a:extLst>
          </p:cNvPr>
          <p:cNvSpPr>
            <a:spLocks noGrp="1"/>
          </p:cNvSpPr>
          <p:nvPr>
            <p:ph type="body" sz="quarter" idx="15"/>
          </p:nvPr>
        </p:nvSpPr>
        <p:spPr>
          <a:xfrm>
            <a:off x="6159600" y="3581757"/>
            <a:ext cx="5027206" cy="252000"/>
          </a:xfrm>
        </p:spPr>
        <p:txBody>
          <a:bodyPr lIns="72000" tIns="72000" r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dirty="0"/>
              <a:t>Click to edit Master text styles</a:t>
            </a:r>
          </a:p>
        </p:txBody>
      </p:sp>
      <p:sp>
        <p:nvSpPr>
          <p:cNvPr id="16" name="Isosceles Triangle 15">
            <a:extLst>
              <a:ext uri="{FF2B5EF4-FFF2-40B4-BE49-F238E27FC236}">
                <a16:creationId xmlns:a16="http://schemas.microsoft.com/office/drawing/2014/main" id="{14F9A958-4F28-4EC5-A2F6-A42C21183362}"/>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17" name="Isosceles Triangle 16">
            <a:extLst>
              <a:ext uri="{FF2B5EF4-FFF2-40B4-BE49-F238E27FC236}">
                <a16:creationId xmlns:a16="http://schemas.microsoft.com/office/drawing/2014/main" id="{DBE7F350-8A42-427F-B150-D231525909C0}"/>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18" name="Oval 17">
            <a:hlinkClick r:id="" action="ppaction://hlinkshowjump?jump=nextslide"/>
            <a:extLst>
              <a:ext uri="{FF2B5EF4-FFF2-40B4-BE49-F238E27FC236}">
                <a16:creationId xmlns:a16="http://schemas.microsoft.com/office/drawing/2014/main" id="{82F458B8-5EF5-4369-87E3-2ECE6CF499E3}"/>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19" name="Oval 18">
            <a:hlinkClick r:id="" action="ppaction://hlinkshowjump?jump=previousslide"/>
            <a:extLst>
              <a:ext uri="{FF2B5EF4-FFF2-40B4-BE49-F238E27FC236}">
                <a16:creationId xmlns:a16="http://schemas.microsoft.com/office/drawing/2014/main" id="{A74718CC-9FDD-4458-B4C3-EC2C8BF55AAC}"/>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20" name="Graphic 19" descr="Home">
            <a:hlinkClick r:id="rId5" action="ppaction://hlinksldjump"/>
            <a:extLst>
              <a:ext uri="{FF2B5EF4-FFF2-40B4-BE49-F238E27FC236}">
                <a16:creationId xmlns:a16="http://schemas.microsoft.com/office/drawing/2014/main" id="{E42C6936-EECB-48FF-8E6E-425B3139D49A}"/>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3" name="Text Placeholder 9">
            <a:extLst>
              <a:ext uri="{FF2B5EF4-FFF2-40B4-BE49-F238E27FC236}">
                <a16:creationId xmlns:a16="http://schemas.microsoft.com/office/drawing/2014/main" id="{C2511FB1-1959-A7D6-0557-562A80AAD367}"/>
              </a:ext>
            </a:extLst>
          </p:cNvPr>
          <p:cNvSpPr>
            <a:spLocks noGrp="1"/>
          </p:cNvSpPr>
          <p:nvPr>
            <p:ph type="body" sz="quarter" idx="10"/>
          </p:nvPr>
        </p:nvSpPr>
        <p:spPr>
          <a:xfrm>
            <a:off x="995362" y="1179513"/>
            <a:ext cx="5036398" cy="252000"/>
          </a:xfrm>
        </p:spPr>
        <p:txBody>
          <a:bodyPr lIns="72000" tIns="72000" r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14" name="Text Placeholder 9">
            <a:extLst>
              <a:ext uri="{FF2B5EF4-FFF2-40B4-BE49-F238E27FC236}">
                <a16:creationId xmlns:a16="http://schemas.microsoft.com/office/drawing/2014/main" id="{3A803601-D97D-4AC7-5D9D-968D18594BA8}"/>
              </a:ext>
            </a:extLst>
          </p:cNvPr>
          <p:cNvSpPr>
            <a:spLocks noGrp="1"/>
          </p:cNvSpPr>
          <p:nvPr>
            <p:ph type="body" sz="quarter" idx="12"/>
          </p:nvPr>
        </p:nvSpPr>
        <p:spPr>
          <a:xfrm>
            <a:off x="6159600" y="1179513"/>
            <a:ext cx="5036398" cy="252000"/>
          </a:xfrm>
        </p:spPr>
        <p:txBody>
          <a:bodyPr lIns="72000" tIns="72000" r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4" name="Arrow: U-Turn 3">
            <a:hlinkClick r:id="" action="ppaction://hlinkshowjump?jump=lastslideviewed"/>
            <a:extLst>
              <a:ext uri="{FF2B5EF4-FFF2-40B4-BE49-F238E27FC236}">
                <a16:creationId xmlns:a16="http://schemas.microsoft.com/office/drawing/2014/main" id="{B653C3B0-C687-7837-31B4-60090988D674}"/>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35861379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mmary financials_3">
    <p:spTree>
      <p:nvGrpSpPr>
        <p:cNvPr id="1" name=""/>
        <p:cNvGrpSpPr/>
        <p:nvPr/>
      </p:nvGrpSpPr>
      <p:grpSpPr>
        <a:xfrm>
          <a:off x="0" y="0"/>
          <a:ext cx="0" cy="0"/>
          <a:chOff x="0" y="0"/>
          <a:chExt cx="0" cy="0"/>
        </a:xfrm>
      </p:grpSpPr>
      <p:graphicFrame>
        <p:nvGraphicFramePr>
          <p:cNvPr id="24" name="think-cell data - do not delete" hidden="1">
            <a:extLst>
              <a:ext uri="{FF2B5EF4-FFF2-40B4-BE49-F238E27FC236}">
                <a16:creationId xmlns:a16="http://schemas.microsoft.com/office/drawing/2014/main" id="{BD7934DD-9730-E4E4-1115-43719CDBA560}"/>
              </a:ext>
            </a:extLst>
          </p:cNvPr>
          <p:cNvGraphicFramePr>
            <a:graphicFrameLocks noChangeAspect="1"/>
          </p:cNvGraphicFramePr>
          <p:nvPr userDrawn="1">
            <p:custDataLst>
              <p:tags r:id="rId1"/>
            </p:custDataLst>
            <p:extLst>
              <p:ext uri="{D42A27DB-BD31-4B8C-83A1-F6EECF244321}">
                <p14:modId xmlns:p14="http://schemas.microsoft.com/office/powerpoint/2010/main" val="13123986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24" name="think-cell data - do not delete" hidden="1">
                        <a:extLst>
                          <a:ext uri="{FF2B5EF4-FFF2-40B4-BE49-F238E27FC236}">
                            <a16:creationId xmlns:a16="http://schemas.microsoft.com/office/drawing/2014/main" id="{BD7934DD-9730-E4E4-1115-43719CDBA5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Rectangle 9">
            <a:extLst>
              <a:ext uri="{FF2B5EF4-FFF2-40B4-BE49-F238E27FC236}">
                <a16:creationId xmlns:a16="http://schemas.microsoft.com/office/drawing/2014/main" id="{A3AD5964-C38E-DCAF-5426-12F2C790144E}"/>
              </a:ext>
            </a:extLst>
          </p:cNvPr>
          <p:cNvSpPr/>
          <p:nvPr userDrawn="1"/>
        </p:nvSpPr>
        <p:spPr>
          <a:xfrm>
            <a:off x="995361" y="3581757"/>
            <a:ext cx="5036400" cy="2296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11" name="Rectangle 10">
            <a:extLst>
              <a:ext uri="{FF2B5EF4-FFF2-40B4-BE49-F238E27FC236}">
                <a16:creationId xmlns:a16="http://schemas.microsoft.com/office/drawing/2014/main" id="{6843AD62-FDC1-DB66-F24A-186ADF90F3EA}"/>
              </a:ext>
            </a:extLst>
          </p:cNvPr>
          <p:cNvSpPr/>
          <p:nvPr userDrawn="1"/>
        </p:nvSpPr>
        <p:spPr>
          <a:xfrm>
            <a:off x="6159600" y="3581757"/>
            <a:ext cx="5036400" cy="2296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12" name="Rectangle 11">
            <a:extLst>
              <a:ext uri="{FF2B5EF4-FFF2-40B4-BE49-F238E27FC236}">
                <a16:creationId xmlns:a16="http://schemas.microsoft.com/office/drawing/2014/main" id="{630F5641-B79C-A375-77E1-1574FE7C30F5}"/>
              </a:ext>
            </a:extLst>
          </p:cNvPr>
          <p:cNvSpPr/>
          <p:nvPr userDrawn="1"/>
        </p:nvSpPr>
        <p:spPr>
          <a:xfrm>
            <a:off x="995362" y="1179513"/>
            <a:ext cx="3312000" cy="2296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21" name="Rectangle 20">
            <a:extLst>
              <a:ext uri="{FF2B5EF4-FFF2-40B4-BE49-F238E27FC236}">
                <a16:creationId xmlns:a16="http://schemas.microsoft.com/office/drawing/2014/main" id="{DDC08DBA-B2A6-9A21-220E-43F5CAE3D8AE}"/>
              </a:ext>
            </a:extLst>
          </p:cNvPr>
          <p:cNvSpPr/>
          <p:nvPr userDrawn="1"/>
        </p:nvSpPr>
        <p:spPr>
          <a:xfrm>
            <a:off x="4441587" y="1179513"/>
            <a:ext cx="3312000" cy="2296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22" name="Rectangle 21">
            <a:extLst>
              <a:ext uri="{FF2B5EF4-FFF2-40B4-BE49-F238E27FC236}">
                <a16:creationId xmlns:a16="http://schemas.microsoft.com/office/drawing/2014/main" id="{C5C441AE-9647-0C22-C1C5-DEFB23102BEF}"/>
              </a:ext>
            </a:extLst>
          </p:cNvPr>
          <p:cNvSpPr/>
          <p:nvPr userDrawn="1"/>
        </p:nvSpPr>
        <p:spPr>
          <a:xfrm>
            <a:off x="7887812" y="1179513"/>
            <a:ext cx="3312000" cy="2296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2" name="Title 1">
            <a:extLst>
              <a:ext uri="{FF2B5EF4-FFF2-40B4-BE49-F238E27FC236}">
                <a16:creationId xmlns:a16="http://schemas.microsoft.com/office/drawing/2014/main" id="{BAFA1982-F1A4-4F5C-8E90-123744B31229}"/>
              </a:ext>
            </a:extLst>
          </p:cNvPr>
          <p:cNvSpPr>
            <a:spLocks noGrp="1"/>
          </p:cNvSpPr>
          <p:nvPr>
            <p:ph type="title"/>
          </p:nvPr>
        </p:nvSpPr>
        <p:spPr/>
        <p:txBody>
          <a:bodyPr vert="horz"/>
          <a:lstStyle/>
          <a:p>
            <a:r>
              <a:rPr lang="en-US"/>
              <a:t>Click to edit Master title style</a:t>
            </a:r>
            <a:endParaRPr lang="fi-FI"/>
          </a:p>
        </p:txBody>
      </p:sp>
      <p:sp>
        <p:nvSpPr>
          <p:cNvPr id="13" name="Text Placeholder 9">
            <a:extLst>
              <a:ext uri="{FF2B5EF4-FFF2-40B4-BE49-F238E27FC236}">
                <a16:creationId xmlns:a16="http://schemas.microsoft.com/office/drawing/2014/main" id="{87C17938-C4E7-494E-8AB7-AE97764974A3}"/>
              </a:ext>
            </a:extLst>
          </p:cNvPr>
          <p:cNvSpPr>
            <a:spLocks noGrp="1"/>
          </p:cNvSpPr>
          <p:nvPr>
            <p:ph type="body" sz="quarter" idx="13"/>
          </p:nvPr>
        </p:nvSpPr>
        <p:spPr>
          <a:xfrm>
            <a:off x="995361" y="3581757"/>
            <a:ext cx="5036400" cy="252000"/>
          </a:xfrm>
        </p:spPr>
        <p:txBody>
          <a:bodyPr lIns="72000" tIns="72000" r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dirty="0"/>
              <a:t>Click to edit Master text styles</a:t>
            </a:r>
          </a:p>
        </p:txBody>
      </p:sp>
      <p:sp>
        <p:nvSpPr>
          <p:cNvPr id="15" name="Text Placeholder 9">
            <a:extLst>
              <a:ext uri="{FF2B5EF4-FFF2-40B4-BE49-F238E27FC236}">
                <a16:creationId xmlns:a16="http://schemas.microsoft.com/office/drawing/2014/main" id="{AD3F5046-8C4B-4A2F-901C-85186E69AC7E}"/>
              </a:ext>
            </a:extLst>
          </p:cNvPr>
          <p:cNvSpPr>
            <a:spLocks noGrp="1"/>
          </p:cNvSpPr>
          <p:nvPr>
            <p:ph type="body" sz="quarter" idx="15"/>
          </p:nvPr>
        </p:nvSpPr>
        <p:spPr>
          <a:xfrm>
            <a:off x="6159600" y="3581757"/>
            <a:ext cx="5036400" cy="252000"/>
          </a:xfrm>
        </p:spPr>
        <p:txBody>
          <a:bodyPr lIns="72000" tIns="72000" r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16" name="Isosceles Triangle 15">
            <a:extLst>
              <a:ext uri="{FF2B5EF4-FFF2-40B4-BE49-F238E27FC236}">
                <a16:creationId xmlns:a16="http://schemas.microsoft.com/office/drawing/2014/main" id="{14F9A958-4F28-4EC5-A2F6-A42C21183362}"/>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17" name="Isosceles Triangle 16">
            <a:extLst>
              <a:ext uri="{FF2B5EF4-FFF2-40B4-BE49-F238E27FC236}">
                <a16:creationId xmlns:a16="http://schemas.microsoft.com/office/drawing/2014/main" id="{DBE7F350-8A42-427F-B150-D231525909C0}"/>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18" name="Oval 17">
            <a:hlinkClick r:id="" action="ppaction://hlinkshowjump?jump=nextslide"/>
            <a:extLst>
              <a:ext uri="{FF2B5EF4-FFF2-40B4-BE49-F238E27FC236}">
                <a16:creationId xmlns:a16="http://schemas.microsoft.com/office/drawing/2014/main" id="{82F458B8-5EF5-4369-87E3-2ECE6CF499E3}"/>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19" name="Oval 18">
            <a:hlinkClick r:id="" action="ppaction://hlinkshowjump?jump=previousslide"/>
            <a:extLst>
              <a:ext uri="{FF2B5EF4-FFF2-40B4-BE49-F238E27FC236}">
                <a16:creationId xmlns:a16="http://schemas.microsoft.com/office/drawing/2014/main" id="{A74718CC-9FDD-4458-B4C3-EC2C8BF55AAC}"/>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20" name="Graphic 19" descr="Home">
            <a:hlinkClick r:id="rId5" action="ppaction://hlinksldjump"/>
            <a:extLst>
              <a:ext uri="{FF2B5EF4-FFF2-40B4-BE49-F238E27FC236}">
                <a16:creationId xmlns:a16="http://schemas.microsoft.com/office/drawing/2014/main" id="{E42C6936-EECB-48FF-8E6E-425B3139D49A}"/>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3" name="Text Placeholder 9">
            <a:extLst>
              <a:ext uri="{FF2B5EF4-FFF2-40B4-BE49-F238E27FC236}">
                <a16:creationId xmlns:a16="http://schemas.microsoft.com/office/drawing/2014/main" id="{C2511FB1-1959-A7D6-0557-562A80AAD367}"/>
              </a:ext>
            </a:extLst>
          </p:cNvPr>
          <p:cNvSpPr>
            <a:spLocks noGrp="1"/>
          </p:cNvSpPr>
          <p:nvPr>
            <p:ph type="body" sz="quarter" idx="10"/>
          </p:nvPr>
        </p:nvSpPr>
        <p:spPr>
          <a:xfrm>
            <a:off x="995362" y="1179513"/>
            <a:ext cx="3302806" cy="252000"/>
          </a:xfrm>
        </p:spPr>
        <p:txBody>
          <a:bodyPr lIns="72000" tIns="72000" r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dirty="0"/>
              <a:t>Click to edit Master text styles</a:t>
            </a:r>
          </a:p>
        </p:txBody>
      </p:sp>
      <p:sp>
        <p:nvSpPr>
          <p:cNvPr id="7" name="Text Placeholder 9">
            <a:extLst>
              <a:ext uri="{FF2B5EF4-FFF2-40B4-BE49-F238E27FC236}">
                <a16:creationId xmlns:a16="http://schemas.microsoft.com/office/drawing/2014/main" id="{411B895E-657E-464C-4FBF-4A939576243B}"/>
              </a:ext>
            </a:extLst>
          </p:cNvPr>
          <p:cNvSpPr>
            <a:spLocks noGrp="1"/>
          </p:cNvSpPr>
          <p:nvPr>
            <p:ph type="body" sz="quarter" idx="11"/>
          </p:nvPr>
        </p:nvSpPr>
        <p:spPr>
          <a:xfrm>
            <a:off x="4441587" y="1179513"/>
            <a:ext cx="3302806" cy="252000"/>
          </a:xfrm>
        </p:spPr>
        <p:txBody>
          <a:bodyPr lIns="72000" tIns="72000" r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dirty="0"/>
              <a:t>Click to edit Master text styles</a:t>
            </a:r>
          </a:p>
        </p:txBody>
      </p:sp>
      <p:sp>
        <p:nvSpPr>
          <p:cNvPr id="14" name="Text Placeholder 9">
            <a:extLst>
              <a:ext uri="{FF2B5EF4-FFF2-40B4-BE49-F238E27FC236}">
                <a16:creationId xmlns:a16="http://schemas.microsoft.com/office/drawing/2014/main" id="{3A803601-D97D-4AC7-5D9D-968D18594BA8}"/>
              </a:ext>
            </a:extLst>
          </p:cNvPr>
          <p:cNvSpPr>
            <a:spLocks noGrp="1"/>
          </p:cNvSpPr>
          <p:nvPr>
            <p:ph type="body" sz="quarter" idx="12"/>
          </p:nvPr>
        </p:nvSpPr>
        <p:spPr>
          <a:xfrm>
            <a:off x="7887812" y="1179513"/>
            <a:ext cx="3302806" cy="252000"/>
          </a:xfrm>
        </p:spPr>
        <p:txBody>
          <a:bodyPr lIns="72000" tIns="72000" rIns="72000"/>
          <a:lstStyle>
            <a:lvl1pPr marL="0" algn="l" defTabSz="914377" rtl="0" eaLnBrk="1" latinLnBrk="0" hangingPunct="1">
              <a:defRPr lang="en-US" sz="1000" b="1" kern="1200" dirty="0" smtClean="0">
                <a:solidFill>
                  <a:schemeClr val="accent1"/>
                </a:solidFill>
                <a:latin typeface="+mn-lt"/>
                <a:ea typeface="+mn-ea"/>
                <a:cs typeface="+mn-cs"/>
              </a:defRPr>
            </a:lvl1pPr>
            <a:lvl2pPr marL="0" algn="l" defTabSz="914377" rtl="0" eaLnBrk="1" latinLnBrk="0" hangingPunct="1">
              <a:defRPr lang="en-US" sz="1400" b="1" kern="1200" dirty="0" smtClean="0">
                <a:solidFill>
                  <a:schemeClr val="accent1"/>
                </a:solidFill>
                <a:latin typeface="+mn-lt"/>
                <a:ea typeface="+mn-ea"/>
                <a:cs typeface="+mn-cs"/>
              </a:defRPr>
            </a:lvl2pPr>
            <a:lvl3pPr marL="0" algn="l" defTabSz="914377" rtl="0" eaLnBrk="1" latinLnBrk="0" hangingPunct="1">
              <a:defRPr lang="en-US" sz="1400" b="1" kern="1200" dirty="0" smtClean="0">
                <a:solidFill>
                  <a:schemeClr val="accent1"/>
                </a:solidFill>
                <a:latin typeface="+mn-lt"/>
                <a:ea typeface="+mn-ea"/>
                <a:cs typeface="+mn-cs"/>
              </a:defRPr>
            </a:lvl3pPr>
            <a:lvl4pPr marL="0" algn="l" defTabSz="914377" rtl="0" eaLnBrk="1" latinLnBrk="0" hangingPunct="1">
              <a:defRPr lang="en-US" sz="1400" b="1" kern="1200" dirty="0" smtClean="0">
                <a:solidFill>
                  <a:schemeClr val="accent1"/>
                </a:solidFill>
                <a:latin typeface="+mn-lt"/>
                <a:ea typeface="+mn-ea"/>
                <a:cs typeface="+mn-cs"/>
              </a:defRPr>
            </a:lvl4pPr>
            <a:lvl5pPr marL="0" algn="l" defTabSz="914377" rtl="0" eaLnBrk="1" latinLnBrk="0" hangingPunct="1">
              <a:defRPr lang="fi-FI" sz="1400" b="1" kern="1200" dirty="0">
                <a:solidFill>
                  <a:schemeClr val="accent1"/>
                </a:solidFill>
                <a:latin typeface="+mn-lt"/>
                <a:ea typeface="+mn-ea"/>
                <a:cs typeface="+mn-cs"/>
              </a:defRPr>
            </a:lvl5pPr>
          </a:lstStyle>
          <a:p>
            <a:pPr lvl="0"/>
            <a:r>
              <a:rPr lang="en-US"/>
              <a:t>Click to edit Master text styles</a:t>
            </a:r>
          </a:p>
        </p:txBody>
      </p:sp>
      <p:sp>
        <p:nvSpPr>
          <p:cNvPr id="4" name="Arrow: U-Turn 3">
            <a:hlinkClick r:id="" action="ppaction://hlinkshowjump?jump=lastslideviewed"/>
            <a:extLst>
              <a:ext uri="{FF2B5EF4-FFF2-40B4-BE49-F238E27FC236}">
                <a16:creationId xmlns:a16="http://schemas.microsoft.com/office/drawing/2014/main" id="{E7AC7316-A5A4-4963-6C5F-29F201F4B9C5}"/>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9494596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dlines">
    <p:spTree>
      <p:nvGrpSpPr>
        <p:cNvPr id="1" name=""/>
        <p:cNvGrpSpPr/>
        <p:nvPr/>
      </p:nvGrpSpPr>
      <p:grpSpPr>
        <a:xfrm>
          <a:off x="0" y="0"/>
          <a:ext cx="0" cy="0"/>
          <a:chOff x="0" y="0"/>
          <a:chExt cx="0" cy="0"/>
        </a:xfrm>
      </p:grpSpPr>
      <p:graphicFrame>
        <p:nvGraphicFramePr>
          <p:cNvPr id="3" name="Table 12">
            <a:extLst>
              <a:ext uri="{FF2B5EF4-FFF2-40B4-BE49-F238E27FC236}">
                <a16:creationId xmlns:a16="http://schemas.microsoft.com/office/drawing/2014/main" id="{08E9F94A-A73B-431E-81F0-3389598F76C4}"/>
              </a:ext>
            </a:extLst>
          </p:cNvPr>
          <p:cNvGraphicFramePr>
            <a:graphicFrameLocks noGrp="1"/>
          </p:cNvGraphicFramePr>
          <p:nvPr userDrawn="1">
            <p:extLst>
              <p:ext uri="{D42A27DB-BD31-4B8C-83A1-F6EECF244321}">
                <p14:modId xmlns:p14="http://schemas.microsoft.com/office/powerpoint/2010/main" val="2613913491"/>
              </p:ext>
            </p:extLst>
          </p:nvPr>
        </p:nvGraphicFramePr>
        <p:xfrm>
          <a:off x="997200" y="1179513"/>
          <a:ext cx="10201414" cy="601200"/>
        </p:xfrm>
        <a:graphic>
          <a:graphicData uri="http://schemas.openxmlformats.org/drawingml/2006/table">
            <a:tbl>
              <a:tblPr firstRow="1" bandRow="1">
                <a:tableStyleId>{5C22544A-7EE6-4342-B048-85BDC9FD1C3A}</a:tableStyleId>
              </a:tblPr>
              <a:tblGrid>
                <a:gridCol w="4812499">
                  <a:extLst>
                    <a:ext uri="{9D8B030D-6E8A-4147-A177-3AD203B41FA5}">
                      <a16:colId xmlns:a16="http://schemas.microsoft.com/office/drawing/2014/main" val="3484522192"/>
                    </a:ext>
                  </a:extLst>
                </a:gridCol>
                <a:gridCol w="953971">
                  <a:extLst>
                    <a:ext uri="{9D8B030D-6E8A-4147-A177-3AD203B41FA5}">
                      <a16:colId xmlns:a16="http://schemas.microsoft.com/office/drawing/2014/main" val="2898080812"/>
                    </a:ext>
                  </a:extLst>
                </a:gridCol>
                <a:gridCol w="953971">
                  <a:extLst>
                    <a:ext uri="{9D8B030D-6E8A-4147-A177-3AD203B41FA5}">
                      <a16:colId xmlns:a16="http://schemas.microsoft.com/office/drawing/2014/main" val="4060292537"/>
                    </a:ext>
                  </a:extLst>
                </a:gridCol>
                <a:gridCol w="953971">
                  <a:extLst>
                    <a:ext uri="{9D8B030D-6E8A-4147-A177-3AD203B41FA5}">
                      <a16:colId xmlns:a16="http://schemas.microsoft.com/office/drawing/2014/main" val="1277292110"/>
                    </a:ext>
                  </a:extLst>
                </a:gridCol>
                <a:gridCol w="1263501">
                  <a:extLst>
                    <a:ext uri="{9D8B030D-6E8A-4147-A177-3AD203B41FA5}">
                      <a16:colId xmlns:a16="http://schemas.microsoft.com/office/drawing/2014/main" val="4096450474"/>
                    </a:ext>
                  </a:extLst>
                </a:gridCol>
                <a:gridCol w="1263501">
                  <a:extLst>
                    <a:ext uri="{9D8B030D-6E8A-4147-A177-3AD203B41FA5}">
                      <a16:colId xmlns:a16="http://schemas.microsoft.com/office/drawing/2014/main" val="3523288619"/>
                    </a:ext>
                  </a:extLst>
                </a:gridCol>
              </a:tblGrid>
              <a:tr h="0">
                <a:tc rowSpan="2">
                  <a:txBody>
                    <a:bodyPr/>
                    <a:lstStyle/>
                    <a:p>
                      <a:r>
                        <a:rPr lang="en-US" sz="1000" dirty="0"/>
                        <a:t>Topic</a:t>
                      </a:r>
                    </a:p>
                  </a:txBody>
                  <a:tcPr marL="72000" marR="72000" marT="36000" marB="36000" anchor="ctr">
                    <a:lnL w="317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3">
                  <a:txBody>
                    <a:bodyPr/>
                    <a:lstStyle/>
                    <a:p>
                      <a:pPr algn="ctr"/>
                      <a:r>
                        <a:rPr lang="en-US" sz="1000"/>
                        <a:t>Implication</a:t>
                      </a: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2"/>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hMerge="1">
                  <a:txBody>
                    <a:bodyPr/>
                    <a:lstStyle/>
                    <a:p>
                      <a:endParaRPr lang="en-US" sz="1400"/>
                    </a:p>
                  </a:txBody>
                  <a:tcPr marL="54864" marR="54864" marT="54864" marB="54864">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solidFill>
                  </a:tcPr>
                </a:tc>
                <a:tc hMerge="1">
                  <a:txBody>
                    <a:bodyPr/>
                    <a:lstStyle/>
                    <a:p>
                      <a:endParaRPr lang="en-US" sz="1400"/>
                    </a:p>
                  </a:txBody>
                  <a:tcPr marL="54864" marR="54864" marT="54864" marB="54864">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solidFill>
                  </a:tcPr>
                </a:tc>
                <a:tc gridSpan="2">
                  <a:txBody>
                    <a:bodyPr/>
                    <a:lstStyle/>
                    <a:p>
                      <a:pPr algn="ctr"/>
                      <a:r>
                        <a:rPr lang="en-US" sz="1000"/>
                        <a:t>Value impact</a:t>
                      </a:r>
                    </a:p>
                  </a:txBody>
                  <a:tcPr marL="72000" marR="72000" marT="36000" marB="36000" anchor="ctr">
                    <a:lnL w="9525" cap="flat" cmpd="sng" algn="ctr">
                      <a:solidFill>
                        <a:schemeClr val="bg1"/>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hMerge="1">
                  <a:txBody>
                    <a:bodyPr/>
                    <a:lstStyle/>
                    <a:p>
                      <a:endParaRPr lang="en-US" sz="1400"/>
                    </a:p>
                  </a:txBody>
                  <a:tcPr marL="54864" marR="54864" marT="54864" marB="54864">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2599696076"/>
                  </a:ext>
                </a:extLst>
              </a:tr>
              <a:tr h="0">
                <a:tc vMerge="1">
                  <a:txBody>
                    <a:bodyPr/>
                    <a:lstStyle/>
                    <a:p>
                      <a:endParaRPr lang="en-US" sz="1400"/>
                    </a:p>
                  </a:txBody>
                  <a:tcPr marL="54864" marR="54864" marT="54864" marB="54864">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solidFill>
                  </a:tcPr>
                </a:tc>
                <a:tc>
                  <a:txBody>
                    <a:bodyPr/>
                    <a:lstStyle/>
                    <a:p>
                      <a:pPr algn="ctr"/>
                      <a:r>
                        <a:rPr lang="en-US" sz="1000" b="1" dirty="0">
                          <a:solidFill>
                            <a:schemeClr val="bg1"/>
                          </a:solidFill>
                        </a:rPr>
                        <a:t>Valuation</a:t>
                      </a: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000" b="1">
                          <a:solidFill>
                            <a:schemeClr val="bg1"/>
                          </a:solidFill>
                        </a:rPr>
                        <a:t>SPA</a:t>
                      </a: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000" b="1">
                          <a:solidFill>
                            <a:schemeClr val="bg1"/>
                          </a:solidFill>
                        </a:rPr>
                        <a:t>Other</a:t>
                      </a: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000" b="1">
                          <a:solidFill>
                            <a:schemeClr val="bg1"/>
                          </a:solidFill>
                        </a:rPr>
                        <a:t>Impact</a:t>
                      </a: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000" b="1" dirty="0">
                          <a:solidFill>
                            <a:schemeClr val="bg1"/>
                          </a:solidFill>
                        </a:rPr>
                        <a:t>Proposed adjustments</a:t>
                      </a: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66075822"/>
                  </a:ext>
                </a:extLst>
              </a:tr>
            </a:tbl>
          </a:graphicData>
        </a:graphic>
      </p:graphicFrame>
      <p:graphicFrame>
        <p:nvGraphicFramePr>
          <p:cNvPr id="22" name="Object 21" hidden="1">
            <a:extLst>
              <a:ext uri="{FF2B5EF4-FFF2-40B4-BE49-F238E27FC236}">
                <a16:creationId xmlns:a16="http://schemas.microsoft.com/office/drawing/2014/main" id="{FC98976B-C13C-45FB-A9F9-9D4CCFE1027F}"/>
              </a:ext>
            </a:extLst>
          </p:cNvPr>
          <p:cNvGraphicFramePr>
            <a:graphicFrameLocks noChangeAspect="1"/>
          </p:cNvGraphicFramePr>
          <p:nvPr userDrawn="1">
            <p:custDataLst>
              <p:tags r:id="rId1"/>
            </p:custDataLst>
            <p:extLst>
              <p:ext uri="{D42A27DB-BD31-4B8C-83A1-F6EECF244321}">
                <p14:modId xmlns:p14="http://schemas.microsoft.com/office/powerpoint/2010/main" val="1057841941"/>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2" name="Object 21" hidden="1">
                        <a:extLst>
                          <a:ext uri="{FF2B5EF4-FFF2-40B4-BE49-F238E27FC236}">
                            <a16:creationId xmlns:a16="http://schemas.microsoft.com/office/drawing/2014/main" id="{FC98976B-C13C-45FB-A9F9-9D4CCFE1027F}"/>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E578180-BC12-42C5-8E5F-A8957343D3D0}"/>
              </a:ext>
            </a:extLst>
          </p:cNvPr>
          <p:cNvSpPr>
            <a:spLocks noGrp="1"/>
          </p:cNvSpPr>
          <p:nvPr>
            <p:ph type="title"/>
          </p:nvPr>
        </p:nvSpPr>
        <p:spPr/>
        <p:txBody>
          <a:bodyPr vert="horz"/>
          <a:lstStyle/>
          <a:p>
            <a:r>
              <a:rPr lang="en-US"/>
              <a:t>Click to edit Master title style</a:t>
            </a:r>
            <a:endParaRPr lang="fi-FI"/>
          </a:p>
        </p:txBody>
      </p:sp>
      <p:sp>
        <p:nvSpPr>
          <p:cNvPr id="7" name="Text Placeholder 6">
            <a:extLst>
              <a:ext uri="{FF2B5EF4-FFF2-40B4-BE49-F238E27FC236}">
                <a16:creationId xmlns:a16="http://schemas.microsoft.com/office/drawing/2014/main" id="{89ACCD68-19FB-4EAB-B33A-F30E928C6EEE}"/>
              </a:ext>
            </a:extLst>
          </p:cNvPr>
          <p:cNvSpPr>
            <a:spLocks noGrp="1"/>
          </p:cNvSpPr>
          <p:nvPr>
            <p:ph type="body" sz="quarter" idx="10" hasCustomPrompt="1"/>
          </p:nvPr>
        </p:nvSpPr>
        <p:spPr>
          <a:xfrm>
            <a:off x="8721311" y="2085578"/>
            <a:ext cx="1176068" cy="474902"/>
          </a:xfrm>
        </p:spPr>
        <p:txBody>
          <a:bodyPr tIns="0" bIns="72000" anchor="ctr"/>
          <a:lstStyle>
            <a:lvl1pPr algn="ctr">
              <a:defRPr lang="en-US" sz="20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a:t>EBITDA/cash</a:t>
            </a:r>
            <a:endParaRPr lang="fi-FI"/>
          </a:p>
        </p:txBody>
      </p:sp>
      <p:sp>
        <p:nvSpPr>
          <p:cNvPr id="8" name="Text Placeholder 6">
            <a:extLst>
              <a:ext uri="{FF2B5EF4-FFF2-40B4-BE49-F238E27FC236}">
                <a16:creationId xmlns:a16="http://schemas.microsoft.com/office/drawing/2014/main" id="{A1B65DC5-EFFD-454B-A441-3C65BB9D1E1C}"/>
              </a:ext>
            </a:extLst>
          </p:cNvPr>
          <p:cNvSpPr>
            <a:spLocks noGrp="1"/>
          </p:cNvSpPr>
          <p:nvPr>
            <p:ph type="body" sz="quarter" idx="11" hasCustomPrompt="1"/>
          </p:nvPr>
        </p:nvSpPr>
        <p:spPr>
          <a:xfrm>
            <a:off x="8721311" y="3289752"/>
            <a:ext cx="1176068" cy="474902"/>
          </a:xfrm>
        </p:spPr>
        <p:txBody>
          <a:bodyPr tIns="0" bIns="72000" anchor="ctr"/>
          <a:lstStyle>
            <a:lvl1pPr algn="ctr">
              <a:defRPr lang="en-US" sz="20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a:t>EBITDA/cash</a:t>
            </a:r>
            <a:endParaRPr lang="fi-FI"/>
          </a:p>
        </p:txBody>
      </p:sp>
      <p:sp>
        <p:nvSpPr>
          <p:cNvPr id="9" name="Text Placeholder 6">
            <a:extLst>
              <a:ext uri="{FF2B5EF4-FFF2-40B4-BE49-F238E27FC236}">
                <a16:creationId xmlns:a16="http://schemas.microsoft.com/office/drawing/2014/main" id="{3E7D4F57-0A45-4D59-B0BA-C057887627B1}"/>
              </a:ext>
            </a:extLst>
          </p:cNvPr>
          <p:cNvSpPr>
            <a:spLocks noGrp="1"/>
          </p:cNvSpPr>
          <p:nvPr>
            <p:ph type="body" sz="quarter" idx="12" hasCustomPrompt="1"/>
          </p:nvPr>
        </p:nvSpPr>
        <p:spPr>
          <a:xfrm>
            <a:off x="8721311" y="4512609"/>
            <a:ext cx="1176068" cy="474902"/>
          </a:xfrm>
        </p:spPr>
        <p:txBody>
          <a:bodyPr tIns="0" bIns="72000" anchor="ctr"/>
          <a:lstStyle>
            <a:lvl1pPr algn="ctr">
              <a:defRPr lang="en-US" sz="20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a:t>EBITDA/cash</a:t>
            </a:r>
            <a:endParaRPr lang="fi-FI"/>
          </a:p>
        </p:txBody>
      </p:sp>
      <p:sp>
        <p:nvSpPr>
          <p:cNvPr id="10" name="Text Placeholder 6">
            <a:extLst>
              <a:ext uri="{FF2B5EF4-FFF2-40B4-BE49-F238E27FC236}">
                <a16:creationId xmlns:a16="http://schemas.microsoft.com/office/drawing/2014/main" id="{FF65A6F2-43C1-4C4E-8DFD-6A751704BF30}"/>
              </a:ext>
            </a:extLst>
          </p:cNvPr>
          <p:cNvSpPr>
            <a:spLocks noGrp="1"/>
          </p:cNvSpPr>
          <p:nvPr>
            <p:ph type="body" sz="quarter" idx="13" hasCustomPrompt="1"/>
          </p:nvPr>
        </p:nvSpPr>
        <p:spPr>
          <a:xfrm>
            <a:off x="9979789" y="2085578"/>
            <a:ext cx="1176068" cy="474902"/>
          </a:xfrm>
        </p:spPr>
        <p:txBody>
          <a:bodyPr tIns="0" bIns="72000" anchor="ctr"/>
          <a:lstStyle>
            <a:lvl1pPr algn="ctr">
              <a:defRPr lang="en-US" sz="20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a:t>$</a:t>
            </a:r>
            <a:r>
              <a:rPr lang="en-US" err="1"/>
              <a:t>x.xm</a:t>
            </a:r>
            <a:endParaRPr lang="fi-FI"/>
          </a:p>
        </p:txBody>
      </p:sp>
      <p:sp>
        <p:nvSpPr>
          <p:cNvPr id="11" name="Text Placeholder 6">
            <a:extLst>
              <a:ext uri="{FF2B5EF4-FFF2-40B4-BE49-F238E27FC236}">
                <a16:creationId xmlns:a16="http://schemas.microsoft.com/office/drawing/2014/main" id="{F3083AC8-DA9F-47BF-8B60-74EB5A2AA03E}"/>
              </a:ext>
            </a:extLst>
          </p:cNvPr>
          <p:cNvSpPr>
            <a:spLocks noGrp="1"/>
          </p:cNvSpPr>
          <p:nvPr>
            <p:ph type="body" sz="quarter" idx="14" hasCustomPrompt="1"/>
          </p:nvPr>
        </p:nvSpPr>
        <p:spPr>
          <a:xfrm>
            <a:off x="9979789" y="3289752"/>
            <a:ext cx="1176068" cy="474902"/>
          </a:xfrm>
        </p:spPr>
        <p:txBody>
          <a:bodyPr tIns="0" bIns="72000" anchor="ctr"/>
          <a:lstStyle>
            <a:lvl1pPr algn="ctr">
              <a:defRPr lang="en-US" sz="20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a:t>$</a:t>
            </a:r>
            <a:r>
              <a:rPr lang="en-US" err="1"/>
              <a:t>x.xm</a:t>
            </a:r>
            <a:endParaRPr lang="fi-FI"/>
          </a:p>
        </p:txBody>
      </p:sp>
      <p:sp>
        <p:nvSpPr>
          <p:cNvPr id="12" name="Text Placeholder 6">
            <a:extLst>
              <a:ext uri="{FF2B5EF4-FFF2-40B4-BE49-F238E27FC236}">
                <a16:creationId xmlns:a16="http://schemas.microsoft.com/office/drawing/2014/main" id="{ABDF267A-E8A4-44D2-A045-E6466541A5A1}"/>
              </a:ext>
            </a:extLst>
          </p:cNvPr>
          <p:cNvSpPr>
            <a:spLocks noGrp="1"/>
          </p:cNvSpPr>
          <p:nvPr>
            <p:ph type="body" sz="quarter" idx="15" hasCustomPrompt="1"/>
          </p:nvPr>
        </p:nvSpPr>
        <p:spPr>
          <a:xfrm>
            <a:off x="9979789" y="4512609"/>
            <a:ext cx="1176068" cy="474902"/>
          </a:xfrm>
        </p:spPr>
        <p:txBody>
          <a:bodyPr tIns="0" bIns="72000" anchor="ctr"/>
          <a:lstStyle>
            <a:lvl1pPr algn="ctr">
              <a:defRPr lang="en-US" sz="20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dirty="0"/>
              <a:t>$</a:t>
            </a:r>
            <a:r>
              <a:rPr lang="en-US" dirty="0" err="1"/>
              <a:t>x.xm</a:t>
            </a:r>
            <a:endParaRPr lang="fi-FI" dirty="0"/>
          </a:p>
        </p:txBody>
      </p:sp>
      <p:sp>
        <p:nvSpPr>
          <p:cNvPr id="14" name="Text Placeholder 13">
            <a:extLst>
              <a:ext uri="{FF2B5EF4-FFF2-40B4-BE49-F238E27FC236}">
                <a16:creationId xmlns:a16="http://schemas.microsoft.com/office/drawing/2014/main" id="{FFFC3C6D-1C13-4C08-AB8A-EFDF74F57601}"/>
              </a:ext>
            </a:extLst>
          </p:cNvPr>
          <p:cNvSpPr>
            <a:spLocks noGrp="1"/>
          </p:cNvSpPr>
          <p:nvPr>
            <p:ph type="body" sz="quarter" idx="16" hasCustomPrompt="1"/>
          </p:nvPr>
        </p:nvSpPr>
        <p:spPr>
          <a:xfrm>
            <a:off x="997200" y="1822250"/>
            <a:ext cx="4788000" cy="252000"/>
          </a:xfrm>
        </p:spPr>
        <p:txBody>
          <a:bodyPr lIns="72000" tIns="0" anchor="ctr"/>
          <a:lstStyle>
            <a:lvl1pPr>
              <a:defRPr sz="1000" b="1">
                <a:solidFill>
                  <a:schemeClr val="tx2"/>
                </a:solidFill>
              </a:defRPr>
            </a:lvl1pPr>
          </a:lstStyle>
          <a:p>
            <a:pPr lvl="0"/>
            <a:r>
              <a:rPr lang="en-US" dirty="0"/>
              <a:t>Heading (e.g., Quality of earnings)</a:t>
            </a:r>
          </a:p>
        </p:txBody>
      </p:sp>
      <p:sp>
        <p:nvSpPr>
          <p:cNvPr id="15" name="Text Placeholder 13">
            <a:extLst>
              <a:ext uri="{FF2B5EF4-FFF2-40B4-BE49-F238E27FC236}">
                <a16:creationId xmlns:a16="http://schemas.microsoft.com/office/drawing/2014/main" id="{B1BB035C-F206-4EC3-A0EF-1D5F53542B6D}"/>
              </a:ext>
            </a:extLst>
          </p:cNvPr>
          <p:cNvSpPr>
            <a:spLocks noGrp="1"/>
          </p:cNvSpPr>
          <p:nvPr>
            <p:ph type="body" sz="quarter" idx="17" hasCustomPrompt="1"/>
          </p:nvPr>
        </p:nvSpPr>
        <p:spPr>
          <a:xfrm>
            <a:off x="997200" y="3030395"/>
            <a:ext cx="4788000" cy="252000"/>
          </a:xfrm>
        </p:spPr>
        <p:txBody>
          <a:bodyPr lIns="72000" tIns="0" anchor="ctr"/>
          <a:lstStyle>
            <a:lvl1pPr>
              <a:defRPr sz="1000" b="1">
                <a:solidFill>
                  <a:schemeClr val="tx2"/>
                </a:solidFill>
              </a:defRPr>
            </a:lvl1pPr>
          </a:lstStyle>
          <a:p>
            <a:pPr lvl="0"/>
            <a:r>
              <a:rPr lang="en-US" dirty="0"/>
              <a:t>Heading (e.g., Quality of earnings)</a:t>
            </a:r>
          </a:p>
        </p:txBody>
      </p:sp>
      <p:sp>
        <p:nvSpPr>
          <p:cNvPr id="16" name="Text Placeholder 13">
            <a:extLst>
              <a:ext uri="{FF2B5EF4-FFF2-40B4-BE49-F238E27FC236}">
                <a16:creationId xmlns:a16="http://schemas.microsoft.com/office/drawing/2014/main" id="{ADD007F0-29A6-426E-AE41-E741A812C9AA}"/>
              </a:ext>
            </a:extLst>
          </p:cNvPr>
          <p:cNvSpPr>
            <a:spLocks noGrp="1"/>
          </p:cNvSpPr>
          <p:nvPr>
            <p:ph type="body" sz="quarter" idx="18" hasCustomPrompt="1"/>
          </p:nvPr>
        </p:nvSpPr>
        <p:spPr>
          <a:xfrm>
            <a:off x="997200" y="4238540"/>
            <a:ext cx="4788000" cy="252000"/>
          </a:xfrm>
        </p:spPr>
        <p:txBody>
          <a:bodyPr lIns="72000" tIns="0" anchor="ctr"/>
          <a:lstStyle>
            <a:lvl1pPr>
              <a:defRPr sz="1000" b="1">
                <a:solidFill>
                  <a:schemeClr val="tx2"/>
                </a:solidFill>
              </a:defRPr>
            </a:lvl1pPr>
          </a:lstStyle>
          <a:p>
            <a:pPr lvl="0"/>
            <a:r>
              <a:rPr lang="en-US"/>
              <a:t>Heading (e.g., Quality of earnings)</a:t>
            </a:r>
          </a:p>
        </p:txBody>
      </p:sp>
      <p:sp>
        <p:nvSpPr>
          <p:cNvPr id="19" name="Text Placeholder 17">
            <a:extLst>
              <a:ext uri="{FF2B5EF4-FFF2-40B4-BE49-F238E27FC236}">
                <a16:creationId xmlns:a16="http://schemas.microsoft.com/office/drawing/2014/main" id="{F4214369-B5D2-4C51-B0BE-C4855E273A76}"/>
              </a:ext>
            </a:extLst>
          </p:cNvPr>
          <p:cNvSpPr>
            <a:spLocks noGrp="1"/>
          </p:cNvSpPr>
          <p:nvPr>
            <p:ph type="body" sz="quarter" idx="20" hasCustomPrompt="1"/>
          </p:nvPr>
        </p:nvSpPr>
        <p:spPr>
          <a:xfrm>
            <a:off x="997200" y="3299178"/>
            <a:ext cx="4788000" cy="828000"/>
          </a:xfrm>
        </p:spPr>
        <p:txBody>
          <a:bodyPr lIns="72000" tIns="36000"/>
          <a:lstStyle>
            <a:lvl2pPr>
              <a:defRPr sz="1000" b="0">
                <a:solidFill>
                  <a:schemeClr val="tx1"/>
                </a:solidFill>
              </a:defRPr>
            </a:lvl2pPr>
            <a:lvl3pPr marL="0" indent="0">
              <a:buNone/>
              <a:defRPr sz="1000"/>
            </a:lvl3pPr>
            <a:lvl4pPr>
              <a:defRPr sz="1000"/>
            </a:lvl4pPr>
            <a:lvl5pPr>
              <a:defRPr sz="1000"/>
            </a:lvl5pPr>
          </a:lstStyle>
          <a:p>
            <a:pPr lvl="1"/>
            <a:r>
              <a:rPr lang="en-US" dirty="0"/>
              <a:t>Summary/key message of the topic</a:t>
            </a:r>
          </a:p>
        </p:txBody>
      </p:sp>
      <p:sp>
        <p:nvSpPr>
          <p:cNvPr id="20" name="Text Placeholder 17">
            <a:extLst>
              <a:ext uri="{FF2B5EF4-FFF2-40B4-BE49-F238E27FC236}">
                <a16:creationId xmlns:a16="http://schemas.microsoft.com/office/drawing/2014/main" id="{56E4C763-57B3-4BFC-94C7-C51DFE58B05A}"/>
              </a:ext>
            </a:extLst>
          </p:cNvPr>
          <p:cNvSpPr>
            <a:spLocks noGrp="1"/>
          </p:cNvSpPr>
          <p:nvPr>
            <p:ph type="body" sz="quarter" idx="21" hasCustomPrompt="1"/>
          </p:nvPr>
        </p:nvSpPr>
        <p:spPr>
          <a:xfrm>
            <a:off x="997200" y="4506406"/>
            <a:ext cx="4788000" cy="828000"/>
          </a:xfrm>
        </p:spPr>
        <p:txBody>
          <a:bodyPr lIns="72000" tIns="36000"/>
          <a:lstStyle>
            <a:lvl2pPr>
              <a:defRPr sz="1000" b="0">
                <a:solidFill>
                  <a:schemeClr val="tx1"/>
                </a:solidFill>
              </a:defRPr>
            </a:lvl2pPr>
            <a:lvl3pPr marL="0" indent="0">
              <a:buNone/>
              <a:defRPr sz="1000"/>
            </a:lvl3pPr>
            <a:lvl4pPr>
              <a:defRPr sz="1000"/>
            </a:lvl4pPr>
            <a:lvl5pPr>
              <a:defRPr sz="1000"/>
            </a:lvl5pPr>
          </a:lstStyle>
          <a:p>
            <a:pPr lvl="1"/>
            <a:r>
              <a:rPr lang="en-US" dirty="0"/>
              <a:t>Summary/key message of the topic</a:t>
            </a:r>
          </a:p>
        </p:txBody>
      </p:sp>
      <p:sp>
        <p:nvSpPr>
          <p:cNvPr id="18" name="Text Placeholder 17">
            <a:extLst>
              <a:ext uri="{FF2B5EF4-FFF2-40B4-BE49-F238E27FC236}">
                <a16:creationId xmlns:a16="http://schemas.microsoft.com/office/drawing/2014/main" id="{6DE9F350-7CEE-468E-A245-D92F94FF2EBA}"/>
              </a:ext>
            </a:extLst>
          </p:cNvPr>
          <p:cNvSpPr>
            <a:spLocks noGrp="1"/>
          </p:cNvSpPr>
          <p:nvPr>
            <p:ph type="body" sz="quarter" idx="19" hasCustomPrompt="1"/>
          </p:nvPr>
        </p:nvSpPr>
        <p:spPr>
          <a:xfrm>
            <a:off x="997200" y="2086755"/>
            <a:ext cx="4788000" cy="828000"/>
          </a:xfrm>
        </p:spPr>
        <p:txBody>
          <a:bodyPr lIns="72000" tIns="36000"/>
          <a:lstStyle>
            <a:lvl2pPr>
              <a:defRPr lang="en-US" sz="1000" kern="1200" dirty="0" smtClean="0">
                <a:solidFill>
                  <a:schemeClr val="tx1"/>
                </a:solidFill>
                <a:latin typeface="+mn-lt"/>
                <a:ea typeface="+mn-ea"/>
                <a:cs typeface="+mn-cs"/>
              </a:defRPr>
            </a:lvl2pPr>
            <a:lvl3pPr marL="0" indent="0">
              <a:buNone/>
              <a:defRPr sz="1000"/>
            </a:lvl3pPr>
            <a:lvl4pPr>
              <a:defRPr sz="1000"/>
            </a:lvl4pPr>
            <a:lvl5pPr>
              <a:defRPr sz="1000"/>
            </a:lvl5pPr>
          </a:lstStyle>
          <a:p>
            <a:pPr marL="0" lvl="1" indent="0" algn="l" defTabSz="914377" rtl="0" eaLnBrk="1" latinLnBrk="0" hangingPunct="1">
              <a:lnSpc>
                <a:spcPct val="100000"/>
              </a:lnSpc>
              <a:spcBef>
                <a:spcPts val="0"/>
              </a:spcBef>
              <a:spcAft>
                <a:spcPts val="600"/>
              </a:spcAft>
              <a:buFontTx/>
              <a:buNone/>
            </a:pPr>
            <a:r>
              <a:rPr lang="en-US"/>
              <a:t>Summary/key message of the topic</a:t>
            </a:r>
          </a:p>
        </p:txBody>
      </p:sp>
      <p:sp>
        <p:nvSpPr>
          <p:cNvPr id="52" name="Text Placeholder 51">
            <a:extLst>
              <a:ext uri="{FF2B5EF4-FFF2-40B4-BE49-F238E27FC236}">
                <a16:creationId xmlns:a16="http://schemas.microsoft.com/office/drawing/2014/main" id="{A56DC092-9D0C-4919-8E0D-5BD31DBF416F}"/>
              </a:ext>
            </a:extLst>
          </p:cNvPr>
          <p:cNvSpPr>
            <a:spLocks noGrp="1"/>
          </p:cNvSpPr>
          <p:nvPr>
            <p:ph type="body" sz="quarter" idx="27" hasCustomPrompt="1"/>
          </p:nvPr>
        </p:nvSpPr>
        <p:spPr>
          <a:xfrm>
            <a:off x="6059719" y="2085580"/>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54" name="Text Placeholder 51">
            <a:extLst>
              <a:ext uri="{FF2B5EF4-FFF2-40B4-BE49-F238E27FC236}">
                <a16:creationId xmlns:a16="http://schemas.microsoft.com/office/drawing/2014/main" id="{887525D3-18EC-4594-BA95-4CFA4932FC72}"/>
              </a:ext>
            </a:extLst>
          </p:cNvPr>
          <p:cNvSpPr>
            <a:spLocks noGrp="1"/>
          </p:cNvSpPr>
          <p:nvPr>
            <p:ph type="body" sz="quarter" idx="28" hasCustomPrompt="1"/>
          </p:nvPr>
        </p:nvSpPr>
        <p:spPr>
          <a:xfrm>
            <a:off x="7021561" y="2085580"/>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55" name="Text Placeholder 51">
            <a:extLst>
              <a:ext uri="{FF2B5EF4-FFF2-40B4-BE49-F238E27FC236}">
                <a16:creationId xmlns:a16="http://schemas.microsoft.com/office/drawing/2014/main" id="{00E1BFC9-77CC-45B2-BD4F-9D9909E34ADC}"/>
              </a:ext>
            </a:extLst>
          </p:cNvPr>
          <p:cNvSpPr>
            <a:spLocks noGrp="1"/>
          </p:cNvSpPr>
          <p:nvPr>
            <p:ph type="body" sz="quarter" idx="29" hasCustomPrompt="1"/>
          </p:nvPr>
        </p:nvSpPr>
        <p:spPr>
          <a:xfrm>
            <a:off x="6059719" y="3289752"/>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56" name="Text Placeholder 51">
            <a:extLst>
              <a:ext uri="{FF2B5EF4-FFF2-40B4-BE49-F238E27FC236}">
                <a16:creationId xmlns:a16="http://schemas.microsoft.com/office/drawing/2014/main" id="{00E4FB76-501C-40D3-87F7-7DD0EAA8BD59}"/>
              </a:ext>
            </a:extLst>
          </p:cNvPr>
          <p:cNvSpPr>
            <a:spLocks noGrp="1"/>
          </p:cNvSpPr>
          <p:nvPr>
            <p:ph type="body" sz="quarter" idx="30" hasCustomPrompt="1"/>
          </p:nvPr>
        </p:nvSpPr>
        <p:spPr>
          <a:xfrm>
            <a:off x="7021561" y="3289752"/>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57" name="Text Placeholder 51">
            <a:extLst>
              <a:ext uri="{FF2B5EF4-FFF2-40B4-BE49-F238E27FC236}">
                <a16:creationId xmlns:a16="http://schemas.microsoft.com/office/drawing/2014/main" id="{AB8F14DA-6F10-40A5-8354-FE09F318B0B9}"/>
              </a:ext>
            </a:extLst>
          </p:cNvPr>
          <p:cNvSpPr>
            <a:spLocks noGrp="1"/>
          </p:cNvSpPr>
          <p:nvPr>
            <p:ph type="body" sz="quarter" idx="31" hasCustomPrompt="1"/>
          </p:nvPr>
        </p:nvSpPr>
        <p:spPr>
          <a:xfrm>
            <a:off x="6059719" y="4512611"/>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2800" b="1" dirty="0">
                <a:solidFill>
                  <a:schemeClr val="accent6"/>
                </a:solidFill>
                <a:latin typeface="+mn-lt"/>
                <a:sym typeface="Wingdings" panose="05000000000000000000" pitchFamily="2" charset="2"/>
              </a:rPr>
              <a:t></a:t>
            </a:r>
            <a:endParaRPr lang="en-US" sz="2800" b="1" dirty="0">
              <a:solidFill>
                <a:schemeClr val="accent6"/>
              </a:solidFill>
              <a:latin typeface="+mn-lt"/>
            </a:endParaRPr>
          </a:p>
        </p:txBody>
      </p:sp>
      <p:sp>
        <p:nvSpPr>
          <p:cNvPr id="58" name="Text Placeholder 51">
            <a:extLst>
              <a:ext uri="{FF2B5EF4-FFF2-40B4-BE49-F238E27FC236}">
                <a16:creationId xmlns:a16="http://schemas.microsoft.com/office/drawing/2014/main" id="{5D28A1E2-7A22-42E2-A744-488DBD2C0216}"/>
              </a:ext>
            </a:extLst>
          </p:cNvPr>
          <p:cNvSpPr>
            <a:spLocks noGrp="1"/>
          </p:cNvSpPr>
          <p:nvPr>
            <p:ph type="body" sz="quarter" idx="32" hasCustomPrompt="1"/>
          </p:nvPr>
        </p:nvSpPr>
        <p:spPr>
          <a:xfrm>
            <a:off x="7021561" y="4512611"/>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59" name="Text Placeholder 51">
            <a:extLst>
              <a:ext uri="{FF2B5EF4-FFF2-40B4-BE49-F238E27FC236}">
                <a16:creationId xmlns:a16="http://schemas.microsoft.com/office/drawing/2014/main" id="{7CD8034C-D44E-4D35-9439-E9257BD0F68B}"/>
              </a:ext>
            </a:extLst>
          </p:cNvPr>
          <p:cNvSpPr>
            <a:spLocks noGrp="1"/>
          </p:cNvSpPr>
          <p:nvPr>
            <p:ph type="body" sz="quarter" idx="33" hasCustomPrompt="1"/>
          </p:nvPr>
        </p:nvSpPr>
        <p:spPr>
          <a:xfrm>
            <a:off x="7970229" y="2085580"/>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60" name="Text Placeholder 51">
            <a:extLst>
              <a:ext uri="{FF2B5EF4-FFF2-40B4-BE49-F238E27FC236}">
                <a16:creationId xmlns:a16="http://schemas.microsoft.com/office/drawing/2014/main" id="{1B79B507-1F99-4C7A-8D3F-78147771CE19}"/>
              </a:ext>
            </a:extLst>
          </p:cNvPr>
          <p:cNvSpPr>
            <a:spLocks noGrp="1"/>
          </p:cNvSpPr>
          <p:nvPr>
            <p:ph type="body" sz="quarter" idx="34" hasCustomPrompt="1"/>
          </p:nvPr>
        </p:nvSpPr>
        <p:spPr>
          <a:xfrm>
            <a:off x="7970229" y="3289752"/>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61" name="Text Placeholder 51">
            <a:extLst>
              <a:ext uri="{FF2B5EF4-FFF2-40B4-BE49-F238E27FC236}">
                <a16:creationId xmlns:a16="http://schemas.microsoft.com/office/drawing/2014/main" id="{3A477642-AEE3-483C-9394-74562C04FC57}"/>
              </a:ext>
            </a:extLst>
          </p:cNvPr>
          <p:cNvSpPr>
            <a:spLocks noGrp="1"/>
          </p:cNvSpPr>
          <p:nvPr>
            <p:ph type="body" sz="quarter" idx="35" hasCustomPrompt="1"/>
          </p:nvPr>
        </p:nvSpPr>
        <p:spPr>
          <a:xfrm>
            <a:off x="7970229" y="4512611"/>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63" name="Isosceles Triangle 62">
            <a:extLst>
              <a:ext uri="{FF2B5EF4-FFF2-40B4-BE49-F238E27FC236}">
                <a16:creationId xmlns:a16="http://schemas.microsoft.com/office/drawing/2014/main" id="{E9D1AE06-08EF-481C-8D99-9255EA39D92A}"/>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4" name="Isosceles Triangle 63">
            <a:extLst>
              <a:ext uri="{FF2B5EF4-FFF2-40B4-BE49-F238E27FC236}">
                <a16:creationId xmlns:a16="http://schemas.microsoft.com/office/drawing/2014/main" id="{17C2926F-29C1-4B2E-803B-6EEB424E3143}"/>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5" name="Oval 64">
            <a:hlinkClick r:id="" action="ppaction://hlinkshowjump?jump=nextslide"/>
            <a:extLst>
              <a:ext uri="{FF2B5EF4-FFF2-40B4-BE49-F238E27FC236}">
                <a16:creationId xmlns:a16="http://schemas.microsoft.com/office/drawing/2014/main" id="{EB7F17BD-A802-4148-91A9-ADEFCD47BB96}"/>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6" name="Oval 65">
            <a:hlinkClick r:id="" action="ppaction://hlinkshowjump?jump=previousslide"/>
            <a:extLst>
              <a:ext uri="{FF2B5EF4-FFF2-40B4-BE49-F238E27FC236}">
                <a16:creationId xmlns:a16="http://schemas.microsoft.com/office/drawing/2014/main" id="{7158AE46-3132-42BE-A591-9B94D6F4F436}"/>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67" name="Graphic 66" descr="Home">
            <a:hlinkClick r:id="rId5" action="ppaction://hlinksldjump"/>
            <a:extLst>
              <a:ext uri="{FF2B5EF4-FFF2-40B4-BE49-F238E27FC236}">
                <a16:creationId xmlns:a16="http://schemas.microsoft.com/office/drawing/2014/main" id="{98C14409-D58E-48D2-8C6A-E65520A4FB98}"/>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4" name="Arrow: U-Turn 3">
            <a:hlinkClick r:id="" action="ppaction://hlinkshowjump?jump=lastslideviewed"/>
            <a:extLst>
              <a:ext uri="{FF2B5EF4-FFF2-40B4-BE49-F238E27FC236}">
                <a16:creationId xmlns:a16="http://schemas.microsoft.com/office/drawing/2014/main" id="{DC9C913C-6F33-0C27-63D8-5302AE117E93}"/>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36109319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1272"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Headlines_VC">
    <p:spTree>
      <p:nvGrpSpPr>
        <p:cNvPr id="1" name=""/>
        <p:cNvGrpSpPr/>
        <p:nvPr/>
      </p:nvGrpSpPr>
      <p:grpSpPr>
        <a:xfrm>
          <a:off x="0" y="0"/>
          <a:ext cx="0" cy="0"/>
          <a:chOff x="0" y="0"/>
          <a:chExt cx="0" cy="0"/>
        </a:xfrm>
      </p:grpSpPr>
      <p:graphicFrame>
        <p:nvGraphicFramePr>
          <p:cNvPr id="22" name="Object 21" hidden="1">
            <a:extLst>
              <a:ext uri="{FF2B5EF4-FFF2-40B4-BE49-F238E27FC236}">
                <a16:creationId xmlns:a16="http://schemas.microsoft.com/office/drawing/2014/main" id="{FC98976B-C13C-45FB-A9F9-9D4CCFE1027F}"/>
              </a:ext>
            </a:extLst>
          </p:cNvPr>
          <p:cNvGraphicFramePr>
            <a:graphicFrameLocks noChangeAspect="1"/>
          </p:cNvGraphicFramePr>
          <p:nvPr userDrawn="1">
            <p:custDataLst>
              <p:tags r:id="rId1"/>
            </p:custDataLst>
            <p:extLst>
              <p:ext uri="{D42A27DB-BD31-4B8C-83A1-F6EECF244321}">
                <p14:modId xmlns:p14="http://schemas.microsoft.com/office/powerpoint/2010/main" val="1057841941"/>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2" name="Object 21" hidden="1">
                        <a:extLst>
                          <a:ext uri="{FF2B5EF4-FFF2-40B4-BE49-F238E27FC236}">
                            <a16:creationId xmlns:a16="http://schemas.microsoft.com/office/drawing/2014/main" id="{FC98976B-C13C-45FB-A9F9-9D4CCFE1027F}"/>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graphicFrame>
        <p:nvGraphicFramePr>
          <p:cNvPr id="3" name="Table 12">
            <a:extLst>
              <a:ext uri="{FF2B5EF4-FFF2-40B4-BE49-F238E27FC236}">
                <a16:creationId xmlns:a16="http://schemas.microsoft.com/office/drawing/2014/main" id="{08E9F94A-A73B-431E-81F0-3389598F76C4}"/>
              </a:ext>
            </a:extLst>
          </p:cNvPr>
          <p:cNvGraphicFramePr>
            <a:graphicFrameLocks noGrp="1"/>
          </p:cNvGraphicFramePr>
          <p:nvPr userDrawn="1">
            <p:extLst>
              <p:ext uri="{D42A27DB-BD31-4B8C-83A1-F6EECF244321}">
                <p14:modId xmlns:p14="http://schemas.microsoft.com/office/powerpoint/2010/main" val="595820990"/>
              </p:ext>
            </p:extLst>
          </p:nvPr>
        </p:nvGraphicFramePr>
        <p:xfrm>
          <a:off x="997200" y="1179513"/>
          <a:ext cx="10192165" cy="601200"/>
        </p:xfrm>
        <a:graphic>
          <a:graphicData uri="http://schemas.openxmlformats.org/drawingml/2006/table">
            <a:tbl>
              <a:tblPr firstRow="1" bandRow="1">
                <a:tableStyleId>{5C22544A-7EE6-4342-B048-85BDC9FD1C3A}</a:tableStyleId>
              </a:tblPr>
              <a:tblGrid>
                <a:gridCol w="4488001">
                  <a:extLst>
                    <a:ext uri="{9D8B030D-6E8A-4147-A177-3AD203B41FA5}">
                      <a16:colId xmlns:a16="http://schemas.microsoft.com/office/drawing/2014/main" val="3484522192"/>
                    </a:ext>
                  </a:extLst>
                </a:gridCol>
                <a:gridCol w="870857">
                  <a:extLst>
                    <a:ext uri="{9D8B030D-6E8A-4147-A177-3AD203B41FA5}">
                      <a16:colId xmlns:a16="http://schemas.microsoft.com/office/drawing/2014/main" val="2898080812"/>
                    </a:ext>
                  </a:extLst>
                </a:gridCol>
                <a:gridCol w="696687">
                  <a:extLst>
                    <a:ext uri="{9D8B030D-6E8A-4147-A177-3AD203B41FA5}">
                      <a16:colId xmlns:a16="http://schemas.microsoft.com/office/drawing/2014/main" val="4060292537"/>
                    </a:ext>
                  </a:extLst>
                </a:gridCol>
                <a:gridCol w="606031">
                  <a:extLst>
                    <a:ext uri="{9D8B030D-6E8A-4147-A177-3AD203B41FA5}">
                      <a16:colId xmlns:a16="http://schemas.microsoft.com/office/drawing/2014/main" val="1277292110"/>
                    </a:ext>
                  </a:extLst>
                </a:gridCol>
                <a:gridCol w="874427">
                  <a:extLst>
                    <a:ext uri="{9D8B030D-6E8A-4147-A177-3AD203B41FA5}">
                      <a16:colId xmlns:a16="http://schemas.microsoft.com/office/drawing/2014/main" val="4096450474"/>
                    </a:ext>
                  </a:extLst>
                </a:gridCol>
                <a:gridCol w="1018903">
                  <a:extLst>
                    <a:ext uri="{9D8B030D-6E8A-4147-A177-3AD203B41FA5}">
                      <a16:colId xmlns:a16="http://schemas.microsoft.com/office/drawing/2014/main" val="3523288619"/>
                    </a:ext>
                  </a:extLst>
                </a:gridCol>
                <a:gridCol w="744940">
                  <a:extLst>
                    <a:ext uri="{9D8B030D-6E8A-4147-A177-3AD203B41FA5}">
                      <a16:colId xmlns:a16="http://schemas.microsoft.com/office/drawing/2014/main" val="1392655734"/>
                    </a:ext>
                  </a:extLst>
                </a:gridCol>
                <a:gridCol w="892319">
                  <a:extLst>
                    <a:ext uri="{9D8B030D-6E8A-4147-A177-3AD203B41FA5}">
                      <a16:colId xmlns:a16="http://schemas.microsoft.com/office/drawing/2014/main" val="4217565530"/>
                    </a:ext>
                  </a:extLst>
                </a:gridCol>
              </a:tblGrid>
              <a:tr h="0">
                <a:tc rowSpan="2">
                  <a:txBody>
                    <a:bodyPr/>
                    <a:lstStyle/>
                    <a:p>
                      <a:r>
                        <a:rPr lang="en-US" sz="1000" dirty="0"/>
                        <a:t>Topic</a:t>
                      </a:r>
                    </a:p>
                  </a:txBody>
                  <a:tcPr marL="72000" marR="72000" marT="36000" marB="36000" anchor="ctr">
                    <a:lnL w="317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3">
                  <a:txBody>
                    <a:bodyPr/>
                    <a:lstStyle/>
                    <a:p>
                      <a:pPr algn="ctr"/>
                      <a:r>
                        <a:rPr lang="en-US" sz="1000"/>
                        <a:t>Implication</a:t>
                      </a: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2"/>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hMerge="1">
                  <a:txBody>
                    <a:bodyPr/>
                    <a:lstStyle/>
                    <a:p>
                      <a:endParaRPr lang="en-US" sz="1400"/>
                    </a:p>
                  </a:txBody>
                  <a:tcPr marL="54864" marR="54864" marT="54864" marB="54864">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solidFill>
                  </a:tcPr>
                </a:tc>
                <a:tc hMerge="1">
                  <a:txBody>
                    <a:bodyPr/>
                    <a:lstStyle/>
                    <a:p>
                      <a:endParaRPr lang="en-US" sz="1400"/>
                    </a:p>
                  </a:txBody>
                  <a:tcPr marL="54864" marR="54864" marT="54864" marB="54864">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solidFill>
                  </a:tcPr>
                </a:tc>
                <a:tc gridSpan="3">
                  <a:txBody>
                    <a:bodyPr/>
                    <a:lstStyle/>
                    <a:p>
                      <a:pPr algn="ctr"/>
                      <a:r>
                        <a:rPr lang="en-US" sz="1000"/>
                        <a:t>Value impact</a:t>
                      </a: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2"/>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hMerge="1">
                  <a:txBody>
                    <a:bodyPr/>
                    <a:lstStyle/>
                    <a:p>
                      <a:endParaRPr lang="en-US" sz="1400"/>
                    </a:p>
                  </a:txBody>
                  <a:tcPr marL="54864" marR="54864" marT="54864" marB="54864">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solidFill>
                  </a:tcPr>
                </a:tc>
                <a:tc hMerge="1">
                  <a:txBody>
                    <a:bodyPr/>
                    <a:lstStyle/>
                    <a:p>
                      <a:pPr algn="ctr"/>
                      <a:endParaRPr lang="en-US" sz="1400"/>
                    </a:p>
                  </a:txBody>
                  <a:tcPr marL="54864" marR="54864" marT="54864" marB="54864" anchor="ctr">
                    <a:lnL w="9525" cap="flat" cmpd="sng" algn="ctr">
                      <a:solidFill>
                        <a:schemeClr val="bg1"/>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solidFill>
                  </a:tcPr>
                </a:tc>
                <a:tc rowSpan="2">
                  <a:txBody>
                    <a:bodyPr/>
                    <a:lstStyle/>
                    <a:p>
                      <a:pPr algn="ctr"/>
                      <a:r>
                        <a:rPr lang="en-US" sz="1000" dirty="0"/>
                        <a:t>Timeline to implement</a:t>
                      </a:r>
                    </a:p>
                  </a:txBody>
                  <a:tcPr marL="72000" marR="72000" marT="36000" marB="36000" anchor="ctr">
                    <a:lnL w="9525" cap="flat" cmpd="sng" algn="ctr">
                      <a:solidFill>
                        <a:schemeClr val="bg1"/>
                      </a:solidFill>
                      <a:prstDash val="solid"/>
                      <a:round/>
                      <a:headEnd type="none" w="med" len="med"/>
                      <a:tailEnd type="none" w="med" len="med"/>
                    </a:lnL>
                    <a:lnR w="3175" cap="flat" cmpd="sng" algn="ctr">
                      <a:solidFill>
                        <a:schemeClr val="bg2"/>
                      </a:solidFill>
                      <a:prstDash val="solid"/>
                      <a:round/>
                      <a:headEnd type="none" w="med" len="med"/>
                      <a:tailEnd type="none" w="med" len="med"/>
                    </a:lnR>
                    <a:lnT w="3175" cap="flat" cmpd="sng" algn="ctr">
                      <a:solidFill>
                        <a:schemeClr val="bg2"/>
                      </a:solidFill>
                      <a:prstDash val="solid"/>
                      <a:round/>
                      <a:headEnd type="none" w="med" len="med"/>
                      <a:tailEnd type="none" w="med" len="med"/>
                    </a:lnT>
                    <a:lnB w="3175" cap="flat" cmpd="sng" algn="ctr">
                      <a:noFill/>
                      <a:prstDash val="solid"/>
                      <a:round/>
                      <a:headEnd type="none" w="med" len="med"/>
                      <a:tailEnd type="none" w="med" len="med"/>
                    </a:lnB>
                    <a:solidFill>
                      <a:srgbClr val="00B8F5"/>
                    </a:solidFill>
                  </a:tcPr>
                </a:tc>
                <a:extLst>
                  <a:ext uri="{0D108BD9-81ED-4DB2-BD59-A6C34878D82A}">
                    <a16:rowId xmlns:a16="http://schemas.microsoft.com/office/drawing/2014/main" val="2599696076"/>
                  </a:ext>
                </a:extLst>
              </a:tr>
              <a:tr h="321033">
                <a:tc vMerge="1">
                  <a:txBody>
                    <a:bodyPr/>
                    <a:lstStyle/>
                    <a:p>
                      <a:endParaRPr lang="en-US" sz="1400"/>
                    </a:p>
                  </a:txBody>
                  <a:tcPr marL="54864" marR="54864" marT="54864" marB="54864">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chemeClr val="tx2"/>
                    </a:solidFill>
                  </a:tcPr>
                </a:tc>
                <a:tc>
                  <a:txBody>
                    <a:bodyPr/>
                    <a:lstStyle/>
                    <a:p>
                      <a:pPr algn="ctr"/>
                      <a:r>
                        <a:rPr lang="en-US" sz="1000" b="1">
                          <a:solidFill>
                            <a:schemeClr val="bg1"/>
                          </a:solidFill>
                        </a:rPr>
                        <a:t>Valuation</a:t>
                      </a: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000" b="1">
                          <a:solidFill>
                            <a:schemeClr val="bg1"/>
                          </a:solidFill>
                        </a:rPr>
                        <a:t>SPA</a:t>
                      </a: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000" b="1">
                          <a:solidFill>
                            <a:schemeClr val="bg1"/>
                          </a:solidFill>
                        </a:rPr>
                        <a:t>Other</a:t>
                      </a: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000" b="1">
                          <a:solidFill>
                            <a:schemeClr val="bg1"/>
                          </a:solidFill>
                        </a:rPr>
                        <a:t>Impact</a:t>
                      </a:r>
                    </a:p>
                  </a:txBody>
                  <a:tcPr marL="72000" marR="72000" marT="36000" marB="36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000" b="1">
                          <a:solidFill>
                            <a:schemeClr val="bg1"/>
                          </a:solidFill>
                        </a:rPr>
                        <a:t>Proposed adjustments</a:t>
                      </a:r>
                    </a:p>
                  </a:txBody>
                  <a:tcPr marL="72000" marR="72000" marT="36000" marB="36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000" b="1" dirty="0">
                          <a:solidFill>
                            <a:schemeClr val="bg1"/>
                          </a:solidFill>
                        </a:rPr>
                        <a:t>Upside potential</a:t>
                      </a:r>
                    </a:p>
                  </a:txBody>
                  <a:tcPr marL="72000" marR="72000" marT="36000" marB="36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vMerge="1">
                  <a:txBody>
                    <a:bodyPr/>
                    <a:lstStyle/>
                    <a:p>
                      <a:pPr algn="ctr"/>
                      <a:endParaRPr lang="en-US" sz="1200" b="1">
                        <a:solidFill>
                          <a:schemeClr val="bg1"/>
                        </a:solidFill>
                      </a:endParaRPr>
                    </a:p>
                  </a:txBody>
                  <a:tcPr marL="72000" marR="72000" marT="72000" marB="72000">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66075822"/>
                  </a:ext>
                </a:extLst>
              </a:tr>
            </a:tbl>
          </a:graphicData>
        </a:graphic>
      </p:graphicFrame>
      <p:sp>
        <p:nvSpPr>
          <p:cNvPr id="2" name="Title 1">
            <a:extLst>
              <a:ext uri="{FF2B5EF4-FFF2-40B4-BE49-F238E27FC236}">
                <a16:creationId xmlns:a16="http://schemas.microsoft.com/office/drawing/2014/main" id="{3E578180-BC12-42C5-8E5F-A8957343D3D0}"/>
              </a:ext>
            </a:extLst>
          </p:cNvPr>
          <p:cNvSpPr>
            <a:spLocks noGrp="1"/>
          </p:cNvSpPr>
          <p:nvPr>
            <p:ph type="title"/>
          </p:nvPr>
        </p:nvSpPr>
        <p:spPr/>
        <p:txBody>
          <a:bodyPr vert="horz"/>
          <a:lstStyle/>
          <a:p>
            <a:r>
              <a:rPr lang="en-US"/>
              <a:t>Click to edit Master title style</a:t>
            </a:r>
            <a:endParaRPr lang="fi-FI"/>
          </a:p>
        </p:txBody>
      </p:sp>
      <p:sp>
        <p:nvSpPr>
          <p:cNvPr id="8" name="Text Placeholder 6">
            <a:extLst>
              <a:ext uri="{FF2B5EF4-FFF2-40B4-BE49-F238E27FC236}">
                <a16:creationId xmlns:a16="http://schemas.microsoft.com/office/drawing/2014/main" id="{A1B65DC5-EFFD-454B-A441-3C65BB9D1E1C}"/>
              </a:ext>
            </a:extLst>
          </p:cNvPr>
          <p:cNvSpPr>
            <a:spLocks noGrp="1"/>
          </p:cNvSpPr>
          <p:nvPr>
            <p:ph type="body" sz="quarter" idx="11" hasCustomPrompt="1"/>
          </p:nvPr>
        </p:nvSpPr>
        <p:spPr>
          <a:xfrm>
            <a:off x="7731167" y="3282395"/>
            <a:ext cx="720000" cy="468000"/>
          </a:xfrm>
        </p:spPr>
        <p:txBody>
          <a:bodyPr tIns="0" anchor="ctr"/>
          <a:lstStyle>
            <a:lvl1pPr algn="ctr">
              <a:lnSpc>
                <a:spcPts val="1900"/>
              </a:lnSpc>
              <a:spcAft>
                <a:spcPts val="0"/>
              </a:spcAft>
              <a:defRPr lang="en-US" sz="20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a:t>EBITDA/</a:t>
            </a:r>
            <a:br>
              <a:rPr lang="en-US"/>
            </a:br>
            <a:r>
              <a:rPr lang="en-US"/>
              <a:t>cash</a:t>
            </a:r>
            <a:endParaRPr lang="fi-FI"/>
          </a:p>
        </p:txBody>
      </p:sp>
      <p:sp>
        <p:nvSpPr>
          <p:cNvPr id="9" name="Text Placeholder 6">
            <a:extLst>
              <a:ext uri="{FF2B5EF4-FFF2-40B4-BE49-F238E27FC236}">
                <a16:creationId xmlns:a16="http://schemas.microsoft.com/office/drawing/2014/main" id="{3E7D4F57-0A45-4D59-B0BA-C057887627B1}"/>
              </a:ext>
            </a:extLst>
          </p:cNvPr>
          <p:cNvSpPr>
            <a:spLocks noGrp="1"/>
          </p:cNvSpPr>
          <p:nvPr>
            <p:ph type="body" sz="quarter" idx="12" hasCustomPrompt="1"/>
          </p:nvPr>
        </p:nvSpPr>
        <p:spPr>
          <a:xfrm>
            <a:off x="7731167" y="4490540"/>
            <a:ext cx="720000" cy="468000"/>
          </a:xfrm>
        </p:spPr>
        <p:txBody>
          <a:bodyPr tIns="0" anchor="ctr"/>
          <a:lstStyle>
            <a:lvl1pPr algn="ctr">
              <a:lnSpc>
                <a:spcPts val="1900"/>
              </a:lnSpc>
              <a:spcAft>
                <a:spcPts val="0"/>
              </a:spcAft>
              <a:defRPr lang="en-US" sz="20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dirty="0"/>
              <a:t>EBITDA/</a:t>
            </a:r>
            <a:br>
              <a:rPr lang="en-US" dirty="0"/>
            </a:br>
            <a:r>
              <a:rPr lang="en-US" dirty="0"/>
              <a:t>cash</a:t>
            </a:r>
            <a:endParaRPr lang="fi-FI" dirty="0"/>
          </a:p>
        </p:txBody>
      </p:sp>
      <p:sp>
        <p:nvSpPr>
          <p:cNvPr id="10" name="Text Placeholder 6">
            <a:extLst>
              <a:ext uri="{FF2B5EF4-FFF2-40B4-BE49-F238E27FC236}">
                <a16:creationId xmlns:a16="http://schemas.microsoft.com/office/drawing/2014/main" id="{FF65A6F2-43C1-4C4E-8DFD-6A751704BF30}"/>
              </a:ext>
            </a:extLst>
          </p:cNvPr>
          <p:cNvSpPr>
            <a:spLocks noGrp="1"/>
          </p:cNvSpPr>
          <p:nvPr>
            <p:ph type="body" sz="quarter" idx="13" hasCustomPrompt="1"/>
          </p:nvPr>
        </p:nvSpPr>
        <p:spPr>
          <a:xfrm>
            <a:off x="8650659" y="2076946"/>
            <a:ext cx="756000" cy="468000"/>
          </a:xfrm>
        </p:spPr>
        <p:txBody>
          <a:bodyPr anchor="ctr"/>
          <a:lstStyle>
            <a:lvl1pPr algn="ctr">
              <a:lnSpc>
                <a:spcPts val="2000"/>
              </a:lnSpc>
              <a:spcAft>
                <a:spcPts val="0"/>
              </a:spcAft>
              <a:defRPr lang="en-US" sz="24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a:t>$</a:t>
            </a:r>
            <a:r>
              <a:rPr lang="en-US" err="1"/>
              <a:t>x.xm</a:t>
            </a:r>
            <a:endParaRPr lang="fi-FI"/>
          </a:p>
        </p:txBody>
      </p:sp>
      <p:sp>
        <p:nvSpPr>
          <p:cNvPr id="11" name="Text Placeholder 6">
            <a:extLst>
              <a:ext uri="{FF2B5EF4-FFF2-40B4-BE49-F238E27FC236}">
                <a16:creationId xmlns:a16="http://schemas.microsoft.com/office/drawing/2014/main" id="{F3083AC8-DA9F-47BF-8B60-74EB5A2AA03E}"/>
              </a:ext>
            </a:extLst>
          </p:cNvPr>
          <p:cNvSpPr>
            <a:spLocks noGrp="1"/>
          </p:cNvSpPr>
          <p:nvPr>
            <p:ph type="body" sz="quarter" idx="14" hasCustomPrompt="1"/>
          </p:nvPr>
        </p:nvSpPr>
        <p:spPr>
          <a:xfrm>
            <a:off x="8650659" y="3282395"/>
            <a:ext cx="756000" cy="468000"/>
          </a:xfrm>
        </p:spPr>
        <p:txBody>
          <a:bodyPr anchor="ctr"/>
          <a:lstStyle>
            <a:lvl1pPr algn="ctr">
              <a:lnSpc>
                <a:spcPts val="2000"/>
              </a:lnSpc>
              <a:spcAft>
                <a:spcPts val="0"/>
              </a:spcAft>
              <a:defRPr lang="en-US" sz="24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a:t>$</a:t>
            </a:r>
            <a:r>
              <a:rPr lang="en-US" err="1"/>
              <a:t>x.xm</a:t>
            </a:r>
            <a:endParaRPr lang="fi-FI"/>
          </a:p>
        </p:txBody>
      </p:sp>
      <p:sp>
        <p:nvSpPr>
          <p:cNvPr id="12" name="Text Placeholder 6">
            <a:extLst>
              <a:ext uri="{FF2B5EF4-FFF2-40B4-BE49-F238E27FC236}">
                <a16:creationId xmlns:a16="http://schemas.microsoft.com/office/drawing/2014/main" id="{ABDF267A-E8A4-44D2-A045-E6466541A5A1}"/>
              </a:ext>
            </a:extLst>
          </p:cNvPr>
          <p:cNvSpPr>
            <a:spLocks noGrp="1"/>
          </p:cNvSpPr>
          <p:nvPr>
            <p:ph type="body" sz="quarter" idx="15" hasCustomPrompt="1"/>
          </p:nvPr>
        </p:nvSpPr>
        <p:spPr>
          <a:xfrm>
            <a:off x="8650659" y="4490540"/>
            <a:ext cx="756000" cy="468000"/>
          </a:xfrm>
        </p:spPr>
        <p:txBody>
          <a:bodyPr anchor="ctr"/>
          <a:lstStyle>
            <a:lvl1pPr algn="ctr">
              <a:lnSpc>
                <a:spcPts val="2000"/>
              </a:lnSpc>
              <a:spcAft>
                <a:spcPts val="0"/>
              </a:spcAft>
              <a:defRPr lang="en-US" sz="24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dirty="0"/>
              <a:t>$</a:t>
            </a:r>
            <a:r>
              <a:rPr lang="en-US" dirty="0" err="1"/>
              <a:t>x.xm</a:t>
            </a:r>
            <a:endParaRPr lang="fi-FI" dirty="0"/>
          </a:p>
        </p:txBody>
      </p:sp>
      <p:sp>
        <p:nvSpPr>
          <p:cNvPr id="14" name="Text Placeholder 13">
            <a:extLst>
              <a:ext uri="{FF2B5EF4-FFF2-40B4-BE49-F238E27FC236}">
                <a16:creationId xmlns:a16="http://schemas.microsoft.com/office/drawing/2014/main" id="{FFFC3C6D-1C13-4C08-AB8A-EFDF74F57601}"/>
              </a:ext>
            </a:extLst>
          </p:cNvPr>
          <p:cNvSpPr>
            <a:spLocks noGrp="1"/>
          </p:cNvSpPr>
          <p:nvPr>
            <p:ph type="body" sz="quarter" idx="16" hasCustomPrompt="1"/>
          </p:nvPr>
        </p:nvSpPr>
        <p:spPr>
          <a:xfrm>
            <a:off x="997200" y="1822250"/>
            <a:ext cx="4449788" cy="252000"/>
          </a:xfrm>
        </p:spPr>
        <p:txBody>
          <a:bodyPr lIns="72000" rIns="0" bIns="0" anchor="ctr"/>
          <a:lstStyle>
            <a:lvl1pPr>
              <a:defRPr sz="1000" b="1">
                <a:solidFill>
                  <a:schemeClr val="tx2"/>
                </a:solidFill>
              </a:defRPr>
            </a:lvl1pPr>
          </a:lstStyle>
          <a:p>
            <a:pPr lvl="0"/>
            <a:r>
              <a:rPr lang="en-US" dirty="0"/>
              <a:t>Heading (e.g., Quality of earnings)</a:t>
            </a:r>
          </a:p>
        </p:txBody>
      </p:sp>
      <p:sp>
        <p:nvSpPr>
          <p:cNvPr id="15" name="Text Placeholder 13">
            <a:extLst>
              <a:ext uri="{FF2B5EF4-FFF2-40B4-BE49-F238E27FC236}">
                <a16:creationId xmlns:a16="http://schemas.microsoft.com/office/drawing/2014/main" id="{B1BB035C-F206-4EC3-A0EF-1D5F53542B6D}"/>
              </a:ext>
            </a:extLst>
          </p:cNvPr>
          <p:cNvSpPr>
            <a:spLocks noGrp="1"/>
          </p:cNvSpPr>
          <p:nvPr>
            <p:ph type="body" sz="quarter" idx="17" hasCustomPrompt="1"/>
          </p:nvPr>
        </p:nvSpPr>
        <p:spPr>
          <a:xfrm>
            <a:off x="997200" y="3030395"/>
            <a:ext cx="4449787" cy="252000"/>
          </a:xfrm>
        </p:spPr>
        <p:txBody>
          <a:bodyPr lIns="72000" rIns="0" bIns="0" anchor="ctr"/>
          <a:lstStyle>
            <a:lvl1pPr>
              <a:defRPr sz="1000" b="1">
                <a:solidFill>
                  <a:schemeClr val="tx2"/>
                </a:solidFill>
              </a:defRPr>
            </a:lvl1pPr>
          </a:lstStyle>
          <a:p>
            <a:pPr lvl="0"/>
            <a:r>
              <a:rPr lang="en-US" dirty="0"/>
              <a:t>Heading (e.g., Quality of earnings)</a:t>
            </a:r>
          </a:p>
        </p:txBody>
      </p:sp>
      <p:sp>
        <p:nvSpPr>
          <p:cNvPr id="16" name="Text Placeholder 13">
            <a:extLst>
              <a:ext uri="{FF2B5EF4-FFF2-40B4-BE49-F238E27FC236}">
                <a16:creationId xmlns:a16="http://schemas.microsoft.com/office/drawing/2014/main" id="{ADD007F0-29A6-426E-AE41-E741A812C9AA}"/>
              </a:ext>
            </a:extLst>
          </p:cNvPr>
          <p:cNvSpPr>
            <a:spLocks noGrp="1"/>
          </p:cNvSpPr>
          <p:nvPr>
            <p:ph type="body" sz="quarter" idx="18" hasCustomPrompt="1"/>
          </p:nvPr>
        </p:nvSpPr>
        <p:spPr>
          <a:xfrm>
            <a:off x="997200" y="4238540"/>
            <a:ext cx="4449784" cy="252000"/>
          </a:xfrm>
        </p:spPr>
        <p:txBody>
          <a:bodyPr lIns="72000" rIns="0" bIns="0" anchor="ctr"/>
          <a:lstStyle>
            <a:lvl1pPr>
              <a:defRPr sz="1000" b="1">
                <a:solidFill>
                  <a:schemeClr val="tx2"/>
                </a:solidFill>
              </a:defRPr>
            </a:lvl1pPr>
          </a:lstStyle>
          <a:p>
            <a:pPr lvl="0"/>
            <a:r>
              <a:rPr lang="en-US" dirty="0"/>
              <a:t>Heading (e.g., Quality of earnings)</a:t>
            </a:r>
          </a:p>
        </p:txBody>
      </p:sp>
      <p:sp>
        <p:nvSpPr>
          <p:cNvPr id="19" name="Text Placeholder 17">
            <a:extLst>
              <a:ext uri="{FF2B5EF4-FFF2-40B4-BE49-F238E27FC236}">
                <a16:creationId xmlns:a16="http://schemas.microsoft.com/office/drawing/2014/main" id="{F4214369-B5D2-4C51-B0BE-C4855E273A76}"/>
              </a:ext>
            </a:extLst>
          </p:cNvPr>
          <p:cNvSpPr>
            <a:spLocks noGrp="1"/>
          </p:cNvSpPr>
          <p:nvPr>
            <p:ph type="body" sz="quarter" idx="20" hasCustomPrompt="1"/>
          </p:nvPr>
        </p:nvSpPr>
        <p:spPr>
          <a:xfrm>
            <a:off x="997200" y="3301249"/>
            <a:ext cx="4449789" cy="828000"/>
          </a:xfrm>
        </p:spPr>
        <p:txBody>
          <a:bodyPr lIns="72000" tIns="36000"/>
          <a:lstStyle>
            <a:lvl2pPr>
              <a:defRPr sz="1000" b="0">
                <a:solidFill>
                  <a:schemeClr val="tx1"/>
                </a:solidFill>
              </a:defRPr>
            </a:lvl2pPr>
            <a:lvl3pPr marL="0" indent="0">
              <a:buNone/>
              <a:defRPr sz="1000"/>
            </a:lvl3pPr>
            <a:lvl4pPr>
              <a:defRPr sz="1000"/>
            </a:lvl4pPr>
            <a:lvl5pPr>
              <a:defRPr sz="1000"/>
            </a:lvl5pPr>
          </a:lstStyle>
          <a:p>
            <a:pPr lvl="1"/>
            <a:r>
              <a:rPr lang="en-US" dirty="0"/>
              <a:t>Summary/key message of the topic</a:t>
            </a:r>
          </a:p>
        </p:txBody>
      </p:sp>
      <p:sp>
        <p:nvSpPr>
          <p:cNvPr id="20" name="Text Placeholder 17">
            <a:extLst>
              <a:ext uri="{FF2B5EF4-FFF2-40B4-BE49-F238E27FC236}">
                <a16:creationId xmlns:a16="http://schemas.microsoft.com/office/drawing/2014/main" id="{56E4C763-57B3-4BFC-94C7-C51DFE58B05A}"/>
              </a:ext>
            </a:extLst>
          </p:cNvPr>
          <p:cNvSpPr>
            <a:spLocks noGrp="1"/>
          </p:cNvSpPr>
          <p:nvPr>
            <p:ph type="body" sz="quarter" idx="21" hasCustomPrompt="1"/>
          </p:nvPr>
        </p:nvSpPr>
        <p:spPr>
          <a:xfrm>
            <a:off x="997200" y="4509394"/>
            <a:ext cx="4449789" cy="828000"/>
          </a:xfrm>
        </p:spPr>
        <p:txBody>
          <a:bodyPr lIns="72000" tIns="36000"/>
          <a:lstStyle>
            <a:lvl2pPr>
              <a:defRPr sz="1000" b="0">
                <a:solidFill>
                  <a:schemeClr val="tx1"/>
                </a:solidFill>
              </a:defRPr>
            </a:lvl2pPr>
            <a:lvl3pPr marL="0" indent="0">
              <a:buNone/>
              <a:defRPr sz="1000"/>
            </a:lvl3pPr>
            <a:lvl4pPr>
              <a:defRPr sz="1000"/>
            </a:lvl4pPr>
            <a:lvl5pPr>
              <a:defRPr sz="1000"/>
            </a:lvl5pPr>
          </a:lstStyle>
          <a:p>
            <a:pPr lvl="1"/>
            <a:r>
              <a:rPr lang="en-US" dirty="0"/>
              <a:t>Summary/key message of the topic</a:t>
            </a:r>
          </a:p>
        </p:txBody>
      </p:sp>
      <p:sp>
        <p:nvSpPr>
          <p:cNvPr id="18" name="Text Placeholder 17">
            <a:extLst>
              <a:ext uri="{FF2B5EF4-FFF2-40B4-BE49-F238E27FC236}">
                <a16:creationId xmlns:a16="http://schemas.microsoft.com/office/drawing/2014/main" id="{6DE9F350-7CEE-468E-A245-D92F94FF2EBA}"/>
              </a:ext>
            </a:extLst>
          </p:cNvPr>
          <p:cNvSpPr>
            <a:spLocks noGrp="1"/>
          </p:cNvSpPr>
          <p:nvPr>
            <p:ph type="body" sz="quarter" idx="19" hasCustomPrompt="1"/>
          </p:nvPr>
        </p:nvSpPr>
        <p:spPr>
          <a:xfrm>
            <a:off x="997200" y="2089634"/>
            <a:ext cx="4449789" cy="828000"/>
          </a:xfrm>
        </p:spPr>
        <p:txBody>
          <a:bodyPr lIns="72000" tIns="36000"/>
          <a:lstStyle>
            <a:lvl2pPr>
              <a:defRPr lang="en-US" sz="1000" kern="1200" dirty="0" smtClean="0">
                <a:solidFill>
                  <a:schemeClr val="tx1"/>
                </a:solidFill>
                <a:latin typeface="+mn-lt"/>
                <a:ea typeface="+mn-ea"/>
                <a:cs typeface="+mn-cs"/>
              </a:defRPr>
            </a:lvl2pPr>
            <a:lvl3pPr marL="0" indent="0">
              <a:buNone/>
              <a:defRPr sz="1000"/>
            </a:lvl3pPr>
            <a:lvl4pPr>
              <a:defRPr sz="1000"/>
            </a:lvl4pPr>
            <a:lvl5pPr>
              <a:defRPr sz="1000"/>
            </a:lvl5pPr>
          </a:lstStyle>
          <a:p>
            <a:pPr marL="0" lvl="1" indent="0" algn="l" defTabSz="914377" rtl="0" eaLnBrk="1" latinLnBrk="0" hangingPunct="1">
              <a:lnSpc>
                <a:spcPct val="100000"/>
              </a:lnSpc>
              <a:spcBef>
                <a:spcPts val="0"/>
              </a:spcBef>
              <a:spcAft>
                <a:spcPts val="600"/>
              </a:spcAft>
              <a:buFontTx/>
              <a:buNone/>
            </a:pPr>
            <a:r>
              <a:rPr lang="en-US" dirty="0"/>
              <a:t>Summary/key message of the topic</a:t>
            </a:r>
          </a:p>
        </p:txBody>
      </p:sp>
      <p:sp>
        <p:nvSpPr>
          <p:cNvPr id="52" name="Text Placeholder 51">
            <a:extLst>
              <a:ext uri="{FF2B5EF4-FFF2-40B4-BE49-F238E27FC236}">
                <a16:creationId xmlns:a16="http://schemas.microsoft.com/office/drawing/2014/main" id="{A56DC092-9D0C-4919-8E0D-5BD31DBF416F}"/>
              </a:ext>
            </a:extLst>
          </p:cNvPr>
          <p:cNvSpPr>
            <a:spLocks noGrp="1"/>
          </p:cNvSpPr>
          <p:nvPr>
            <p:ph type="body" sz="quarter" idx="27" hasCustomPrompt="1"/>
          </p:nvPr>
        </p:nvSpPr>
        <p:spPr>
          <a:xfrm>
            <a:off x="5717067" y="2079376"/>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54" name="Text Placeholder 51">
            <a:extLst>
              <a:ext uri="{FF2B5EF4-FFF2-40B4-BE49-F238E27FC236}">
                <a16:creationId xmlns:a16="http://schemas.microsoft.com/office/drawing/2014/main" id="{887525D3-18EC-4594-BA95-4CFA4932FC72}"/>
              </a:ext>
            </a:extLst>
          </p:cNvPr>
          <p:cNvSpPr>
            <a:spLocks noGrp="1"/>
          </p:cNvSpPr>
          <p:nvPr>
            <p:ph type="body" sz="quarter" idx="28" hasCustomPrompt="1"/>
          </p:nvPr>
        </p:nvSpPr>
        <p:spPr>
          <a:xfrm>
            <a:off x="6499479" y="2079376"/>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55" name="Text Placeholder 51">
            <a:extLst>
              <a:ext uri="{FF2B5EF4-FFF2-40B4-BE49-F238E27FC236}">
                <a16:creationId xmlns:a16="http://schemas.microsoft.com/office/drawing/2014/main" id="{00E1BFC9-77CC-45B2-BD4F-9D9909E34ADC}"/>
              </a:ext>
            </a:extLst>
          </p:cNvPr>
          <p:cNvSpPr>
            <a:spLocks noGrp="1"/>
          </p:cNvSpPr>
          <p:nvPr>
            <p:ph type="body" sz="quarter" idx="29" hasCustomPrompt="1"/>
          </p:nvPr>
        </p:nvSpPr>
        <p:spPr>
          <a:xfrm>
            <a:off x="5717067" y="3282395"/>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56" name="Text Placeholder 51">
            <a:extLst>
              <a:ext uri="{FF2B5EF4-FFF2-40B4-BE49-F238E27FC236}">
                <a16:creationId xmlns:a16="http://schemas.microsoft.com/office/drawing/2014/main" id="{00E4FB76-501C-40D3-87F7-7DD0EAA8BD59}"/>
              </a:ext>
            </a:extLst>
          </p:cNvPr>
          <p:cNvSpPr>
            <a:spLocks noGrp="1"/>
          </p:cNvSpPr>
          <p:nvPr>
            <p:ph type="body" sz="quarter" idx="30" hasCustomPrompt="1"/>
          </p:nvPr>
        </p:nvSpPr>
        <p:spPr>
          <a:xfrm>
            <a:off x="6499479" y="3282395"/>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57" name="Text Placeholder 51">
            <a:extLst>
              <a:ext uri="{FF2B5EF4-FFF2-40B4-BE49-F238E27FC236}">
                <a16:creationId xmlns:a16="http://schemas.microsoft.com/office/drawing/2014/main" id="{AB8F14DA-6F10-40A5-8354-FE09F318B0B9}"/>
              </a:ext>
            </a:extLst>
          </p:cNvPr>
          <p:cNvSpPr>
            <a:spLocks noGrp="1"/>
          </p:cNvSpPr>
          <p:nvPr>
            <p:ph type="body" sz="quarter" idx="31" hasCustomPrompt="1"/>
          </p:nvPr>
        </p:nvSpPr>
        <p:spPr>
          <a:xfrm>
            <a:off x="5717067" y="4490540"/>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2800" b="1" dirty="0">
                <a:solidFill>
                  <a:schemeClr val="accent6"/>
                </a:solidFill>
                <a:latin typeface="+mn-lt"/>
                <a:sym typeface="Wingdings" panose="05000000000000000000" pitchFamily="2" charset="2"/>
              </a:rPr>
              <a:t></a:t>
            </a:r>
            <a:endParaRPr lang="en-US" sz="2800" b="1" dirty="0">
              <a:solidFill>
                <a:schemeClr val="accent6"/>
              </a:solidFill>
              <a:latin typeface="+mn-lt"/>
            </a:endParaRPr>
          </a:p>
        </p:txBody>
      </p:sp>
      <p:sp>
        <p:nvSpPr>
          <p:cNvPr id="58" name="Text Placeholder 51">
            <a:extLst>
              <a:ext uri="{FF2B5EF4-FFF2-40B4-BE49-F238E27FC236}">
                <a16:creationId xmlns:a16="http://schemas.microsoft.com/office/drawing/2014/main" id="{5D28A1E2-7A22-42E2-A744-488DBD2C0216}"/>
              </a:ext>
            </a:extLst>
          </p:cNvPr>
          <p:cNvSpPr>
            <a:spLocks noGrp="1"/>
          </p:cNvSpPr>
          <p:nvPr>
            <p:ph type="body" sz="quarter" idx="32" hasCustomPrompt="1"/>
          </p:nvPr>
        </p:nvSpPr>
        <p:spPr>
          <a:xfrm>
            <a:off x="6499479" y="4490540"/>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59" name="Text Placeholder 51">
            <a:extLst>
              <a:ext uri="{FF2B5EF4-FFF2-40B4-BE49-F238E27FC236}">
                <a16:creationId xmlns:a16="http://schemas.microsoft.com/office/drawing/2014/main" id="{7CD8034C-D44E-4D35-9439-E9257BD0F68B}"/>
              </a:ext>
            </a:extLst>
          </p:cNvPr>
          <p:cNvSpPr>
            <a:spLocks noGrp="1"/>
          </p:cNvSpPr>
          <p:nvPr>
            <p:ph type="body" sz="quarter" idx="33" hasCustomPrompt="1"/>
          </p:nvPr>
        </p:nvSpPr>
        <p:spPr>
          <a:xfrm>
            <a:off x="7132901" y="2079376"/>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60" name="Text Placeholder 51">
            <a:extLst>
              <a:ext uri="{FF2B5EF4-FFF2-40B4-BE49-F238E27FC236}">
                <a16:creationId xmlns:a16="http://schemas.microsoft.com/office/drawing/2014/main" id="{1B79B507-1F99-4C7A-8D3F-78147771CE19}"/>
              </a:ext>
            </a:extLst>
          </p:cNvPr>
          <p:cNvSpPr>
            <a:spLocks noGrp="1"/>
          </p:cNvSpPr>
          <p:nvPr>
            <p:ph type="body" sz="quarter" idx="34" hasCustomPrompt="1"/>
          </p:nvPr>
        </p:nvSpPr>
        <p:spPr>
          <a:xfrm>
            <a:off x="7132901" y="3282395"/>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61" name="Text Placeholder 51">
            <a:extLst>
              <a:ext uri="{FF2B5EF4-FFF2-40B4-BE49-F238E27FC236}">
                <a16:creationId xmlns:a16="http://schemas.microsoft.com/office/drawing/2014/main" id="{3A477642-AEE3-483C-9394-74562C04FC57}"/>
              </a:ext>
            </a:extLst>
          </p:cNvPr>
          <p:cNvSpPr>
            <a:spLocks noGrp="1"/>
          </p:cNvSpPr>
          <p:nvPr>
            <p:ph type="body" sz="quarter" idx="35" hasCustomPrompt="1"/>
          </p:nvPr>
        </p:nvSpPr>
        <p:spPr>
          <a:xfrm>
            <a:off x="7132901" y="4490540"/>
            <a:ext cx="432000" cy="474903"/>
          </a:xfrm>
        </p:spPr>
        <p:txBody>
          <a:bodyPr wrap="none" lIns="72000" tIns="72000" rIns="72000" bIns="72000" anchor="ctr" anchorCtr="0"/>
          <a:lstStyle>
            <a:lvl1pPr algn="ctr">
              <a:defRPr lang="en-US" sz="2800" b="1" kern="1200" dirty="0" smtClean="0">
                <a:solidFill>
                  <a:schemeClr val="accent6"/>
                </a:solidFill>
                <a:latin typeface="+mn-lt"/>
                <a:ea typeface="+mn-ea"/>
                <a:cs typeface="+mn-cs"/>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2800" b="1">
                <a:solidFill>
                  <a:schemeClr val="accent6"/>
                </a:solidFill>
                <a:latin typeface="+mn-lt"/>
                <a:sym typeface="Wingdings" panose="05000000000000000000" pitchFamily="2" charset="2"/>
              </a:rPr>
              <a:t></a:t>
            </a:r>
            <a:endParaRPr lang="en-US" sz="2800" b="1">
              <a:solidFill>
                <a:schemeClr val="accent6"/>
              </a:solidFill>
              <a:latin typeface="+mn-lt"/>
            </a:endParaRPr>
          </a:p>
        </p:txBody>
      </p:sp>
      <p:sp>
        <p:nvSpPr>
          <p:cNvPr id="63" name="Isosceles Triangle 62">
            <a:extLst>
              <a:ext uri="{FF2B5EF4-FFF2-40B4-BE49-F238E27FC236}">
                <a16:creationId xmlns:a16="http://schemas.microsoft.com/office/drawing/2014/main" id="{E9D1AE06-08EF-481C-8D99-9255EA39D92A}"/>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4" name="Isosceles Triangle 63">
            <a:extLst>
              <a:ext uri="{FF2B5EF4-FFF2-40B4-BE49-F238E27FC236}">
                <a16:creationId xmlns:a16="http://schemas.microsoft.com/office/drawing/2014/main" id="{17C2926F-29C1-4B2E-803B-6EEB424E3143}"/>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5" name="Oval 64">
            <a:hlinkClick r:id="" action="ppaction://hlinkshowjump?jump=nextslide"/>
            <a:extLst>
              <a:ext uri="{FF2B5EF4-FFF2-40B4-BE49-F238E27FC236}">
                <a16:creationId xmlns:a16="http://schemas.microsoft.com/office/drawing/2014/main" id="{EB7F17BD-A802-4148-91A9-ADEFCD47BB96}"/>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6" name="Oval 65">
            <a:hlinkClick r:id="" action="ppaction://hlinkshowjump?jump=previousslide"/>
            <a:extLst>
              <a:ext uri="{FF2B5EF4-FFF2-40B4-BE49-F238E27FC236}">
                <a16:creationId xmlns:a16="http://schemas.microsoft.com/office/drawing/2014/main" id="{7158AE46-3132-42BE-A591-9B94D6F4F436}"/>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67" name="Graphic 66" descr="Home">
            <a:hlinkClick r:id="rId5" action="ppaction://hlinksldjump"/>
            <a:extLst>
              <a:ext uri="{FF2B5EF4-FFF2-40B4-BE49-F238E27FC236}">
                <a16:creationId xmlns:a16="http://schemas.microsoft.com/office/drawing/2014/main" id="{98C14409-D58E-48D2-8C6A-E65520A4FB98}"/>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36" name="Text Placeholder 6">
            <a:extLst>
              <a:ext uri="{FF2B5EF4-FFF2-40B4-BE49-F238E27FC236}">
                <a16:creationId xmlns:a16="http://schemas.microsoft.com/office/drawing/2014/main" id="{79FDEBF9-ADD4-4350-B7BB-CCF43750FB5F}"/>
              </a:ext>
            </a:extLst>
          </p:cNvPr>
          <p:cNvSpPr>
            <a:spLocks noGrp="1"/>
          </p:cNvSpPr>
          <p:nvPr>
            <p:ph type="body" sz="quarter" idx="36" hasCustomPrompt="1"/>
          </p:nvPr>
        </p:nvSpPr>
        <p:spPr>
          <a:xfrm>
            <a:off x="9565955" y="2076946"/>
            <a:ext cx="756000" cy="468000"/>
          </a:xfrm>
        </p:spPr>
        <p:txBody>
          <a:bodyPr anchor="ctr"/>
          <a:lstStyle>
            <a:lvl1pPr algn="ctr">
              <a:lnSpc>
                <a:spcPts val="2000"/>
              </a:lnSpc>
              <a:spcAft>
                <a:spcPts val="0"/>
              </a:spcAft>
              <a:defRPr lang="en-US" sz="24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a:t>$</a:t>
            </a:r>
            <a:r>
              <a:rPr lang="en-US" err="1"/>
              <a:t>x.xm</a:t>
            </a:r>
            <a:endParaRPr lang="fi-FI"/>
          </a:p>
        </p:txBody>
      </p:sp>
      <p:sp>
        <p:nvSpPr>
          <p:cNvPr id="37" name="Text Placeholder 6">
            <a:extLst>
              <a:ext uri="{FF2B5EF4-FFF2-40B4-BE49-F238E27FC236}">
                <a16:creationId xmlns:a16="http://schemas.microsoft.com/office/drawing/2014/main" id="{2004A5DA-0E0C-4245-9CA5-65014084484A}"/>
              </a:ext>
            </a:extLst>
          </p:cNvPr>
          <p:cNvSpPr>
            <a:spLocks noGrp="1"/>
          </p:cNvSpPr>
          <p:nvPr>
            <p:ph type="body" sz="quarter" idx="37" hasCustomPrompt="1"/>
          </p:nvPr>
        </p:nvSpPr>
        <p:spPr>
          <a:xfrm>
            <a:off x="9565955" y="3282395"/>
            <a:ext cx="756000" cy="468000"/>
          </a:xfrm>
        </p:spPr>
        <p:txBody>
          <a:bodyPr anchor="ctr"/>
          <a:lstStyle>
            <a:lvl1pPr algn="ctr">
              <a:lnSpc>
                <a:spcPts val="2000"/>
              </a:lnSpc>
              <a:spcAft>
                <a:spcPts val="0"/>
              </a:spcAft>
              <a:defRPr lang="en-US" sz="24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a:t>$</a:t>
            </a:r>
            <a:r>
              <a:rPr lang="en-US" err="1"/>
              <a:t>x.xm</a:t>
            </a:r>
            <a:endParaRPr lang="fi-FI"/>
          </a:p>
        </p:txBody>
      </p:sp>
      <p:sp>
        <p:nvSpPr>
          <p:cNvPr id="38" name="Text Placeholder 6">
            <a:extLst>
              <a:ext uri="{FF2B5EF4-FFF2-40B4-BE49-F238E27FC236}">
                <a16:creationId xmlns:a16="http://schemas.microsoft.com/office/drawing/2014/main" id="{DBBE4969-9474-4C52-94AD-E6525D73BA75}"/>
              </a:ext>
            </a:extLst>
          </p:cNvPr>
          <p:cNvSpPr>
            <a:spLocks noGrp="1"/>
          </p:cNvSpPr>
          <p:nvPr>
            <p:ph type="body" sz="quarter" idx="38" hasCustomPrompt="1"/>
          </p:nvPr>
        </p:nvSpPr>
        <p:spPr>
          <a:xfrm>
            <a:off x="9565955" y="4490540"/>
            <a:ext cx="756000" cy="468000"/>
          </a:xfrm>
        </p:spPr>
        <p:txBody>
          <a:bodyPr anchor="ctr"/>
          <a:lstStyle>
            <a:lvl1pPr algn="ctr">
              <a:lnSpc>
                <a:spcPts val="2000"/>
              </a:lnSpc>
              <a:spcAft>
                <a:spcPts val="0"/>
              </a:spcAft>
              <a:defRPr lang="en-US" sz="24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dirty="0"/>
              <a:t>$</a:t>
            </a:r>
            <a:r>
              <a:rPr lang="en-US" dirty="0" err="1"/>
              <a:t>x.xm</a:t>
            </a:r>
            <a:endParaRPr lang="fi-FI" dirty="0"/>
          </a:p>
        </p:txBody>
      </p:sp>
      <p:sp>
        <p:nvSpPr>
          <p:cNvPr id="4" name="Text Placeholder 6">
            <a:extLst>
              <a:ext uri="{FF2B5EF4-FFF2-40B4-BE49-F238E27FC236}">
                <a16:creationId xmlns:a16="http://schemas.microsoft.com/office/drawing/2014/main" id="{EAC7C2CF-5CFB-DCA6-20DE-7D0A481CCB4B}"/>
              </a:ext>
            </a:extLst>
          </p:cNvPr>
          <p:cNvSpPr>
            <a:spLocks noGrp="1"/>
          </p:cNvSpPr>
          <p:nvPr>
            <p:ph type="body" sz="quarter" idx="42" hasCustomPrompt="1"/>
          </p:nvPr>
        </p:nvSpPr>
        <p:spPr>
          <a:xfrm>
            <a:off x="7731167" y="2076946"/>
            <a:ext cx="720000" cy="468000"/>
          </a:xfrm>
        </p:spPr>
        <p:txBody>
          <a:bodyPr tIns="0" anchor="ctr"/>
          <a:lstStyle>
            <a:lvl1pPr algn="ctr">
              <a:lnSpc>
                <a:spcPts val="1900"/>
              </a:lnSpc>
              <a:spcAft>
                <a:spcPts val="0"/>
              </a:spcAft>
              <a:defRPr lang="en-US" sz="2000" b="0" kern="1200" dirty="0" smtClean="0">
                <a:solidFill>
                  <a:schemeClr val="accent1"/>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a:t>EBITDA/</a:t>
            </a:r>
            <a:br>
              <a:rPr lang="en-US"/>
            </a:br>
            <a:r>
              <a:rPr lang="en-US"/>
              <a:t>cash</a:t>
            </a:r>
            <a:endParaRPr lang="fi-FI"/>
          </a:p>
        </p:txBody>
      </p:sp>
      <p:sp>
        <p:nvSpPr>
          <p:cNvPr id="5" name="Text Placeholder 6">
            <a:extLst>
              <a:ext uri="{FF2B5EF4-FFF2-40B4-BE49-F238E27FC236}">
                <a16:creationId xmlns:a16="http://schemas.microsoft.com/office/drawing/2014/main" id="{984AEB76-B5C6-E3D8-6F6B-1C89284B709D}"/>
              </a:ext>
            </a:extLst>
          </p:cNvPr>
          <p:cNvSpPr>
            <a:spLocks noGrp="1"/>
          </p:cNvSpPr>
          <p:nvPr>
            <p:ph type="body" sz="quarter" idx="43" hasCustomPrompt="1"/>
          </p:nvPr>
        </p:nvSpPr>
        <p:spPr>
          <a:xfrm>
            <a:off x="10432981" y="2076946"/>
            <a:ext cx="720000" cy="468000"/>
          </a:xfrm>
        </p:spPr>
        <p:txBody>
          <a:bodyPr tIns="0" anchor="ctr"/>
          <a:lstStyle>
            <a:lvl1pPr algn="ctr">
              <a:lnSpc>
                <a:spcPts val="1900"/>
              </a:lnSpc>
              <a:spcAft>
                <a:spcPts val="0"/>
              </a:spcAft>
              <a:defRPr lang="en-US" sz="2000" b="0" kern="1200" dirty="0" smtClean="0">
                <a:solidFill>
                  <a:schemeClr val="accent4"/>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a:t>6-12</a:t>
            </a:r>
            <a:br>
              <a:rPr lang="en-US"/>
            </a:br>
            <a:r>
              <a:rPr lang="en-US"/>
              <a:t>months</a:t>
            </a:r>
          </a:p>
        </p:txBody>
      </p:sp>
      <p:sp>
        <p:nvSpPr>
          <p:cNvPr id="6" name="Text Placeholder 6">
            <a:extLst>
              <a:ext uri="{FF2B5EF4-FFF2-40B4-BE49-F238E27FC236}">
                <a16:creationId xmlns:a16="http://schemas.microsoft.com/office/drawing/2014/main" id="{12A79F27-319D-3CCC-8CD0-601954F9EC3A}"/>
              </a:ext>
            </a:extLst>
          </p:cNvPr>
          <p:cNvSpPr>
            <a:spLocks noGrp="1"/>
          </p:cNvSpPr>
          <p:nvPr>
            <p:ph type="body" sz="quarter" idx="44" hasCustomPrompt="1"/>
          </p:nvPr>
        </p:nvSpPr>
        <p:spPr>
          <a:xfrm>
            <a:off x="10432981" y="3282395"/>
            <a:ext cx="720000" cy="468000"/>
          </a:xfrm>
        </p:spPr>
        <p:txBody>
          <a:bodyPr tIns="0" anchor="ctr"/>
          <a:lstStyle>
            <a:lvl1pPr algn="ctr">
              <a:lnSpc>
                <a:spcPts val="1900"/>
              </a:lnSpc>
              <a:spcAft>
                <a:spcPts val="0"/>
              </a:spcAft>
              <a:defRPr lang="en-US" sz="2000" b="0" kern="1200" dirty="0" smtClean="0">
                <a:solidFill>
                  <a:schemeClr val="accent4"/>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a:t>6-12</a:t>
            </a:r>
            <a:br>
              <a:rPr lang="en-US"/>
            </a:br>
            <a:r>
              <a:rPr lang="en-US"/>
              <a:t>months</a:t>
            </a:r>
          </a:p>
        </p:txBody>
      </p:sp>
      <p:sp>
        <p:nvSpPr>
          <p:cNvPr id="13" name="Text Placeholder 6">
            <a:extLst>
              <a:ext uri="{FF2B5EF4-FFF2-40B4-BE49-F238E27FC236}">
                <a16:creationId xmlns:a16="http://schemas.microsoft.com/office/drawing/2014/main" id="{E8BD7E1A-E2EB-23C2-38D5-03FC56C57492}"/>
              </a:ext>
            </a:extLst>
          </p:cNvPr>
          <p:cNvSpPr>
            <a:spLocks noGrp="1"/>
          </p:cNvSpPr>
          <p:nvPr>
            <p:ph type="body" sz="quarter" idx="45" hasCustomPrompt="1"/>
          </p:nvPr>
        </p:nvSpPr>
        <p:spPr>
          <a:xfrm>
            <a:off x="10432981" y="4490540"/>
            <a:ext cx="720000" cy="468000"/>
          </a:xfrm>
        </p:spPr>
        <p:txBody>
          <a:bodyPr tIns="0" anchor="ctr"/>
          <a:lstStyle>
            <a:lvl1pPr algn="ctr">
              <a:lnSpc>
                <a:spcPts val="1900"/>
              </a:lnSpc>
              <a:spcAft>
                <a:spcPts val="0"/>
              </a:spcAft>
              <a:defRPr lang="en-US" sz="2000" b="0" kern="1200" dirty="0" smtClean="0">
                <a:solidFill>
                  <a:schemeClr val="accent4"/>
                </a:solidFill>
                <a:latin typeface="+mj-lt"/>
                <a:ea typeface="+mn-ea"/>
                <a:cs typeface="+mn-cs"/>
              </a:defRPr>
            </a:lvl1pPr>
            <a:lvl2pPr>
              <a:defRPr lang="en-US" sz="2400" b="0" kern="1200" dirty="0" smtClean="0">
                <a:solidFill>
                  <a:schemeClr val="accent1"/>
                </a:solidFill>
                <a:latin typeface="+mj-lt"/>
                <a:ea typeface="+mn-ea"/>
                <a:cs typeface="+mn-cs"/>
              </a:defRPr>
            </a:lvl2pPr>
            <a:lvl3pPr>
              <a:defRPr lang="en-US" sz="2400" b="0" kern="1200" dirty="0" smtClean="0">
                <a:solidFill>
                  <a:schemeClr val="accent1"/>
                </a:solidFill>
                <a:latin typeface="+mj-lt"/>
                <a:ea typeface="+mn-ea"/>
                <a:cs typeface="+mn-cs"/>
              </a:defRPr>
            </a:lvl3pPr>
            <a:lvl4pPr>
              <a:defRPr lang="en-US" sz="2400" b="0" kern="1200" dirty="0" smtClean="0">
                <a:solidFill>
                  <a:schemeClr val="accent1"/>
                </a:solidFill>
                <a:latin typeface="+mj-lt"/>
                <a:ea typeface="+mn-ea"/>
                <a:cs typeface="+mn-cs"/>
              </a:defRPr>
            </a:lvl4pPr>
            <a:lvl5pPr>
              <a:defRPr lang="fi-FI" sz="2400" b="0" kern="1200" dirty="0">
                <a:solidFill>
                  <a:schemeClr val="accent1"/>
                </a:solidFill>
                <a:latin typeface="+mj-lt"/>
                <a:ea typeface="+mn-ea"/>
                <a:cs typeface="+mn-cs"/>
              </a:defRPr>
            </a:lvl5pPr>
          </a:lstStyle>
          <a:p>
            <a:pPr lvl="0"/>
            <a:r>
              <a:rPr lang="en-US" dirty="0"/>
              <a:t>6-12</a:t>
            </a:r>
            <a:br>
              <a:rPr lang="en-US" dirty="0"/>
            </a:br>
            <a:r>
              <a:rPr lang="en-US" dirty="0"/>
              <a:t>months</a:t>
            </a:r>
          </a:p>
        </p:txBody>
      </p:sp>
      <p:sp>
        <p:nvSpPr>
          <p:cNvPr id="7" name="Arrow: U-Turn 6">
            <a:hlinkClick r:id="" action="ppaction://hlinkshowjump?jump=lastslideviewed"/>
            <a:extLst>
              <a:ext uri="{FF2B5EF4-FFF2-40B4-BE49-F238E27FC236}">
                <a16:creationId xmlns:a16="http://schemas.microsoft.com/office/drawing/2014/main" id="{2708ACA9-5C2B-52C8-4D1F-DC88A22B274D}"/>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30270226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ey findings_1 finding_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3" name="Rectangle 2">
            <a:extLst>
              <a:ext uri="{FF2B5EF4-FFF2-40B4-BE49-F238E27FC236}">
                <a16:creationId xmlns:a16="http://schemas.microsoft.com/office/drawing/2014/main" id="{40E0F97B-8034-417A-84B4-4FB61703DF7D}"/>
              </a:ext>
            </a:extLst>
          </p:cNvPr>
          <p:cNvSpPr>
            <a:spLocks/>
          </p:cNvSpPr>
          <p:nvPr userDrawn="1"/>
        </p:nvSpPr>
        <p:spPr>
          <a:xfrm>
            <a:off x="995359" y="1179513"/>
            <a:ext cx="10204453"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t">
            <a:noAutofit/>
          </a:bodyPr>
          <a:lstStyle/>
          <a:p>
            <a:pPr algn="l"/>
            <a:endParaRPr lang="en-US" sz="1200" b="1">
              <a:solidFill>
                <a:schemeClr val="bg1"/>
              </a:solidFill>
            </a:endParaRPr>
          </a:p>
        </p:txBody>
      </p:sp>
      <p:sp>
        <p:nvSpPr>
          <p:cNvPr id="10" name="Text Placeholder 9">
            <a:extLst>
              <a:ext uri="{FF2B5EF4-FFF2-40B4-BE49-F238E27FC236}">
                <a16:creationId xmlns:a16="http://schemas.microsoft.com/office/drawing/2014/main" id="{AE0C8735-C6DE-4A9C-8BAA-6089D9683CF0}"/>
              </a:ext>
            </a:extLst>
          </p:cNvPr>
          <p:cNvSpPr>
            <a:spLocks noGrp="1"/>
          </p:cNvSpPr>
          <p:nvPr>
            <p:ph type="body" sz="quarter" idx="10" hasCustomPrompt="1"/>
          </p:nvPr>
        </p:nvSpPr>
        <p:spPr bwMode="white">
          <a:xfrm>
            <a:off x="995359" y="1179513"/>
            <a:ext cx="10190735" cy="252000"/>
          </a:xfrm>
        </p:spPr>
        <p:txBody>
          <a:bodyPr lIns="72000" tIns="36000" rIns="72000" bIns="36000" anchor="ctr" anchorCtr="0"/>
          <a:lstStyle>
            <a:lvl1pPr>
              <a:defRPr sz="1000" b="1">
                <a:solidFill>
                  <a:schemeClr val="bg1"/>
                </a:solidFill>
              </a:defRPr>
            </a:lvl1pPr>
          </a:lstStyle>
          <a:p>
            <a:pPr lvl="0"/>
            <a:r>
              <a:rPr lang="en-US"/>
              <a:t>Click to add the heading</a:t>
            </a:r>
          </a:p>
        </p:txBody>
      </p:sp>
      <p:sp>
        <p:nvSpPr>
          <p:cNvPr id="32" name="Isosceles Triangle 31">
            <a:extLst>
              <a:ext uri="{FF2B5EF4-FFF2-40B4-BE49-F238E27FC236}">
                <a16:creationId xmlns:a16="http://schemas.microsoft.com/office/drawing/2014/main" id="{CBA84E74-EBB2-4C5A-B974-706D328887BF}"/>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3" name="Isosceles Triangle 32">
            <a:extLst>
              <a:ext uri="{FF2B5EF4-FFF2-40B4-BE49-F238E27FC236}">
                <a16:creationId xmlns:a16="http://schemas.microsoft.com/office/drawing/2014/main" id="{C963EF36-BD3A-4A44-B910-49A4E3FC2A99}"/>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4" name="Oval 33">
            <a:hlinkClick r:id="" action="ppaction://hlinkshowjump?jump=nextslide"/>
            <a:extLst>
              <a:ext uri="{FF2B5EF4-FFF2-40B4-BE49-F238E27FC236}">
                <a16:creationId xmlns:a16="http://schemas.microsoft.com/office/drawing/2014/main" id="{EBA05724-854E-4714-AFBB-A1064F079E2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5" name="Oval 34">
            <a:hlinkClick r:id="" action="ppaction://hlinkshowjump?jump=previousslide"/>
            <a:extLst>
              <a:ext uri="{FF2B5EF4-FFF2-40B4-BE49-F238E27FC236}">
                <a16:creationId xmlns:a16="http://schemas.microsoft.com/office/drawing/2014/main" id="{8E2A1F8B-6ED1-4C6B-8BF4-059750EEF68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36" name="Graphic 35" descr="Home">
            <a:hlinkClick r:id="rId2" action="ppaction://hlinksldjump"/>
            <a:extLst>
              <a:ext uri="{FF2B5EF4-FFF2-40B4-BE49-F238E27FC236}">
                <a16:creationId xmlns:a16="http://schemas.microsoft.com/office/drawing/2014/main" id="{7F842627-1C6D-43B0-8A3B-8135502FF4B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9" cy="222478"/>
          </a:xfrm>
          <a:prstGeom prst="rect">
            <a:avLst/>
          </a:prstGeom>
        </p:spPr>
      </p:pic>
      <p:sp>
        <p:nvSpPr>
          <p:cNvPr id="6" name="Text Placeholder 11">
            <a:extLst>
              <a:ext uri="{FF2B5EF4-FFF2-40B4-BE49-F238E27FC236}">
                <a16:creationId xmlns:a16="http://schemas.microsoft.com/office/drawing/2014/main" id="{7F43AEEA-3F72-5AB4-98C1-90950442B279}"/>
              </a:ext>
            </a:extLst>
          </p:cNvPr>
          <p:cNvSpPr>
            <a:spLocks noGrp="1"/>
          </p:cNvSpPr>
          <p:nvPr>
            <p:ph type="body" sz="quarter" idx="52" hasCustomPrompt="1"/>
          </p:nvPr>
        </p:nvSpPr>
        <p:spPr>
          <a:xfrm>
            <a:off x="10757012"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a:t>Click</a:t>
            </a:r>
            <a:br>
              <a:rPr lang="en-US"/>
            </a:br>
            <a:r>
              <a:rPr lang="en-US"/>
              <a:t>to add text</a:t>
            </a:r>
            <a:endParaRPr lang="en-IN"/>
          </a:p>
        </p:txBody>
      </p:sp>
      <p:sp>
        <p:nvSpPr>
          <p:cNvPr id="9" name="Text Placeholder 8">
            <a:extLst>
              <a:ext uri="{FF2B5EF4-FFF2-40B4-BE49-F238E27FC236}">
                <a16:creationId xmlns:a16="http://schemas.microsoft.com/office/drawing/2014/main" id="{E8ED8361-E94D-B7EA-CBCB-A1B668FA22AA}"/>
              </a:ext>
            </a:extLst>
          </p:cNvPr>
          <p:cNvSpPr>
            <a:spLocks noGrp="1"/>
          </p:cNvSpPr>
          <p:nvPr>
            <p:ph type="body" sz="quarter" idx="53" hasCustomPrompt="1"/>
          </p:nvPr>
        </p:nvSpPr>
        <p:spPr>
          <a:xfrm>
            <a:off x="995359" y="5199303"/>
            <a:ext cx="9761653"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11" name="Text Placeholder 6">
            <a:extLst>
              <a:ext uri="{FF2B5EF4-FFF2-40B4-BE49-F238E27FC236}">
                <a16:creationId xmlns:a16="http://schemas.microsoft.com/office/drawing/2014/main" id="{7EF398C3-DC80-5372-3F76-FD4B56677047}"/>
              </a:ext>
            </a:extLst>
          </p:cNvPr>
          <p:cNvSpPr>
            <a:spLocks noGrp="1"/>
          </p:cNvSpPr>
          <p:nvPr>
            <p:ph type="body" sz="quarter" idx="23" hasCustomPrompt="1"/>
          </p:nvPr>
        </p:nvSpPr>
        <p:spPr>
          <a:xfrm>
            <a:off x="995359" y="1431513"/>
            <a:ext cx="5036400" cy="3697899"/>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Text Placeholder 6">
            <a:extLst>
              <a:ext uri="{FF2B5EF4-FFF2-40B4-BE49-F238E27FC236}">
                <a16:creationId xmlns:a16="http://schemas.microsoft.com/office/drawing/2014/main" id="{2C4F88D1-1CC4-AF86-460C-BB82D868CC07}"/>
              </a:ext>
            </a:extLst>
          </p:cNvPr>
          <p:cNvSpPr>
            <a:spLocks noGrp="1"/>
          </p:cNvSpPr>
          <p:nvPr>
            <p:ph type="body" sz="quarter" idx="24" hasCustomPrompt="1"/>
          </p:nvPr>
        </p:nvSpPr>
        <p:spPr>
          <a:xfrm>
            <a:off x="6159600" y="1431513"/>
            <a:ext cx="5036400" cy="3697899"/>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4" name="Arrow: U-Turn 3">
            <a:hlinkClick r:id="" action="ppaction://hlinkshowjump?jump=lastslideviewed"/>
            <a:extLst>
              <a:ext uri="{FF2B5EF4-FFF2-40B4-BE49-F238E27FC236}">
                <a16:creationId xmlns:a16="http://schemas.microsoft.com/office/drawing/2014/main" id="{9A39DEF3-E630-619E-AE55-3B9AE7CF5857}"/>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41847749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ey findings_1 findin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3B009139-D0F1-B396-66F0-BFB707C739A7}"/>
              </a:ext>
            </a:extLst>
          </p:cNvPr>
          <p:cNvGraphicFramePr>
            <a:graphicFrameLocks noChangeAspect="1"/>
          </p:cNvGraphicFramePr>
          <p:nvPr userDrawn="1">
            <p:custDataLst>
              <p:tags r:id="rId1"/>
            </p:custDataLst>
            <p:extLst>
              <p:ext uri="{D42A27DB-BD31-4B8C-83A1-F6EECF244321}">
                <p14:modId xmlns:p14="http://schemas.microsoft.com/office/powerpoint/2010/main" val="17900644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9" name="think-cell data - do not delete" hidden="1">
                        <a:extLst>
                          <a:ext uri="{FF2B5EF4-FFF2-40B4-BE49-F238E27FC236}">
                            <a16:creationId xmlns:a16="http://schemas.microsoft.com/office/drawing/2014/main" id="{3B009139-D0F1-B396-66F0-BFB707C739A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vert="horz"/>
          <a:lstStyle/>
          <a:p>
            <a:r>
              <a:rPr lang="en-US"/>
              <a:t>Click to edit Master title style</a:t>
            </a:r>
            <a:endParaRPr lang="fi-FI"/>
          </a:p>
        </p:txBody>
      </p:sp>
      <p:sp>
        <p:nvSpPr>
          <p:cNvPr id="32" name="Isosceles Triangle 31">
            <a:extLst>
              <a:ext uri="{FF2B5EF4-FFF2-40B4-BE49-F238E27FC236}">
                <a16:creationId xmlns:a16="http://schemas.microsoft.com/office/drawing/2014/main" id="{CBA84E74-EBB2-4C5A-B974-706D328887BF}"/>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3" name="Isosceles Triangle 32">
            <a:extLst>
              <a:ext uri="{FF2B5EF4-FFF2-40B4-BE49-F238E27FC236}">
                <a16:creationId xmlns:a16="http://schemas.microsoft.com/office/drawing/2014/main" id="{C963EF36-BD3A-4A44-B910-49A4E3FC2A99}"/>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4" name="Oval 33">
            <a:hlinkClick r:id="" action="ppaction://hlinkshowjump?jump=nextslide"/>
            <a:extLst>
              <a:ext uri="{FF2B5EF4-FFF2-40B4-BE49-F238E27FC236}">
                <a16:creationId xmlns:a16="http://schemas.microsoft.com/office/drawing/2014/main" id="{EBA05724-854E-4714-AFBB-A1064F079E2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5" name="Oval 34">
            <a:hlinkClick r:id="" action="ppaction://hlinkshowjump?jump=previousslide"/>
            <a:extLst>
              <a:ext uri="{FF2B5EF4-FFF2-40B4-BE49-F238E27FC236}">
                <a16:creationId xmlns:a16="http://schemas.microsoft.com/office/drawing/2014/main" id="{8E2A1F8B-6ED1-4C6B-8BF4-059750EEF68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36" name="Graphic 35" descr="Home">
            <a:hlinkClick r:id="rId5" action="ppaction://hlinksldjump"/>
            <a:extLst>
              <a:ext uri="{FF2B5EF4-FFF2-40B4-BE49-F238E27FC236}">
                <a16:creationId xmlns:a16="http://schemas.microsoft.com/office/drawing/2014/main" id="{7F842627-1C6D-43B0-8A3B-8135502FF4BE}"/>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3" name="Text Placeholder 25">
            <a:extLst>
              <a:ext uri="{FF2B5EF4-FFF2-40B4-BE49-F238E27FC236}">
                <a16:creationId xmlns:a16="http://schemas.microsoft.com/office/drawing/2014/main" id="{0CAE8600-A3D2-0217-D89F-B57022DDE720}"/>
              </a:ext>
            </a:extLst>
          </p:cNvPr>
          <p:cNvSpPr>
            <a:spLocks noGrp="1"/>
          </p:cNvSpPr>
          <p:nvPr>
            <p:ph type="body" sz="quarter" idx="25" hasCustomPrompt="1"/>
          </p:nvPr>
        </p:nvSpPr>
        <p:spPr>
          <a:xfrm>
            <a:off x="995359" y="1179513"/>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5" name="Text Placeholder 8">
            <a:extLst>
              <a:ext uri="{FF2B5EF4-FFF2-40B4-BE49-F238E27FC236}">
                <a16:creationId xmlns:a16="http://schemas.microsoft.com/office/drawing/2014/main" id="{62BCF9FC-1265-ABB8-9BC3-491771E9EB9A}"/>
              </a:ext>
            </a:extLst>
          </p:cNvPr>
          <p:cNvSpPr>
            <a:spLocks noGrp="1"/>
          </p:cNvSpPr>
          <p:nvPr>
            <p:ph type="body" sz="quarter" idx="54" hasCustomPrompt="1"/>
          </p:nvPr>
        </p:nvSpPr>
        <p:spPr>
          <a:xfrm>
            <a:off x="995359" y="5199303"/>
            <a:ext cx="4608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 </a:t>
            </a:r>
          </a:p>
        </p:txBody>
      </p:sp>
      <p:sp>
        <p:nvSpPr>
          <p:cNvPr id="6" name="Text Placeholder 11">
            <a:extLst>
              <a:ext uri="{FF2B5EF4-FFF2-40B4-BE49-F238E27FC236}">
                <a16:creationId xmlns:a16="http://schemas.microsoft.com/office/drawing/2014/main" id="{E0383586-43A7-5AE6-3CA8-69A5E7E39050}"/>
              </a:ext>
            </a:extLst>
          </p:cNvPr>
          <p:cNvSpPr>
            <a:spLocks noGrp="1"/>
          </p:cNvSpPr>
          <p:nvPr>
            <p:ph type="body" sz="quarter" idx="53" hasCustomPrompt="1"/>
          </p:nvPr>
        </p:nvSpPr>
        <p:spPr>
          <a:xfrm>
            <a:off x="5588959"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7" name="Arrow: U-Turn 6">
            <a:hlinkClick r:id="" action="ppaction://hlinkshowjump?jump=lastslideviewed"/>
            <a:extLst>
              <a:ext uri="{FF2B5EF4-FFF2-40B4-BE49-F238E27FC236}">
                <a16:creationId xmlns:a16="http://schemas.microsoft.com/office/drawing/2014/main" id="{7907107E-6A64-538B-48C4-25388E195131}"/>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
        <p:nvSpPr>
          <p:cNvPr id="10" name="Text Placeholder 6">
            <a:extLst>
              <a:ext uri="{FF2B5EF4-FFF2-40B4-BE49-F238E27FC236}">
                <a16:creationId xmlns:a16="http://schemas.microsoft.com/office/drawing/2014/main" id="{104EC248-E7EE-287A-05D5-EC52F86ADE7E}"/>
              </a:ext>
            </a:extLst>
          </p:cNvPr>
          <p:cNvSpPr>
            <a:spLocks noGrp="1"/>
          </p:cNvSpPr>
          <p:nvPr>
            <p:ph type="body" sz="quarter" idx="23" hasCustomPrompt="1"/>
          </p:nvPr>
        </p:nvSpPr>
        <p:spPr>
          <a:xfrm>
            <a:off x="995359" y="1431513"/>
            <a:ext cx="5036400" cy="3697899"/>
          </a:xfrm>
        </p:spPr>
        <p:txBody>
          <a:bodyPr lIns="72000" tIns="36000" rIns="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6851554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ey findings_1 finding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32" name="Isosceles Triangle 31">
            <a:extLst>
              <a:ext uri="{FF2B5EF4-FFF2-40B4-BE49-F238E27FC236}">
                <a16:creationId xmlns:a16="http://schemas.microsoft.com/office/drawing/2014/main" id="{CBA84E74-EBB2-4C5A-B974-706D328887BF}"/>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3" name="Isosceles Triangle 32">
            <a:extLst>
              <a:ext uri="{FF2B5EF4-FFF2-40B4-BE49-F238E27FC236}">
                <a16:creationId xmlns:a16="http://schemas.microsoft.com/office/drawing/2014/main" id="{C963EF36-BD3A-4A44-B910-49A4E3FC2A99}"/>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4" name="Oval 33">
            <a:hlinkClick r:id="" action="ppaction://hlinkshowjump?jump=nextslide"/>
            <a:extLst>
              <a:ext uri="{FF2B5EF4-FFF2-40B4-BE49-F238E27FC236}">
                <a16:creationId xmlns:a16="http://schemas.microsoft.com/office/drawing/2014/main" id="{EBA05724-854E-4714-AFBB-A1064F079E2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5" name="Oval 34">
            <a:hlinkClick r:id="" action="ppaction://hlinkshowjump?jump=previousslide"/>
            <a:extLst>
              <a:ext uri="{FF2B5EF4-FFF2-40B4-BE49-F238E27FC236}">
                <a16:creationId xmlns:a16="http://schemas.microsoft.com/office/drawing/2014/main" id="{8E2A1F8B-6ED1-4C6B-8BF4-059750EEF68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36" name="Graphic 35" descr="Home">
            <a:hlinkClick r:id="rId2" action="ppaction://hlinksldjump"/>
            <a:extLst>
              <a:ext uri="{FF2B5EF4-FFF2-40B4-BE49-F238E27FC236}">
                <a16:creationId xmlns:a16="http://schemas.microsoft.com/office/drawing/2014/main" id="{7F842627-1C6D-43B0-8A3B-8135502FF4B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9" cy="222478"/>
          </a:xfrm>
          <a:prstGeom prst="rect">
            <a:avLst/>
          </a:prstGeom>
        </p:spPr>
      </p:pic>
      <p:sp>
        <p:nvSpPr>
          <p:cNvPr id="7" name="Arrow: U-Turn 6">
            <a:hlinkClick r:id="" action="ppaction://hlinkshowjump?jump=lastslideviewed"/>
            <a:extLst>
              <a:ext uri="{FF2B5EF4-FFF2-40B4-BE49-F238E27FC236}">
                <a16:creationId xmlns:a16="http://schemas.microsoft.com/office/drawing/2014/main" id="{7907107E-6A64-538B-48C4-25388E195131}"/>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
        <p:nvSpPr>
          <p:cNvPr id="8" name="Text Placeholder 8">
            <a:extLst>
              <a:ext uri="{FF2B5EF4-FFF2-40B4-BE49-F238E27FC236}">
                <a16:creationId xmlns:a16="http://schemas.microsoft.com/office/drawing/2014/main" id="{48A66FC0-BE24-0CD0-84B7-CFA81D46F6BD}"/>
              </a:ext>
            </a:extLst>
          </p:cNvPr>
          <p:cNvSpPr>
            <a:spLocks noGrp="1"/>
          </p:cNvSpPr>
          <p:nvPr>
            <p:ph type="body" sz="quarter" idx="56" hasCustomPrompt="1"/>
          </p:nvPr>
        </p:nvSpPr>
        <p:spPr>
          <a:xfrm>
            <a:off x="6159600" y="5199303"/>
            <a:ext cx="4608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9" name="Text Placeholder 6">
            <a:extLst>
              <a:ext uri="{FF2B5EF4-FFF2-40B4-BE49-F238E27FC236}">
                <a16:creationId xmlns:a16="http://schemas.microsoft.com/office/drawing/2014/main" id="{3D1A222B-BCA2-5B05-7745-D028030F081D}"/>
              </a:ext>
            </a:extLst>
          </p:cNvPr>
          <p:cNvSpPr>
            <a:spLocks noGrp="1"/>
          </p:cNvSpPr>
          <p:nvPr>
            <p:ph type="body" sz="quarter" idx="24" hasCustomPrompt="1"/>
          </p:nvPr>
        </p:nvSpPr>
        <p:spPr>
          <a:xfrm>
            <a:off x="6159600" y="1431514"/>
            <a:ext cx="5036400" cy="3694964"/>
          </a:xfrm>
        </p:spPr>
        <p:txBody>
          <a:bodyPr lIns="72000" tIns="36000" rIns="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Text Placeholder 25">
            <a:extLst>
              <a:ext uri="{FF2B5EF4-FFF2-40B4-BE49-F238E27FC236}">
                <a16:creationId xmlns:a16="http://schemas.microsoft.com/office/drawing/2014/main" id="{151D910D-8B3A-9BBD-7A24-CE431AA2A9EB}"/>
              </a:ext>
            </a:extLst>
          </p:cNvPr>
          <p:cNvSpPr>
            <a:spLocks noGrp="1"/>
          </p:cNvSpPr>
          <p:nvPr>
            <p:ph type="body" sz="quarter" idx="11" hasCustomPrompt="1"/>
          </p:nvPr>
        </p:nvSpPr>
        <p:spPr>
          <a:xfrm>
            <a:off x="6159600" y="1179513"/>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1" name="Text Placeholder 11">
            <a:extLst>
              <a:ext uri="{FF2B5EF4-FFF2-40B4-BE49-F238E27FC236}">
                <a16:creationId xmlns:a16="http://schemas.microsoft.com/office/drawing/2014/main" id="{39A015A9-A291-0134-5FF1-ADE90DB20597}"/>
              </a:ext>
            </a:extLst>
          </p:cNvPr>
          <p:cNvSpPr>
            <a:spLocks noGrp="1"/>
          </p:cNvSpPr>
          <p:nvPr>
            <p:ph type="body" sz="quarter" idx="55" hasCustomPrompt="1"/>
          </p:nvPr>
        </p:nvSpPr>
        <p:spPr>
          <a:xfrm>
            <a:off x="10755206"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Tree>
    <p:extLst>
      <p:ext uri="{BB962C8B-B14F-4D97-AF65-F5344CB8AC3E}">
        <p14:creationId xmlns:p14="http://schemas.microsoft.com/office/powerpoint/2010/main" val="24483041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Key findings_2 per page">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072AD4A3-852F-4232-9DB2-52ADC9162D7A}"/>
              </a:ext>
            </a:extLst>
          </p:cNvPr>
          <p:cNvGraphicFramePr>
            <a:graphicFrameLocks noChangeAspect="1"/>
          </p:cNvGraphicFramePr>
          <p:nvPr userDrawn="1">
            <p:custDataLst>
              <p:tags r:id="rId1"/>
            </p:custDataLst>
            <p:extLst>
              <p:ext uri="{D42A27DB-BD31-4B8C-83A1-F6EECF244321}">
                <p14:modId xmlns:p14="http://schemas.microsoft.com/office/powerpoint/2010/main" val="36716136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12" name="Object 11" hidden="1">
                        <a:extLst>
                          <a:ext uri="{FF2B5EF4-FFF2-40B4-BE49-F238E27FC236}">
                            <a16:creationId xmlns:a16="http://schemas.microsoft.com/office/drawing/2014/main" id="{072AD4A3-852F-4232-9DB2-52ADC9162D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vert="horz"/>
          <a:lstStyle/>
          <a:p>
            <a:r>
              <a:rPr lang="en-US"/>
              <a:t>Click to edit Master title style</a:t>
            </a:r>
            <a:endParaRPr lang="fi-FI"/>
          </a:p>
        </p:txBody>
      </p:sp>
      <p:sp>
        <p:nvSpPr>
          <p:cNvPr id="17" name="Chart Placeholder 16">
            <a:extLst>
              <a:ext uri="{FF2B5EF4-FFF2-40B4-BE49-F238E27FC236}">
                <a16:creationId xmlns:a16="http://schemas.microsoft.com/office/drawing/2014/main" id="{B147FBA0-D5A5-4747-AA7A-0C5D1B93DE9B}"/>
              </a:ext>
            </a:extLst>
          </p:cNvPr>
          <p:cNvSpPr>
            <a:spLocks noGrp="1"/>
          </p:cNvSpPr>
          <p:nvPr>
            <p:ph type="chart" sz="quarter" idx="12" hasCustomPrompt="1"/>
          </p:nvPr>
        </p:nvSpPr>
        <p:spPr>
          <a:xfrm>
            <a:off x="995359" y="1431514"/>
            <a:ext cx="5036400" cy="1720476"/>
          </a:xfrm>
        </p:spPr>
        <p:txBody>
          <a:bodyPr lIns="72000" tIns="36000" rIns="0" bIns="0"/>
          <a:lstStyle>
            <a:lvl1pPr rtl="0">
              <a:defRPr sz="1000" b="1">
                <a:solidFill>
                  <a:schemeClr val="tx2"/>
                </a:solidFill>
              </a:defRPr>
            </a:lvl1pPr>
          </a:lstStyle>
          <a:p>
            <a:r>
              <a:rPr lang="en-US" noProof="0" dirty="0"/>
              <a:t>Insert table or chart here</a:t>
            </a:r>
          </a:p>
        </p:txBody>
      </p:sp>
      <p:sp>
        <p:nvSpPr>
          <p:cNvPr id="18" name="Chart Placeholder 16">
            <a:extLst>
              <a:ext uri="{FF2B5EF4-FFF2-40B4-BE49-F238E27FC236}">
                <a16:creationId xmlns:a16="http://schemas.microsoft.com/office/drawing/2014/main" id="{A22046C6-D3A4-41D6-BC07-5BE5449A01CA}"/>
              </a:ext>
            </a:extLst>
          </p:cNvPr>
          <p:cNvSpPr>
            <a:spLocks noGrp="1"/>
          </p:cNvSpPr>
          <p:nvPr>
            <p:ph type="chart" sz="quarter" idx="13" hasCustomPrompt="1"/>
          </p:nvPr>
        </p:nvSpPr>
        <p:spPr>
          <a:xfrm>
            <a:off x="6159600" y="1431514"/>
            <a:ext cx="5036400" cy="1720476"/>
          </a:xfrm>
        </p:spPr>
        <p:txBody>
          <a:bodyPr lIns="72000" tIns="36000" rIns="0" bIns="0"/>
          <a:lstStyle>
            <a:lvl1pPr rtl="0">
              <a:defRPr sz="1000" b="1">
                <a:solidFill>
                  <a:schemeClr val="tx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noProof="0"/>
              <a:t>Insert table or chart here</a:t>
            </a:r>
          </a:p>
        </p:txBody>
      </p:sp>
      <p:sp>
        <p:nvSpPr>
          <p:cNvPr id="32" name="Isosceles Triangle 31">
            <a:extLst>
              <a:ext uri="{FF2B5EF4-FFF2-40B4-BE49-F238E27FC236}">
                <a16:creationId xmlns:a16="http://schemas.microsoft.com/office/drawing/2014/main" id="{CBA84E74-EBB2-4C5A-B974-706D328887BF}"/>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3" name="Isosceles Triangle 32">
            <a:extLst>
              <a:ext uri="{FF2B5EF4-FFF2-40B4-BE49-F238E27FC236}">
                <a16:creationId xmlns:a16="http://schemas.microsoft.com/office/drawing/2014/main" id="{C963EF36-BD3A-4A44-B910-49A4E3FC2A99}"/>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4" name="Oval 33">
            <a:hlinkClick r:id="" action="ppaction://hlinkshowjump?jump=nextslide"/>
            <a:extLst>
              <a:ext uri="{FF2B5EF4-FFF2-40B4-BE49-F238E27FC236}">
                <a16:creationId xmlns:a16="http://schemas.microsoft.com/office/drawing/2014/main" id="{EBA05724-854E-4714-AFBB-A1064F079E2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5" name="Oval 34">
            <a:hlinkClick r:id="" action="ppaction://hlinkshowjump?jump=previousslide"/>
            <a:extLst>
              <a:ext uri="{FF2B5EF4-FFF2-40B4-BE49-F238E27FC236}">
                <a16:creationId xmlns:a16="http://schemas.microsoft.com/office/drawing/2014/main" id="{8E2A1F8B-6ED1-4C6B-8BF4-059750EEF68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36" name="Graphic 35" descr="Home">
            <a:hlinkClick r:id="rId5" action="ppaction://hlinksldjump"/>
            <a:extLst>
              <a:ext uri="{FF2B5EF4-FFF2-40B4-BE49-F238E27FC236}">
                <a16:creationId xmlns:a16="http://schemas.microsoft.com/office/drawing/2014/main" id="{7F842627-1C6D-43B0-8A3B-8135502FF4BE}"/>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7" name="Text Placeholder 6">
            <a:extLst>
              <a:ext uri="{FF2B5EF4-FFF2-40B4-BE49-F238E27FC236}">
                <a16:creationId xmlns:a16="http://schemas.microsoft.com/office/drawing/2014/main" id="{3A753287-E89B-8500-867B-5B448555E895}"/>
              </a:ext>
            </a:extLst>
          </p:cNvPr>
          <p:cNvSpPr>
            <a:spLocks noGrp="1"/>
          </p:cNvSpPr>
          <p:nvPr>
            <p:ph type="body" sz="quarter" idx="23" hasCustomPrompt="1"/>
          </p:nvPr>
        </p:nvSpPr>
        <p:spPr>
          <a:xfrm>
            <a:off x="995359" y="3151989"/>
            <a:ext cx="5036400" cy="19851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ext Placeholder 6">
            <a:extLst>
              <a:ext uri="{FF2B5EF4-FFF2-40B4-BE49-F238E27FC236}">
                <a16:creationId xmlns:a16="http://schemas.microsoft.com/office/drawing/2014/main" id="{B222B5FE-0300-89DA-80FA-10373F456EBE}"/>
              </a:ext>
            </a:extLst>
          </p:cNvPr>
          <p:cNvSpPr>
            <a:spLocks noGrp="1"/>
          </p:cNvSpPr>
          <p:nvPr>
            <p:ph type="body" sz="quarter" idx="24" hasCustomPrompt="1"/>
          </p:nvPr>
        </p:nvSpPr>
        <p:spPr>
          <a:xfrm>
            <a:off x="6159600" y="3151989"/>
            <a:ext cx="5036400" cy="19851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25">
            <a:extLst>
              <a:ext uri="{FF2B5EF4-FFF2-40B4-BE49-F238E27FC236}">
                <a16:creationId xmlns:a16="http://schemas.microsoft.com/office/drawing/2014/main" id="{921F3564-406E-3EF5-3740-DBE48C9094BA}"/>
              </a:ext>
            </a:extLst>
          </p:cNvPr>
          <p:cNvSpPr>
            <a:spLocks noGrp="1"/>
          </p:cNvSpPr>
          <p:nvPr>
            <p:ph type="body" sz="quarter" idx="11" hasCustomPrompt="1"/>
          </p:nvPr>
        </p:nvSpPr>
        <p:spPr>
          <a:xfrm>
            <a:off x="6159600" y="1179513"/>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6" name="Text Placeholder 25">
            <a:extLst>
              <a:ext uri="{FF2B5EF4-FFF2-40B4-BE49-F238E27FC236}">
                <a16:creationId xmlns:a16="http://schemas.microsoft.com/office/drawing/2014/main" id="{8EC32F77-3BB3-65CD-9316-211F3E4016DC}"/>
              </a:ext>
            </a:extLst>
          </p:cNvPr>
          <p:cNvSpPr>
            <a:spLocks noGrp="1"/>
          </p:cNvSpPr>
          <p:nvPr>
            <p:ph type="body" sz="quarter" idx="25" hasCustomPrompt="1"/>
          </p:nvPr>
        </p:nvSpPr>
        <p:spPr>
          <a:xfrm>
            <a:off x="995359" y="1179513"/>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3" name="Text Placeholder 8">
            <a:extLst>
              <a:ext uri="{FF2B5EF4-FFF2-40B4-BE49-F238E27FC236}">
                <a16:creationId xmlns:a16="http://schemas.microsoft.com/office/drawing/2014/main" id="{2D56E2A5-4876-0C93-89D7-7C6809212D2E}"/>
              </a:ext>
            </a:extLst>
          </p:cNvPr>
          <p:cNvSpPr>
            <a:spLocks noGrp="1"/>
          </p:cNvSpPr>
          <p:nvPr>
            <p:ph type="body" sz="quarter" idx="54" hasCustomPrompt="1"/>
          </p:nvPr>
        </p:nvSpPr>
        <p:spPr>
          <a:xfrm>
            <a:off x="995359" y="5199303"/>
            <a:ext cx="4608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 </a:t>
            </a:r>
          </a:p>
        </p:txBody>
      </p:sp>
      <p:sp>
        <p:nvSpPr>
          <p:cNvPr id="4" name="Text Placeholder 8">
            <a:extLst>
              <a:ext uri="{FF2B5EF4-FFF2-40B4-BE49-F238E27FC236}">
                <a16:creationId xmlns:a16="http://schemas.microsoft.com/office/drawing/2014/main" id="{1828462E-0366-0E0E-9D4F-6DD2F5BD340D}"/>
              </a:ext>
            </a:extLst>
          </p:cNvPr>
          <p:cNvSpPr>
            <a:spLocks noGrp="1"/>
          </p:cNvSpPr>
          <p:nvPr>
            <p:ph type="body" sz="quarter" idx="56" hasCustomPrompt="1"/>
          </p:nvPr>
        </p:nvSpPr>
        <p:spPr>
          <a:xfrm>
            <a:off x="6159600" y="5199303"/>
            <a:ext cx="4598986"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9" name="Text Placeholder 11">
            <a:extLst>
              <a:ext uri="{FF2B5EF4-FFF2-40B4-BE49-F238E27FC236}">
                <a16:creationId xmlns:a16="http://schemas.microsoft.com/office/drawing/2014/main" id="{D84AB1C2-6CA0-3C6D-C22D-D8A4EE34819C}"/>
              </a:ext>
            </a:extLst>
          </p:cNvPr>
          <p:cNvSpPr>
            <a:spLocks noGrp="1"/>
          </p:cNvSpPr>
          <p:nvPr>
            <p:ph type="body" sz="quarter" idx="53" hasCustomPrompt="1"/>
          </p:nvPr>
        </p:nvSpPr>
        <p:spPr>
          <a:xfrm>
            <a:off x="5588959"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a:t>Click</a:t>
            </a:r>
            <a:br>
              <a:rPr lang="en-US"/>
            </a:br>
            <a:r>
              <a:rPr lang="en-US"/>
              <a:t>to add text</a:t>
            </a:r>
            <a:endParaRPr lang="en-IN"/>
          </a:p>
        </p:txBody>
      </p:sp>
      <p:sp>
        <p:nvSpPr>
          <p:cNvPr id="10" name="Text Placeholder 11">
            <a:extLst>
              <a:ext uri="{FF2B5EF4-FFF2-40B4-BE49-F238E27FC236}">
                <a16:creationId xmlns:a16="http://schemas.microsoft.com/office/drawing/2014/main" id="{D1BE9810-3FEB-8052-539E-CBB1F5703B90}"/>
              </a:ext>
            </a:extLst>
          </p:cNvPr>
          <p:cNvSpPr>
            <a:spLocks noGrp="1"/>
          </p:cNvSpPr>
          <p:nvPr>
            <p:ph type="body" sz="quarter" idx="55" hasCustomPrompt="1"/>
          </p:nvPr>
        </p:nvSpPr>
        <p:spPr>
          <a:xfrm>
            <a:off x="10759229"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a:t>Click</a:t>
            </a:r>
            <a:br>
              <a:rPr lang="en-US"/>
            </a:br>
            <a:r>
              <a:rPr lang="en-US"/>
              <a:t>to add text</a:t>
            </a:r>
            <a:endParaRPr lang="en-IN"/>
          </a:p>
        </p:txBody>
      </p:sp>
      <p:sp>
        <p:nvSpPr>
          <p:cNvPr id="11" name="Arrow: U-Turn 10">
            <a:hlinkClick r:id="" action="ppaction://hlinkshowjump?jump=lastslideviewed"/>
            <a:extLst>
              <a:ext uri="{FF2B5EF4-FFF2-40B4-BE49-F238E27FC236}">
                <a16:creationId xmlns:a16="http://schemas.microsoft.com/office/drawing/2014/main" id="{F7AC7476-4428-15BE-D8FA-3D87686CA5F2}"/>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1318444813"/>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Key findings_2 per page_2">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072AD4A3-852F-4232-9DB2-52ADC9162D7A}"/>
              </a:ext>
            </a:extLst>
          </p:cNvPr>
          <p:cNvGraphicFramePr>
            <a:graphicFrameLocks noChangeAspect="1"/>
          </p:cNvGraphicFramePr>
          <p:nvPr userDrawn="1">
            <p:custDataLst>
              <p:tags r:id="rId1"/>
            </p:custDataLst>
            <p:extLst>
              <p:ext uri="{D42A27DB-BD31-4B8C-83A1-F6EECF244321}">
                <p14:modId xmlns:p14="http://schemas.microsoft.com/office/powerpoint/2010/main" val="10146375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12" name="Object 11" hidden="1">
                        <a:extLst>
                          <a:ext uri="{FF2B5EF4-FFF2-40B4-BE49-F238E27FC236}">
                            <a16:creationId xmlns:a16="http://schemas.microsoft.com/office/drawing/2014/main" id="{072AD4A3-852F-4232-9DB2-52ADC9162D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vert="horz"/>
          <a:lstStyle/>
          <a:p>
            <a:r>
              <a:rPr lang="en-US"/>
              <a:t>Click to edit Master title style</a:t>
            </a:r>
            <a:endParaRPr lang="fi-FI"/>
          </a:p>
        </p:txBody>
      </p:sp>
      <p:sp>
        <p:nvSpPr>
          <p:cNvPr id="17" name="Chart Placeholder 16">
            <a:extLst>
              <a:ext uri="{FF2B5EF4-FFF2-40B4-BE49-F238E27FC236}">
                <a16:creationId xmlns:a16="http://schemas.microsoft.com/office/drawing/2014/main" id="{B147FBA0-D5A5-4747-AA7A-0C5D1B93DE9B}"/>
              </a:ext>
            </a:extLst>
          </p:cNvPr>
          <p:cNvSpPr>
            <a:spLocks noGrp="1"/>
          </p:cNvSpPr>
          <p:nvPr>
            <p:ph type="chart" sz="quarter" idx="12" hasCustomPrompt="1"/>
          </p:nvPr>
        </p:nvSpPr>
        <p:spPr>
          <a:xfrm>
            <a:off x="995359" y="1431514"/>
            <a:ext cx="5036400" cy="1720476"/>
          </a:xfrm>
        </p:spPr>
        <p:txBody>
          <a:bodyPr lIns="72000" tIns="36000" rIns="0" bIns="0"/>
          <a:lstStyle>
            <a:lvl1pPr rtl="0">
              <a:defRPr sz="1000" b="1">
                <a:solidFill>
                  <a:schemeClr val="tx2"/>
                </a:solidFill>
              </a:defRPr>
            </a:lvl1pPr>
          </a:lstStyle>
          <a:p>
            <a:r>
              <a:rPr lang="en-US" noProof="0" dirty="0"/>
              <a:t>Insert table or chart here</a:t>
            </a:r>
          </a:p>
        </p:txBody>
      </p:sp>
      <p:sp>
        <p:nvSpPr>
          <p:cNvPr id="18" name="Chart Placeholder 16">
            <a:extLst>
              <a:ext uri="{FF2B5EF4-FFF2-40B4-BE49-F238E27FC236}">
                <a16:creationId xmlns:a16="http://schemas.microsoft.com/office/drawing/2014/main" id="{A22046C6-D3A4-41D6-BC07-5BE5449A01CA}"/>
              </a:ext>
            </a:extLst>
          </p:cNvPr>
          <p:cNvSpPr>
            <a:spLocks noGrp="1"/>
          </p:cNvSpPr>
          <p:nvPr>
            <p:ph type="chart" sz="quarter" idx="13" hasCustomPrompt="1"/>
          </p:nvPr>
        </p:nvSpPr>
        <p:spPr>
          <a:xfrm>
            <a:off x="6160243" y="1431514"/>
            <a:ext cx="5036400" cy="1720476"/>
          </a:xfrm>
        </p:spPr>
        <p:txBody>
          <a:bodyPr lIns="72000" tIns="36000" rIns="0" bIns="0"/>
          <a:lstStyle>
            <a:lvl1pPr rtl="0">
              <a:defRPr sz="1000" b="1">
                <a:solidFill>
                  <a:schemeClr val="tx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noProof="0" dirty="0"/>
              <a:t>Insert table or chart here</a:t>
            </a:r>
          </a:p>
        </p:txBody>
      </p:sp>
      <p:sp>
        <p:nvSpPr>
          <p:cNvPr id="32" name="Isosceles Triangle 31">
            <a:extLst>
              <a:ext uri="{FF2B5EF4-FFF2-40B4-BE49-F238E27FC236}">
                <a16:creationId xmlns:a16="http://schemas.microsoft.com/office/drawing/2014/main" id="{CBA84E74-EBB2-4C5A-B974-706D328887BF}"/>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3" name="Isosceles Triangle 32">
            <a:extLst>
              <a:ext uri="{FF2B5EF4-FFF2-40B4-BE49-F238E27FC236}">
                <a16:creationId xmlns:a16="http://schemas.microsoft.com/office/drawing/2014/main" id="{C963EF36-BD3A-4A44-B910-49A4E3FC2A99}"/>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4" name="Oval 33">
            <a:hlinkClick r:id="" action="ppaction://hlinkshowjump?jump=nextslide"/>
            <a:extLst>
              <a:ext uri="{FF2B5EF4-FFF2-40B4-BE49-F238E27FC236}">
                <a16:creationId xmlns:a16="http://schemas.microsoft.com/office/drawing/2014/main" id="{EBA05724-854E-4714-AFBB-A1064F079E2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5" name="Oval 34">
            <a:hlinkClick r:id="" action="ppaction://hlinkshowjump?jump=previousslide"/>
            <a:extLst>
              <a:ext uri="{FF2B5EF4-FFF2-40B4-BE49-F238E27FC236}">
                <a16:creationId xmlns:a16="http://schemas.microsoft.com/office/drawing/2014/main" id="{8E2A1F8B-6ED1-4C6B-8BF4-059750EEF68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36" name="Graphic 35" descr="Home">
            <a:hlinkClick r:id="rId5" action="ppaction://hlinksldjump"/>
            <a:extLst>
              <a:ext uri="{FF2B5EF4-FFF2-40B4-BE49-F238E27FC236}">
                <a16:creationId xmlns:a16="http://schemas.microsoft.com/office/drawing/2014/main" id="{7F842627-1C6D-43B0-8A3B-8135502FF4BE}"/>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7" name="Text Placeholder 6">
            <a:extLst>
              <a:ext uri="{FF2B5EF4-FFF2-40B4-BE49-F238E27FC236}">
                <a16:creationId xmlns:a16="http://schemas.microsoft.com/office/drawing/2014/main" id="{3A753287-E89B-8500-867B-5B448555E895}"/>
              </a:ext>
            </a:extLst>
          </p:cNvPr>
          <p:cNvSpPr>
            <a:spLocks noGrp="1"/>
          </p:cNvSpPr>
          <p:nvPr>
            <p:ph type="body" sz="quarter" idx="23" hasCustomPrompt="1"/>
          </p:nvPr>
        </p:nvSpPr>
        <p:spPr>
          <a:xfrm>
            <a:off x="995359" y="3151989"/>
            <a:ext cx="5036400" cy="19851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ext Placeholder 6">
            <a:extLst>
              <a:ext uri="{FF2B5EF4-FFF2-40B4-BE49-F238E27FC236}">
                <a16:creationId xmlns:a16="http://schemas.microsoft.com/office/drawing/2014/main" id="{B222B5FE-0300-89DA-80FA-10373F456EBE}"/>
              </a:ext>
            </a:extLst>
          </p:cNvPr>
          <p:cNvSpPr>
            <a:spLocks noGrp="1"/>
          </p:cNvSpPr>
          <p:nvPr>
            <p:ph type="body" sz="quarter" idx="24" hasCustomPrompt="1"/>
          </p:nvPr>
        </p:nvSpPr>
        <p:spPr>
          <a:xfrm>
            <a:off x="6160243" y="3151989"/>
            <a:ext cx="5036400" cy="19851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25">
            <a:extLst>
              <a:ext uri="{FF2B5EF4-FFF2-40B4-BE49-F238E27FC236}">
                <a16:creationId xmlns:a16="http://schemas.microsoft.com/office/drawing/2014/main" id="{921F3564-406E-3EF5-3740-DBE48C9094BA}"/>
              </a:ext>
            </a:extLst>
          </p:cNvPr>
          <p:cNvSpPr>
            <a:spLocks noGrp="1"/>
          </p:cNvSpPr>
          <p:nvPr>
            <p:ph type="body" sz="quarter" idx="11" hasCustomPrompt="1"/>
          </p:nvPr>
        </p:nvSpPr>
        <p:spPr>
          <a:xfrm>
            <a:off x="6160243" y="1179513"/>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6" name="Text Placeholder 25">
            <a:extLst>
              <a:ext uri="{FF2B5EF4-FFF2-40B4-BE49-F238E27FC236}">
                <a16:creationId xmlns:a16="http://schemas.microsoft.com/office/drawing/2014/main" id="{8EC32F77-3BB3-65CD-9316-211F3E4016DC}"/>
              </a:ext>
            </a:extLst>
          </p:cNvPr>
          <p:cNvSpPr>
            <a:spLocks noGrp="1"/>
          </p:cNvSpPr>
          <p:nvPr>
            <p:ph type="body" sz="quarter" idx="25" hasCustomPrompt="1"/>
          </p:nvPr>
        </p:nvSpPr>
        <p:spPr>
          <a:xfrm>
            <a:off x="995359" y="1179513"/>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3" name="Text Placeholder 8">
            <a:extLst>
              <a:ext uri="{FF2B5EF4-FFF2-40B4-BE49-F238E27FC236}">
                <a16:creationId xmlns:a16="http://schemas.microsoft.com/office/drawing/2014/main" id="{2D56E2A5-4876-0C93-89D7-7C6809212D2E}"/>
              </a:ext>
            </a:extLst>
          </p:cNvPr>
          <p:cNvSpPr>
            <a:spLocks noGrp="1"/>
          </p:cNvSpPr>
          <p:nvPr>
            <p:ph type="body" sz="quarter" idx="54" hasCustomPrompt="1"/>
          </p:nvPr>
        </p:nvSpPr>
        <p:spPr>
          <a:xfrm>
            <a:off x="995359" y="5199303"/>
            <a:ext cx="50364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 </a:t>
            </a:r>
          </a:p>
        </p:txBody>
      </p:sp>
      <p:sp>
        <p:nvSpPr>
          <p:cNvPr id="4" name="Text Placeholder 8">
            <a:extLst>
              <a:ext uri="{FF2B5EF4-FFF2-40B4-BE49-F238E27FC236}">
                <a16:creationId xmlns:a16="http://schemas.microsoft.com/office/drawing/2014/main" id="{1828462E-0366-0E0E-9D4F-6DD2F5BD340D}"/>
              </a:ext>
            </a:extLst>
          </p:cNvPr>
          <p:cNvSpPr>
            <a:spLocks noGrp="1"/>
          </p:cNvSpPr>
          <p:nvPr>
            <p:ph type="body" sz="quarter" idx="56" hasCustomPrompt="1"/>
          </p:nvPr>
        </p:nvSpPr>
        <p:spPr>
          <a:xfrm>
            <a:off x="6160243" y="5199303"/>
            <a:ext cx="50364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11" name="Arrow: U-Turn 10">
            <a:hlinkClick r:id="" action="ppaction://hlinkshowjump?jump=lastslideviewed"/>
            <a:extLst>
              <a:ext uri="{FF2B5EF4-FFF2-40B4-BE49-F238E27FC236}">
                <a16:creationId xmlns:a16="http://schemas.microsoft.com/office/drawing/2014/main" id="{F7AC7476-4428-15BE-D8FA-3D87686CA5F2}"/>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3393642253"/>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Key findings_2 per page_text only">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C48675D7-6079-FC69-CF9F-EA8E989361A1}"/>
              </a:ext>
            </a:extLst>
          </p:cNvPr>
          <p:cNvSpPr>
            <a:spLocks noGrp="1"/>
          </p:cNvSpPr>
          <p:nvPr>
            <p:ph type="body" sz="quarter" idx="54" hasCustomPrompt="1"/>
          </p:nvPr>
        </p:nvSpPr>
        <p:spPr>
          <a:xfrm>
            <a:off x="995359" y="5199303"/>
            <a:ext cx="4608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 </a:t>
            </a:r>
          </a:p>
        </p:txBody>
      </p:sp>
      <p:sp>
        <p:nvSpPr>
          <p:cNvPr id="13" name="Text Placeholder 8">
            <a:extLst>
              <a:ext uri="{FF2B5EF4-FFF2-40B4-BE49-F238E27FC236}">
                <a16:creationId xmlns:a16="http://schemas.microsoft.com/office/drawing/2014/main" id="{944F043F-D4C7-2653-D3BF-77B6764CE575}"/>
              </a:ext>
            </a:extLst>
          </p:cNvPr>
          <p:cNvSpPr>
            <a:spLocks noGrp="1"/>
          </p:cNvSpPr>
          <p:nvPr>
            <p:ph type="body" sz="quarter" idx="56" hasCustomPrompt="1"/>
          </p:nvPr>
        </p:nvSpPr>
        <p:spPr>
          <a:xfrm>
            <a:off x="6159600" y="5199303"/>
            <a:ext cx="4608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32" name="Isosceles Triangle 31">
            <a:extLst>
              <a:ext uri="{FF2B5EF4-FFF2-40B4-BE49-F238E27FC236}">
                <a16:creationId xmlns:a16="http://schemas.microsoft.com/office/drawing/2014/main" id="{CBA84E74-EBB2-4C5A-B974-706D328887BF}"/>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3" name="Isosceles Triangle 32">
            <a:extLst>
              <a:ext uri="{FF2B5EF4-FFF2-40B4-BE49-F238E27FC236}">
                <a16:creationId xmlns:a16="http://schemas.microsoft.com/office/drawing/2014/main" id="{C963EF36-BD3A-4A44-B910-49A4E3FC2A99}"/>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4" name="Oval 33">
            <a:hlinkClick r:id="" action="ppaction://hlinkshowjump?jump=nextslide"/>
            <a:extLst>
              <a:ext uri="{FF2B5EF4-FFF2-40B4-BE49-F238E27FC236}">
                <a16:creationId xmlns:a16="http://schemas.microsoft.com/office/drawing/2014/main" id="{EBA05724-854E-4714-AFBB-A1064F079E2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5" name="Oval 34">
            <a:hlinkClick r:id="" action="ppaction://hlinkshowjump?jump=previousslide"/>
            <a:extLst>
              <a:ext uri="{FF2B5EF4-FFF2-40B4-BE49-F238E27FC236}">
                <a16:creationId xmlns:a16="http://schemas.microsoft.com/office/drawing/2014/main" id="{8E2A1F8B-6ED1-4C6B-8BF4-059750EEF68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36" name="Graphic 35" descr="Home">
            <a:hlinkClick r:id="rId2" action="ppaction://hlinksldjump"/>
            <a:extLst>
              <a:ext uri="{FF2B5EF4-FFF2-40B4-BE49-F238E27FC236}">
                <a16:creationId xmlns:a16="http://schemas.microsoft.com/office/drawing/2014/main" id="{7F842627-1C6D-43B0-8A3B-8135502FF4B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9" cy="222478"/>
          </a:xfrm>
          <a:prstGeom prst="rect">
            <a:avLst/>
          </a:prstGeom>
        </p:spPr>
      </p:pic>
      <p:sp>
        <p:nvSpPr>
          <p:cNvPr id="5" name="Text Placeholder 6">
            <a:extLst>
              <a:ext uri="{FF2B5EF4-FFF2-40B4-BE49-F238E27FC236}">
                <a16:creationId xmlns:a16="http://schemas.microsoft.com/office/drawing/2014/main" id="{B2EB0A83-0AFB-AFC6-6AE4-69CA3B98BE65}"/>
              </a:ext>
            </a:extLst>
          </p:cNvPr>
          <p:cNvSpPr>
            <a:spLocks noGrp="1"/>
          </p:cNvSpPr>
          <p:nvPr>
            <p:ph type="body" sz="quarter" idx="23" hasCustomPrompt="1"/>
          </p:nvPr>
        </p:nvSpPr>
        <p:spPr>
          <a:xfrm>
            <a:off x="995359" y="1431514"/>
            <a:ext cx="5036400" cy="3694964"/>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6" name="Text Placeholder 6">
            <a:extLst>
              <a:ext uri="{FF2B5EF4-FFF2-40B4-BE49-F238E27FC236}">
                <a16:creationId xmlns:a16="http://schemas.microsoft.com/office/drawing/2014/main" id="{47D5E132-AB87-728A-3964-25306B1C7529}"/>
              </a:ext>
            </a:extLst>
          </p:cNvPr>
          <p:cNvSpPr>
            <a:spLocks noGrp="1"/>
          </p:cNvSpPr>
          <p:nvPr>
            <p:ph type="body" sz="quarter" idx="24" hasCustomPrompt="1"/>
          </p:nvPr>
        </p:nvSpPr>
        <p:spPr>
          <a:xfrm>
            <a:off x="6159600" y="1431514"/>
            <a:ext cx="5036400" cy="3694964"/>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 Placeholder 25">
            <a:extLst>
              <a:ext uri="{FF2B5EF4-FFF2-40B4-BE49-F238E27FC236}">
                <a16:creationId xmlns:a16="http://schemas.microsoft.com/office/drawing/2014/main" id="{85A59295-0494-DBE8-E861-075D3E5B2ADB}"/>
              </a:ext>
            </a:extLst>
          </p:cNvPr>
          <p:cNvSpPr>
            <a:spLocks noGrp="1"/>
          </p:cNvSpPr>
          <p:nvPr>
            <p:ph type="body" sz="quarter" idx="11" hasCustomPrompt="1"/>
          </p:nvPr>
        </p:nvSpPr>
        <p:spPr>
          <a:xfrm>
            <a:off x="6159600" y="1179513"/>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8" name="Text Placeholder 25">
            <a:extLst>
              <a:ext uri="{FF2B5EF4-FFF2-40B4-BE49-F238E27FC236}">
                <a16:creationId xmlns:a16="http://schemas.microsoft.com/office/drawing/2014/main" id="{1682DD76-2A91-3F5B-9F43-064F1DC69DA6}"/>
              </a:ext>
            </a:extLst>
          </p:cNvPr>
          <p:cNvSpPr>
            <a:spLocks noGrp="1"/>
          </p:cNvSpPr>
          <p:nvPr>
            <p:ph type="body" sz="quarter" idx="25" hasCustomPrompt="1"/>
          </p:nvPr>
        </p:nvSpPr>
        <p:spPr>
          <a:xfrm>
            <a:off x="995359" y="1179513"/>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0" name="Text Placeholder 11">
            <a:extLst>
              <a:ext uri="{FF2B5EF4-FFF2-40B4-BE49-F238E27FC236}">
                <a16:creationId xmlns:a16="http://schemas.microsoft.com/office/drawing/2014/main" id="{DAAF6AF2-62D4-9ADA-2C92-D42EA21FC6FB}"/>
              </a:ext>
            </a:extLst>
          </p:cNvPr>
          <p:cNvSpPr>
            <a:spLocks noGrp="1"/>
          </p:cNvSpPr>
          <p:nvPr>
            <p:ph type="body" sz="quarter" idx="53" hasCustomPrompt="1"/>
          </p:nvPr>
        </p:nvSpPr>
        <p:spPr>
          <a:xfrm>
            <a:off x="5588959"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12" name="Text Placeholder 11">
            <a:extLst>
              <a:ext uri="{FF2B5EF4-FFF2-40B4-BE49-F238E27FC236}">
                <a16:creationId xmlns:a16="http://schemas.microsoft.com/office/drawing/2014/main" id="{F1F21460-9B00-FC5B-5453-8ADF1AFD70A2}"/>
              </a:ext>
            </a:extLst>
          </p:cNvPr>
          <p:cNvSpPr>
            <a:spLocks noGrp="1"/>
          </p:cNvSpPr>
          <p:nvPr>
            <p:ph type="body" sz="quarter" idx="55" hasCustomPrompt="1"/>
          </p:nvPr>
        </p:nvSpPr>
        <p:spPr>
          <a:xfrm>
            <a:off x="10755206" y="5199303"/>
            <a:ext cx="4428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a:t>Click</a:t>
            </a:r>
            <a:br>
              <a:rPr lang="en-US"/>
            </a:br>
            <a:r>
              <a:rPr lang="en-US"/>
              <a:t>to add text</a:t>
            </a:r>
            <a:endParaRPr lang="en-IN"/>
          </a:p>
        </p:txBody>
      </p:sp>
      <p:sp>
        <p:nvSpPr>
          <p:cNvPr id="3" name="Arrow: U-Turn 2">
            <a:hlinkClick r:id="" action="ppaction://hlinkshowjump?jump=lastslideviewed"/>
            <a:extLst>
              <a:ext uri="{FF2B5EF4-FFF2-40B4-BE49-F238E27FC236}">
                <a16:creationId xmlns:a16="http://schemas.microsoft.com/office/drawing/2014/main" id="{C7A0AD83-4423-5524-9181-4DAE278E927E}"/>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944640917"/>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Key findings_2 per page_text only_2">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C48675D7-6079-FC69-CF9F-EA8E989361A1}"/>
              </a:ext>
            </a:extLst>
          </p:cNvPr>
          <p:cNvSpPr>
            <a:spLocks noGrp="1"/>
          </p:cNvSpPr>
          <p:nvPr>
            <p:ph type="body" sz="quarter" idx="54" hasCustomPrompt="1"/>
          </p:nvPr>
        </p:nvSpPr>
        <p:spPr>
          <a:xfrm>
            <a:off x="995359" y="5199303"/>
            <a:ext cx="50364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 </a:t>
            </a:r>
          </a:p>
        </p:txBody>
      </p:sp>
      <p:sp>
        <p:nvSpPr>
          <p:cNvPr id="13" name="Text Placeholder 8">
            <a:extLst>
              <a:ext uri="{FF2B5EF4-FFF2-40B4-BE49-F238E27FC236}">
                <a16:creationId xmlns:a16="http://schemas.microsoft.com/office/drawing/2014/main" id="{944F043F-D4C7-2653-D3BF-77B6764CE575}"/>
              </a:ext>
            </a:extLst>
          </p:cNvPr>
          <p:cNvSpPr>
            <a:spLocks noGrp="1"/>
          </p:cNvSpPr>
          <p:nvPr>
            <p:ph type="body" sz="quarter" idx="56" hasCustomPrompt="1"/>
          </p:nvPr>
        </p:nvSpPr>
        <p:spPr>
          <a:xfrm>
            <a:off x="6159600" y="5199303"/>
            <a:ext cx="50364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32" name="Isosceles Triangle 31">
            <a:extLst>
              <a:ext uri="{FF2B5EF4-FFF2-40B4-BE49-F238E27FC236}">
                <a16:creationId xmlns:a16="http://schemas.microsoft.com/office/drawing/2014/main" id="{CBA84E74-EBB2-4C5A-B974-706D328887BF}"/>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3" name="Isosceles Triangle 32">
            <a:extLst>
              <a:ext uri="{FF2B5EF4-FFF2-40B4-BE49-F238E27FC236}">
                <a16:creationId xmlns:a16="http://schemas.microsoft.com/office/drawing/2014/main" id="{C963EF36-BD3A-4A44-B910-49A4E3FC2A99}"/>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4" name="Oval 33">
            <a:hlinkClick r:id="" action="ppaction://hlinkshowjump?jump=nextslide"/>
            <a:extLst>
              <a:ext uri="{FF2B5EF4-FFF2-40B4-BE49-F238E27FC236}">
                <a16:creationId xmlns:a16="http://schemas.microsoft.com/office/drawing/2014/main" id="{EBA05724-854E-4714-AFBB-A1064F079E2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5" name="Oval 34">
            <a:hlinkClick r:id="" action="ppaction://hlinkshowjump?jump=previousslide"/>
            <a:extLst>
              <a:ext uri="{FF2B5EF4-FFF2-40B4-BE49-F238E27FC236}">
                <a16:creationId xmlns:a16="http://schemas.microsoft.com/office/drawing/2014/main" id="{8E2A1F8B-6ED1-4C6B-8BF4-059750EEF68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36" name="Graphic 35" descr="Home">
            <a:hlinkClick r:id="rId2" action="ppaction://hlinksldjump"/>
            <a:extLst>
              <a:ext uri="{FF2B5EF4-FFF2-40B4-BE49-F238E27FC236}">
                <a16:creationId xmlns:a16="http://schemas.microsoft.com/office/drawing/2014/main" id="{7F842627-1C6D-43B0-8A3B-8135502FF4B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9" cy="222478"/>
          </a:xfrm>
          <a:prstGeom prst="rect">
            <a:avLst/>
          </a:prstGeom>
        </p:spPr>
      </p:pic>
      <p:sp>
        <p:nvSpPr>
          <p:cNvPr id="5" name="Text Placeholder 6">
            <a:extLst>
              <a:ext uri="{FF2B5EF4-FFF2-40B4-BE49-F238E27FC236}">
                <a16:creationId xmlns:a16="http://schemas.microsoft.com/office/drawing/2014/main" id="{B2EB0A83-0AFB-AFC6-6AE4-69CA3B98BE65}"/>
              </a:ext>
            </a:extLst>
          </p:cNvPr>
          <p:cNvSpPr>
            <a:spLocks noGrp="1"/>
          </p:cNvSpPr>
          <p:nvPr>
            <p:ph type="body" sz="quarter" idx="23" hasCustomPrompt="1"/>
          </p:nvPr>
        </p:nvSpPr>
        <p:spPr>
          <a:xfrm>
            <a:off x="995359" y="1431514"/>
            <a:ext cx="5036400" cy="3694964"/>
          </a:xfrm>
        </p:spPr>
        <p:txBody>
          <a:bodyPr lIns="72000" tIns="36000" rIns="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Text Placeholder 6">
            <a:extLst>
              <a:ext uri="{FF2B5EF4-FFF2-40B4-BE49-F238E27FC236}">
                <a16:creationId xmlns:a16="http://schemas.microsoft.com/office/drawing/2014/main" id="{47D5E132-AB87-728A-3964-25306B1C7529}"/>
              </a:ext>
            </a:extLst>
          </p:cNvPr>
          <p:cNvSpPr>
            <a:spLocks noGrp="1"/>
          </p:cNvSpPr>
          <p:nvPr>
            <p:ph type="body" sz="quarter" idx="24" hasCustomPrompt="1"/>
          </p:nvPr>
        </p:nvSpPr>
        <p:spPr>
          <a:xfrm>
            <a:off x="6159600" y="1431514"/>
            <a:ext cx="5036400" cy="3694964"/>
          </a:xfrm>
        </p:spPr>
        <p:txBody>
          <a:bodyPr lIns="72000" tIns="36000" rIns="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25">
            <a:extLst>
              <a:ext uri="{FF2B5EF4-FFF2-40B4-BE49-F238E27FC236}">
                <a16:creationId xmlns:a16="http://schemas.microsoft.com/office/drawing/2014/main" id="{85A59295-0494-DBE8-E861-075D3E5B2ADB}"/>
              </a:ext>
            </a:extLst>
          </p:cNvPr>
          <p:cNvSpPr>
            <a:spLocks noGrp="1"/>
          </p:cNvSpPr>
          <p:nvPr>
            <p:ph type="body" sz="quarter" idx="11" hasCustomPrompt="1"/>
          </p:nvPr>
        </p:nvSpPr>
        <p:spPr>
          <a:xfrm>
            <a:off x="6159600" y="1179513"/>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8" name="Text Placeholder 25">
            <a:extLst>
              <a:ext uri="{FF2B5EF4-FFF2-40B4-BE49-F238E27FC236}">
                <a16:creationId xmlns:a16="http://schemas.microsoft.com/office/drawing/2014/main" id="{1682DD76-2A91-3F5B-9F43-064F1DC69DA6}"/>
              </a:ext>
            </a:extLst>
          </p:cNvPr>
          <p:cNvSpPr>
            <a:spLocks noGrp="1"/>
          </p:cNvSpPr>
          <p:nvPr>
            <p:ph type="body" sz="quarter" idx="25" hasCustomPrompt="1"/>
          </p:nvPr>
        </p:nvSpPr>
        <p:spPr>
          <a:xfrm>
            <a:off x="995359" y="1179513"/>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3" name="Arrow: U-Turn 2">
            <a:hlinkClick r:id="" action="ppaction://hlinkshowjump?jump=lastslideviewed"/>
            <a:extLst>
              <a:ext uri="{FF2B5EF4-FFF2-40B4-BE49-F238E27FC236}">
                <a16:creationId xmlns:a16="http://schemas.microsoft.com/office/drawing/2014/main" id="{C7A0AD83-4423-5524-9181-4DAE278E927E}"/>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2417140404"/>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Key findings_3 per page">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DE65C770-2457-4A1D-87B9-F6DF32654B4F}"/>
              </a:ext>
            </a:extLst>
          </p:cNvPr>
          <p:cNvGraphicFramePr>
            <a:graphicFrameLocks noChangeAspect="1"/>
          </p:cNvGraphicFramePr>
          <p:nvPr userDrawn="1">
            <p:custDataLst>
              <p:tags r:id="rId1"/>
            </p:custDataLst>
            <p:extLst>
              <p:ext uri="{D42A27DB-BD31-4B8C-83A1-F6EECF244321}">
                <p14:modId xmlns:p14="http://schemas.microsoft.com/office/powerpoint/2010/main" val="3373524534"/>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DE65C770-2457-4A1D-87B9-F6DF32654B4F}"/>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vert="horz"/>
          <a:lstStyle/>
          <a:p>
            <a:r>
              <a:rPr lang="en-US"/>
              <a:t>Click to edit Master title style</a:t>
            </a:r>
            <a:endParaRPr lang="fi-FI"/>
          </a:p>
        </p:txBody>
      </p:sp>
      <p:sp>
        <p:nvSpPr>
          <p:cNvPr id="17" name="Chart Placeholder 16">
            <a:extLst>
              <a:ext uri="{FF2B5EF4-FFF2-40B4-BE49-F238E27FC236}">
                <a16:creationId xmlns:a16="http://schemas.microsoft.com/office/drawing/2014/main" id="{B147FBA0-D5A5-4747-AA7A-0C5D1B93DE9B}"/>
              </a:ext>
            </a:extLst>
          </p:cNvPr>
          <p:cNvSpPr>
            <a:spLocks noGrp="1"/>
          </p:cNvSpPr>
          <p:nvPr>
            <p:ph type="chart" sz="quarter" idx="12" hasCustomPrompt="1"/>
          </p:nvPr>
        </p:nvSpPr>
        <p:spPr>
          <a:xfrm>
            <a:off x="995359" y="1431514"/>
            <a:ext cx="3312000" cy="1720476"/>
          </a:xfrm>
        </p:spPr>
        <p:txBody>
          <a:bodyPr lIns="72000" tIns="36000" rIns="0" bIns="0"/>
          <a:lstStyle>
            <a:lvl1pPr rtl="0">
              <a:defRPr sz="1000" b="1">
                <a:solidFill>
                  <a:schemeClr val="tx2"/>
                </a:solidFill>
              </a:defRPr>
            </a:lvl1pPr>
          </a:lstStyle>
          <a:p>
            <a:r>
              <a:rPr lang="en-US" noProof="0" dirty="0"/>
              <a:t>Insert table or chart here</a:t>
            </a:r>
          </a:p>
        </p:txBody>
      </p:sp>
      <p:sp>
        <p:nvSpPr>
          <p:cNvPr id="18" name="Chart Placeholder 16">
            <a:extLst>
              <a:ext uri="{FF2B5EF4-FFF2-40B4-BE49-F238E27FC236}">
                <a16:creationId xmlns:a16="http://schemas.microsoft.com/office/drawing/2014/main" id="{A22046C6-D3A4-41D6-BC07-5BE5449A01CA}"/>
              </a:ext>
            </a:extLst>
          </p:cNvPr>
          <p:cNvSpPr>
            <a:spLocks noGrp="1"/>
          </p:cNvSpPr>
          <p:nvPr>
            <p:ph type="chart" sz="quarter" idx="13" hasCustomPrompt="1"/>
          </p:nvPr>
        </p:nvSpPr>
        <p:spPr>
          <a:xfrm>
            <a:off x="7881600" y="1431514"/>
            <a:ext cx="3312000" cy="1720476"/>
          </a:xfrm>
        </p:spPr>
        <p:txBody>
          <a:bodyPr lIns="72000" tIns="36000" rIns="0" bIns="0"/>
          <a:lstStyle>
            <a:lvl1pPr rtl="0">
              <a:defRPr sz="1000" b="1">
                <a:solidFill>
                  <a:schemeClr val="tx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noProof="0" dirty="0"/>
              <a:t>Insert table or chart here</a:t>
            </a:r>
          </a:p>
        </p:txBody>
      </p:sp>
      <p:sp>
        <p:nvSpPr>
          <p:cNvPr id="32" name="Isosceles Triangle 31">
            <a:extLst>
              <a:ext uri="{FF2B5EF4-FFF2-40B4-BE49-F238E27FC236}">
                <a16:creationId xmlns:a16="http://schemas.microsoft.com/office/drawing/2014/main" id="{CBA84E74-EBB2-4C5A-B974-706D328887BF}"/>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3" name="Isosceles Triangle 32">
            <a:extLst>
              <a:ext uri="{FF2B5EF4-FFF2-40B4-BE49-F238E27FC236}">
                <a16:creationId xmlns:a16="http://schemas.microsoft.com/office/drawing/2014/main" id="{C963EF36-BD3A-4A44-B910-49A4E3FC2A99}"/>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4" name="Oval 33">
            <a:hlinkClick r:id="" action="ppaction://hlinkshowjump?jump=nextslide"/>
            <a:extLst>
              <a:ext uri="{FF2B5EF4-FFF2-40B4-BE49-F238E27FC236}">
                <a16:creationId xmlns:a16="http://schemas.microsoft.com/office/drawing/2014/main" id="{EBA05724-854E-4714-AFBB-A1064F079E2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5" name="Oval 34">
            <a:hlinkClick r:id="" action="ppaction://hlinkshowjump?jump=previousslide"/>
            <a:extLst>
              <a:ext uri="{FF2B5EF4-FFF2-40B4-BE49-F238E27FC236}">
                <a16:creationId xmlns:a16="http://schemas.microsoft.com/office/drawing/2014/main" id="{8E2A1F8B-6ED1-4C6B-8BF4-059750EEF68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36" name="Graphic 35" descr="Home">
            <a:hlinkClick r:id="rId5" action="ppaction://hlinksldjump"/>
            <a:extLst>
              <a:ext uri="{FF2B5EF4-FFF2-40B4-BE49-F238E27FC236}">
                <a16:creationId xmlns:a16="http://schemas.microsoft.com/office/drawing/2014/main" id="{7F842627-1C6D-43B0-8A3B-8135502FF4BE}"/>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29" name="Chart Placeholder 16">
            <a:extLst>
              <a:ext uri="{FF2B5EF4-FFF2-40B4-BE49-F238E27FC236}">
                <a16:creationId xmlns:a16="http://schemas.microsoft.com/office/drawing/2014/main" id="{6BB064CA-A0CE-4B7D-B389-29E7029BFE77}"/>
              </a:ext>
            </a:extLst>
          </p:cNvPr>
          <p:cNvSpPr>
            <a:spLocks noGrp="1"/>
          </p:cNvSpPr>
          <p:nvPr>
            <p:ph type="chart" sz="quarter" idx="21" hasCustomPrompt="1"/>
          </p:nvPr>
        </p:nvSpPr>
        <p:spPr>
          <a:xfrm>
            <a:off x="4443386" y="1431514"/>
            <a:ext cx="3312000" cy="1720476"/>
          </a:xfrm>
        </p:spPr>
        <p:txBody>
          <a:bodyPr lIns="72000" tIns="36000" rIns="0" bIns="0"/>
          <a:lstStyle>
            <a:lvl1pPr rtl="0">
              <a:defRPr sz="1000" b="1">
                <a:solidFill>
                  <a:schemeClr val="tx2"/>
                </a:solidFill>
              </a:defRPr>
            </a:lvl1pPr>
          </a:lstStyle>
          <a:p>
            <a:r>
              <a:rPr lang="en-US" noProof="0" dirty="0"/>
              <a:t>Insert table or chart here</a:t>
            </a:r>
          </a:p>
        </p:txBody>
      </p:sp>
      <p:sp>
        <p:nvSpPr>
          <p:cNvPr id="7" name="Text Placeholder 6">
            <a:extLst>
              <a:ext uri="{FF2B5EF4-FFF2-40B4-BE49-F238E27FC236}">
                <a16:creationId xmlns:a16="http://schemas.microsoft.com/office/drawing/2014/main" id="{6C8BC493-EF52-4A41-E9E0-2D1A17A18364}"/>
              </a:ext>
            </a:extLst>
          </p:cNvPr>
          <p:cNvSpPr>
            <a:spLocks noGrp="1"/>
          </p:cNvSpPr>
          <p:nvPr>
            <p:ph type="body" sz="quarter" idx="25" hasCustomPrompt="1"/>
          </p:nvPr>
        </p:nvSpPr>
        <p:spPr>
          <a:xfrm>
            <a:off x="995359" y="3151989"/>
            <a:ext cx="3312000" cy="1985100"/>
          </a:xfrm>
        </p:spPr>
        <p:txBody>
          <a:bodyPr lIns="72000" tIns="36000" rIns="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6">
            <a:extLst>
              <a:ext uri="{FF2B5EF4-FFF2-40B4-BE49-F238E27FC236}">
                <a16:creationId xmlns:a16="http://schemas.microsoft.com/office/drawing/2014/main" id="{A1F0E812-4F5D-D6CF-E794-9BF4B7C1F41C}"/>
              </a:ext>
            </a:extLst>
          </p:cNvPr>
          <p:cNvSpPr>
            <a:spLocks noGrp="1"/>
          </p:cNvSpPr>
          <p:nvPr>
            <p:ph type="body" sz="quarter" idx="26" hasCustomPrompt="1"/>
          </p:nvPr>
        </p:nvSpPr>
        <p:spPr>
          <a:xfrm>
            <a:off x="4443386" y="3151989"/>
            <a:ext cx="3312000" cy="1985100"/>
          </a:xfrm>
        </p:spPr>
        <p:txBody>
          <a:bodyPr lIns="72000" tIns="36000" rIns="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6">
            <a:extLst>
              <a:ext uri="{FF2B5EF4-FFF2-40B4-BE49-F238E27FC236}">
                <a16:creationId xmlns:a16="http://schemas.microsoft.com/office/drawing/2014/main" id="{A7EC4B40-5E94-E627-7F64-6A50B22B83F2}"/>
              </a:ext>
            </a:extLst>
          </p:cNvPr>
          <p:cNvSpPr>
            <a:spLocks noGrp="1"/>
          </p:cNvSpPr>
          <p:nvPr>
            <p:ph type="body" sz="quarter" idx="27" hasCustomPrompt="1"/>
          </p:nvPr>
        </p:nvSpPr>
        <p:spPr>
          <a:xfrm>
            <a:off x="7881600" y="3151989"/>
            <a:ext cx="3312000" cy="1985100"/>
          </a:xfrm>
        </p:spPr>
        <p:txBody>
          <a:bodyPr lIns="72000" tIns="36000" rIns="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8">
            <a:extLst>
              <a:ext uri="{FF2B5EF4-FFF2-40B4-BE49-F238E27FC236}">
                <a16:creationId xmlns:a16="http://schemas.microsoft.com/office/drawing/2014/main" id="{2CEEFF99-CF8D-1494-F9AA-AC9EB5DB2F71}"/>
              </a:ext>
            </a:extLst>
          </p:cNvPr>
          <p:cNvSpPr>
            <a:spLocks noGrp="1"/>
          </p:cNvSpPr>
          <p:nvPr>
            <p:ph type="body" sz="quarter" idx="55" hasCustomPrompt="1"/>
          </p:nvPr>
        </p:nvSpPr>
        <p:spPr>
          <a:xfrm>
            <a:off x="995359"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14" name="Text Placeholder 11">
            <a:extLst>
              <a:ext uri="{FF2B5EF4-FFF2-40B4-BE49-F238E27FC236}">
                <a16:creationId xmlns:a16="http://schemas.microsoft.com/office/drawing/2014/main" id="{6DBC38AF-F690-4515-3C08-B950F322FEEA}"/>
              </a:ext>
            </a:extLst>
          </p:cNvPr>
          <p:cNvSpPr>
            <a:spLocks noGrp="1"/>
          </p:cNvSpPr>
          <p:nvPr>
            <p:ph type="body" sz="quarter" idx="56" hasCustomPrompt="1"/>
          </p:nvPr>
        </p:nvSpPr>
        <p:spPr>
          <a:xfrm>
            <a:off x="3860959"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15" name="Text Placeholder 8">
            <a:extLst>
              <a:ext uri="{FF2B5EF4-FFF2-40B4-BE49-F238E27FC236}">
                <a16:creationId xmlns:a16="http://schemas.microsoft.com/office/drawing/2014/main" id="{5D8A3BF5-269F-B54B-B331-77B38BC7238F}"/>
              </a:ext>
            </a:extLst>
          </p:cNvPr>
          <p:cNvSpPr>
            <a:spLocks noGrp="1"/>
          </p:cNvSpPr>
          <p:nvPr>
            <p:ph type="body" sz="quarter" idx="57" hasCustomPrompt="1"/>
          </p:nvPr>
        </p:nvSpPr>
        <p:spPr>
          <a:xfrm>
            <a:off x="4443855"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19" name="Text Placeholder 11">
            <a:extLst>
              <a:ext uri="{FF2B5EF4-FFF2-40B4-BE49-F238E27FC236}">
                <a16:creationId xmlns:a16="http://schemas.microsoft.com/office/drawing/2014/main" id="{A81E12A1-B92C-C45A-35CD-6EB3402261B8}"/>
              </a:ext>
            </a:extLst>
          </p:cNvPr>
          <p:cNvSpPr>
            <a:spLocks noGrp="1"/>
          </p:cNvSpPr>
          <p:nvPr>
            <p:ph type="body" sz="quarter" idx="58" hasCustomPrompt="1"/>
          </p:nvPr>
        </p:nvSpPr>
        <p:spPr>
          <a:xfrm>
            <a:off x="7312604"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25" name="Text Placeholder 8">
            <a:extLst>
              <a:ext uri="{FF2B5EF4-FFF2-40B4-BE49-F238E27FC236}">
                <a16:creationId xmlns:a16="http://schemas.microsoft.com/office/drawing/2014/main" id="{32FD5C31-DBC9-5675-1003-433F2D23A15B}"/>
              </a:ext>
            </a:extLst>
          </p:cNvPr>
          <p:cNvSpPr>
            <a:spLocks noGrp="1"/>
          </p:cNvSpPr>
          <p:nvPr>
            <p:ph type="body" sz="quarter" idx="59" hasCustomPrompt="1"/>
          </p:nvPr>
        </p:nvSpPr>
        <p:spPr>
          <a:xfrm>
            <a:off x="7885596"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27" name="Text Placeholder 11">
            <a:extLst>
              <a:ext uri="{FF2B5EF4-FFF2-40B4-BE49-F238E27FC236}">
                <a16:creationId xmlns:a16="http://schemas.microsoft.com/office/drawing/2014/main" id="{3BE5B118-40E6-A6F1-925B-8E52D87D7299}"/>
              </a:ext>
            </a:extLst>
          </p:cNvPr>
          <p:cNvSpPr>
            <a:spLocks noGrp="1"/>
          </p:cNvSpPr>
          <p:nvPr>
            <p:ph type="body" sz="quarter" idx="60" hasCustomPrompt="1"/>
          </p:nvPr>
        </p:nvSpPr>
        <p:spPr>
          <a:xfrm>
            <a:off x="10757013"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a:t>Click</a:t>
            </a:r>
            <a:br>
              <a:rPr lang="en-US"/>
            </a:br>
            <a:r>
              <a:rPr lang="en-US"/>
              <a:t>to add text</a:t>
            </a:r>
            <a:endParaRPr lang="en-IN"/>
          </a:p>
        </p:txBody>
      </p:sp>
      <p:sp>
        <p:nvSpPr>
          <p:cNvPr id="39" name="Text Placeholder 25">
            <a:extLst>
              <a:ext uri="{FF2B5EF4-FFF2-40B4-BE49-F238E27FC236}">
                <a16:creationId xmlns:a16="http://schemas.microsoft.com/office/drawing/2014/main" id="{223F8258-A126-F540-A91A-93365138513F}"/>
              </a:ext>
            </a:extLst>
          </p:cNvPr>
          <p:cNvSpPr>
            <a:spLocks noGrp="1"/>
          </p:cNvSpPr>
          <p:nvPr>
            <p:ph type="body" sz="quarter" idx="64" hasCustomPrompt="1"/>
          </p:nvPr>
        </p:nvSpPr>
        <p:spPr>
          <a:xfrm>
            <a:off x="995359" y="1179513"/>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40" name="Text Placeholder 25">
            <a:extLst>
              <a:ext uri="{FF2B5EF4-FFF2-40B4-BE49-F238E27FC236}">
                <a16:creationId xmlns:a16="http://schemas.microsoft.com/office/drawing/2014/main" id="{9727116C-19F1-AAE0-E75C-3E5EF0A31A24}"/>
              </a:ext>
            </a:extLst>
          </p:cNvPr>
          <p:cNvSpPr>
            <a:spLocks noGrp="1"/>
          </p:cNvSpPr>
          <p:nvPr>
            <p:ph type="body" sz="quarter" idx="65" hasCustomPrompt="1"/>
          </p:nvPr>
        </p:nvSpPr>
        <p:spPr>
          <a:xfrm>
            <a:off x="4442400" y="1179513"/>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41" name="Text Placeholder 25">
            <a:extLst>
              <a:ext uri="{FF2B5EF4-FFF2-40B4-BE49-F238E27FC236}">
                <a16:creationId xmlns:a16="http://schemas.microsoft.com/office/drawing/2014/main" id="{3C801C07-06B0-0F3E-B1C4-AD95E673867D}"/>
              </a:ext>
            </a:extLst>
          </p:cNvPr>
          <p:cNvSpPr>
            <a:spLocks noGrp="1"/>
          </p:cNvSpPr>
          <p:nvPr>
            <p:ph type="body" sz="quarter" idx="66" hasCustomPrompt="1"/>
          </p:nvPr>
        </p:nvSpPr>
        <p:spPr>
          <a:xfrm>
            <a:off x="7881600" y="1179513"/>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3" name="Arrow: U-Turn 2">
            <a:hlinkClick r:id="" action="ppaction://hlinkshowjump?jump=lastslideviewed"/>
            <a:extLst>
              <a:ext uri="{FF2B5EF4-FFF2-40B4-BE49-F238E27FC236}">
                <a16:creationId xmlns:a16="http://schemas.microsoft.com/office/drawing/2014/main" id="{E6D436DA-8034-D66C-C4D5-AFB69F3BC5B0}"/>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407958223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findings_3 per page_2">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DE65C770-2457-4A1D-87B9-F6DF32654B4F}"/>
              </a:ext>
            </a:extLst>
          </p:cNvPr>
          <p:cNvGraphicFramePr>
            <a:graphicFrameLocks noChangeAspect="1"/>
          </p:cNvGraphicFramePr>
          <p:nvPr userDrawn="1">
            <p:custDataLst>
              <p:tags r:id="rId1"/>
            </p:custDataLst>
            <p:extLst>
              <p:ext uri="{D42A27DB-BD31-4B8C-83A1-F6EECF244321}">
                <p14:modId xmlns:p14="http://schemas.microsoft.com/office/powerpoint/2010/main" val="2462172683"/>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DE65C770-2457-4A1D-87B9-F6DF32654B4F}"/>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vert="horz"/>
          <a:lstStyle/>
          <a:p>
            <a:r>
              <a:rPr lang="en-US"/>
              <a:t>Click to edit Master title style</a:t>
            </a:r>
            <a:endParaRPr lang="fi-FI"/>
          </a:p>
        </p:txBody>
      </p:sp>
      <p:sp>
        <p:nvSpPr>
          <p:cNvPr id="17" name="Chart Placeholder 16">
            <a:extLst>
              <a:ext uri="{FF2B5EF4-FFF2-40B4-BE49-F238E27FC236}">
                <a16:creationId xmlns:a16="http://schemas.microsoft.com/office/drawing/2014/main" id="{B147FBA0-D5A5-4747-AA7A-0C5D1B93DE9B}"/>
              </a:ext>
            </a:extLst>
          </p:cNvPr>
          <p:cNvSpPr>
            <a:spLocks noGrp="1"/>
          </p:cNvSpPr>
          <p:nvPr>
            <p:ph type="chart" sz="quarter" idx="12" hasCustomPrompt="1"/>
          </p:nvPr>
        </p:nvSpPr>
        <p:spPr>
          <a:xfrm>
            <a:off x="995359" y="1431514"/>
            <a:ext cx="3312000" cy="1720476"/>
          </a:xfrm>
        </p:spPr>
        <p:txBody>
          <a:bodyPr lIns="72000" tIns="36000" rIns="0" bIns="0"/>
          <a:lstStyle>
            <a:lvl1pPr rtl="0">
              <a:defRPr sz="1000" b="1">
                <a:solidFill>
                  <a:schemeClr val="tx2"/>
                </a:solidFill>
              </a:defRPr>
            </a:lvl1pPr>
          </a:lstStyle>
          <a:p>
            <a:r>
              <a:rPr lang="en-US" noProof="0" dirty="0"/>
              <a:t>Insert table or chart here</a:t>
            </a:r>
          </a:p>
        </p:txBody>
      </p:sp>
      <p:sp>
        <p:nvSpPr>
          <p:cNvPr id="18" name="Chart Placeholder 16">
            <a:extLst>
              <a:ext uri="{FF2B5EF4-FFF2-40B4-BE49-F238E27FC236}">
                <a16:creationId xmlns:a16="http://schemas.microsoft.com/office/drawing/2014/main" id="{A22046C6-D3A4-41D6-BC07-5BE5449A01CA}"/>
              </a:ext>
            </a:extLst>
          </p:cNvPr>
          <p:cNvSpPr>
            <a:spLocks noGrp="1"/>
          </p:cNvSpPr>
          <p:nvPr>
            <p:ph type="chart" sz="quarter" idx="13" hasCustomPrompt="1"/>
          </p:nvPr>
        </p:nvSpPr>
        <p:spPr>
          <a:xfrm>
            <a:off x="7881600" y="1431514"/>
            <a:ext cx="3312000" cy="1720476"/>
          </a:xfrm>
        </p:spPr>
        <p:txBody>
          <a:bodyPr lIns="72000" tIns="36000" rIns="0" bIns="0"/>
          <a:lstStyle>
            <a:lvl1pPr rtl="0">
              <a:defRPr sz="1000" b="1">
                <a:solidFill>
                  <a:schemeClr val="tx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noProof="0" dirty="0"/>
              <a:t>Insert table or chart here</a:t>
            </a:r>
          </a:p>
        </p:txBody>
      </p:sp>
      <p:sp>
        <p:nvSpPr>
          <p:cNvPr id="32" name="Isosceles Triangle 31">
            <a:extLst>
              <a:ext uri="{FF2B5EF4-FFF2-40B4-BE49-F238E27FC236}">
                <a16:creationId xmlns:a16="http://schemas.microsoft.com/office/drawing/2014/main" id="{CBA84E74-EBB2-4C5A-B974-706D328887BF}"/>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3" name="Isosceles Triangle 32">
            <a:extLst>
              <a:ext uri="{FF2B5EF4-FFF2-40B4-BE49-F238E27FC236}">
                <a16:creationId xmlns:a16="http://schemas.microsoft.com/office/drawing/2014/main" id="{C963EF36-BD3A-4A44-B910-49A4E3FC2A99}"/>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4" name="Oval 33">
            <a:hlinkClick r:id="" action="ppaction://hlinkshowjump?jump=nextslide"/>
            <a:extLst>
              <a:ext uri="{FF2B5EF4-FFF2-40B4-BE49-F238E27FC236}">
                <a16:creationId xmlns:a16="http://schemas.microsoft.com/office/drawing/2014/main" id="{EBA05724-854E-4714-AFBB-A1064F079E2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5" name="Oval 34">
            <a:hlinkClick r:id="" action="ppaction://hlinkshowjump?jump=previousslide"/>
            <a:extLst>
              <a:ext uri="{FF2B5EF4-FFF2-40B4-BE49-F238E27FC236}">
                <a16:creationId xmlns:a16="http://schemas.microsoft.com/office/drawing/2014/main" id="{8E2A1F8B-6ED1-4C6B-8BF4-059750EEF68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36" name="Graphic 35" descr="Home">
            <a:hlinkClick r:id="rId5" action="ppaction://hlinksldjump"/>
            <a:extLst>
              <a:ext uri="{FF2B5EF4-FFF2-40B4-BE49-F238E27FC236}">
                <a16:creationId xmlns:a16="http://schemas.microsoft.com/office/drawing/2014/main" id="{7F842627-1C6D-43B0-8A3B-8135502FF4BE}"/>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29" name="Chart Placeholder 16">
            <a:extLst>
              <a:ext uri="{FF2B5EF4-FFF2-40B4-BE49-F238E27FC236}">
                <a16:creationId xmlns:a16="http://schemas.microsoft.com/office/drawing/2014/main" id="{6BB064CA-A0CE-4B7D-B389-29E7029BFE77}"/>
              </a:ext>
            </a:extLst>
          </p:cNvPr>
          <p:cNvSpPr>
            <a:spLocks noGrp="1"/>
          </p:cNvSpPr>
          <p:nvPr>
            <p:ph type="chart" sz="quarter" idx="21" hasCustomPrompt="1"/>
          </p:nvPr>
        </p:nvSpPr>
        <p:spPr>
          <a:xfrm>
            <a:off x="4443386" y="1431514"/>
            <a:ext cx="3312000" cy="1720476"/>
          </a:xfrm>
        </p:spPr>
        <p:txBody>
          <a:bodyPr lIns="72000" tIns="36000" rIns="0" bIns="0"/>
          <a:lstStyle>
            <a:lvl1pPr rtl="0">
              <a:defRPr sz="1000" b="1">
                <a:solidFill>
                  <a:schemeClr val="tx2"/>
                </a:solidFill>
              </a:defRPr>
            </a:lvl1pPr>
          </a:lstStyle>
          <a:p>
            <a:r>
              <a:rPr lang="en-US" noProof="0" dirty="0"/>
              <a:t>Insert table or chart here</a:t>
            </a:r>
          </a:p>
        </p:txBody>
      </p:sp>
      <p:sp>
        <p:nvSpPr>
          <p:cNvPr id="7" name="Text Placeholder 6">
            <a:extLst>
              <a:ext uri="{FF2B5EF4-FFF2-40B4-BE49-F238E27FC236}">
                <a16:creationId xmlns:a16="http://schemas.microsoft.com/office/drawing/2014/main" id="{6C8BC493-EF52-4A41-E9E0-2D1A17A18364}"/>
              </a:ext>
            </a:extLst>
          </p:cNvPr>
          <p:cNvSpPr>
            <a:spLocks noGrp="1"/>
          </p:cNvSpPr>
          <p:nvPr>
            <p:ph type="body" sz="quarter" idx="25" hasCustomPrompt="1"/>
          </p:nvPr>
        </p:nvSpPr>
        <p:spPr>
          <a:xfrm>
            <a:off x="995359" y="3151989"/>
            <a:ext cx="3312000" cy="19851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ext Placeholder 6">
            <a:extLst>
              <a:ext uri="{FF2B5EF4-FFF2-40B4-BE49-F238E27FC236}">
                <a16:creationId xmlns:a16="http://schemas.microsoft.com/office/drawing/2014/main" id="{A1F0E812-4F5D-D6CF-E794-9BF4B7C1F41C}"/>
              </a:ext>
            </a:extLst>
          </p:cNvPr>
          <p:cNvSpPr>
            <a:spLocks noGrp="1"/>
          </p:cNvSpPr>
          <p:nvPr>
            <p:ph type="body" sz="quarter" idx="26" hasCustomPrompt="1"/>
          </p:nvPr>
        </p:nvSpPr>
        <p:spPr>
          <a:xfrm>
            <a:off x="4443386" y="3151989"/>
            <a:ext cx="3312000" cy="19851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9" name="Text Placeholder 6">
            <a:extLst>
              <a:ext uri="{FF2B5EF4-FFF2-40B4-BE49-F238E27FC236}">
                <a16:creationId xmlns:a16="http://schemas.microsoft.com/office/drawing/2014/main" id="{A7EC4B40-5E94-E627-7F64-6A50B22B83F2}"/>
              </a:ext>
            </a:extLst>
          </p:cNvPr>
          <p:cNvSpPr>
            <a:spLocks noGrp="1"/>
          </p:cNvSpPr>
          <p:nvPr>
            <p:ph type="body" sz="quarter" idx="27" hasCustomPrompt="1"/>
          </p:nvPr>
        </p:nvSpPr>
        <p:spPr>
          <a:xfrm>
            <a:off x="7881600" y="3151989"/>
            <a:ext cx="3312000" cy="19851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Text Placeholder 8">
            <a:extLst>
              <a:ext uri="{FF2B5EF4-FFF2-40B4-BE49-F238E27FC236}">
                <a16:creationId xmlns:a16="http://schemas.microsoft.com/office/drawing/2014/main" id="{2CEEFF99-CF8D-1494-F9AA-AC9EB5DB2F71}"/>
              </a:ext>
            </a:extLst>
          </p:cNvPr>
          <p:cNvSpPr>
            <a:spLocks noGrp="1"/>
          </p:cNvSpPr>
          <p:nvPr>
            <p:ph type="body" sz="quarter" idx="55" hasCustomPrompt="1"/>
          </p:nvPr>
        </p:nvSpPr>
        <p:spPr>
          <a:xfrm>
            <a:off x="995359" y="5199303"/>
            <a:ext cx="3312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15" name="Text Placeholder 8">
            <a:extLst>
              <a:ext uri="{FF2B5EF4-FFF2-40B4-BE49-F238E27FC236}">
                <a16:creationId xmlns:a16="http://schemas.microsoft.com/office/drawing/2014/main" id="{5D8A3BF5-269F-B54B-B331-77B38BC7238F}"/>
              </a:ext>
            </a:extLst>
          </p:cNvPr>
          <p:cNvSpPr>
            <a:spLocks noGrp="1"/>
          </p:cNvSpPr>
          <p:nvPr>
            <p:ph type="body" sz="quarter" idx="57" hasCustomPrompt="1"/>
          </p:nvPr>
        </p:nvSpPr>
        <p:spPr>
          <a:xfrm>
            <a:off x="4443855" y="5199303"/>
            <a:ext cx="3312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25" name="Text Placeholder 8">
            <a:extLst>
              <a:ext uri="{FF2B5EF4-FFF2-40B4-BE49-F238E27FC236}">
                <a16:creationId xmlns:a16="http://schemas.microsoft.com/office/drawing/2014/main" id="{32FD5C31-DBC9-5675-1003-433F2D23A15B}"/>
              </a:ext>
            </a:extLst>
          </p:cNvPr>
          <p:cNvSpPr>
            <a:spLocks noGrp="1"/>
          </p:cNvSpPr>
          <p:nvPr>
            <p:ph type="body" sz="quarter" idx="59" hasCustomPrompt="1"/>
          </p:nvPr>
        </p:nvSpPr>
        <p:spPr>
          <a:xfrm>
            <a:off x="7885596" y="5199303"/>
            <a:ext cx="3312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39" name="Text Placeholder 25">
            <a:extLst>
              <a:ext uri="{FF2B5EF4-FFF2-40B4-BE49-F238E27FC236}">
                <a16:creationId xmlns:a16="http://schemas.microsoft.com/office/drawing/2014/main" id="{223F8258-A126-F540-A91A-93365138513F}"/>
              </a:ext>
            </a:extLst>
          </p:cNvPr>
          <p:cNvSpPr>
            <a:spLocks noGrp="1"/>
          </p:cNvSpPr>
          <p:nvPr>
            <p:ph type="body" sz="quarter" idx="64" hasCustomPrompt="1"/>
          </p:nvPr>
        </p:nvSpPr>
        <p:spPr>
          <a:xfrm>
            <a:off x="995359" y="1179513"/>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40" name="Text Placeholder 25">
            <a:extLst>
              <a:ext uri="{FF2B5EF4-FFF2-40B4-BE49-F238E27FC236}">
                <a16:creationId xmlns:a16="http://schemas.microsoft.com/office/drawing/2014/main" id="{9727116C-19F1-AAE0-E75C-3E5EF0A31A24}"/>
              </a:ext>
            </a:extLst>
          </p:cNvPr>
          <p:cNvSpPr>
            <a:spLocks noGrp="1"/>
          </p:cNvSpPr>
          <p:nvPr>
            <p:ph type="body" sz="quarter" idx="65" hasCustomPrompt="1"/>
          </p:nvPr>
        </p:nvSpPr>
        <p:spPr>
          <a:xfrm>
            <a:off x="4442400" y="1179513"/>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41" name="Text Placeholder 25">
            <a:extLst>
              <a:ext uri="{FF2B5EF4-FFF2-40B4-BE49-F238E27FC236}">
                <a16:creationId xmlns:a16="http://schemas.microsoft.com/office/drawing/2014/main" id="{3C801C07-06B0-0F3E-B1C4-AD95E673867D}"/>
              </a:ext>
            </a:extLst>
          </p:cNvPr>
          <p:cNvSpPr>
            <a:spLocks noGrp="1"/>
          </p:cNvSpPr>
          <p:nvPr>
            <p:ph type="body" sz="quarter" idx="66" hasCustomPrompt="1"/>
          </p:nvPr>
        </p:nvSpPr>
        <p:spPr>
          <a:xfrm>
            <a:off x="7881600" y="1179513"/>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3" name="Arrow: U-Turn 2">
            <a:hlinkClick r:id="" action="ppaction://hlinkshowjump?jump=lastslideviewed"/>
            <a:extLst>
              <a:ext uri="{FF2B5EF4-FFF2-40B4-BE49-F238E27FC236}">
                <a16:creationId xmlns:a16="http://schemas.microsoft.com/office/drawing/2014/main" id="{E6D436DA-8034-D66C-C4D5-AFB69F3BC5B0}"/>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2379178981"/>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findings_3 per page_text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32" name="Isosceles Triangle 31">
            <a:extLst>
              <a:ext uri="{FF2B5EF4-FFF2-40B4-BE49-F238E27FC236}">
                <a16:creationId xmlns:a16="http://schemas.microsoft.com/office/drawing/2014/main" id="{CBA84E74-EBB2-4C5A-B974-706D328887BF}"/>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3" name="Isosceles Triangle 32">
            <a:extLst>
              <a:ext uri="{FF2B5EF4-FFF2-40B4-BE49-F238E27FC236}">
                <a16:creationId xmlns:a16="http://schemas.microsoft.com/office/drawing/2014/main" id="{C963EF36-BD3A-4A44-B910-49A4E3FC2A99}"/>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4" name="Oval 33">
            <a:hlinkClick r:id="" action="ppaction://hlinkshowjump?jump=nextslide"/>
            <a:extLst>
              <a:ext uri="{FF2B5EF4-FFF2-40B4-BE49-F238E27FC236}">
                <a16:creationId xmlns:a16="http://schemas.microsoft.com/office/drawing/2014/main" id="{EBA05724-854E-4714-AFBB-A1064F079E2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5" name="Oval 34">
            <a:hlinkClick r:id="" action="ppaction://hlinkshowjump?jump=previousslide"/>
            <a:extLst>
              <a:ext uri="{FF2B5EF4-FFF2-40B4-BE49-F238E27FC236}">
                <a16:creationId xmlns:a16="http://schemas.microsoft.com/office/drawing/2014/main" id="{8E2A1F8B-6ED1-4C6B-8BF4-059750EEF68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36" name="Graphic 35" descr="Home">
            <a:hlinkClick r:id="rId2" action="ppaction://hlinksldjump"/>
            <a:extLst>
              <a:ext uri="{FF2B5EF4-FFF2-40B4-BE49-F238E27FC236}">
                <a16:creationId xmlns:a16="http://schemas.microsoft.com/office/drawing/2014/main" id="{7F842627-1C6D-43B0-8A3B-8135502FF4B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9" cy="222478"/>
          </a:xfrm>
          <a:prstGeom prst="rect">
            <a:avLst/>
          </a:prstGeom>
        </p:spPr>
      </p:pic>
      <p:sp>
        <p:nvSpPr>
          <p:cNvPr id="13" name="Text Placeholder 6">
            <a:extLst>
              <a:ext uri="{FF2B5EF4-FFF2-40B4-BE49-F238E27FC236}">
                <a16:creationId xmlns:a16="http://schemas.microsoft.com/office/drawing/2014/main" id="{08DBA324-C317-5249-07B6-E16DAD9EF2E7}"/>
              </a:ext>
            </a:extLst>
          </p:cNvPr>
          <p:cNvSpPr>
            <a:spLocks noGrp="1"/>
          </p:cNvSpPr>
          <p:nvPr>
            <p:ph type="body" sz="quarter" idx="25" hasCustomPrompt="1"/>
          </p:nvPr>
        </p:nvSpPr>
        <p:spPr>
          <a:xfrm>
            <a:off x="995359" y="1431513"/>
            <a:ext cx="3312000" cy="3692549"/>
          </a:xfrm>
        </p:spPr>
        <p:txBody>
          <a:bodyPr lIns="72000" tIns="36000" rIns="0" bIns="0"/>
          <a:lstStyle>
            <a:lvl5pPr>
              <a:defRPr/>
            </a:lvl5pPr>
          </a:lstStyle>
          <a:p>
            <a:r>
              <a:rPr lang="en-US" sz="1000"/>
              <a:t>First level</a:t>
            </a:r>
          </a:p>
          <a:p>
            <a:pPr lvl="1"/>
            <a:r>
              <a:rPr lang="en-US"/>
              <a:t>Second level</a:t>
            </a:r>
          </a:p>
          <a:p>
            <a:pPr lvl="2"/>
            <a:r>
              <a:rPr lang="en-US"/>
              <a:t>Third level</a:t>
            </a:r>
          </a:p>
          <a:p>
            <a:pPr lvl="3"/>
            <a:r>
              <a:rPr lang="en-US"/>
              <a:t>Fourth level</a:t>
            </a:r>
          </a:p>
          <a:p>
            <a:pPr lvl="4"/>
            <a:r>
              <a:rPr lang="en-US"/>
              <a:t>Fifth level </a:t>
            </a:r>
            <a:endParaRPr lang="en-IN"/>
          </a:p>
        </p:txBody>
      </p:sp>
      <p:sp>
        <p:nvSpPr>
          <p:cNvPr id="14" name="Text Placeholder 6">
            <a:extLst>
              <a:ext uri="{FF2B5EF4-FFF2-40B4-BE49-F238E27FC236}">
                <a16:creationId xmlns:a16="http://schemas.microsoft.com/office/drawing/2014/main" id="{980D1D3E-9800-C183-99E6-9FDE07F90EB9}"/>
              </a:ext>
            </a:extLst>
          </p:cNvPr>
          <p:cNvSpPr>
            <a:spLocks noGrp="1"/>
          </p:cNvSpPr>
          <p:nvPr>
            <p:ph type="body" sz="quarter" idx="26" hasCustomPrompt="1"/>
          </p:nvPr>
        </p:nvSpPr>
        <p:spPr>
          <a:xfrm>
            <a:off x="4442400" y="1431513"/>
            <a:ext cx="3312000" cy="3692549"/>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ext Placeholder 6">
            <a:extLst>
              <a:ext uri="{FF2B5EF4-FFF2-40B4-BE49-F238E27FC236}">
                <a16:creationId xmlns:a16="http://schemas.microsoft.com/office/drawing/2014/main" id="{C9128EB3-1C88-3489-060F-C9D2186EE1D5}"/>
              </a:ext>
            </a:extLst>
          </p:cNvPr>
          <p:cNvSpPr>
            <a:spLocks noGrp="1"/>
          </p:cNvSpPr>
          <p:nvPr>
            <p:ph type="body" sz="quarter" idx="27" hasCustomPrompt="1"/>
          </p:nvPr>
        </p:nvSpPr>
        <p:spPr>
          <a:xfrm>
            <a:off x="7890824" y="1431513"/>
            <a:ext cx="3312589" cy="3692549"/>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25">
            <a:extLst>
              <a:ext uri="{FF2B5EF4-FFF2-40B4-BE49-F238E27FC236}">
                <a16:creationId xmlns:a16="http://schemas.microsoft.com/office/drawing/2014/main" id="{066D155A-171C-D9DD-6CEE-84DBA58CFBF1}"/>
              </a:ext>
            </a:extLst>
          </p:cNvPr>
          <p:cNvSpPr>
            <a:spLocks noGrp="1"/>
          </p:cNvSpPr>
          <p:nvPr>
            <p:ph type="body" sz="quarter" idx="64" hasCustomPrompt="1"/>
          </p:nvPr>
        </p:nvSpPr>
        <p:spPr>
          <a:xfrm>
            <a:off x="995359" y="1179513"/>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6" name="Text Placeholder 25">
            <a:extLst>
              <a:ext uri="{FF2B5EF4-FFF2-40B4-BE49-F238E27FC236}">
                <a16:creationId xmlns:a16="http://schemas.microsoft.com/office/drawing/2014/main" id="{BABE4A9D-78BD-C5FF-F61D-DE5BB4B75399}"/>
              </a:ext>
            </a:extLst>
          </p:cNvPr>
          <p:cNvSpPr>
            <a:spLocks noGrp="1"/>
          </p:cNvSpPr>
          <p:nvPr>
            <p:ph type="body" sz="quarter" idx="66" hasCustomPrompt="1"/>
          </p:nvPr>
        </p:nvSpPr>
        <p:spPr>
          <a:xfrm>
            <a:off x="7891413" y="1179513"/>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25" name="Text Placeholder 25">
            <a:extLst>
              <a:ext uri="{FF2B5EF4-FFF2-40B4-BE49-F238E27FC236}">
                <a16:creationId xmlns:a16="http://schemas.microsoft.com/office/drawing/2014/main" id="{8A277E93-2999-45E6-684B-C25E1BB8A8DE}"/>
              </a:ext>
            </a:extLst>
          </p:cNvPr>
          <p:cNvSpPr>
            <a:spLocks noGrp="1"/>
          </p:cNvSpPr>
          <p:nvPr>
            <p:ph type="body" sz="quarter" idx="65" hasCustomPrompt="1"/>
          </p:nvPr>
        </p:nvSpPr>
        <p:spPr>
          <a:xfrm>
            <a:off x="4442400" y="1179513"/>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1" name="Text Placeholder 8">
            <a:extLst>
              <a:ext uri="{FF2B5EF4-FFF2-40B4-BE49-F238E27FC236}">
                <a16:creationId xmlns:a16="http://schemas.microsoft.com/office/drawing/2014/main" id="{77C010D4-1862-D147-690F-A9B8A98FE876}"/>
              </a:ext>
            </a:extLst>
          </p:cNvPr>
          <p:cNvSpPr>
            <a:spLocks noGrp="1"/>
          </p:cNvSpPr>
          <p:nvPr>
            <p:ph type="body" sz="quarter" idx="55" hasCustomPrompt="1"/>
          </p:nvPr>
        </p:nvSpPr>
        <p:spPr>
          <a:xfrm>
            <a:off x="995359"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12" name="Text Placeholder 11">
            <a:extLst>
              <a:ext uri="{FF2B5EF4-FFF2-40B4-BE49-F238E27FC236}">
                <a16:creationId xmlns:a16="http://schemas.microsoft.com/office/drawing/2014/main" id="{3043222A-4566-478B-EE7C-854BF6D303CA}"/>
              </a:ext>
            </a:extLst>
          </p:cNvPr>
          <p:cNvSpPr>
            <a:spLocks noGrp="1"/>
          </p:cNvSpPr>
          <p:nvPr>
            <p:ph type="body" sz="quarter" idx="56" hasCustomPrompt="1"/>
          </p:nvPr>
        </p:nvSpPr>
        <p:spPr>
          <a:xfrm>
            <a:off x="3860959"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16" name="Text Placeholder 8">
            <a:extLst>
              <a:ext uri="{FF2B5EF4-FFF2-40B4-BE49-F238E27FC236}">
                <a16:creationId xmlns:a16="http://schemas.microsoft.com/office/drawing/2014/main" id="{D5E9EFD4-163C-3CF3-B5DE-ADEF0C8EB03C}"/>
              </a:ext>
            </a:extLst>
          </p:cNvPr>
          <p:cNvSpPr>
            <a:spLocks noGrp="1"/>
          </p:cNvSpPr>
          <p:nvPr>
            <p:ph type="body" sz="quarter" idx="57" hasCustomPrompt="1"/>
          </p:nvPr>
        </p:nvSpPr>
        <p:spPr>
          <a:xfrm>
            <a:off x="4443855"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17" name="Text Placeholder 11">
            <a:extLst>
              <a:ext uri="{FF2B5EF4-FFF2-40B4-BE49-F238E27FC236}">
                <a16:creationId xmlns:a16="http://schemas.microsoft.com/office/drawing/2014/main" id="{9F202F67-7B71-81A8-1665-6A930E3955C1}"/>
              </a:ext>
            </a:extLst>
          </p:cNvPr>
          <p:cNvSpPr>
            <a:spLocks noGrp="1"/>
          </p:cNvSpPr>
          <p:nvPr>
            <p:ph type="body" sz="quarter" idx="58" hasCustomPrompt="1"/>
          </p:nvPr>
        </p:nvSpPr>
        <p:spPr>
          <a:xfrm>
            <a:off x="7312604"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a:t>Click</a:t>
            </a:r>
            <a:br>
              <a:rPr lang="en-US"/>
            </a:br>
            <a:r>
              <a:rPr lang="en-US"/>
              <a:t>to add text</a:t>
            </a:r>
            <a:endParaRPr lang="en-IN"/>
          </a:p>
        </p:txBody>
      </p:sp>
      <p:sp>
        <p:nvSpPr>
          <p:cNvPr id="18" name="Text Placeholder 8">
            <a:extLst>
              <a:ext uri="{FF2B5EF4-FFF2-40B4-BE49-F238E27FC236}">
                <a16:creationId xmlns:a16="http://schemas.microsoft.com/office/drawing/2014/main" id="{0033DB1B-6496-F3E2-7B44-B642B67979D7}"/>
              </a:ext>
            </a:extLst>
          </p:cNvPr>
          <p:cNvSpPr>
            <a:spLocks noGrp="1"/>
          </p:cNvSpPr>
          <p:nvPr>
            <p:ph type="body" sz="quarter" idx="59" hasCustomPrompt="1"/>
          </p:nvPr>
        </p:nvSpPr>
        <p:spPr>
          <a:xfrm>
            <a:off x="7885596"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19" name="Text Placeholder 11">
            <a:extLst>
              <a:ext uri="{FF2B5EF4-FFF2-40B4-BE49-F238E27FC236}">
                <a16:creationId xmlns:a16="http://schemas.microsoft.com/office/drawing/2014/main" id="{92605E5B-73F3-E01C-5599-AA948C5330E0}"/>
              </a:ext>
            </a:extLst>
          </p:cNvPr>
          <p:cNvSpPr>
            <a:spLocks noGrp="1"/>
          </p:cNvSpPr>
          <p:nvPr>
            <p:ph type="body" sz="quarter" idx="60" hasCustomPrompt="1"/>
          </p:nvPr>
        </p:nvSpPr>
        <p:spPr>
          <a:xfrm>
            <a:off x="10757013"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a:t>Click</a:t>
            </a:r>
            <a:br>
              <a:rPr lang="en-US"/>
            </a:br>
            <a:r>
              <a:rPr lang="en-US"/>
              <a:t>to add text</a:t>
            </a:r>
            <a:endParaRPr lang="en-IN"/>
          </a:p>
        </p:txBody>
      </p:sp>
      <p:sp>
        <p:nvSpPr>
          <p:cNvPr id="3" name="Arrow: U-Turn 2">
            <a:hlinkClick r:id="" action="ppaction://hlinkshowjump?jump=lastslideviewed"/>
            <a:extLst>
              <a:ext uri="{FF2B5EF4-FFF2-40B4-BE49-F238E27FC236}">
                <a16:creationId xmlns:a16="http://schemas.microsoft.com/office/drawing/2014/main" id="{39F67BF6-7266-1D86-D9A6-70D3E71F9F2B}"/>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389752165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findings_3 per page_text only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32" name="Isosceles Triangle 31">
            <a:extLst>
              <a:ext uri="{FF2B5EF4-FFF2-40B4-BE49-F238E27FC236}">
                <a16:creationId xmlns:a16="http://schemas.microsoft.com/office/drawing/2014/main" id="{CBA84E74-EBB2-4C5A-B974-706D328887BF}"/>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3" name="Isosceles Triangle 32">
            <a:extLst>
              <a:ext uri="{FF2B5EF4-FFF2-40B4-BE49-F238E27FC236}">
                <a16:creationId xmlns:a16="http://schemas.microsoft.com/office/drawing/2014/main" id="{C963EF36-BD3A-4A44-B910-49A4E3FC2A99}"/>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4" name="Oval 33">
            <a:hlinkClick r:id="" action="ppaction://hlinkshowjump?jump=nextslide"/>
            <a:extLst>
              <a:ext uri="{FF2B5EF4-FFF2-40B4-BE49-F238E27FC236}">
                <a16:creationId xmlns:a16="http://schemas.microsoft.com/office/drawing/2014/main" id="{EBA05724-854E-4714-AFBB-A1064F079E2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5" name="Oval 34">
            <a:hlinkClick r:id="" action="ppaction://hlinkshowjump?jump=previousslide"/>
            <a:extLst>
              <a:ext uri="{FF2B5EF4-FFF2-40B4-BE49-F238E27FC236}">
                <a16:creationId xmlns:a16="http://schemas.microsoft.com/office/drawing/2014/main" id="{8E2A1F8B-6ED1-4C6B-8BF4-059750EEF68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36" name="Graphic 35" descr="Home">
            <a:hlinkClick r:id="rId2" action="ppaction://hlinksldjump"/>
            <a:extLst>
              <a:ext uri="{FF2B5EF4-FFF2-40B4-BE49-F238E27FC236}">
                <a16:creationId xmlns:a16="http://schemas.microsoft.com/office/drawing/2014/main" id="{7F842627-1C6D-43B0-8A3B-8135502FF4B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9" cy="222478"/>
          </a:xfrm>
          <a:prstGeom prst="rect">
            <a:avLst/>
          </a:prstGeom>
        </p:spPr>
      </p:pic>
      <p:sp>
        <p:nvSpPr>
          <p:cNvPr id="13" name="Text Placeholder 6">
            <a:extLst>
              <a:ext uri="{FF2B5EF4-FFF2-40B4-BE49-F238E27FC236}">
                <a16:creationId xmlns:a16="http://schemas.microsoft.com/office/drawing/2014/main" id="{08DBA324-C317-5249-07B6-E16DAD9EF2E7}"/>
              </a:ext>
            </a:extLst>
          </p:cNvPr>
          <p:cNvSpPr>
            <a:spLocks noGrp="1"/>
          </p:cNvSpPr>
          <p:nvPr>
            <p:ph type="body" sz="quarter" idx="25" hasCustomPrompt="1"/>
          </p:nvPr>
        </p:nvSpPr>
        <p:spPr>
          <a:xfrm>
            <a:off x="995359" y="1431513"/>
            <a:ext cx="3312000" cy="3692549"/>
          </a:xfrm>
        </p:spPr>
        <p:txBody>
          <a:bodyPr lIns="72000" tIns="36000" rIns="0" bIns="0"/>
          <a:lstStyle>
            <a:lvl5pPr>
              <a:defRPr/>
            </a:lvl5pPr>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 </a:t>
            </a:r>
            <a:endParaRPr lang="en-IN" dirty="0"/>
          </a:p>
        </p:txBody>
      </p:sp>
      <p:sp>
        <p:nvSpPr>
          <p:cNvPr id="14" name="Text Placeholder 6">
            <a:extLst>
              <a:ext uri="{FF2B5EF4-FFF2-40B4-BE49-F238E27FC236}">
                <a16:creationId xmlns:a16="http://schemas.microsoft.com/office/drawing/2014/main" id="{980D1D3E-9800-C183-99E6-9FDE07F90EB9}"/>
              </a:ext>
            </a:extLst>
          </p:cNvPr>
          <p:cNvSpPr>
            <a:spLocks noGrp="1"/>
          </p:cNvSpPr>
          <p:nvPr>
            <p:ph type="body" sz="quarter" idx="26" hasCustomPrompt="1"/>
          </p:nvPr>
        </p:nvSpPr>
        <p:spPr>
          <a:xfrm>
            <a:off x="4443092" y="1431513"/>
            <a:ext cx="3312000" cy="3692549"/>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ext Placeholder 6">
            <a:extLst>
              <a:ext uri="{FF2B5EF4-FFF2-40B4-BE49-F238E27FC236}">
                <a16:creationId xmlns:a16="http://schemas.microsoft.com/office/drawing/2014/main" id="{C9128EB3-1C88-3489-060F-C9D2186EE1D5}"/>
              </a:ext>
            </a:extLst>
          </p:cNvPr>
          <p:cNvSpPr>
            <a:spLocks noGrp="1"/>
          </p:cNvSpPr>
          <p:nvPr>
            <p:ph type="body" sz="quarter" idx="27" hasCustomPrompt="1"/>
          </p:nvPr>
        </p:nvSpPr>
        <p:spPr>
          <a:xfrm>
            <a:off x="7890824" y="1431513"/>
            <a:ext cx="3312589" cy="3692549"/>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25">
            <a:extLst>
              <a:ext uri="{FF2B5EF4-FFF2-40B4-BE49-F238E27FC236}">
                <a16:creationId xmlns:a16="http://schemas.microsoft.com/office/drawing/2014/main" id="{066D155A-171C-D9DD-6CEE-84DBA58CFBF1}"/>
              </a:ext>
            </a:extLst>
          </p:cNvPr>
          <p:cNvSpPr>
            <a:spLocks noGrp="1"/>
          </p:cNvSpPr>
          <p:nvPr>
            <p:ph type="body" sz="quarter" idx="64" hasCustomPrompt="1"/>
          </p:nvPr>
        </p:nvSpPr>
        <p:spPr>
          <a:xfrm>
            <a:off x="995359" y="1179513"/>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6" name="Text Placeholder 25">
            <a:extLst>
              <a:ext uri="{FF2B5EF4-FFF2-40B4-BE49-F238E27FC236}">
                <a16:creationId xmlns:a16="http://schemas.microsoft.com/office/drawing/2014/main" id="{BABE4A9D-78BD-C5FF-F61D-DE5BB4B75399}"/>
              </a:ext>
            </a:extLst>
          </p:cNvPr>
          <p:cNvSpPr>
            <a:spLocks noGrp="1"/>
          </p:cNvSpPr>
          <p:nvPr>
            <p:ph type="body" sz="quarter" idx="66" hasCustomPrompt="1"/>
          </p:nvPr>
        </p:nvSpPr>
        <p:spPr>
          <a:xfrm>
            <a:off x="7891413" y="1179513"/>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25" name="Text Placeholder 25">
            <a:extLst>
              <a:ext uri="{FF2B5EF4-FFF2-40B4-BE49-F238E27FC236}">
                <a16:creationId xmlns:a16="http://schemas.microsoft.com/office/drawing/2014/main" id="{8A277E93-2999-45E6-684B-C25E1BB8A8DE}"/>
              </a:ext>
            </a:extLst>
          </p:cNvPr>
          <p:cNvSpPr>
            <a:spLocks noGrp="1"/>
          </p:cNvSpPr>
          <p:nvPr>
            <p:ph type="body" sz="quarter" idx="65" hasCustomPrompt="1"/>
          </p:nvPr>
        </p:nvSpPr>
        <p:spPr>
          <a:xfrm>
            <a:off x="4443386" y="1179513"/>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1" name="Text Placeholder 8">
            <a:extLst>
              <a:ext uri="{FF2B5EF4-FFF2-40B4-BE49-F238E27FC236}">
                <a16:creationId xmlns:a16="http://schemas.microsoft.com/office/drawing/2014/main" id="{77C010D4-1862-D147-690F-A9B8A98FE876}"/>
              </a:ext>
            </a:extLst>
          </p:cNvPr>
          <p:cNvSpPr>
            <a:spLocks noGrp="1"/>
          </p:cNvSpPr>
          <p:nvPr>
            <p:ph type="body" sz="quarter" idx="55" hasCustomPrompt="1"/>
          </p:nvPr>
        </p:nvSpPr>
        <p:spPr>
          <a:xfrm>
            <a:off x="995359" y="5199303"/>
            <a:ext cx="3312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16" name="Text Placeholder 8">
            <a:extLst>
              <a:ext uri="{FF2B5EF4-FFF2-40B4-BE49-F238E27FC236}">
                <a16:creationId xmlns:a16="http://schemas.microsoft.com/office/drawing/2014/main" id="{D5E9EFD4-163C-3CF3-B5DE-ADEF0C8EB03C}"/>
              </a:ext>
            </a:extLst>
          </p:cNvPr>
          <p:cNvSpPr>
            <a:spLocks noGrp="1"/>
          </p:cNvSpPr>
          <p:nvPr>
            <p:ph type="body" sz="quarter" idx="57" hasCustomPrompt="1"/>
          </p:nvPr>
        </p:nvSpPr>
        <p:spPr>
          <a:xfrm>
            <a:off x="4440477" y="5199303"/>
            <a:ext cx="3312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18" name="Text Placeholder 8">
            <a:extLst>
              <a:ext uri="{FF2B5EF4-FFF2-40B4-BE49-F238E27FC236}">
                <a16:creationId xmlns:a16="http://schemas.microsoft.com/office/drawing/2014/main" id="{0033DB1B-6496-F3E2-7B44-B642B67979D7}"/>
              </a:ext>
            </a:extLst>
          </p:cNvPr>
          <p:cNvSpPr>
            <a:spLocks noGrp="1"/>
          </p:cNvSpPr>
          <p:nvPr>
            <p:ph type="body" sz="quarter" idx="59" hasCustomPrompt="1"/>
          </p:nvPr>
        </p:nvSpPr>
        <p:spPr>
          <a:xfrm>
            <a:off x="7885596" y="5199303"/>
            <a:ext cx="3312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3" name="Arrow: U-Turn 2">
            <a:hlinkClick r:id="" action="ppaction://hlinkshowjump?jump=lastslideviewed"/>
            <a:extLst>
              <a:ext uri="{FF2B5EF4-FFF2-40B4-BE49-F238E27FC236}">
                <a16:creationId xmlns:a16="http://schemas.microsoft.com/office/drawing/2014/main" id="{39F67BF6-7266-1D86-D9A6-70D3E71F9F2B}"/>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904563286"/>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findings_6 per 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32" name="Isosceles Triangle 31">
            <a:extLst>
              <a:ext uri="{FF2B5EF4-FFF2-40B4-BE49-F238E27FC236}">
                <a16:creationId xmlns:a16="http://schemas.microsoft.com/office/drawing/2014/main" id="{CBA84E74-EBB2-4C5A-B974-706D328887BF}"/>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3" name="Isosceles Triangle 32">
            <a:extLst>
              <a:ext uri="{FF2B5EF4-FFF2-40B4-BE49-F238E27FC236}">
                <a16:creationId xmlns:a16="http://schemas.microsoft.com/office/drawing/2014/main" id="{C963EF36-BD3A-4A44-B910-49A4E3FC2A99}"/>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4" name="Oval 33">
            <a:hlinkClick r:id="" action="ppaction://hlinkshowjump?jump=nextslide"/>
            <a:extLst>
              <a:ext uri="{FF2B5EF4-FFF2-40B4-BE49-F238E27FC236}">
                <a16:creationId xmlns:a16="http://schemas.microsoft.com/office/drawing/2014/main" id="{EBA05724-854E-4714-AFBB-A1064F079E2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5" name="Oval 34">
            <a:hlinkClick r:id="" action="ppaction://hlinkshowjump?jump=previousslide"/>
            <a:extLst>
              <a:ext uri="{FF2B5EF4-FFF2-40B4-BE49-F238E27FC236}">
                <a16:creationId xmlns:a16="http://schemas.microsoft.com/office/drawing/2014/main" id="{8E2A1F8B-6ED1-4C6B-8BF4-059750EEF68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36" name="Graphic 35" descr="Home">
            <a:hlinkClick r:id="rId2" action="ppaction://hlinksldjump"/>
            <a:extLst>
              <a:ext uri="{FF2B5EF4-FFF2-40B4-BE49-F238E27FC236}">
                <a16:creationId xmlns:a16="http://schemas.microsoft.com/office/drawing/2014/main" id="{7F842627-1C6D-43B0-8A3B-8135502FF4B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9" cy="222478"/>
          </a:xfrm>
          <a:prstGeom prst="rect">
            <a:avLst/>
          </a:prstGeom>
        </p:spPr>
      </p:pic>
      <p:sp>
        <p:nvSpPr>
          <p:cNvPr id="110" name="Text Placeholder 6">
            <a:extLst>
              <a:ext uri="{FF2B5EF4-FFF2-40B4-BE49-F238E27FC236}">
                <a16:creationId xmlns:a16="http://schemas.microsoft.com/office/drawing/2014/main" id="{15C464CC-6A33-CEAE-2AE6-B78E4B028835}"/>
              </a:ext>
            </a:extLst>
          </p:cNvPr>
          <p:cNvSpPr>
            <a:spLocks noGrp="1"/>
          </p:cNvSpPr>
          <p:nvPr>
            <p:ph type="body" sz="quarter" idx="25" hasCustomPrompt="1"/>
          </p:nvPr>
        </p:nvSpPr>
        <p:spPr>
          <a:xfrm>
            <a:off x="995359" y="1431513"/>
            <a:ext cx="3312000" cy="13320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111" name="Text Placeholder 6">
            <a:extLst>
              <a:ext uri="{FF2B5EF4-FFF2-40B4-BE49-F238E27FC236}">
                <a16:creationId xmlns:a16="http://schemas.microsoft.com/office/drawing/2014/main" id="{13FAAF33-2726-F94B-086D-720ED8A1C9E5}"/>
              </a:ext>
            </a:extLst>
          </p:cNvPr>
          <p:cNvSpPr>
            <a:spLocks noGrp="1"/>
          </p:cNvSpPr>
          <p:nvPr>
            <p:ph type="body" sz="quarter" idx="26" hasCustomPrompt="1"/>
          </p:nvPr>
        </p:nvSpPr>
        <p:spPr>
          <a:xfrm>
            <a:off x="4443386" y="1431513"/>
            <a:ext cx="3312000" cy="13320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112" name="Text Placeholder 6">
            <a:extLst>
              <a:ext uri="{FF2B5EF4-FFF2-40B4-BE49-F238E27FC236}">
                <a16:creationId xmlns:a16="http://schemas.microsoft.com/office/drawing/2014/main" id="{D911B967-EB03-B200-2872-DB8F92D80EBB}"/>
              </a:ext>
            </a:extLst>
          </p:cNvPr>
          <p:cNvSpPr>
            <a:spLocks noGrp="1"/>
          </p:cNvSpPr>
          <p:nvPr>
            <p:ph type="body" sz="quarter" idx="27" hasCustomPrompt="1"/>
          </p:nvPr>
        </p:nvSpPr>
        <p:spPr>
          <a:xfrm>
            <a:off x="7891413" y="1431513"/>
            <a:ext cx="3312000" cy="13320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113" name="Text Placeholder 6">
            <a:extLst>
              <a:ext uri="{FF2B5EF4-FFF2-40B4-BE49-F238E27FC236}">
                <a16:creationId xmlns:a16="http://schemas.microsoft.com/office/drawing/2014/main" id="{2F9F379B-EA73-56D4-7BEF-A86EA7A0F5DA}"/>
              </a:ext>
            </a:extLst>
          </p:cNvPr>
          <p:cNvSpPr>
            <a:spLocks noGrp="1"/>
          </p:cNvSpPr>
          <p:nvPr>
            <p:ph type="body" sz="quarter" idx="79" hasCustomPrompt="1"/>
          </p:nvPr>
        </p:nvSpPr>
        <p:spPr>
          <a:xfrm>
            <a:off x="995359" y="3837837"/>
            <a:ext cx="3312000" cy="12960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114" name="Text Placeholder 6">
            <a:extLst>
              <a:ext uri="{FF2B5EF4-FFF2-40B4-BE49-F238E27FC236}">
                <a16:creationId xmlns:a16="http://schemas.microsoft.com/office/drawing/2014/main" id="{6E71EA3F-FFAA-5B10-27C5-0749B6B72F45}"/>
              </a:ext>
            </a:extLst>
          </p:cNvPr>
          <p:cNvSpPr>
            <a:spLocks noGrp="1"/>
          </p:cNvSpPr>
          <p:nvPr>
            <p:ph type="body" sz="quarter" idx="80" hasCustomPrompt="1"/>
          </p:nvPr>
        </p:nvSpPr>
        <p:spPr>
          <a:xfrm>
            <a:off x="4443386" y="3837837"/>
            <a:ext cx="3312000" cy="12960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115" name="Text Placeholder 6">
            <a:extLst>
              <a:ext uri="{FF2B5EF4-FFF2-40B4-BE49-F238E27FC236}">
                <a16:creationId xmlns:a16="http://schemas.microsoft.com/office/drawing/2014/main" id="{C2334E16-6735-FAE0-4EE4-2A84AF3A465D}"/>
              </a:ext>
            </a:extLst>
          </p:cNvPr>
          <p:cNvSpPr>
            <a:spLocks noGrp="1"/>
          </p:cNvSpPr>
          <p:nvPr>
            <p:ph type="body" sz="quarter" idx="81" hasCustomPrompt="1"/>
          </p:nvPr>
        </p:nvSpPr>
        <p:spPr>
          <a:xfrm>
            <a:off x="7891413" y="3837837"/>
            <a:ext cx="3312000" cy="12960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9" name="Text Placeholder 25">
            <a:extLst>
              <a:ext uri="{FF2B5EF4-FFF2-40B4-BE49-F238E27FC236}">
                <a16:creationId xmlns:a16="http://schemas.microsoft.com/office/drawing/2014/main" id="{BD40C928-99C3-C9F7-E205-10580368C3F9}"/>
              </a:ext>
            </a:extLst>
          </p:cNvPr>
          <p:cNvSpPr>
            <a:spLocks noGrp="1"/>
          </p:cNvSpPr>
          <p:nvPr>
            <p:ph type="body" sz="quarter" idx="61" hasCustomPrompt="1"/>
          </p:nvPr>
        </p:nvSpPr>
        <p:spPr>
          <a:xfrm>
            <a:off x="995359" y="1179513"/>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0" name="Text Placeholder 25">
            <a:extLst>
              <a:ext uri="{FF2B5EF4-FFF2-40B4-BE49-F238E27FC236}">
                <a16:creationId xmlns:a16="http://schemas.microsoft.com/office/drawing/2014/main" id="{0BE70373-6A63-4D4B-DACA-7330B9607764}"/>
              </a:ext>
            </a:extLst>
          </p:cNvPr>
          <p:cNvSpPr>
            <a:spLocks noGrp="1"/>
          </p:cNvSpPr>
          <p:nvPr>
            <p:ph type="body" sz="quarter" idx="62" hasCustomPrompt="1"/>
          </p:nvPr>
        </p:nvSpPr>
        <p:spPr>
          <a:xfrm>
            <a:off x="4443386" y="1179513"/>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1" name="Text Placeholder 25">
            <a:extLst>
              <a:ext uri="{FF2B5EF4-FFF2-40B4-BE49-F238E27FC236}">
                <a16:creationId xmlns:a16="http://schemas.microsoft.com/office/drawing/2014/main" id="{68375775-4DA2-C098-9E03-F3AFAA905864}"/>
              </a:ext>
            </a:extLst>
          </p:cNvPr>
          <p:cNvSpPr>
            <a:spLocks noGrp="1"/>
          </p:cNvSpPr>
          <p:nvPr>
            <p:ph type="body" sz="quarter" idx="63" hasCustomPrompt="1"/>
          </p:nvPr>
        </p:nvSpPr>
        <p:spPr>
          <a:xfrm>
            <a:off x="7891413" y="1179513"/>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2" name="Text Placeholder 25">
            <a:extLst>
              <a:ext uri="{FF2B5EF4-FFF2-40B4-BE49-F238E27FC236}">
                <a16:creationId xmlns:a16="http://schemas.microsoft.com/office/drawing/2014/main" id="{7F7A80F4-125B-342B-DA05-7B3ACBA903E9}"/>
              </a:ext>
            </a:extLst>
          </p:cNvPr>
          <p:cNvSpPr>
            <a:spLocks noGrp="1"/>
          </p:cNvSpPr>
          <p:nvPr>
            <p:ph type="body" sz="quarter" idx="88" hasCustomPrompt="1"/>
          </p:nvPr>
        </p:nvSpPr>
        <p:spPr>
          <a:xfrm>
            <a:off x="995359" y="3585837"/>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3" name="Text Placeholder 25">
            <a:extLst>
              <a:ext uri="{FF2B5EF4-FFF2-40B4-BE49-F238E27FC236}">
                <a16:creationId xmlns:a16="http://schemas.microsoft.com/office/drawing/2014/main" id="{2C2CE60B-A0A5-B26F-E0EA-621916A2485F}"/>
              </a:ext>
            </a:extLst>
          </p:cNvPr>
          <p:cNvSpPr>
            <a:spLocks noGrp="1"/>
          </p:cNvSpPr>
          <p:nvPr>
            <p:ph type="body" sz="quarter" idx="89" hasCustomPrompt="1"/>
          </p:nvPr>
        </p:nvSpPr>
        <p:spPr>
          <a:xfrm>
            <a:off x="4443386" y="3585837"/>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4" name="Text Placeholder 25">
            <a:extLst>
              <a:ext uri="{FF2B5EF4-FFF2-40B4-BE49-F238E27FC236}">
                <a16:creationId xmlns:a16="http://schemas.microsoft.com/office/drawing/2014/main" id="{C574A8F0-79A8-C3F1-4B33-632F78BDC1DB}"/>
              </a:ext>
            </a:extLst>
          </p:cNvPr>
          <p:cNvSpPr>
            <a:spLocks noGrp="1"/>
          </p:cNvSpPr>
          <p:nvPr>
            <p:ph type="body" sz="quarter" idx="90" hasCustomPrompt="1"/>
          </p:nvPr>
        </p:nvSpPr>
        <p:spPr>
          <a:xfrm>
            <a:off x="7891413" y="3585837"/>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5" name="Text Placeholder 8">
            <a:extLst>
              <a:ext uri="{FF2B5EF4-FFF2-40B4-BE49-F238E27FC236}">
                <a16:creationId xmlns:a16="http://schemas.microsoft.com/office/drawing/2014/main" id="{8E6B05F6-768B-3E4F-F110-3E24C0562AF7}"/>
              </a:ext>
            </a:extLst>
          </p:cNvPr>
          <p:cNvSpPr>
            <a:spLocks noGrp="1"/>
          </p:cNvSpPr>
          <p:nvPr>
            <p:ph type="body" sz="quarter" idx="91" hasCustomPrompt="1"/>
          </p:nvPr>
        </p:nvSpPr>
        <p:spPr>
          <a:xfrm>
            <a:off x="995359" y="282671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16" name="Text Placeholder 11">
            <a:extLst>
              <a:ext uri="{FF2B5EF4-FFF2-40B4-BE49-F238E27FC236}">
                <a16:creationId xmlns:a16="http://schemas.microsoft.com/office/drawing/2014/main" id="{A8436711-CA4B-A095-80A3-0720ACEA9FE5}"/>
              </a:ext>
            </a:extLst>
          </p:cNvPr>
          <p:cNvSpPr>
            <a:spLocks noGrp="1"/>
          </p:cNvSpPr>
          <p:nvPr>
            <p:ph type="body" sz="quarter" idx="92" hasCustomPrompt="1"/>
          </p:nvPr>
        </p:nvSpPr>
        <p:spPr>
          <a:xfrm>
            <a:off x="3860959" y="282671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dirty="0"/>
              <a:t>Click</a:t>
            </a:r>
            <a:br>
              <a:rPr lang="en-US" dirty="0"/>
            </a:br>
            <a:r>
              <a:rPr lang="en-US" dirty="0"/>
              <a:t>to add text</a:t>
            </a:r>
            <a:endParaRPr lang="en-IN" dirty="0"/>
          </a:p>
        </p:txBody>
      </p:sp>
      <p:sp>
        <p:nvSpPr>
          <p:cNvPr id="17" name="Text Placeholder 8">
            <a:extLst>
              <a:ext uri="{FF2B5EF4-FFF2-40B4-BE49-F238E27FC236}">
                <a16:creationId xmlns:a16="http://schemas.microsoft.com/office/drawing/2014/main" id="{F1197BAE-480B-B16E-693D-DFBA683D23BD}"/>
              </a:ext>
            </a:extLst>
          </p:cNvPr>
          <p:cNvSpPr>
            <a:spLocks noGrp="1"/>
          </p:cNvSpPr>
          <p:nvPr>
            <p:ph type="body" sz="quarter" idx="93" hasCustomPrompt="1"/>
          </p:nvPr>
        </p:nvSpPr>
        <p:spPr>
          <a:xfrm>
            <a:off x="4443575" y="282671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18" name="Text Placeholder 11">
            <a:extLst>
              <a:ext uri="{FF2B5EF4-FFF2-40B4-BE49-F238E27FC236}">
                <a16:creationId xmlns:a16="http://schemas.microsoft.com/office/drawing/2014/main" id="{87F2F450-DF40-B67C-740F-C21878BCF3CA}"/>
              </a:ext>
            </a:extLst>
          </p:cNvPr>
          <p:cNvSpPr>
            <a:spLocks noGrp="1"/>
          </p:cNvSpPr>
          <p:nvPr>
            <p:ph type="body" sz="quarter" idx="94" hasCustomPrompt="1"/>
          </p:nvPr>
        </p:nvSpPr>
        <p:spPr>
          <a:xfrm>
            <a:off x="7312604" y="282671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a:t>Click</a:t>
            </a:r>
            <a:br>
              <a:rPr lang="en-US"/>
            </a:br>
            <a:r>
              <a:rPr lang="en-US"/>
              <a:t>to add text</a:t>
            </a:r>
            <a:endParaRPr lang="en-IN"/>
          </a:p>
        </p:txBody>
      </p:sp>
      <p:sp>
        <p:nvSpPr>
          <p:cNvPr id="19" name="Text Placeholder 8">
            <a:extLst>
              <a:ext uri="{FF2B5EF4-FFF2-40B4-BE49-F238E27FC236}">
                <a16:creationId xmlns:a16="http://schemas.microsoft.com/office/drawing/2014/main" id="{23D1977B-6AD1-B850-FA69-E1C7BD9B5C70}"/>
              </a:ext>
            </a:extLst>
          </p:cNvPr>
          <p:cNvSpPr>
            <a:spLocks noGrp="1"/>
          </p:cNvSpPr>
          <p:nvPr>
            <p:ph type="body" sz="quarter" idx="95" hasCustomPrompt="1"/>
          </p:nvPr>
        </p:nvSpPr>
        <p:spPr>
          <a:xfrm>
            <a:off x="7880400" y="282671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20" name="Text Placeholder 11">
            <a:extLst>
              <a:ext uri="{FF2B5EF4-FFF2-40B4-BE49-F238E27FC236}">
                <a16:creationId xmlns:a16="http://schemas.microsoft.com/office/drawing/2014/main" id="{54823048-11CE-7055-02DF-0DDD0D1E8AEB}"/>
              </a:ext>
            </a:extLst>
          </p:cNvPr>
          <p:cNvSpPr>
            <a:spLocks noGrp="1"/>
          </p:cNvSpPr>
          <p:nvPr>
            <p:ph type="body" sz="quarter" idx="96" hasCustomPrompt="1"/>
          </p:nvPr>
        </p:nvSpPr>
        <p:spPr>
          <a:xfrm>
            <a:off x="10757013" y="282671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a:t>Click</a:t>
            </a:r>
            <a:br>
              <a:rPr lang="en-US"/>
            </a:br>
            <a:r>
              <a:rPr lang="en-US"/>
              <a:t>to add text</a:t>
            </a:r>
            <a:endParaRPr lang="en-IN"/>
          </a:p>
        </p:txBody>
      </p:sp>
      <p:sp>
        <p:nvSpPr>
          <p:cNvPr id="21" name="Text Placeholder 8">
            <a:extLst>
              <a:ext uri="{FF2B5EF4-FFF2-40B4-BE49-F238E27FC236}">
                <a16:creationId xmlns:a16="http://schemas.microsoft.com/office/drawing/2014/main" id="{2EBDDEB7-F717-60C2-C610-7A6B84725712}"/>
              </a:ext>
            </a:extLst>
          </p:cNvPr>
          <p:cNvSpPr>
            <a:spLocks noGrp="1"/>
          </p:cNvSpPr>
          <p:nvPr>
            <p:ph type="body" sz="quarter" idx="55" hasCustomPrompt="1"/>
          </p:nvPr>
        </p:nvSpPr>
        <p:spPr>
          <a:xfrm>
            <a:off x="995359"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22" name="Text Placeholder 11">
            <a:extLst>
              <a:ext uri="{FF2B5EF4-FFF2-40B4-BE49-F238E27FC236}">
                <a16:creationId xmlns:a16="http://schemas.microsoft.com/office/drawing/2014/main" id="{5BA193B5-C40F-667A-375F-A76EABC02D9E}"/>
              </a:ext>
            </a:extLst>
          </p:cNvPr>
          <p:cNvSpPr>
            <a:spLocks noGrp="1"/>
          </p:cNvSpPr>
          <p:nvPr>
            <p:ph type="body" sz="quarter" idx="56" hasCustomPrompt="1"/>
          </p:nvPr>
        </p:nvSpPr>
        <p:spPr>
          <a:xfrm>
            <a:off x="3860959"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a:t>Click</a:t>
            </a:r>
            <a:br>
              <a:rPr lang="en-US"/>
            </a:br>
            <a:r>
              <a:rPr lang="en-US"/>
              <a:t>to add text</a:t>
            </a:r>
            <a:endParaRPr lang="en-IN"/>
          </a:p>
        </p:txBody>
      </p:sp>
      <p:sp>
        <p:nvSpPr>
          <p:cNvPr id="23" name="Text Placeholder 8">
            <a:extLst>
              <a:ext uri="{FF2B5EF4-FFF2-40B4-BE49-F238E27FC236}">
                <a16:creationId xmlns:a16="http://schemas.microsoft.com/office/drawing/2014/main" id="{7148894B-87B0-4D81-F3C5-98DC327CE327}"/>
              </a:ext>
            </a:extLst>
          </p:cNvPr>
          <p:cNvSpPr>
            <a:spLocks noGrp="1"/>
          </p:cNvSpPr>
          <p:nvPr>
            <p:ph type="body" sz="quarter" idx="57" hasCustomPrompt="1"/>
          </p:nvPr>
        </p:nvSpPr>
        <p:spPr>
          <a:xfrm>
            <a:off x="4443855"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24" name="Text Placeholder 11">
            <a:extLst>
              <a:ext uri="{FF2B5EF4-FFF2-40B4-BE49-F238E27FC236}">
                <a16:creationId xmlns:a16="http://schemas.microsoft.com/office/drawing/2014/main" id="{47070368-32F6-6F02-EB5F-548B13FE8C53}"/>
              </a:ext>
            </a:extLst>
          </p:cNvPr>
          <p:cNvSpPr>
            <a:spLocks noGrp="1"/>
          </p:cNvSpPr>
          <p:nvPr>
            <p:ph type="body" sz="quarter" idx="58" hasCustomPrompt="1"/>
          </p:nvPr>
        </p:nvSpPr>
        <p:spPr>
          <a:xfrm>
            <a:off x="7312604"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a:t>Click</a:t>
            </a:r>
            <a:br>
              <a:rPr lang="en-US"/>
            </a:br>
            <a:r>
              <a:rPr lang="en-US"/>
              <a:t>to add text</a:t>
            </a:r>
            <a:endParaRPr lang="en-IN"/>
          </a:p>
        </p:txBody>
      </p:sp>
      <p:sp>
        <p:nvSpPr>
          <p:cNvPr id="25" name="Text Placeholder 8">
            <a:extLst>
              <a:ext uri="{FF2B5EF4-FFF2-40B4-BE49-F238E27FC236}">
                <a16:creationId xmlns:a16="http://schemas.microsoft.com/office/drawing/2014/main" id="{A0F5751C-1AA3-22AB-C30C-5C5B15B81DE5}"/>
              </a:ext>
            </a:extLst>
          </p:cNvPr>
          <p:cNvSpPr>
            <a:spLocks noGrp="1"/>
          </p:cNvSpPr>
          <p:nvPr>
            <p:ph type="body" sz="quarter" idx="59" hasCustomPrompt="1"/>
          </p:nvPr>
        </p:nvSpPr>
        <p:spPr>
          <a:xfrm>
            <a:off x="7885596" y="5199303"/>
            <a:ext cx="2880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26" name="Text Placeholder 11">
            <a:extLst>
              <a:ext uri="{FF2B5EF4-FFF2-40B4-BE49-F238E27FC236}">
                <a16:creationId xmlns:a16="http://schemas.microsoft.com/office/drawing/2014/main" id="{92187354-A4A3-EE1D-D11B-9FE6654AFF88}"/>
              </a:ext>
            </a:extLst>
          </p:cNvPr>
          <p:cNvSpPr>
            <a:spLocks noGrp="1"/>
          </p:cNvSpPr>
          <p:nvPr>
            <p:ph type="body" sz="quarter" idx="60" hasCustomPrompt="1"/>
          </p:nvPr>
        </p:nvSpPr>
        <p:spPr>
          <a:xfrm>
            <a:off x="10757013" y="5199303"/>
            <a:ext cx="446400" cy="676800"/>
          </a:xfrm>
          <a:solidFill>
            <a:srgbClr val="E5E5E5"/>
          </a:solidFill>
          <a:ln>
            <a:solidFill>
              <a:schemeClr val="accent2"/>
            </a:solidFill>
          </a:ln>
        </p:spPr>
        <p:txBody>
          <a:bodyPr anchor="ctr"/>
          <a:lstStyle>
            <a:lvl1pPr algn="ctr">
              <a:lnSpc>
                <a:spcPts val="1300"/>
              </a:lnSpc>
              <a:spcAft>
                <a:spcPts val="0"/>
              </a:spcAft>
              <a:defRPr b="1">
                <a:solidFill>
                  <a:schemeClr val="tx2"/>
                </a:solidFill>
              </a:defRPr>
            </a:lvl1pPr>
          </a:lstStyle>
          <a:p>
            <a:pPr lvl="0"/>
            <a:r>
              <a:rPr lang="en-US"/>
              <a:t>Click</a:t>
            </a:r>
            <a:br>
              <a:rPr lang="en-US"/>
            </a:br>
            <a:r>
              <a:rPr lang="en-US"/>
              <a:t>to add text</a:t>
            </a:r>
            <a:endParaRPr lang="en-IN"/>
          </a:p>
        </p:txBody>
      </p:sp>
      <p:sp>
        <p:nvSpPr>
          <p:cNvPr id="3" name="Arrow: U-Turn 2">
            <a:hlinkClick r:id="" action="ppaction://hlinkshowjump?jump=lastslideviewed"/>
            <a:extLst>
              <a:ext uri="{FF2B5EF4-FFF2-40B4-BE49-F238E27FC236}">
                <a16:creationId xmlns:a16="http://schemas.microsoft.com/office/drawing/2014/main" id="{FFA1C32B-5B62-3798-B4C8-61F0783010DF}"/>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2278496464"/>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Key findings_6 per page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4EEC-6B68-417B-8B09-0C56952861AE}"/>
              </a:ext>
            </a:extLst>
          </p:cNvPr>
          <p:cNvSpPr>
            <a:spLocks noGrp="1"/>
          </p:cNvSpPr>
          <p:nvPr>
            <p:ph type="title"/>
          </p:nvPr>
        </p:nvSpPr>
        <p:spPr/>
        <p:txBody>
          <a:bodyPr/>
          <a:lstStyle/>
          <a:p>
            <a:r>
              <a:rPr lang="en-US"/>
              <a:t>Click to edit Master title style</a:t>
            </a:r>
            <a:endParaRPr lang="fi-FI"/>
          </a:p>
        </p:txBody>
      </p:sp>
      <p:sp>
        <p:nvSpPr>
          <p:cNvPr id="32" name="Isosceles Triangle 31">
            <a:extLst>
              <a:ext uri="{FF2B5EF4-FFF2-40B4-BE49-F238E27FC236}">
                <a16:creationId xmlns:a16="http://schemas.microsoft.com/office/drawing/2014/main" id="{CBA84E74-EBB2-4C5A-B974-706D328887BF}"/>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3" name="Isosceles Triangle 32">
            <a:extLst>
              <a:ext uri="{FF2B5EF4-FFF2-40B4-BE49-F238E27FC236}">
                <a16:creationId xmlns:a16="http://schemas.microsoft.com/office/drawing/2014/main" id="{C963EF36-BD3A-4A44-B910-49A4E3FC2A99}"/>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4" name="Oval 33">
            <a:hlinkClick r:id="" action="ppaction://hlinkshowjump?jump=nextslide"/>
            <a:extLst>
              <a:ext uri="{FF2B5EF4-FFF2-40B4-BE49-F238E27FC236}">
                <a16:creationId xmlns:a16="http://schemas.microsoft.com/office/drawing/2014/main" id="{EBA05724-854E-4714-AFBB-A1064F079E2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35" name="Oval 34">
            <a:hlinkClick r:id="" action="ppaction://hlinkshowjump?jump=previousslide"/>
            <a:extLst>
              <a:ext uri="{FF2B5EF4-FFF2-40B4-BE49-F238E27FC236}">
                <a16:creationId xmlns:a16="http://schemas.microsoft.com/office/drawing/2014/main" id="{8E2A1F8B-6ED1-4C6B-8BF4-059750EEF68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36" name="Graphic 35" descr="Home">
            <a:hlinkClick r:id="rId2" action="ppaction://hlinksldjump"/>
            <a:extLst>
              <a:ext uri="{FF2B5EF4-FFF2-40B4-BE49-F238E27FC236}">
                <a16:creationId xmlns:a16="http://schemas.microsoft.com/office/drawing/2014/main" id="{7F842627-1C6D-43B0-8A3B-8135502FF4B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9" cy="222478"/>
          </a:xfrm>
          <a:prstGeom prst="rect">
            <a:avLst/>
          </a:prstGeom>
        </p:spPr>
      </p:pic>
      <p:sp>
        <p:nvSpPr>
          <p:cNvPr id="15" name="Text Placeholder 8">
            <a:extLst>
              <a:ext uri="{FF2B5EF4-FFF2-40B4-BE49-F238E27FC236}">
                <a16:creationId xmlns:a16="http://schemas.microsoft.com/office/drawing/2014/main" id="{8E6B05F6-768B-3E4F-F110-3E24C0562AF7}"/>
              </a:ext>
            </a:extLst>
          </p:cNvPr>
          <p:cNvSpPr>
            <a:spLocks noGrp="1"/>
          </p:cNvSpPr>
          <p:nvPr>
            <p:ph type="body" sz="quarter" idx="91" hasCustomPrompt="1"/>
          </p:nvPr>
        </p:nvSpPr>
        <p:spPr>
          <a:xfrm>
            <a:off x="995359" y="2826713"/>
            <a:ext cx="3312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17" name="Text Placeholder 8">
            <a:extLst>
              <a:ext uri="{FF2B5EF4-FFF2-40B4-BE49-F238E27FC236}">
                <a16:creationId xmlns:a16="http://schemas.microsoft.com/office/drawing/2014/main" id="{F1197BAE-480B-B16E-693D-DFBA683D23BD}"/>
              </a:ext>
            </a:extLst>
          </p:cNvPr>
          <p:cNvSpPr>
            <a:spLocks noGrp="1"/>
          </p:cNvSpPr>
          <p:nvPr>
            <p:ph type="body" sz="quarter" idx="93" hasCustomPrompt="1"/>
          </p:nvPr>
        </p:nvSpPr>
        <p:spPr>
          <a:xfrm>
            <a:off x="4437879" y="2826713"/>
            <a:ext cx="3312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19" name="Text Placeholder 8">
            <a:extLst>
              <a:ext uri="{FF2B5EF4-FFF2-40B4-BE49-F238E27FC236}">
                <a16:creationId xmlns:a16="http://schemas.microsoft.com/office/drawing/2014/main" id="{23D1977B-6AD1-B850-FA69-E1C7BD9B5C70}"/>
              </a:ext>
            </a:extLst>
          </p:cNvPr>
          <p:cNvSpPr>
            <a:spLocks noGrp="1"/>
          </p:cNvSpPr>
          <p:nvPr>
            <p:ph type="body" sz="quarter" idx="95" hasCustomPrompt="1"/>
          </p:nvPr>
        </p:nvSpPr>
        <p:spPr>
          <a:xfrm>
            <a:off x="7880400" y="2826713"/>
            <a:ext cx="3312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21" name="Text Placeholder 8">
            <a:extLst>
              <a:ext uri="{FF2B5EF4-FFF2-40B4-BE49-F238E27FC236}">
                <a16:creationId xmlns:a16="http://schemas.microsoft.com/office/drawing/2014/main" id="{2EBDDEB7-F717-60C2-C610-7A6B84725712}"/>
              </a:ext>
            </a:extLst>
          </p:cNvPr>
          <p:cNvSpPr>
            <a:spLocks noGrp="1"/>
          </p:cNvSpPr>
          <p:nvPr>
            <p:ph type="body" sz="quarter" idx="55" hasCustomPrompt="1"/>
          </p:nvPr>
        </p:nvSpPr>
        <p:spPr>
          <a:xfrm>
            <a:off x="995359" y="5199303"/>
            <a:ext cx="3312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dirty="0">
                <a:solidFill>
                  <a:srgbClr val="00338D"/>
                </a:solidFill>
              </a:rPr>
              <a:t>Summary/KPMG recommendation.</a:t>
            </a:r>
          </a:p>
        </p:txBody>
      </p:sp>
      <p:sp>
        <p:nvSpPr>
          <p:cNvPr id="23" name="Text Placeholder 8">
            <a:extLst>
              <a:ext uri="{FF2B5EF4-FFF2-40B4-BE49-F238E27FC236}">
                <a16:creationId xmlns:a16="http://schemas.microsoft.com/office/drawing/2014/main" id="{7148894B-87B0-4D81-F3C5-98DC327CE327}"/>
              </a:ext>
            </a:extLst>
          </p:cNvPr>
          <p:cNvSpPr>
            <a:spLocks noGrp="1"/>
          </p:cNvSpPr>
          <p:nvPr>
            <p:ph type="body" sz="quarter" idx="57" hasCustomPrompt="1"/>
          </p:nvPr>
        </p:nvSpPr>
        <p:spPr>
          <a:xfrm>
            <a:off x="4440477" y="5199303"/>
            <a:ext cx="3312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25" name="Text Placeholder 8">
            <a:extLst>
              <a:ext uri="{FF2B5EF4-FFF2-40B4-BE49-F238E27FC236}">
                <a16:creationId xmlns:a16="http://schemas.microsoft.com/office/drawing/2014/main" id="{A0F5751C-1AA3-22AB-C30C-5C5B15B81DE5}"/>
              </a:ext>
            </a:extLst>
          </p:cNvPr>
          <p:cNvSpPr>
            <a:spLocks noGrp="1"/>
          </p:cNvSpPr>
          <p:nvPr>
            <p:ph type="body" sz="quarter" idx="59" hasCustomPrompt="1"/>
          </p:nvPr>
        </p:nvSpPr>
        <p:spPr>
          <a:xfrm>
            <a:off x="7885596" y="5199303"/>
            <a:ext cx="3312000" cy="676800"/>
          </a:xfrm>
          <a:ln>
            <a:solidFill>
              <a:schemeClr val="accent2"/>
            </a:solidFill>
          </a:ln>
        </p:spPr>
        <p:txBody>
          <a:bodyPr lIns="72000" anchor="ctr"/>
          <a:lstStyle>
            <a:lvl1pPr>
              <a:defRPr b="1">
                <a:solidFill>
                  <a:schemeClr val="accent2"/>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sz="1000">
                <a:solidFill>
                  <a:srgbClr val="00338D"/>
                </a:solidFill>
              </a:rPr>
              <a:t>Summary/KPMG recommendation.</a:t>
            </a:r>
          </a:p>
        </p:txBody>
      </p:sp>
      <p:sp>
        <p:nvSpPr>
          <p:cNvPr id="3" name="Arrow: U-Turn 2">
            <a:hlinkClick r:id="" action="ppaction://hlinkshowjump?jump=lastslideviewed"/>
            <a:extLst>
              <a:ext uri="{FF2B5EF4-FFF2-40B4-BE49-F238E27FC236}">
                <a16:creationId xmlns:a16="http://schemas.microsoft.com/office/drawing/2014/main" id="{FFA1C32B-5B62-3798-B4C8-61F0783010DF}"/>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
        <p:nvSpPr>
          <p:cNvPr id="7" name="Text Placeholder 6">
            <a:extLst>
              <a:ext uri="{FF2B5EF4-FFF2-40B4-BE49-F238E27FC236}">
                <a16:creationId xmlns:a16="http://schemas.microsoft.com/office/drawing/2014/main" id="{5ECEA603-0CCB-853C-AE0D-9CC6F9422288}"/>
              </a:ext>
            </a:extLst>
          </p:cNvPr>
          <p:cNvSpPr>
            <a:spLocks noGrp="1"/>
          </p:cNvSpPr>
          <p:nvPr>
            <p:ph type="body" sz="quarter" idx="25" hasCustomPrompt="1"/>
          </p:nvPr>
        </p:nvSpPr>
        <p:spPr>
          <a:xfrm>
            <a:off x="995359" y="1431513"/>
            <a:ext cx="3312000" cy="1332000"/>
          </a:xfrm>
        </p:spPr>
        <p:txBody>
          <a:bodyPr lIns="72000" tIns="36000" rIns="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6">
            <a:extLst>
              <a:ext uri="{FF2B5EF4-FFF2-40B4-BE49-F238E27FC236}">
                <a16:creationId xmlns:a16="http://schemas.microsoft.com/office/drawing/2014/main" id="{D1DCBA96-7D66-83DB-F0CF-AEA144CFCCD4}"/>
              </a:ext>
            </a:extLst>
          </p:cNvPr>
          <p:cNvSpPr>
            <a:spLocks noGrp="1"/>
          </p:cNvSpPr>
          <p:nvPr>
            <p:ph type="body" sz="quarter" idx="26" hasCustomPrompt="1"/>
          </p:nvPr>
        </p:nvSpPr>
        <p:spPr>
          <a:xfrm>
            <a:off x="4443386" y="1431513"/>
            <a:ext cx="3312000" cy="13320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Text Placeholder 6">
            <a:extLst>
              <a:ext uri="{FF2B5EF4-FFF2-40B4-BE49-F238E27FC236}">
                <a16:creationId xmlns:a16="http://schemas.microsoft.com/office/drawing/2014/main" id="{CAA577F3-C7BB-6A85-C13D-A9AC4BFFD01D}"/>
              </a:ext>
            </a:extLst>
          </p:cNvPr>
          <p:cNvSpPr>
            <a:spLocks noGrp="1"/>
          </p:cNvSpPr>
          <p:nvPr>
            <p:ph type="body" sz="quarter" idx="27" hasCustomPrompt="1"/>
          </p:nvPr>
        </p:nvSpPr>
        <p:spPr>
          <a:xfrm>
            <a:off x="7891413" y="1431513"/>
            <a:ext cx="3312000" cy="1332000"/>
          </a:xfrm>
        </p:spPr>
        <p:txBody>
          <a:bodyPr lIns="72000" tIns="36000" rIns="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Text Placeholder 25">
            <a:extLst>
              <a:ext uri="{FF2B5EF4-FFF2-40B4-BE49-F238E27FC236}">
                <a16:creationId xmlns:a16="http://schemas.microsoft.com/office/drawing/2014/main" id="{0196FF44-24C6-740E-FFC0-696F77143F80}"/>
              </a:ext>
            </a:extLst>
          </p:cNvPr>
          <p:cNvSpPr>
            <a:spLocks noGrp="1"/>
          </p:cNvSpPr>
          <p:nvPr>
            <p:ph type="body" sz="quarter" idx="61" hasCustomPrompt="1"/>
          </p:nvPr>
        </p:nvSpPr>
        <p:spPr>
          <a:xfrm>
            <a:off x="995359" y="1179513"/>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20" name="Text Placeholder 25">
            <a:extLst>
              <a:ext uri="{FF2B5EF4-FFF2-40B4-BE49-F238E27FC236}">
                <a16:creationId xmlns:a16="http://schemas.microsoft.com/office/drawing/2014/main" id="{EB82190F-9B4F-A3A3-6580-985C830DDFE0}"/>
              </a:ext>
            </a:extLst>
          </p:cNvPr>
          <p:cNvSpPr>
            <a:spLocks noGrp="1"/>
          </p:cNvSpPr>
          <p:nvPr>
            <p:ph type="body" sz="quarter" idx="62" hasCustomPrompt="1"/>
          </p:nvPr>
        </p:nvSpPr>
        <p:spPr>
          <a:xfrm>
            <a:off x="4443386" y="1179513"/>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22" name="Text Placeholder 25">
            <a:extLst>
              <a:ext uri="{FF2B5EF4-FFF2-40B4-BE49-F238E27FC236}">
                <a16:creationId xmlns:a16="http://schemas.microsoft.com/office/drawing/2014/main" id="{5337F70D-33B3-387D-A249-18C2776139EF}"/>
              </a:ext>
            </a:extLst>
          </p:cNvPr>
          <p:cNvSpPr>
            <a:spLocks noGrp="1"/>
          </p:cNvSpPr>
          <p:nvPr>
            <p:ph type="body" sz="quarter" idx="63" hasCustomPrompt="1"/>
          </p:nvPr>
        </p:nvSpPr>
        <p:spPr>
          <a:xfrm>
            <a:off x="7891413" y="1179513"/>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24" name="Text Placeholder 6">
            <a:extLst>
              <a:ext uri="{FF2B5EF4-FFF2-40B4-BE49-F238E27FC236}">
                <a16:creationId xmlns:a16="http://schemas.microsoft.com/office/drawing/2014/main" id="{A8C55D39-E09B-41D6-79C6-3691CDB59E90}"/>
              </a:ext>
            </a:extLst>
          </p:cNvPr>
          <p:cNvSpPr>
            <a:spLocks noGrp="1"/>
          </p:cNvSpPr>
          <p:nvPr>
            <p:ph type="body" sz="quarter" idx="79" hasCustomPrompt="1"/>
          </p:nvPr>
        </p:nvSpPr>
        <p:spPr>
          <a:xfrm>
            <a:off x="995359" y="3837837"/>
            <a:ext cx="3312000" cy="1296000"/>
          </a:xfrm>
        </p:spPr>
        <p:txBody>
          <a:bodyPr lIns="72000" tIns="36000" rIns="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6" name="Text Placeholder 6">
            <a:extLst>
              <a:ext uri="{FF2B5EF4-FFF2-40B4-BE49-F238E27FC236}">
                <a16:creationId xmlns:a16="http://schemas.microsoft.com/office/drawing/2014/main" id="{E03C0B03-1F08-080E-BA82-F8F24C03F5EE}"/>
              </a:ext>
            </a:extLst>
          </p:cNvPr>
          <p:cNvSpPr>
            <a:spLocks noGrp="1"/>
          </p:cNvSpPr>
          <p:nvPr>
            <p:ph type="body" sz="quarter" idx="80" hasCustomPrompt="1"/>
          </p:nvPr>
        </p:nvSpPr>
        <p:spPr>
          <a:xfrm>
            <a:off x="4443386" y="3837837"/>
            <a:ext cx="3312000" cy="1296000"/>
          </a:xfrm>
        </p:spPr>
        <p:txBody>
          <a:bodyPr lIns="72000" tIns="36000" rIns="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Text Placeholder 6">
            <a:extLst>
              <a:ext uri="{FF2B5EF4-FFF2-40B4-BE49-F238E27FC236}">
                <a16:creationId xmlns:a16="http://schemas.microsoft.com/office/drawing/2014/main" id="{F0CD5283-0990-923E-0F4E-F34DB78B463D}"/>
              </a:ext>
            </a:extLst>
          </p:cNvPr>
          <p:cNvSpPr>
            <a:spLocks noGrp="1"/>
          </p:cNvSpPr>
          <p:nvPr>
            <p:ph type="body" sz="quarter" idx="81" hasCustomPrompt="1"/>
          </p:nvPr>
        </p:nvSpPr>
        <p:spPr>
          <a:xfrm>
            <a:off x="7891413" y="3837837"/>
            <a:ext cx="3312000" cy="1296000"/>
          </a:xfrm>
        </p:spPr>
        <p:txBody>
          <a:bodyPr lIns="72000" tIns="36000" rIns="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8" name="Text Placeholder 25">
            <a:extLst>
              <a:ext uri="{FF2B5EF4-FFF2-40B4-BE49-F238E27FC236}">
                <a16:creationId xmlns:a16="http://schemas.microsoft.com/office/drawing/2014/main" id="{A701B8B8-BCC4-F97D-5AA5-95A66FE0FF29}"/>
              </a:ext>
            </a:extLst>
          </p:cNvPr>
          <p:cNvSpPr>
            <a:spLocks noGrp="1"/>
          </p:cNvSpPr>
          <p:nvPr>
            <p:ph type="body" sz="quarter" idx="88" hasCustomPrompt="1"/>
          </p:nvPr>
        </p:nvSpPr>
        <p:spPr>
          <a:xfrm>
            <a:off x="995359" y="3585837"/>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29" name="Text Placeholder 25">
            <a:extLst>
              <a:ext uri="{FF2B5EF4-FFF2-40B4-BE49-F238E27FC236}">
                <a16:creationId xmlns:a16="http://schemas.microsoft.com/office/drawing/2014/main" id="{482C17DA-FA8F-521C-A861-2AE9DE8C0FF9}"/>
              </a:ext>
            </a:extLst>
          </p:cNvPr>
          <p:cNvSpPr>
            <a:spLocks noGrp="1"/>
          </p:cNvSpPr>
          <p:nvPr>
            <p:ph type="body" sz="quarter" idx="89" hasCustomPrompt="1"/>
          </p:nvPr>
        </p:nvSpPr>
        <p:spPr>
          <a:xfrm>
            <a:off x="4443386" y="3585837"/>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30" name="Text Placeholder 25">
            <a:extLst>
              <a:ext uri="{FF2B5EF4-FFF2-40B4-BE49-F238E27FC236}">
                <a16:creationId xmlns:a16="http://schemas.microsoft.com/office/drawing/2014/main" id="{2E8438E3-A1FD-C1C0-8157-41EF37B11523}"/>
              </a:ext>
            </a:extLst>
          </p:cNvPr>
          <p:cNvSpPr>
            <a:spLocks noGrp="1"/>
          </p:cNvSpPr>
          <p:nvPr>
            <p:ph type="body" sz="quarter" idx="90" hasCustomPrompt="1"/>
          </p:nvPr>
        </p:nvSpPr>
        <p:spPr>
          <a:xfrm>
            <a:off x="7891413" y="3585837"/>
            <a:ext cx="33120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Tree>
    <p:extLst>
      <p:ext uri="{BB962C8B-B14F-4D97-AF65-F5344CB8AC3E}">
        <p14:creationId xmlns:p14="http://schemas.microsoft.com/office/powerpoint/2010/main" val="1242130037"/>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nalysis_narrow table">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618207901"/>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179513"/>
            <a:ext cx="10195200" cy="4824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a:xfrm>
            <a:off x="998400" y="431800"/>
            <a:ext cx="10195200" cy="533400"/>
          </a:xfrm>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8" name="Text Placeholder 6">
            <a:extLst>
              <a:ext uri="{FF2B5EF4-FFF2-40B4-BE49-F238E27FC236}">
                <a16:creationId xmlns:a16="http://schemas.microsoft.com/office/drawing/2014/main" id="{AA8B8A28-94E3-9BCB-D0FE-DFA7BB06EFDE}"/>
              </a:ext>
            </a:extLst>
          </p:cNvPr>
          <p:cNvSpPr>
            <a:spLocks noGrp="1"/>
          </p:cNvSpPr>
          <p:nvPr>
            <p:ph type="body" sz="quarter" idx="26" hasCustomPrompt="1"/>
          </p:nvPr>
        </p:nvSpPr>
        <p:spPr>
          <a:xfrm>
            <a:off x="4815357" y="2003584"/>
            <a:ext cx="6378244" cy="3870000"/>
          </a:xfrm>
        </p:spPr>
        <p:txBody>
          <a:bodyPr lIns="72000" tIns="36000" rIns="0" bIns="0"/>
          <a:lstStyle>
            <a:lvl1pPr>
              <a:defRPr/>
            </a:lvl1pPr>
          </a:lstStyle>
          <a:p>
            <a:r>
              <a:rPr lang="en-US" sz="1000" dirty="0"/>
              <a:t>Add text here</a:t>
            </a:r>
          </a:p>
        </p:txBody>
      </p:sp>
      <p:sp>
        <p:nvSpPr>
          <p:cNvPr id="11" name="Text Placeholder 25">
            <a:extLst>
              <a:ext uri="{FF2B5EF4-FFF2-40B4-BE49-F238E27FC236}">
                <a16:creationId xmlns:a16="http://schemas.microsoft.com/office/drawing/2014/main" id="{D8B94DEE-E368-6880-910B-BC918E65C5C0}"/>
              </a:ext>
            </a:extLst>
          </p:cNvPr>
          <p:cNvSpPr>
            <a:spLocks noGrp="1"/>
          </p:cNvSpPr>
          <p:nvPr>
            <p:ph type="body" sz="quarter" idx="11" hasCustomPrompt="1"/>
          </p:nvPr>
        </p:nvSpPr>
        <p:spPr>
          <a:xfrm>
            <a:off x="4815357" y="1751584"/>
            <a:ext cx="63792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3" name="Table Placeholder 45">
            <a:extLst>
              <a:ext uri="{FF2B5EF4-FFF2-40B4-BE49-F238E27FC236}">
                <a16:creationId xmlns:a16="http://schemas.microsoft.com/office/drawing/2014/main" id="{ECC8E682-3A29-B532-ED4A-C10346A9BD49}"/>
              </a:ext>
            </a:extLst>
          </p:cNvPr>
          <p:cNvSpPr>
            <a:spLocks noGrp="1"/>
          </p:cNvSpPr>
          <p:nvPr>
            <p:ph type="tbl" sz="quarter" idx="13" hasCustomPrompt="1"/>
          </p:nvPr>
        </p:nvSpPr>
        <p:spPr>
          <a:xfrm>
            <a:off x="995361" y="1751584"/>
            <a:ext cx="3690499" cy="4122000"/>
          </a:xfrm>
        </p:spPr>
        <p:txBody>
          <a:bodyPr lIns="72000" tIns="36000" rIns="0"/>
          <a:lstStyle>
            <a:lvl1pPr rtl="0">
              <a:defRPr sz="1000" b="1">
                <a:solidFill>
                  <a:schemeClr val="tx2"/>
                </a:solidFill>
              </a:defRPr>
            </a:lvl1pPr>
          </a:lstStyle>
          <a:p>
            <a:r>
              <a:rPr lang="en-US" noProof="0"/>
              <a:t>Add table here</a:t>
            </a:r>
          </a:p>
        </p:txBody>
      </p:sp>
      <p:sp>
        <p:nvSpPr>
          <p:cNvPr id="9" name="Arrow: U-Turn 8">
            <a:hlinkClick r:id="" action="ppaction://hlinkshowjump?jump=lastslideviewed"/>
            <a:extLst>
              <a:ext uri="{FF2B5EF4-FFF2-40B4-BE49-F238E27FC236}">
                <a16:creationId xmlns:a16="http://schemas.microsoft.com/office/drawing/2014/main" id="{CBFDCB56-50BB-BF15-A1E0-4AF1330C3895}"/>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5056558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nalysis_narrow table+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3729192051"/>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44" name="Chart Placeholder 43">
            <a:extLst>
              <a:ext uri="{FF2B5EF4-FFF2-40B4-BE49-F238E27FC236}">
                <a16:creationId xmlns:a16="http://schemas.microsoft.com/office/drawing/2014/main" id="{323C8984-87DA-4B07-887C-A87C47235EB9}"/>
              </a:ext>
            </a:extLst>
          </p:cNvPr>
          <p:cNvSpPr>
            <a:spLocks noGrp="1"/>
          </p:cNvSpPr>
          <p:nvPr>
            <p:ph type="chart" sz="quarter" idx="12" hasCustomPrompt="1"/>
          </p:nvPr>
        </p:nvSpPr>
        <p:spPr>
          <a:xfrm>
            <a:off x="8717872" y="984416"/>
            <a:ext cx="2475728" cy="677497"/>
          </a:xfrm>
        </p:spPr>
        <p:txBody>
          <a:bodyPr lIns="72000"/>
          <a:lstStyle>
            <a:lvl1pPr rtl="0">
              <a:defRPr sz="1000" b="1">
                <a:solidFill>
                  <a:schemeClr val="tx2"/>
                </a:solidFill>
              </a:defRPr>
            </a:lvl1pPr>
          </a:lstStyle>
          <a:p>
            <a:r>
              <a:rPr lang="en-US" noProof="0" dirty="0"/>
              <a:t>Add summary chart here</a:t>
            </a:r>
          </a:p>
        </p:txBody>
      </p:sp>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179513"/>
            <a:ext cx="7587923" cy="4824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a:xfrm>
            <a:off x="998400" y="431800"/>
            <a:ext cx="10195200" cy="533400"/>
          </a:xfrm>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10" name="Text Placeholder 25">
            <a:extLst>
              <a:ext uri="{FF2B5EF4-FFF2-40B4-BE49-F238E27FC236}">
                <a16:creationId xmlns:a16="http://schemas.microsoft.com/office/drawing/2014/main" id="{E93A06B3-57FC-AF33-21C6-49BF9699A2A7}"/>
              </a:ext>
            </a:extLst>
          </p:cNvPr>
          <p:cNvSpPr>
            <a:spLocks noGrp="1"/>
          </p:cNvSpPr>
          <p:nvPr>
            <p:ph type="body" sz="quarter" idx="11" hasCustomPrompt="1"/>
          </p:nvPr>
        </p:nvSpPr>
        <p:spPr>
          <a:xfrm>
            <a:off x="4816800" y="1751584"/>
            <a:ext cx="63792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1" name="Table Placeholder 45">
            <a:extLst>
              <a:ext uri="{FF2B5EF4-FFF2-40B4-BE49-F238E27FC236}">
                <a16:creationId xmlns:a16="http://schemas.microsoft.com/office/drawing/2014/main" id="{6189E6B8-7D03-3B14-F3B6-23F93C65A7A7}"/>
              </a:ext>
            </a:extLst>
          </p:cNvPr>
          <p:cNvSpPr>
            <a:spLocks noGrp="1"/>
          </p:cNvSpPr>
          <p:nvPr>
            <p:ph type="tbl" sz="quarter" idx="13" hasCustomPrompt="1"/>
          </p:nvPr>
        </p:nvSpPr>
        <p:spPr>
          <a:xfrm>
            <a:off x="995361" y="1751584"/>
            <a:ext cx="3690499" cy="4122000"/>
          </a:xfrm>
        </p:spPr>
        <p:txBody>
          <a:bodyPr lIns="72000" tIns="36000" rIns="0"/>
          <a:lstStyle>
            <a:lvl1pPr>
              <a:defRPr sz="1000" b="1">
                <a:solidFill>
                  <a:schemeClr val="tx2"/>
                </a:solidFill>
              </a:defRPr>
            </a:lvl1pPr>
          </a:lstStyle>
          <a:p>
            <a:r>
              <a:rPr lang="en-US" noProof="0" dirty="0"/>
              <a:t>Add table here</a:t>
            </a:r>
          </a:p>
        </p:txBody>
      </p:sp>
      <p:sp>
        <p:nvSpPr>
          <p:cNvPr id="8" name="Text Placeholder 6">
            <a:extLst>
              <a:ext uri="{FF2B5EF4-FFF2-40B4-BE49-F238E27FC236}">
                <a16:creationId xmlns:a16="http://schemas.microsoft.com/office/drawing/2014/main" id="{DC94CF26-BD86-D737-18DD-4C834B9B5683}"/>
              </a:ext>
            </a:extLst>
          </p:cNvPr>
          <p:cNvSpPr>
            <a:spLocks noGrp="1"/>
          </p:cNvSpPr>
          <p:nvPr>
            <p:ph type="body" sz="quarter" idx="26" hasCustomPrompt="1"/>
          </p:nvPr>
        </p:nvSpPr>
        <p:spPr>
          <a:xfrm>
            <a:off x="4816800" y="2003584"/>
            <a:ext cx="6378244" cy="3870000"/>
          </a:xfrm>
        </p:spPr>
        <p:txBody>
          <a:bodyPr lIns="72000" tIns="36000" rIns="0" bIns="0"/>
          <a:lstStyle>
            <a:lvl1pPr>
              <a:defRPr/>
            </a:lvl1pPr>
          </a:lstStyle>
          <a:p>
            <a:r>
              <a:rPr lang="en-US" sz="1000" dirty="0"/>
              <a:t>Add text here</a:t>
            </a:r>
          </a:p>
        </p:txBody>
      </p:sp>
      <p:sp>
        <p:nvSpPr>
          <p:cNvPr id="9" name="Arrow: U-Turn 8">
            <a:hlinkClick r:id="" action="ppaction://hlinkshowjump?jump=lastslideviewed"/>
            <a:extLst>
              <a:ext uri="{FF2B5EF4-FFF2-40B4-BE49-F238E27FC236}">
                <a16:creationId xmlns:a16="http://schemas.microsoft.com/office/drawing/2014/main" id="{285B253A-F46E-2EDF-3BFF-9FECCB0A6CF3}"/>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4834411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Analysis_narrow table+2 col tex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1174829233"/>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a:xfrm>
            <a:off x="998400" y="431800"/>
            <a:ext cx="10195200" cy="533400"/>
          </a:xfrm>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13" name="Text Placeholder 25">
            <a:extLst>
              <a:ext uri="{FF2B5EF4-FFF2-40B4-BE49-F238E27FC236}">
                <a16:creationId xmlns:a16="http://schemas.microsoft.com/office/drawing/2014/main" id="{DA153EA3-7B08-EA68-8BB4-1BE14901EB62}"/>
              </a:ext>
            </a:extLst>
          </p:cNvPr>
          <p:cNvSpPr>
            <a:spLocks noGrp="1"/>
          </p:cNvSpPr>
          <p:nvPr>
            <p:ph type="body" sz="quarter" idx="11" hasCustomPrompt="1"/>
          </p:nvPr>
        </p:nvSpPr>
        <p:spPr>
          <a:xfrm>
            <a:off x="4815356" y="1751584"/>
            <a:ext cx="63792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8" name="Text Placeholder 6">
            <a:extLst>
              <a:ext uri="{FF2B5EF4-FFF2-40B4-BE49-F238E27FC236}">
                <a16:creationId xmlns:a16="http://schemas.microsoft.com/office/drawing/2014/main" id="{60425087-E0BD-E67F-03AF-685037AD5AE9}"/>
              </a:ext>
            </a:extLst>
          </p:cNvPr>
          <p:cNvSpPr>
            <a:spLocks noGrp="1"/>
          </p:cNvSpPr>
          <p:nvPr>
            <p:ph type="body" sz="quarter" idx="26" hasCustomPrompt="1"/>
          </p:nvPr>
        </p:nvSpPr>
        <p:spPr>
          <a:xfrm>
            <a:off x="4815356" y="2003584"/>
            <a:ext cx="3124800" cy="3870000"/>
          </a:xfrm>
        </p:spPr>
        <p:txBody>
          <a:bodyPr lIns="72000" tIns="36000" rIns="0" bIns="0"/>
          <a:lstStyle>
            <a:lvl1pPr>
              <a:defRPr/>
            </a:lvl1pPr>
          </a:lstStyle>
          <a:p>
            <a:r>
              <a:rPr lang="en-US" sz="1000" dirty="0"/>
              <a:t>Add text here</a:t>
            </a:r>
          </a:p>
        </p:txBody>
      </p:sp>
      <p:sp>
        <p:nvSpPr>
          <p:cNvPr id="19" name="Text Placeholder 6">
            <a:extLst>
              <a:ext uri="{FF2B5EF4-FFF2-40B4-BE49-F238E27FC236}">
                <a16:creationId xmlns:a16="http://schemas.microsoft.com/office/drawing/2014/main" id="{28E3692A-725A-06BF-BB6F-8A8425686929}"/>
              </a:ext>
            </a:extLst>
          </p:cNvPr>
          <p:cNvSpPr>
            <a:spLocks noGrp="1"/>
          </p:cNvSpPr>
          <p:nvPr>
            <p:ph type="body" sz="quarter" idx="27" hasCustomPrompt="1"/>
          </p:nvPr>
        </p:nvSpPr>
        <p:spPr>
          <a:xfrm>
            <a:off x="8071200" y="2003584"/>
            <a:ext cx="3124800" cy="3870000"/>
          </a:xfrm>
        </p:spPr>
        <p:txBody>
          <a:bodyPr lIns="72000" tIns="36000" rIns="0" bIns="0"/>
          <a:lstStyle>
            <a:lvl1pPr>
              <a:defRPr/>
            </a:lvl1pPr>
          </a:lstStyle>
          <a:p>
            <a:r>
              <a:rPr lang="en-US" sz="1000" dirty="0"/>
              <a:t>Add text here</a:t>
            </a:r>
          </a:p>
        </p:txBody>
      </p:sp>
      <p:sp>
        <p:nvSpPr>
          <p:cNvPr id="15" name="Text Placeholder 11">
            <a:extLst>
              <a:ext uri="{FF2B5EF4-FFF2-40B4-BE49-F238E27FC236}">
                <a16:creationId xmlns:a16="http://schemas.microsoft.com/office/drawing/2014/main" id="{EDA66AB9-9A15-1FF6-7081-827E8E887381}"/>
              </a:ext>
            </a:extLst>
          </p:cNvPr>
          <p:cNvSpPr>
            <a:spLocks noGrp="1"/>
          </p:cNvSpPr>
          <p:nvPr>
            <p:ph type="body" sz="quarter" idx="10" hasCustomPrompt="1"/>
          </p:nvPr>
        </p:nvSpPr>
        <p:spPr>
          <a:xfrm>
            <a:off x="995361" y="1179513"/>
            <a:ext cx="10195200" cy="4824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a:t>Use this strapline to summarize the key message — Keep it concise and clear, preferably 1-2 sentences only.</a:t>
            </a:r>
          </a:p>
        </p:txBody>
      </p:sp>
      <p:sp>
        <p:nvSpPr>
          <p:cNvPr id="9" name="Table Placeholder 45">
            <a:extLst>
              <a:ext uri="{FF2B5EF4-FFF2-40B4-BE49-F238E27FC236}">
                <a16:creationId xmlns:a16="http://schemas.microsoft.com/office/drawing/2014/main" id="{1AFC767D-9598-2FFF-8A74-FDEBC1DC934F}"/>
              </a:ext>
            </a:extLst>
          </p:cNvPr>
          <p:cNvSpPr>
            <a:spLocks noGrp="1"/>
          </p:cNvSpPr>
          <p:nvPr>
            <p:ph type="tbl" sz="quarter" idx="13" hasCustomPrompt="1"/>
          </p:nvPr>
        </p:nvSpPr>
        <p:spPr>
          <a:xfrm>
            <a:off x="995361" y="1751584"/>
            <a:ext cx="3690499" cy="4122000"/>
          </a:xfrm>
        </p:spPr>
        <p:txBody>
          <a:bodyPr lIns="72000" tIns="36000" rIns="0"/>
          <a:lstStyle>
            <a:lvl1pPr rtl="0">
              <a:defRPr sz="1000" b="1">
                <a:solidFill>
                  <a:schemeClr val="tx2"/>
                </a:solidFill>
              </a:defRPr>
            </a:lvl1pPr>
          </a:lstStyle>
          <a:p>
            <a:r>
              <a:rPr lang="en-US" noProof="0"/>
              <a:t>Add table here</a:t>
            </a:r>
          </a:p>
        </p:txBody>
      </p:sp>
      <p:sp>
        <p:nvSpPr>
          <p:cNvPr id="8" name="Arrow: U-Turn 7">
            <a:hlinkClick r:id="" action="ppaction://hlinkshowjump?jump=lastslideviewed"/>
            <a:extLst>
              <a:ext uri="{FF2B5EF4-FFF2-40B4-BE49-F238E27FC236}">
                <a16:creationId xmlns:a16="http://schemas.microsoft.com/office/drawing/2014/main" id="{EF450C1C-A9B2-A868-0A4D-5198D9BBB89D}"/>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131545596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nalysis_narrow table+2 col text+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665881697"/>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a:xfrm>
            <a:off x="998400" y="431800"/>
            <a:ext cx="10195200" cy="533400"/>
          </a:xfrm>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13" name="Text Placeholder 25">
            <a:extLst>
              <a:ext uri="{FF2B5EF4-FFF2-40B4-BE49-F238E27FC236}">
                <a16:creationId xmlns:a16="http://schemas.microsoft.com/office/drawing/2014/main" id="{DA153EA3-7B08-EA68-8BB4-1BE14901EB62}"/>
              </a:ext>
            </a:extLst>
          </p:cNvPr>
          <p:cNvSpPr>
            <a:spLocks noGrp="1"/>
          </p:cNvSpPr>
          <p:nvPr>
            <p:ph type="body" sz="quarter" idx="11" hasCustomPrompt="1"/>
          </p:nvPr>
        </p:nvSpPr>
        <p:spPr>
          <a:xfrm>
            <a:off x="4815356" y="1751584"/>
            <a:ext cx="63792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8" name="Text Placeholder 6">
            <a:extLst>
              <a:ext uri="{FF2B5EF4-FFF2-40B4-BE49-F238E27FC236}">
                <a16:creationId xmlns:a16="http://schemas.microsoft.com/office/drawing/2014/main" id="{60425087-E0BD-E67F-03AF-685037AD5AE9}"/>
              </a:ext>
            </a:extLst>
          </p:cNvPr>
          <p:cNvSpPr>
            <a:spLocks noGrp="1"/>
          </p:cNvSpPr>
          <p:nvPr>
            <p:ph type="body" sz="quarter" idx="26" hasCustomPrompt="1"/>
          </p:nvPr>
        </p:nvSpPr>
        <p:spPr>
          <a:xfrm>
            <a:off x="4815356" y="2003584"/>
            <a:ext cx="3124800" cy="3870000"/>
          </a:xfrm>
        </p:spPr>
        <p:txBody>
          <a:bodyPr lIns="72000" tIns="36000" rIns="0" bIns="0"/>
          <a:lstStyle>
            <a:lvl1pPr>
              <a:defRPr/>
            </a:lvl1pPr>
          </a:lstStyle>
          <a:p>
            <a:r>
              <a:rPr lang="en-US" sz="1000" dirty="0"/>
              <a:t>Add text here</a:t>
            </a:r>
          </a:p>
        </p:txBody>
      </p:sp>
      <p:sp>
        <p:nvSpPr>
          <p:cNvPr id="19" name="Text Placeholder 6">
            <a:extLst>
              <a:ext uri="{FF2B5EF4-FFF2-40B4-BE49-F238E27FC236}">
                <a16:creationId xmlns:a16="http://schemas.microsoft.com/office/drawing/2014/main" id="{28E3692A-725A-06BF-BB6F-8A8425686929}"/>
              </a:ext>
            </a:extLst>
          </p:cNvPr>
          <p:cNvSpPr>
            <a:spLocks noGrp="1"/>
          </p:cNvSpPr>
          <p:nvPr>
            <p:ph type="body" sz="quarter" idx="27" hasCustomPrompt="1"/>
          </p:nvPr>
        </p:nvSpPr>
        <p:spPr>
          <a:xfrm>
            <a:off x="8071200" y="2003584"/>
            <a:ext cx="3124800" cy="3870000"/>
          </a:xfrm>
        </p:spPr>
        <p:txBody>
          <a:bodyPr lIns="72000" tIns="36000" rIns="0" bIns="0"/>
          <a:lstStyle>
            <a:lvl1pPr>
              <a:defRPr/>
            </a:lvl1pPr>
          </a:lstStyle>
          <a:p>
            <a:r>
              <a:rPr lang="en-US" sz="1000" dirty="0"/>
              <a:t>Add text here</a:t>
            </a:r>
          </a:p>
        </p:txBody>
      </p:sp>
      <p:sp>
        <p:nvSpPr>
          <p:cNvPr id="11" name="Chart Placeholder 43">
            <a:extLst>
              <a:ext uri="{FF2B5EF4-FFF2-40B4-BE49-F238E27FC236}">
                <a16:creationId xmlns:a16="http://schemas.microsoft.com/office/drawing/2014/main" id="{856FE8BE-D902-A644-F4C2-2CAD5D6268FE}"/>
              </a:ext>
            </a:extLst>
          </p:cNvPr>
          <p:cNvSpPr>
            <a:spLocks noGrp="1"/>
          </p:cNvSpPr>
          <p:nvPr>
            <p:ph type="chart" sz="quarter" idx="12" hasCustomPrompt="1"/>
          </p:nvPr>
        </p:nvSpPr>
        <p:spPr>
          <a:xfrm>
            <a:off x="8717873" y="984416"/>
            <a:ext cx="2475728" cy="677497"/>
          </a:xfrm>
        </p:spPr>
        <p:txBody>
          <a:bodyPr lIns="72000"/>
          <a:lstStyle>
            <a:lvl1pPr rtl="0">
              <a:defRPr sz="1000" b="1">
                <a:solidFill>
                  <a:schemeClr val="tx2"/>
                </a:solidFill>
              </a:defRPr>
            </a:lvl1pPr>
          </a:lstStyle>
          <a:p>
            <a:r>
              <a:rPr lang="en-US" noProof="0" dirty="0"/>
              <a:t>Add summary chart here</a:t>
            </a:r>
          </a:p>
        </p:txBody>
      </p:sp>
      <p:sp>
        <p:nvSpPr>
          <p:cNvPr id="15" name="Text Placeholder 11">
            <a:extLst>
              <a:ext uri="{FF2B5EF4-FFF2-40B4-BE49-F238E27FC236}">
                <a16:creationId xmlns:a16="http://schemas.microsoft.com/office/drawing/2014/main" id="{EDA66AB9-9A15-1FF6-7081-827E8E887381}"/>
              </a:ext>
            </a:extLst>
          </p:cNvPr>
          <p:cNvSpPr>
            <a:spLocks noGrp="1"/>
          </p:cNvSpPr>
          <p:nvPr>
            <p:ph type="body" sz="quarter" idx="10" hasCustomPrompt="1"/>
          </p:nvPr>
        </p:nvSpPr>
        <p:spPr>
          <a:xfrm>
            <a:off x="995361" y="1179513"/>
            <a:ext cx="7587923" cy="4824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a:t>Use this strapline to summarize the key message — Keep it concise and clear, preferably 1-2 sentences only.</a:t>
            </a:r>
          </a:p>
        </p:txBody>
      </p:sp>
      <p:sp>
        <p:nvSpPr>
          <p:cNvPr id="9" name="Table Placeholder 45">
            <a:extLst>
              <a:ext uri="{FF2B5EF4-FFF2-40B4-BE49-F238E27FC236}">
                <a16:creationId xmlns:a16="http://schemas.microsoft.com/office/drawing/2014/main" id="{1AFC767D-9598-2FFF-8A74-FDEBC1DC934F}"/>
              </a:ext>
            </a:extLst>
          </p:cNvPr>
          <p:cNvSpPr>
            <a:spLocks noGrp="1"/>
          </p:cNvSpPr>
          <p:nvPr>
            <p:ph type="tbl" sz="quarter" idx="13" hasCustomPrompt="1"/>
          </p:nvPr>
        </p:nvSpPr>
        <p:spPr>
          <a:xfrm>
            <a:off x="995361" y="1751584"/>
            <a:ext cx="3690499" cy="4122000"/>
          </a:xfrm>
        </p:spPr>
        <p:txBody>
          <a:bodyPr lIns="72000" tIns="36000" rIns="0"/>
          <a:lstStyle>
            <a:lvl1pPr rtl="0">
              <a:defRPr sz="1000" b="1">
                <a:solidFill>
                  <a:schemeClr val="tx2"/>
                </a:solidFill>
              </a:defRPr>
            </a:lvl1pPr>
          </a:lstStyle>
          <a:p>
            <a:r>
              <a:rPr lang="en-US" noProof="0"/>
              <a:t>Add table here</a:t>
            </a:r>
          </a:p>
        </p:txBody>
      </p:sp>
      <p:sp>
        <p:nvSpPr>
          <p:cNvPr id="8" name="Arrow: U-Turn 7">
            <a:hlinkClick r:id="" action="ppaction://hlinkshowjump?jump=lastslideviewed"/>
            <a:extLst>
              <a:ext uri="{FF2B5EF4-FFF2-40B4-BE49-F238E27FC236}">
                <a16:creationId xmlns:a16="http://schemas.microsoft.com/office/drawing/2014/main" id="{E31C9B2F-B9B2-74C3-01E2-A55278D78D83}"/>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423304259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nalysis_50-50 table+tex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1932497844"/>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179513"/>
            <a:ext cx="10195199" cy="4824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17" name="Text Placeholder 6">
            <a:extLst>
              <a:ext uri="{FF2B5EF4-FFF2-40B4-BE49-F238E27FC236}">
                <a16:creationId xmlns:a16="http://schemas.microsoft.com/office/drawing/2014/main" id="{1521B4CA-D8BF-DA27-158B-3A18ECF1099F}"/>
              </a:ext>
            </a:extLst>
          </p:cNvPr>
          <p:cNvSpPr>
            <a:spLocks noGrp="1"/>
          </p:cNvSpPr>
          <p:nvPr>
            <p:ph type="body" sz="quarter" idx="24" hasCustomPrompt="1"/>
          </p:nvPr>
        </p:nvSpPr>
        <p:spPr>
          <a:xfrm>
            <a:off x="6159600" y="2003583"/>
            <a:ext cx="5036400" cy="38700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ext Placeholder 25">
            <a:extLst>
              <a:ext uri="{FF2B5EF4-FFF2-40B4-BE49-F238E27FC236}">
                <a16:creationId xmlns:a16="http://schemas.microsoft.com/office/drawing/2014/main" id="{7C4F6109-E3D9-561F-E5FD-3725E8400904}"/>
              </a:ext>
            </a:extLst>
          </p:cNvPr>
          <p:cNvSpPr>
            <a:spLocks noGrp="1"/>
          </p:cNvSpPr>
          <p:nvPr>
            <p:ph type="body" sz="quarter" idx="11" hasCustomPrompt="1"/>
          </p:nvPr>
        </p:nvSpPr>
        <p:spPr>
          <a:xfrm>
            <a:off x="6159600" y="175158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0" name="Table Placeholder 45">
            <a:extLst>
              <a:ext uri="{FF2B5EF4-FFF2-40B4-BE49-F238E27FC236}">
                <a16:creationId xmlns:a16="http://schemas.microsoft.com/office/drawing/2014/main" id="{213B86F7-3C0F-4690-E312-92129CBE6128}"/>
              </a:ext>
            </a:extLst>
          </p:cNvPr>
          <p:cNvSpPr>
            <a:spLocks noGrp="1"/>
          </p:cNvSpPr>
          <p:nvPr>
            <p:ph type="tbl" sz="quarter" idx="13" hasCustomPrompt="1"/>
          </p:nvPr>
        </p:nvSpPr>
        <p:spPr>
          <a:xfrm>
            <a:off x="995361" y="1751583"/>
            <a:ext cx="5036400" cy="4122000"/>
          </a:xfrm>
        </p:spPr>
        <p:txBody>
          <a:bodyPr lIns="72000" tIns="36000" rIns="0"/>
          <a:lstStyle>
            <a:lvl1pPr rtl="0">
              <a:defRPr sz="1000" b="1">
                <a:solidFill>
                  <a:schemeClr val="tx2"/>
                </a:solidFill>
              </a:defRPr>
            </a:lvl1pPr>
          </a:lstStyle>
          <a:p>
            <a:r>
              <a:rPr lang="en-US" noProof="0"/>
              <a:t>Add table here</a:t>
            </a:r>
          </a:p>
        </p:txBody>
      </p:sp>
      <p:sp>
        <p:nvSpPr>
          <p:cNvPr id="9" name="Arrow: U-Turn 8">
            <a:hlinkClick r:id="" action="ppaction://hlinkshowjump?jump=lastslideviewed"/>
            <a:extLst>
              <a:ext uri="{FF2B5EF4-FFF2-40B4-BE49-F238E27FC236}">
                <a16:creationId xmlns:a16="http://schemas.microsoft.com/office/drawing/2014/main" id="{2D780DE7-433B-5271-1E26-5A2B579B1FA5}"/>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349430756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nalysis_50-50 table+text+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2972434795"/>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23" name="Table Placeholder 45">
            <a:extLst>
              <a:ext uri="{FF2B5EF4-FFF2-40B4-BE49-F238E27FC236}">
                <a16:creationId xmlns:a16="http://schemas.microsoft.com/office/drawing/2014/main" id="{C3004401-EE3C-649E-6353-B9164F1C4C80}"/>
              </a:ext>
            </a:extLst>
          </p:cNvPr>
          <p:cNvSpPr>
            <a:spLocks noGrp="1"/>
          </p:cNvSpPr>
          <p:nvPr>
            <p:ph type="tbl" sz="quarter" idx="13" hasCustomPrompt="1"/>
          </p:nvPr>
        </p:nvSpPr>
        <p:spPr>
          <a:xfrm>
            <a:off x="995361" y="1751583"/>
            <a:ext cx="5036400" cy="4122000"/>
          </a:xfrm>
        </p:spPr>
        <p:txBody>
          <a:bodyPr lIns="72000" tIns="36000" rIns="0"/>
          <a:lstStyle>
            <a:lvl1pPr rtl="0">
              <a:defRPr sz="1000" b="1">
                <a:solidFill>
                  <a:schemeClr val="tx2"/>
                </a:solidFill>
              </a:defRPr>
            </a:lvl1pPr>
          </a:lstStyle>
          <a:p>
            <a:r>
              <a:rPr lang="en-US" noProof="0"/>
              <a:t>Add table here</a:t>
            </a:r>
          </a:p>
        </p:txBody>
      </p:sp>
      <p:sp>
        <p:nvSpPr>
          <p:cNvPr id="8" name="Text Placeholder 25">
            <a:extLst>
              <a:ext uri="{FF2B5EF4-FFF2-40B4-BE49-F238E27FC236}">
                <a16:creationId xmlns:a16="http://schemas.microsoft.com/office/drawing/2014/main" id="{AB752ACB-3E96-1341-39F5-971D5B64FD77}"/>
              </a:ext>
            </a:extLst>
          </p:cNvPr>
          <p:cNvSpPr>
            <a:spLocks noGrp="1"/>
          </p:cNvSpPr>
          <p:nvPr>
            <p:ph type="body" sz="quarter" idx="11" hasCustomPrompt="1"/>
          </p:nvPr>
        </p:nvSpPr>
        <p:spPr>
          <a:xfrm>
            <a:off x="6159600" y="175158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0" name="Chart Placeholder 43">
            <a:extLst>
              <a:ext uri="{FF2B5EF4-FFF2-40B4-BE49-F238E27FC236}">
                <a16:creationId xmlns:a16="http://schemas.microsoft.com/office/drawing/2014/main" id="{DC74134E-DCDE-CA54-AD79-94C972C11A63}"/>
              </a:ext>
            </a:extLst>
          </p:cNvPr>
          <p:cNvSpPr>
            <a:spLocks noGrp="1"/>
          </p:cNvSpPr>
          <p:nvPr>
            <p:ph type="chart" sz="quarter" idx="12" hasCustomPrompt="1"/>
          </p:nvPr>
        </p:nvSpPr>
        <p:spPr>
          <a:xfrm>
            <a:off x="8717873" y="984417"/>
            <a:ext cx="2475728" cy="677496"/>
          </a:xfrm>
        </p:spPr>
        <p:txBody>
          <a:bodyPr lIns="72000"/>
          <a:lstStyle>
            <a:lvl1pPr rtl="0">
              <a:defRPr sz="1000" b="1">
                <a:solidFill>
                  <a:schemeClr val="tx2"/>
                </a:solidFill>
              </a:defRPr>
            </a:lvl1pPr>
          </a:lstStyle>
          <a:p>
            <a:r>
              <a:rPr lang="en-US" noProof="0" dirty="0"/>
              <a:t>Add summary chart here</a:t>
            </a:r>
          </a:p>
        </p:txBody>
      </p:sp>
      <p:sp>
        <p:nvSpPr>
          <p:cNvPr id="11" name="Text Placeholder 11">
            <a:extLst>
              <a:ext uri="{FF2B5EF4-FFF2-40B4-BE49-F238E27FC236}">
                <a16:creationId xmlns:a16="http://schemas.microsoft.com/office/drawing/2014/main" id="{033A2A19-A8FA-B04D-7F28-5972152079F8}"/>
              </a:ext>
            </a:extLst>
          </p:cNvPr>
          <p:cNvSpPr>
            <a:spLocks noGrp="1"/>
          </p:cNvSpPr>
          <p:nvPr>
            <p:ph type="body" sz="quarter" idx="10" hasCustomPrompt="1"/>
          </p:nvPr>
        </p:nvSpPr>
        <p:spPr>
          <a:xfrm>
            <a:off x="995361" y="1179513"/>
            <a:ext cx="7587923" cy="4824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9" name="Text Placeholder 6">
            <a:extLst>
              <a:ext uri="{FF2B5EF4-FFF2-40B4-BE49-F238E27FC236}">
                <a16:creationId xmlns:a16="http://schemas.microsoft.com/office/drawing/2014/main" id="{5E80CC73-917A-B304-6925-C4C619159D0F}"/>
              </a:ext>
            </a:extLst>
          </p:cNvPr>
          <p:cNvSpPr>
            <a:spLocks noGrp="1"/>
          </p:cNvSpPr>
          <p:nvPr>
            <p:ph type="body" sz="quarter" idx="24" hasCustomPrompt="1"/>
          </p:nvPr>
        </p:nvSpPr>
        <p:spPr>
          <a:xfrm>
            <a:off x="6159600" y="2003583"/>
            <a:ext cx="5036400" cy="3870000"/>
          </a:xfrm>
        </p:spPr>
        <p:txBody>
          <a:bodyPr lIns="72000" tIns="36000" rIns="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Arrow: U-Turn 11">
            <a:hlinkClick r:id="" action="ppaction://hlinkshowjump?jump=lastslideviewed"/>
            <a:extLst>
              <a:ext uri="{FF2B5EF4-FFF2-40B4-BE49-F238E27FC236}">
                <a16:creationId xmlns:a16="http://schemas.microsoft.com/office/drawing/2014/main" id="{806300A6-A463-7B31-CEF5-C56AF7616F61}"/>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124023668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nalysis_2 columns tex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969865134"/>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179513"/>
            <a:ext cx="10195200" cy="482400"/>
          </a:xfrm>
        </p:spPr>
        <p:txBody>
          <a:bodyPr lIns="0" r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8" name="Text Placeholder 25">
            <a:extLst>
              <a:ext uri="{FF2B5EF4-FFF2-40B4-BE49-F238E27FC236}">
                <a16:creationId xmlns:a16="http://schemas.microsoft.com/office/drawing/2014/main" id="{007F8667-B92C-EB98-6B8B-697E85466508}"/>
              </a:ext>
            </a:extLst>
          </p:cNvPr>
          <p:cNvSpPr>
            <a:spLocks noGrp="1"/>
          </p:cNvSpPr>
          <p:nvPr>
            <p:ph type="body" sz="quarter" idx="11" hasCustomPrompt="1"/>
          </p:nvPr>
        </p:nvSpPr>
        <p:spPr>
          <a:xfrm>
            <a:off x="6159600" y="175158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9" name="Text Placeholder 25">
            <a:extLst>
              <a:ext uri="{FF2B5EF4-FFF2-40B4-BE49-F238E27FC236}">
                <a16:creationId xmlns:a16="http://schemas.microsoft.com/office/drawing/2014/main" id="{73C591D6-8A1C-CA28-41AC-55D37B996B5C}"/>
              </a:ext>
            </a:extLst>
          </p:cNvPr>
          <p:cNvSpPr>
            <a:spLocks noGrp="1"/>
          </p:cNvSpPr>
          <p:nvPr>
            <p:ph type="body" sz="quarter" idx="25" hasCustomPrompt="1"/>
          </p:nvPr>
        </p:nvSpPr>
        <p:spPr>
          <a:xfrm>
            <a:off x="995361" y="175158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0" name="Text Placeholder 6">
            <a:extLst>
              <a:ext uri="{FF2B5EF4-FFF2-40B4-BE49-F238E27FC236}">
                <a16:creationId xmlns:a16="http://schemas.microsoft.com/office/drawing/2014/main" id="{B126B9F3-EC58-4DE5-9DF6-13120B68EDB2}"/>
              </a:ext>
            </a:extLst>
          </p:cNvPr>
          <p:cNvSpPr>
            <a:spLocks noGrp="1"/>
          </p:cNvSpPr>
          <p:nvPr>
            <p:ph type="body" sz="quarter" idx="24" hasCustomPrompt="1"/>
          </p:nvPr>
        </p:nvSpPr>
        <p:spPr>
          <a:xfrm>
            <a:off x="6159600" y="2003583"/>
            <a:ext cx="5036400" cy="3870000"/>
          </a:xfrm>
        </p:spPr>
        <p:txBody>
          <a:bodyPr lIns="72000" tIns="36000" rIns="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Text Placeholder 6">
            <a:extLst>
              <a:ext uri="{FF2B5EF4-FFF2-40B4-BE49-F238E27FC236}">
                <a16:creationId xmlns:a16="http://schemas.microsoft.com/office/drawing/2014/main" id="{C6579D5C-8A15-B2E6-E4C1-444BA8155AE0}"/>
              </a:ext>
            </a:extLst>
          </p:cNvPr>
          <p:cNvSpPr>
            <a:spLocks noGrp="1"/>
          </p:cNvSpPr>
          <p:nvPr>
            <p:ph type="body" sz="quarter" idx="26" hasCustomPrompt="1"/>
          </p:nvPr>
        </p:nvSpPr>
        <p:spPr>
          <a:xfrm>
            <a:off x="995361" y="2003583"/>
            <a:ext cx="5036400" cy="3870000"/>
          </a:xfrm>
        </p:spPr>
        <p:txBody>
          <a:bodyPr lIns="72000" tIns="36000" rIns="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Arrow: U-Turn 12">
            <a:hlinkClick r:id="" action="ppaction://hlinkshowjump?jump=lastslideviewed"/>
            <a:extLst>
              <a:ext uri="{FF2B5EF4-FFF2-40B4-BE49-F238E27FC236}">
                <a16:creationId xmlns:a16="http://schemas.microsoft.com/office/drawing/2014/main" id="{D5F94275-1C8B-6209-F087-7EEC6123ADE8}"/>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81443012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nalysis_2 columns text+char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1963376253"/>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8" name="Text Placeholder 25">
            <a:extLst>
              <a:ext uri="{FF2B5EF4-FFF2-40B4-BE49-F238E27FC236}">
                <a16:creationId xmlns:a16="http://schemas.microsoft.com/office/drawing/2014/main" id="{007F8667-B92C-EB98-6B8B-697E85466508}"/>
              </a:ext>
            </a:extLst>
          </p:cNvPr>
          <p:cNvSpPr>
            <a:spLocks noGrp="1"/>
          </p:cNvSpPr>
          <p:nvPr>
            <p:ph type="body" sz="quarter" idx="11" hasCustomPrompt="1"/>
          </p:nvPr>
        </p:nvSpPr>
        <p:spPr>
          <a:xfrm>
            <a:off x="6159600" y="175158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9" name="Text Placeholder 25">
            <a:extLst>
              <a:ext uri="{FF2B5EF4-FFF2-40B4-BE49-F238E27FC236}">
                <a16:creationId xmlns:a16="http://schemas.microsoft.com/office/drawing/2014/main" id="{73C591D6-8A1C-CA28-41AC-55D37B996B5C}"/>
              </a:ext>
            </a:extLst>
          </p:cNvPr>
          <p:cNvSpPr>
            <a:spLocks noGrp="1"/>
          </p:cNvSpPr>
          <p:nvPr>
            <p:ph type="body" sz="quarter" idx="25" hasCustomPrompt="1"/>
          </p:nvPr>
        </p:nvSpPr>
        <p:spPr>
          <a:xfrm>
            <a:off x="995361" y="175158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Click to add the heading</a:t>
            </a:r>
          </a:p>
        </p:txBody>
      </p:sp>
      <p:sp>
        <p:nvSpPr>
          <p:cNvPr id="10" name="Text Placeholder 6">
            <a:extLst>
              <a:ext uri="{FF2B5EF4-FFF2-40B4-BE49-F238E27FC236}">
                <a16:creationId xmlns:a16="http://schemas.microsoft.com/office/drawing/2014/main" id="{B126B9F3-EC58-4DE5-9DF6-13120B68EDB2}"/>
              </a:ext>
            </a:extLst>
          </p:cNvPr>
          <p:cNvSpPr>
            <a:spLocks noGrp="1"/>
          </p:cNvSpPr>
          <p:nvPr>
            <p:ph type="body" sz="quarter" idx="24" hasCustomPrompt="1"/>
          </p:nvPr>
        </p:nvSpPr>
        <p:spPr>
          <a:xfrm>
            <a:off x="6159600" y="2003583"/>
            <a:ext cx="5036400" cy="3870000"/>
          </a:xfrm>
        </p:spPr>
        <p:txBody>
          <a:bodyPr lIns="72000" tIns="36000" rIns="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Text Placeholder 6">
            <a:extLst>
              <a:ext uri="{FF2B5EF4-FFF2-40B4-BE49-F238E27FC236}">
                <a16:creationId xmlns:a16="http://schemas.microsoft.com/office/drawing/2014/main" id="{C6579D5C-8A15-B2E6-E4C1-444BA8155AE0}"/>
              </a:ext>
            </a:extLst>
          </p:cNvPr>
          <p:cNvSpPr>
            <a:spLocks noGrp="1"/>
          </p:cNvSpPr>
          <p:nvPr>
            <p:ph type="body" sz="quarter" idx="26" hasCustomPrompt="1"/>
          </p:nvPr>
        </p:nvSpPr>
        <p:spPr>
          <a:xfrm>
            <a:off x="995361" y="2003583"/>
            <a:ext cx="5036400" cy="3870000"/>
          </a:xfrm>
        </p:spPr>
        <p:txBody>
          <a:bodyPr lIns="72000" tIns="36000" rIns="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Chart Placeholder 43">
            <a:extLst>
              <a:ext uri="{FF2B5EF4-FFF2-40B4-BE49-F238E27FC236}">
                <a16:creationId xmlns:a16="http://schemas.microsoft.com/office/drawing/2014/main" id="{91C7D5AC-CC1B-453C-BBCC-7368D1A5EA51}"/>
              </a:ext>
            </a:extLst>
          </p:cNvPr>
          <p:cNvSpPr>
            <a:spLocks noGrp="1"/>
          </p:cNvSpPr>
          <p:nvPr>
            <p:ph type="chart" sz="quarter" idx="12" hasCustomPrompt="1"/>
          </p:nvPr>
        </p:nvSpPr>
        <p:spPr>
          <a:xfrm>
            <a:off x="8717873" y="984417"/>
            <a:ext cx="2475728" cy="677496"/>
          </a:xfrm>
        </p:spPr>
        <p:txBody>
          <a:bodyPr lIns="72000"/>
          <a:lstStyle>
            <a:lvl1pPr rtl="0">
              <a:defRPr sz="1000" b="1">
                <a:solidFill>
                  <a:schemeClr val="tx2"/>
                </a:solidFill>
              </a:defRPr>
            </a:lvl1pPr>
          </a:lstStyle>
          <a:p>
            <a:r>
              <a:rPr lang="en-US" noProof="0" dirty="0"/>
              <a:t>Add summary chart here</a:t>
            </a:r>
          </a:p>
        </p:txBody>
      </p:sp>
      <p:sp>
        <p:nvSpPr>
          <p:cNvPr id="16" name="Text Placeholder 11">
            <a:extLst>
              <a:ext uri="{FF2B5EF4-FFF2-40B4-BE49-F238E27FC236}">
                <a16:creationId xmlns:a16="http://schemas.microsoft.com/office/drawing/2014/main" id="{396E6CF5-2B13-4988-9B42-9CB4769381DB}"/>
              </a:ext>
            </a:extLst>
          </p:cNvPr>
          <p:cNvSpPr>
            <a:spLocks noGrp="1"/>
          </p:cNvSpPr>
          <p:nvPr>
            <p:ph type="body" sz="quarter" idx="10" hasCustomPrompt="1"/>
          </p:nvPr>
        </p:nvSpPr>
        <p:spPr>
          <a:xfrm>
            <a:off x="995361" y="1179513"/>
            <a:ext cx="7587923" cy="4824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12" name="Arrow: U-Turn 11">
            <a:hlinkClick r:id="" action="ppaction://hlinkshowjump?jump=lastslideviewed"/>
            <a:extLst>
              <a:ext uri="{FF2B5EF4-FFF2-40B4-BE49-F238E27FC236}">
                <a16:creationId xmlns:a16="http://schemas.microsoft.com/office/drawing/2014/main" id="{D2C1060E-438C-DC20-EFBF-8D54477E2434}"/>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305584598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nalysis_wide chart+table+tex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191342096"/>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46" name="Table Placeholder 45">
            <a:extLst>
              <a:ext uri="{FF2B5EF4-FFF2-40B4-BE49-F238E27FC236}">
                <a16:creationId xmlns:a16="http://schemas.microsoft.com/office/drawing/2014/main" id="{95E97D5A-310B-4A7D-B284-D88CCF19D76C}"/>
              </a:ext>
            </a:extLst>
          </p:cNvPr>
          <p:cNvSpPr>
            <a:spLocks noGrp="1"/>
          </p:cNvSpPr>
          <p:nvPr>
            <p:ph type="tbl" sz="quarter" idx="13"/>
          </p:nvPr>
        </p:nvSpPr>
        <p:spPr>
          <a:xfrm>
            <a:off x="995361" y="3858231"/>
            <a:ext cx="5036400" cy="2016000"/>
          </a:xfrm>
        </p:spPr>
        <p:txBody>
          <a:bodyPr lIns="72000" tIns="36000" rIns="0" bIns="0"/>
          <a:lstStyle>
            <a:lvl1pPr>
              <a:defRPr sz="1000" b="1">
                <a:solidFill>
                  <a:schemeClr val="tx2"/>
                </a:solidFill>
              </a:defRPr>
            </a:lvl1pPr>
          </a:lstStyle>
          <a:p>
            <a:endParaRPr lang="en-US" noProof="0" dirty="0"/>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9" name="Text Placeholder 6">
            <a:extLst>
              <a:ext uri="{FF2B5EF4-FFF2-40B4-BE49-F238E27FC236}">
                <a16:creationId xmlns:a16="http://schemas.microsoft.com/office/drawing/2014/main" id="{195DC088-461C-FD29-4F33-E3386EF9FB40}"/>
              </a:ext>
            </a:extLst>
          </p:cNvPr>
          <p:cNvSpPr>
            <a:spLocks noGrp="1"/>
          </p:cNvSpPr>
          <p:nvPr>
            <p:ph type="body" sz="quarter" idx="24" hasCustomPrompt="1"/>
          </p:nvPr>
        </p:nvSpPr>
        <p:spPr>
          <a:xfrm>
            <a:off x="6159600" y="3858230"/>
            <a:ext cx="5033848" cy="2016000"/>
          </a:xfrm>
        </p:spPr>
        <p:txBody>
          <a:bodyPr lIns="72000" tIns="36000" rIns="0" bIns="0"/>
          <a:lstStyle>
            <a:lvl1pPr>
              <a:defRPr/>
            </a:lvl1pPr>
          </a:lstStyle>
          <a:p>
            <a:r>
              <a:rPr lang="en-US" sz="1000" dirty="0"/>
              <a:t>Add text here</a:t>
            </a:r>
          </a:p>
        </p:txBody>
      </p:sp>
      <p:sp>
        <p:nvSpPr>
          <p:cNvPr id="22" name="Chart Placeholder 43">
            <a:extLst>
              <a:ext uri="{FF2B5EF4-FFF2-40B4-BE49-F238E27FC236}">
                <a16:creationId xmlns:a16="http://schemas.microsoft.com/office/drawing/2014/main" id="{D5A08C12-7DA4-843E-2109-5FED43776676}"/>
              </a:ext>
            </a:extLst>
          </p:cNvPr>
          <p:cNvSpPr>
            <a:spLocks noGrp="1"/>
          </p:cNvSpPr>
          <p:nvPr>
            <p:ph type="chart" sz="quarter" idx="15"/>
          </p:nvPr>
        </p:nvSpPr>
        <p:spPr>
          <a:xfrm>
            <a:off x="995361" y="2003584"/>
            <a:ext cx="10192299" cy="1764000"/>
          </a:xfrm>
        </p:spPr>
        <p:txBody>
          <a:bodyPr lIns="72000" tIns="36000" rIns="0" bIns="0"/>
          <a:lstStyle>
            <a:lvl1pPr>
              <a:defRPr sz="1000" b="1">
                <a:solidFill>
                  <a:schemeClr val="tx2"/>
                </a:solidFill>
              </a:defRPr>
            </a:lvl1pPr>
          </a:lstStyle>
          <a:p>
            <a:endParaRPr lang="en-US" noProof="0" dirty="0"/>
          </a:p>
        </p:txBody>
      </p:sp>
      <p:sp>
        <p:nvSpPr>
          <p:cNvPr id="23" name="Rectangle 22">
            <a:extLst>
              <a:ext uri="{FF2B5EF4-FFF2-40B4-BE49-F238E27FC236}">
                <a16:creationId xmlns:a16="http://schemas.microsoft.com/office/drawing/2014/main" id="{06C0486A-3F15-194A-0A91-826E5849F9B6}"/>
              </a:ext>
            </a:extLst>
          </p:cNvPr>
          <p:cNvSpPr>
            <a:spLocks/>
          </p:cNvSpPr>
          <p:nvPr userDrawn="1"/>
        </p:nvSpPr>
        <p:spPr>
          <a:xfrm>
            <a:off x="995361" y="1751584"/>
            <a:ext cx="10204455"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b="1"/>
          </a:p>
        </p:txBody>
      </p:sp>
      <p:sp>
        <p:nvSpPr>
          <p:cNvPr id="24" name="Text Placeholder 13">
            <a:extLst>
              <a:ext uri="{FF2B5EF4-FFF2-40B4-BE49-F238E27FC236}">
                <a16:creationId xmlns:a16="http://schemas.microsoft.com/office/drawing/2014/main" id="{A9A157EA-5678-21CC-9C39-8123403A4164}"/>
              </a:ext>
            </a:extLst>
          </p:cNvPr>
          <p:cNvSpPr>
            <a:spLocks noGrp="1"/>
          </p:cNvSpPr>
          <p:nvPr>
            <p:ph type="body" sz="quarter" idx="25" hasCustomPrompt="1"/>
          </p:nvPr>
        </p:nvSpPr>
        <p:spPr>
          <a:xfrm>
            <a:off x="995361" y="1751584"/>
            <a:ext cx="10192299" cy="252000"/>
          </a:xfrm>
        </p:spPr>
        <p:txBody>
          <a:bodyPr lIns="72000" rIns="72000" anchor="ctr"/>
          <a:lstStyle>
            <a:lvl1pPr>
              <a:defRPr b="1">
                <a:solidFill>
                  <a:schemeClr val="bg1"/>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a:t>Click to add the heading</a:t>
            </a:r>
          </a:p>
        </p:txBody>
      </p:sp>
      <p:sp>
        <p:nvSpPr>
          <p:cNvPr id="8" name="Chart Placeholder 43">
            <a:extLst>
              <a:ext uri="{FF2B5EF4-FFF2-40B4-BE49-F238E27FC236}">
                <a16:creationId xmlns:a16="http://schemas.microsoft.com/office/drawing/2014/main" id="{47DB99AB-526B-CB6C-C09F-7CDDE0A44C5F}"/>
              </a:ext>
            </a:extLst>
          </p:cNvPr>
          <p:cNvSpPr>
            <a:spLocks noGrp="1"/>
          </p:cNvSpPr>
          <p:nvPr>
            <p:ph type="chart" sz="quarter" idx="12" hasCustomPrompt="1"/>
          </p:nvPr>
        </p:nvSpPr>
        <p:spPr>
          <a:xfrm>
            <a:off x="8717873" y="983770"/>
            <a:ext cx="2475728" cy="678143"/>
          </a:xfrm>
        </p:spPr>
        <p:txBody>
          <a:bodyPr lIns="72000"/>
          <a:lstStyle>
            <a:lvl1pPr rtl="0">
              <a:defRPr sz="1000" b="1">
                <a:solidFill>
                  <a:schemeClr val="tx2"/>
                </a:solidFill>
              </a:defRPr>
            </a:lvl1pPr>
          </a:lstStyle>
          <a:p>
            <a:r>
              <a:rPr lang="en-US" noProof="0" dirty="0"/>
              <a:t>Add summary chart here</a:t>
            </a:r>
          </a:p>
        </p:txBody>
      </p:sp>
      <p:sp>
        <p:nvSpPr>
          <p:cNvPr id="10" name="Text Placeholder 11">
            <a:extLst>
              <a:ext uri="{FF2B5EF4-FFF2-40B4-BE49-F238E27FC236}">
                <a16:creationId xmlns:a16="http://schemas.microsoft.com/office/drawing/2014/main" id="{8778B5A6-B39D-5C45-C86D-00FE59B08198}"/>
              </a:ext>
            </a:extLst>
          </p:cNvPr>
          <p:cNvSpPr>
            <a:spLocks noGrp="1"/>
          </p:cNvSpPr>
          <p:nvPr>
            <p:ph type="body" sz="quarter" idx="10" hasCustomPrompt="1"/>
          </p:nvPr>
        </p:nvSpPr>
        <p:spPr>
          <a:xfrm>
            <a:off x="995361" y="1179513"/>
            <a:ext cx="7587923" cy="4824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a:t>Use this strapline to summarize the key message — Keep it concise and clear, preferably 1-2 sentences only.</a:t>
            </a:r>
          </a:p>
        </p:txBody>
      </p:sp>
      <p:sp>
        <p:nvSpPr>
          <p:cNvPr id="11" name="Arrow: U-Turn 10">
            <a:hlinkClick r:id="" action="ppaction://hlinkshowjump?jump=lastslideviewed"/>
            <a:extLst>
              <a:ext uri="{FF2B5EF4-FFF2-40B4-BE49-F238E27FC236}">
                <a16:creationId xmlns:a16="http://schemas.microsoft.com/office/drawing/2014/main" id="{3C476F82-FD78-917B-699D-6CBF2E155C03}"/>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42727792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nalysis_wide chart + 2 cols text">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A26502BD-2BD1-410D-B183-79145055D952}"/>
              </a:ext>
            </a:extLst>
          </p:cNvPr>
          <p:cNvGraphicFramePr>
            <a:graphicFrameLocks noChangeAspect="1"/>
          </p:cNvGraphicFramePr>
          <p:nvPr userDrawn="1">
            <p:custDataLst>
              <p:tags r:id="rId1"/>
            </p:custDataLst>
            <p:extLst>
              <p:ext uri="{D42A27DB-BD31-4B8C-83A1-F6EECF244321}">
                <p14:modId xmlns:p14="http://schemas.microsoft.com/office/powerpoint/2010/main" val="659093071"/>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4" name="Object 13" hidden="1">
                        <a:extLst>
                          <a:ext uri="{FF2B5EF4-FFF2-40B4-BE49-F238E27FC236}">
                            <a16:creationId xmlns:a16="http://schemas.microsoft.com/office/drawing/2014/main" id="{A26502BD-2BD1-410D-B183-79145055D952}"/>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12" name="Text Placeholder 11">
            <a:extLst>
              <a:ext uri="{FF2B5EF4-FFF2-40B4-BE49-F238E27FC236}">
                <a16:creationId xmlns:a16="http://schemas.microsoft.com/office/drawing/2014/main" id="{99D06D13-81D9-4C4B-A790-EEDF4B0F87A0}"/>
              </a:ext>
            </a:extLst>
          </p:cNvPr>
          <p:cNvSpPr>
            <a:spLocks noGrp="1"/>
          </p:cNvSpPr>
          <p:nvPr>
            <p:ph type="body" sz="quarter" idx="10" hasCustomPrompt="1"/>
          </p:nvPr>
        </p:nvSpPr>
        <p:spPr>
          <a:xfrm>
            <a:off x="995361" y="1179513"/>
            <a:ext cx="10192299" cy="4824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a:t>Use this strapline to summarize the key message — Keep it concise and clear, preferably 1-2 sentences only.</a:t>
            </a:r>
          </a:p>
        </p:txBody>
      </p:sp>
      <p:sp>
        <p:nvSpPr>
          <p:cNvPr id="2" name="Title 1">
            <a:extLst>
              <a:ext uri="{FF2B5EF4-FFF2-40B4-BE49-F238E27FC236}">
                <a16:creationId xmlns:a16="http://schemas.microsoft.com/office/drawing/2014/main" id="{72C7F4BD-E5B9-4943-9C73-4B5CDAE082E2}"/>
              </a:ext>
            </a:extLst>
          </p:cNvPr>
          <p:cNvSpPr>
            <a:spLocks noGrp="1"/>
          </p:cNvSpPr>
          <p:nvPr>
            <p:ph type="title"/>
          </p:nvPr>
        </p:nvSpPr>
        <p:spPr/>
        <p:txBody>
          <a:bodyPr vert="horz"/>
          <a:lstStyle/>
          <a:p>
            <a:r>
              <a:rPr lang="en-US"/>
              <a:t>Click to edit Master title style</a:t>
            </a:r>
            <a:endParaRPr lang="fi-FI"/>
          </a:p>
        </p:txBody>
      </p:sp>
      <p:sp>
        <p:nvSpPr>
          <p:cNvPr id="3" name="Isosceles Triangle 2">
            <a:extLst>
              <a:ext uri="{FF2B5EF4-FFF2-40B4-BE49-F238E27FC236}">
                <a16:creationId xmlns:a16="http://schemas.microsoft.com/office/drawing/2014/main" id="{5A60E319-4206-477C-A260-19F61D138DCD}"/>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4" name="Isosceles Triangle 3">
            <a:extLst>
              <a:ext uri="{FF2B5EF4-FFF2-40B4-BE49-F238E27FC236}">
                <a16:creationId xmlns:a16="http://schemas.microsoft.com/office/drawing/2014/main" id="{1EA8D9B6-D479-4079-AA88-5A66CA5412A4}"/>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5" name="Oval 4">
            <a:hlinkClick r:id="" action="ppaction://hlinkshowjump?jump=nextslide"/>
            <a:extLst>
              <a:ext uri="{FF2B5EF4-FFF2-40B4-BE49-F238E27FC236}">
                <a16:creationId xmlns:a16="http://schemas.microsoft.com/office/drawing/2014/main" id="{91A0DF56-3145-410A-A0C2-7D5CA10E097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C44A9263-24EC-4485-9EA1-DE65776C3389}"/>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7" name="Graphic 6" descr="Home">
            <a:hlinkClick r:id="rId5" action="ppaction://hlinksldjump"/>
            <a:extLst>
              <a:ext uri="{FF2B5EF4-FFF2-40B4-BE49-F238E27FC236}">
                <a16:creationId xmlns:a16="http://schemas.microsoft.com/office/drawing/2014/main" id="{45ECDB61-27CE-4921-8A09-FDAF963B5403}"/>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22" name="Rectangle 21">
            <a:extLst>
              <a:ext uri="{FF2B5EF4-FFF2-40B4-BE49-F238E27FC236}">
                <a16:creationId xmlns:a16="http://schemas.microsoft.com/office/drawing/2014/main" id="{A99321D5-C8C0-F0E1-AB2F-9AEC66E6E306}"/>
              </a:ext>
            </a:extLst>
          </p:cNvPr>
          <p:cNvSpPr>
            <a:spLocks/>
          </p:cNvSpPr>
          <p:nvPr userDrawn="1"/>
        </p:nvSpPr>
        <p:spPr>
          <a:xfrm>
            <a:off x="995361" y="1751584"/>
            <a:ext cx="10204455"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a:p>
        </p:txBody>
      </p:sp>
      <p:sp>
        <p:nvSpPr>
          <p:cNvPr id="23" name="Text Placeholder 13">
            <a:extLst>
              <a:ext uri="{FF2B5EF4-FFF2-40B4-BE49-F238E27FC236}">
                <a16:creationId xmlns:a16="http://schemas.microsoft.com/office/drawing/2014/main" id="{7C05D918-B59C-0E58-11A7-9AE1956C9375}"/>
              </a:ext>
            </a:extLst>
          </p:cNvPr>
          <p:cNvSpPr>
            <a:spLocks noGrp="1"/>
          </p:cNvSpPr>
          <p:nvPr>
            <p:ph type="body" sz="quarter" idx="25" hasCustomPrompt="1"/>
          </p:nvPr>
        </p:nvSpPr>
        <p:spPr>
          <a:xfrm>
            <a:off x="995361" y="1751584"/>
            <a:ext cx="10192299" cy="252000"/>
          </a:xfrm>
        </p:spPr>
        <p:txBody>
          <a:bodyPr lIns="72000" rIns="72000" anchor="ctr"/>
          <a:lstStyle>
            <a:lvl1pPr>
              <a:defRPr b="1">
                <a:solidFill>
                  <a:schemeClr val="bg1"/>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a:t>Click to add the heading</a:t>
            </a:r>
          </a:p>
        </p:txBody>
      </p:sp>
      <p:sp>
        <p:nvSpPr>
          <p:cNvPr id="8" name="Text Placeholder 8">
            <a:extLst>
              <a:ext uri="{FF2B5EF4-FFF2-40B4-BE49-F238E27FC236}">
                <a16:creationId xmlns:a16="http://schemas.microsoft.com/office/drawing/2014/main" id="{A06C8A57-0198-A7DD-D4E1-019C53DF1780}"/>
              </a:ext>
            </a:extLst>
          </p:cNvPr>
          <p:cNvSpPr>
            <a:spLocks noGrp="1"/>
          </p:cNvSpPr>
          <p:nvPr>
            <p:ph type="body" sz="quarter" idx="18" hasCustomPrompt="1"/>
          </p:nvPr>
        </p:nvSpPr>
        <p:spPr>
          <a:xfrm>
            <a:off x="995361" y="3859200"/>
            <a:ext cx="5036400" cy="2016000"/>
          </a:xfrm>
        </p:spPr>
        <p:txBody>
          <a:bodyPr lIns="72000" tIns="36000" rIns="0"/>
          <a:lstStyle>
            <a:lvl1pPr>
              <a:defRPr b="0">
                <a:solidFill>
                  <a:schemeClr val="tx1"/>
                </a:solidFill>
              </a:defRPr>
            </a:lvl1pPr>
          </a:lstStyle>
          <a:p>
            <a:pPr lvl="0"/>
            <a:r>
              <a:rPr lang="en-US" dirty="0"/>
              <a:t>Add text here</a:t>
            </a:r>
          </a:p>
        </p:txBody>
      </p:sp>
      <p:sp>
        <p:nvSpPr>
          <p:cNvPr id="9" name="Chart Placeholder 43">
            <a:extLst>
              <a:ext uri="{FF2B5EF4-FFF2-40B4-BE49-F238E27FC236}">
                <a16:creationId xmlns:a16="http://schemas.microsoft.com/office/drawing/2014/main" id="{6AB85E31-6BDB-93A2-8B61-DB2292376D21}"/>
              </a:ext>
            </a:extLst>
          </p:cNvPr>
          <p:cNvSpPr>
            <a:spLocks noGrp="1"/>
          </p:cNvSpPr>
          <p:nvPr>
            <p:ph type="chart" sz="quarter" idx="15"/>
          </p:nvPr>
        </p:nvSpPr>
        <p:spPr>
          <a:xfrm>
            <a:off x="995361" y="2003584"/>
            <a:ext cx="10192299" cy="1764000"/>
          </a:xfrm>
        </p:spPr>
        <p:txBody>
          <a:bodyPr lIns="72000" tIns="36000" rIns="0" bIns="0"/>
          <a:lstStyle>
            <a:lvl1pPr>
              <a:defRPr sz="1000" b="1">
                <a:solidFill>
                  <a:schemeClr val="tx2"/>
                </a:solidFill>
              </a:defRPr>
            </a:lvl1pPr>
          </a:lstStyle>
          <a:p>
            <a:endParaRPr lang="en-US" noProof="0"/>
          </a:p>
        </p:txBody>
      </p:sp>
      <p:sp>
        <p:nvSpPr>
          <p:cNvPr id="15" name="Text Placeholder 6">
            <a:extLst>
              <a:ext uri="{FF2B5EF4-FFF2-40B4-BE49-F238E27FC236}">
                <a16:creationId xmlns:a16="http://schemas.microsoft.com/office/drawing/2014/main" id="{6C39603E-8E0D-4CE0-9B71-C4700D024C5C}"/>
              </a:ext>
            </a:extLst>
          </p:cNvPr>
          <p:cNvSpPr>
            <a:spLocks noGrp="1"/>
          </p:cNvSpPr>
          <p:nvPr>
            <p:ph type="body" sz="quarter" idx="24" hasCustomPrompt="1"/>
          </p:nvPr>
        </p:nvSpPr>
        <p:spPr>
          <a:xfrm>
            <a:off x="6159600" y="3859199"/>
            <a:ext cx="5036400" cy="2016000"/>
          </a:xfrm>
        </p:spPr>
        <p:txBody>
          <a:bodyPr lIns="72000" tIns="36000" rIns="0" bIns="0"/>
          <a:lstStyle>
            <a:lvl1pPr>
              <a:defRPr/>
            </a:lvl1pPr>
          </a:lstStyle>
          <a:p>
            <a:r>
              <a:rPr lang="en-US" sz="1000" noProof="0" dirty="0"/>
              <a:t>Add text here</a:t>
            </a:r>
          </a:p>
        </p:txBody>
      </p:sp>
      <p:sp>
        <p:nvSpPr>
          <p:cNvPr id="10" name="Arrow: U-Turn 9">
            <a:hlinkClick r:id="" action="ppaction://hlinkshowjump?jump=lastslideviewed"/>
            <a:extLst>
              <a:ext uri="{FF2B5EF4-FFF2-40B4-BE49-F238E27FC236}">
                <a16:creationId xmlns:a16="http://schemas.microsoft.com/office/drawing/2014/main" id="{EE88523F-6F08-E8E7-1F6D-4E5A47CD05E9}"/>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169325787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strapline+4 text box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a:p>
        </p:txBody>
      </p:sp>
      <p:sp>
        <p:nvSpPr>
          <p:cNvPr id="4" name="Isosceles Triangle 3">
            <a:extLst>
              <a:ext uri="{FF2B5EF4-FFF2-40B4-BE49-F238E27FC236}">
                <a16:creationId xmlns:a16="http://schemas.microsoft.com/office/drawing/2014/main" id="{54B4A651-E175-43D5-BDE4-85E7072DAB81}"/>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D8CF9A49-5C98-4020-BAE8-7B5D8165AF38}"/>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E5CB0168-16D5-4ECF-B00D-56062158759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B610481-3430-44AE-8F86-1BC9315AFE7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8" name="Graphic 7" descr="Home">
            <a:hlinkClick r:id="rId2" action="ppaction://hlinksldjump"/>
            <a:extLst>
              <a:ext uri="{FF2B5EF4-FFF2-40B4-BE49-F238E27FC236}">
                <a16:creationId xmlns:a16="http://schemas.microsoft.com/office/drawing/2014/main" id="{6BE4FE15-C342-4883-86D7-7EBA83A630C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9" cy="222478"/>
          </a:xfrm>
          <a:prstGeom prst="rect">
            <a:avLst/>
          </a:prstGeom>
        </p:spPr>
      </p:pic>
      <p:sp>
        <p:nvSpPr>
          <p:cNvPr id="9" name="Text Placeholder 11">
            <a:extLst>
              <a:ext uri="{FF2B5EF4-FFF2-40B4-BE49-F238E27FC236}">
                <a16:creationId xmlns:a16="http://schemas.microsoft.com/office/drawing/2014/main" id="{1EAB2AC6-386C-4D86-9609-C53DA905626A}"/>
              </a:ext>
            </a:extLst>
          </p:cNvPr>
          <p:cNvSpPr>
            <a:spLocks noGrp="1"/>
          </p:cNvSpPr>
          <p:nvPr>
            <p:ph type="body" sz="quarter" idx="10" hasCustomPrompt="1"/>
          </p:nvPr>
        </p:nvSpPr>
        <p:spPr>
          <a:xfrm>
            <a:off x="995361" y="1179513"/>
            <a:ext cx="10192299" cy="4824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a:t>Use this strapline to summarize the key message — Keep it concise and clear, preferably 1-2 sentences only.</a:t>
            </a:r>
          </a:p>
        </p:txBody>
      </p:sp>
      <p:sp>
        <p:nvSpPr>
          <p:cNvPr id="17" name="Text Placeholder 6">
            <a:extLst>
              <a:ext uri="{FF2B5EF4-FFF2-40B4-BE49-F238E27FC236}">
                <a16:creationId xmlns:a16="http://schemas.microsoft.com/office/drawing/2014/main" id="{D39B1F28-5BE0-920C-485E-EBD004E6FEE3}"/>
              </a:ext>
            </a:extLst>
          </p:cNvPr>
          <p:cNvSpPr>
            <a:spLocks noGrp="1"/>
          </p:cNvSpPr>
          <p:nvPr>
            <p:ph type="body" sz="quarter" idx="23" hasCustomPrompt="1"/>
          </p:nvPr>
        </p:nvSpPr>
        <p:spPr>
          <a:xfrm>
            <a:off x="995361" y="2003585"/>
            <a:ext cx="5036400" cy="1764000"/>
          </a:xfrm>
        </p:spPr>
        <p:txBody>
          <a:bodyPr lIns="72000" tIns="36000" rIns="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Text Placeholder 6">
            <a:extLst>
              <a:ext uri="{FF2B5EF4-FFF2-40B4-BE49-F238E27FC236}">
                <a16:creationId xmlns:a16="http://schemas.microsoft.com/office/drawing/2014/main" id="{EC545A67-9AFD-8E78-4FC6-F4DDA2F0DC14}"/>
              </a:ext>
            </a:extLst>
          </p:cNvPr>
          <p:cNvSpPr>
            <a:spLocks noGrp="1"/>
          </p:cNvSpPr>
          <p:nvPr>
            <p:ph type="body" sz="quarter" idx="24" hasCustomPrompt="1"/>
          </p:nvPr>
        </p:nvSpPr>
        <p:spPr>
          <a:xfrm>
            <a:off x="6159600" y="2003585"/>
            <a:ext cx="5036400" cy="1764000"/>
          </a:xfrm>
        </p:spPr>
        <p:txBody>
          <a:bodyPr lIns="72000" tIns="36000" rIns="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Text Placeholder 6">
            <a:extLst>
              <a:ext uri="{FF2B5EF4-FFF2-40B4-BE49-F238E27FC236}">
                <a16:creationId xmlns:a16="http://schemas.microsoft.com/office/drawing/2014/main" id="{110C6C3E-B8AD-8B96-EC03-1CD5078D28AB}"/>
              </a:ext>
            </a:extLst>
          </p:cNvPr>
          <p:cNvSpPr>
            <a:spLocks noGrp="1"/>
          </p:cNvSpPr>
          <p:nvPr>
            <p:ph type="body" sz="quarter" idx="26" hasCustomPrompt="1"/>
          </p:nvPr>
        </p:nvSpPr>
        <p:spPr>
          <a:xfrm>
            <a:off x="995361" y="4110230"/>
            <a:ext cx="5036400" cy="1764000"/>
          </a:xfrm>
        </p:spPr>
        <p:txBody>
          <a:bodyPr lIns="72000" tIns="36000" rIns="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Text Placeholder 6">
            <a:extLst>
              <a:ext uri="{FF2B5EF4-FFF2-40B4-BE49-F238E27FC236}">
                <a16:creationId xmlns:a16="http://schemas.microsoft.com/office/drawing/2014/main" id="{F783E64C-A4C3-8E54-3103-0BB03066D1BC}"/>
              </a:ext>
            </a:extLst>
          </p:cNvPr>
          <p:cNvSpPr>
            <a:spLocks noGrp="1"/>
          </p:cNvSpPr>
          <p:nvPr>
            <p:ph type="body" sz="quarter" idx="27" hasCustomPrompt="1"/>
          </p:nvPr>
        </p:nvSpPr>
        <p:spPr>
          <a:xfrm>
            <a:off x="6159600" y="4110230"/>
            <a:ext cx="5036400" cy="1764000"/>
          </a:xfrm>
        </p:spPr>
        <p:txBody>
          <a:bodyPr lIns="72000" tIns="36000" rIns="0" bIns="0"/>
          <a:lstStyle/>
          <a:p>
            <a:r>
              <a:rPr lang="en-US" sz="1000"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Text Placeholder 25">
            <a:extLst>
              <a:ext uri="{FF2B5EF4-FFF2-40B4-BE49-F238E27FC236}">
                <a16:creationId xmlns:a16="http://schemas.microsoft.com/office/drawing/2014/main" id="{807DDDD2-8F00-9FCF-D4F9-BE3A3941D7B5}"/>
              </a:ext>
            </a:extLst>
          </p:cNvPr>
          <p:cNvSpPr>
            <a:spLocks noGrp="1"/>
          </p:cNvSpPr>
          <p:nvPr>
            <p:ph type="body" sz="quarter" idx="11" hasCustomPrompt="1"/>
          </p:nvPr>
        </p:nvSpPr>
        <p:spPr>
          <a:xfrm>
            <a:off x="6159600" y="175158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0" name="Text Placeholder 25">
            <a:extLst>
              <a:ext uri="{FF2B5EF4-FFF2-40B4-BE49-F238E27FC236}">
                <a16:creationId xmlns:a16="http://schemas.microsoft.com/office/drawing/2014/main" id="{19148179-BB16-C1DF-D153-77ED4B3E9972}"/>
              </a:ext>
            </a:extLst>
          </p:cNvPr>
          <p:cNvSpPr>
            <a:spLocks noGrp="1"/>
          </p:cNvSpPr>
          <p:nvPr>
            <p:ph type="body" sz="quarter" idx="25" hasCustomPrompt="1"/>
          </p:nvPr>
        </p:nvSpPr>
        <p:spPr>
          <a:xfrm>
            <a:off x="995361" y="175158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1" name="Text Placeholder 25">
            <a:extLst>
              <a:ext uri="{FF2B5EF4-FFF2-40B4-BE49-F238E27FC236}">
                <a16:creationId xmlns:a16="http://schemas.microsoft.com/office/drawing/2014/main" id="{A23192A1-5706-5D97-D3A3-D152925A8F63}"/>
              </a:ext>
            </a:extLst>
          </p:cNvPr>
          <p:cNvSpPr>
            <a:spLocks noGrp="1"/>
          </p:cNvSpPr>
          <p:nvPr>
            <p:ph type="body" sz="quarter" idx="34" hasCustomPrompt="1"/>
          </p:nvPr>
        </p:nvSpPr>
        <p:spPr>
          <a:xfrm>
            <a:off x="6159600" y="3858231"/>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2" name="Text Placeholder 25">
            <a:extLst>
              <a:ext uri="{FF2B5EF4-FFF2-40B4-BE49-F238E27FC236}">
                <a16:creationId xmlns:a16="http://schemas.microsoft.com/office/drawing/2014/main" id="{FC37E04D-55C4-A2F9-AB41-0407BC55D0B5}"/>
              </a:ext>
            </a:extLst>
          </p:cNvPr>
          <p:cNvSpPr>
            <a:spLocks noGrp="1"/>
          </p:cNvSpPr>
          <p:nvPr>
            <p:ph type="body" sz="quarter" idx="35" hasCustomPrompt="1"/>
          </p:nvPr>
        </p:nvSpPr>
        <p:spPr>
          <a:xfrm>
            <a:off x="995361" y="3858231"/>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13" name="Arrow: U-Turn 12">
            <a:hlinkClick r:id="" action="ppaction://hlinkshowjump?jump=lastslideviewed"/>
            <a:extLst>
              <a:ext uri="{FF2B5EF4-FFF2-40B4-BE49-F238E27FC236}">
                <a16:creationId xmlns:a16="http://schemas.microsoft.com/office/drawing/2014/main" id="{9CA5B181-2B2A-84ED-BE8C-78AF2420B511}"/>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371688809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enchmarking_1">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a:p>
        </p:txBody>
      </p:sp>
      <p:sp>
        <p:nvSpPr>
          <p:cNvPr id="4" name="Isosceles Triangle 3">
            <a:extLst>
              <a:ext uri="{FF2B5EF4-FFF2-40B4-BE49-F238E27FC236}">
                <a16:creationId xmlns:a16="http://schemas.microsoft.com/office/drawing/2014/main" id="{54B4A651-E175-43D5-BDE4-85E7072DAB81}"/>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D8CF9A49-5C98-4020-BAE8-7B5D8165AF38}"/>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E5CB0168-16D5-4ECF-B00D-56062158759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B610481-3430-44AE-8F86-1BC9315AFE7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8" name="Graphic 7" descr="Home">
            <a:hlinkClick r:id="rId2" action="ppaction://hlinksldjump"/>
            <a:extLst>
              <a:ext uri="{FF2B5EF4-FFF2-40B4-BE49-F238E27FC236}">
                <a16:creationId xmlns:a16="http://schemas.microsoft.com/office/drawing/2014/main" id="{6BE4FE15-C342-4883-86D7-7EBA83A630C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9" cy="222478"/>
          </a:xfrm>
          <a:prstGeom prst="rect">
            <a:avLst/>
          </a:prstGeom>
        </p:spPr>
      </p:pic>
      <p:sp>
        <p:nvSpPr>
          <p:cNvPr id="9" name="Text Placeholder 11">
            <a:extLst>
              <a:ext uri="{FF2B5EF4-FFF2-40B4-BE49-F238E27FC236}">
                <a16:creationId xmlns:a16="http://schemas.microsoft.com/office/drawing/2014/main" id="{1EAB2AC6-386C-4D86-9609-C53DA905626A}"/>
              </a:ext>
            </a:extLst>
          </p:cNvPr>
          <p:cNvSpPr>
            <a:spLocks noGrp="1"/>
          </p:cNvSpPr>
          <p:nvPr>
            <p:ph type="body" sz="quarter" idx="10" hasCustomPrompt="1"/>
          </p:nvPr>
        </p:nvSpPr>
        <p:spPr>
          <a:xfrm>
            <a:off x="995361" y="1179513"/>
            <a:ext cx="10192299" cy="4824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6" name="Chart Placeholder 43">
            <a:extLst>
              <a:ext uri="{FF2B5EF4-FFF2-40B4-BE49-F238E27FC236}">
                <a16:creationId xmlns:a16="http://schemas.microsoft.com/office/drawing/2014/main" id="{A8C25DD9-0649-4FB6-8099-C6E2B474ECF6}"/>
              </a:ext>
            </a:extLst>
          </p:cNvPr>
          <p:cNvSpPr>
            <a:spLocks noGrp="1"/>
          </p:cNvSpPr>
          <p:nvPr>
            <p:ph type="chart" sz="quarter" idx="21"/>
          </p:nvPr>
        </p:nvSpPr>
        <p:spPr>
          <a:xfrm>
            <a:off x="995361" y="2003599"/>
            <a:ext cx="7588388" cy="3870000"/>
          </a:xfrm>
        </p:spPr>
        <p:txBody>
          <a:bodyPr lIns="72000" tIns="36000" rIns="0" bIns="0"/>
          <a:lstStyle>
            <a:lvl1pPr rtl="0">
              <a:defRPr sz="1000" b="1">
                <a:solidFill>
                  <a:schemeClr val="tx2"/>
                </a:solidFill>
              </a:defRPr>
            </a:lvl1pPr>
          </a:lstStyle>
          <a:p>
            <a:endParaRPr lang="en-US" noProof="0" dirty="0"/>
          </a:p>
        </p:txBody>
      </p:sp>
      <p:sp>
        <p:nvSpPr>
          <p:cNvPr id="2" name="Rectangle 1">
            <a:extLst>
              <a:ext uri="{FF2B5EF4-FFF2-40B4-BE49-F238E27FC236}">
                <a16:creationId xmlns:a16="http://schemas.microsoft.com/office/drawing/2014/main" id="{E7043031-6FB6-9272-EDB3-8392EC354BB3}"/>
              </a:ext>
            </a:extLst>
          </p:cNvPr>
          <p:cNvSpPr>
            <a:spLocks/>
          </p:cNvSpPr>
          <p:nvPr userDrawn="1"/>
        </p:nvSpPr>
        <p:spPr>
          <a:xfrm>
            <a:off x="8715421" y="1751584"/>
            <a:ext cx="2484000"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algn="l"/>
            <a:endParaRPr lang="en-US" sz="1000" b="0">
              <a:solidFill>
                <a:schemeClr val="bg1"/>
              </a:solidFill>
            </a:endParaRPr>
          </a:p>
        </p:txBody>
      </p:sp>
      <p:sp>
        <p:nvSpPr>
          <p:cNvPr id="24" name="Text Placeholder 8">
            <a:extLst>
              <a:ext uri="{FF2B5EF4-FFF2-40B4-BE49-F238E27FC236}">
                <a16:creationId xmlns:a16="http://schemas.microsoft.com/office/drawing/2014/main" id="{5D08B599-C1CF-9E58-34C5-0980913BD21C}"/>
              </a:ext>
            </a:extLst>
          </p:cNvPr>
          <p:cNvSpPr>
            <a:spLocks noGrp="1"/>
          </p:cNvSpPr>
          <p:nvPr>
            <p:ph type="body" sz="quarter" idx="25" hasCustomPrompt="1"/>
          </p:nvPr>
        </p:nvSpPr>
        <p:spPr>
          <a:xfrm>
            <a:off x="8715813" y="2003583"/>
            <a:ext cx="2484000" cy="3870000"/>
          </a:xfrm>
        </p:spPr>
        <p:txBody>
          <a:bodyPr lIns="72000" tIns="36000" rIns="0"/>
          <a:lstStyle>
            <a:lvl1pPr>
              <a:defRPr b="0">
                <a:solidFill>
                  <a:schemeClr val="tx1"/>
                </a:solidFill>
              </a:defRPr>
            </a:lvl1pPr>
          </a:lstStyle>
          <a:p>
            <a:pPr lvl="0"/>
            <a:r>
              <a:rPr lang="en-US" dirty="0"/>
              <a:t>Add text here</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8" name="Rectangle 27">
            <a:extLst>
              <a:ext uri="{FF2B5EF4-FFF2-40B4-BE49-F238E27FC236}">
                <a16:creationId xmlns:a16="http://schemas.microsoft.com/office/drawing/2014/main" id="{9D75509C-0477-C773-735A-637FDA814F2F}"/>
              </a:ext>
            </a:extLst>
          </p:cNvPr>
          <p:cNvSpPr>
            <a:spLocks/>
          </p:cNvSpPr>
          <p:nvPr userDrawn="1"/>
        </p:nvSpPr>
        <p:spPr>
          <a:xfrm>
            <a:off x="995361" y="1751584"/>
            <a:ext cx="7588388"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b="0"/>
          </a:p>
        </p:txBody>
      </p:sp>
      <p:sp>
        <p:nvSpPr>
          <p:cNvPr id="10" name="Text Placeholder 25">
            <a:extLst>
              <a:ext uri="{FF2B5EF4-FFF2-40B4-BE49-F238E27FC236}">
                <a16:creationId xmlns:a16="http://schemas.microsoft.com/office/drawing/2014/main" id="{D5E555A8-1BBB-19E7-0D80-5259DC4FEE84}"/>
              </a:ext>
            </a:extLst>
          </p:cNvPr>
          <p:cNvSpPr>
            <a:spLocks noGrp="1"/>
          </p:cNvSpPr>
          <p:nvPr>
            <p:ph type="body" sz="quarter" idx="23" hasCustomPrompt="1"/>
          </p:nvPr>
        </p:nvSpPr>
        <p:spPr bwMode="white">
          <a:xfrm>
            <a:off x="8715421" y="1751584"/>
            <a:ext cx="2484000" cy="252000"/>
          </a:xfrm>
        </p:spPr>
        <p:txBody>
          <a:bodyPr lIns="72000" tIns="36000" rIns="72000" bIns="3600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Comments</a:t>
            </a:r>
          </a:p>
        </p:txBody>
      </p:sp>
      <p:sp>
        <p:nvSpPr>
          <p:cNvPr id="11" name="Text Placeholder 13">
            <a:extLst>
              <a:ext uri="{FF2B5EF4-FFF2-40B4-BE49-F238E27FC236}">
                <a16:creationId xmlns:a16="http://schemas.microsoft.com/office/drawing/2014/main" id="{9C116C6F-09A6-28D8-6B9E-B3D5BB5F5684}"/>
              </a:ext>
            </a:extLst>
          </p:cNvPr>
          <p:cNvSpPr>
            <a:spLocks noGrp="1"/>
          </p:cNvSpPr>
          <p:nvPr>
            <p:ph type="body" sz="quarter" idx="27" hasCustomPrompt="1"/>
          </p:nvPr>
        </p:nvSpPr>
        <p:spPr>
          <a:xfrm>
            <a:off x="995361" y="1751584"/>
            <a:ext cx="7588388" cy="252000"/>
          </a:xfrm>
        </p:spPr>
        <p:txBody>
          <a:bodyPr lIns="72000" rIns="72000" anchor="ctr"/>
          <a:lstStyle>
            <a:lvl1pPr>
              <a:defRPr b="1">
                <a:solidFill>
                  <a:schemeClr val="bg1"/>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a:t>KPI1 (e.g., Gross margin)</a:t>
            </a:r>
          </a:p>
        </p:txBody>
      </p:sp>
      <p:sp>
        <p:nvSpPr>
          <p:cNvPr id="14" name="Arrow: U-Turn 13">
            <a:hlinkClick r:id="" action="ppaction://hlinkshowjump?jump=lastslideviewed"/>
            <a:extLst>
              <a:ext uri="{FF2B5EF4-FFF2-40B4-BE49-F238E27FC236}">
                <a16:creationId xmlns:a16="http://schemas.microsoft.com/office/drawing/2014/main" id="{FF9F45AD-69A6-8424-EC98-7E81A0847B4B}"/>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9039116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enchmarking_2">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a:p>
        </p:txBody>
      </p:sp>
      <p:sp>
        <p:nvSpPr>
          <p:cNvPr id="4" name="Isosceles Triangle 3">
            <a:extLst>
              <a:ext uri="{FF2B5EF4-FFF2-40B4-BE49-F238E27FC236}">
                <a16:creationId xmlns:a16="http://schemas.microsoft.com/office/drawing/2014/main" id="{54B4A651-E175-43D5-BDE4-85E7072DAB81}"/>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D8CF9A49-5C98-4020-BAE8-7B5D8165AF38}"/>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E5CB0168-16D5-4ECF-B00D-56062158759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B610481-3430-44AE-8F86-1BC9315AFE7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8" name="Graphic 7" descr="Home">
            <a:hlinkClick r:id="rId2" action="ppaction://hlinksldjump"/>
            <a:extLst>
              <a:ext uri="{FF2B5EF4-FFF2-40B4-BE49-F238E27FC236}">
                <a16:creationId xmlns:a16="http://schemas.microsoft.com/office/drawing/2014/main" id="{6BE4FE15-C342-4883-86D7-7EBA83A630C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9" cy="222478"/>
          </a:xfrm>
          <a:prstGeom prst="rect">
            <a:avLst/>
          </a:prstGeom>
        </p:spPr>
      </p:pic>
      <p:sp>
        <p:nvSpPr>
          <p:cNvPr id="9" name="Text Placeholder 11">
            <a:extLst>
              <a:ext uri="{FF2B5EF4-FFF2-40B4-BE49-F238E27FC236}">
                <a16:creationId xmlns:a16="http://schemas.microsoft.com/office/drawing/2014/main" id="{1EAB2AC6-386C-4D86-9609-C53DA905626A}"/>
              </a:ext>
            </a:extLst>
          </p:cNvPr>
          <p:cNvSpPr>
            <a:spLocks noGrp="1"/>
          </p:cNvSpPr>
          <p:nvPr>
            <p:ph type="body" sz="quarter" idx="10" hasCustomPrompt="1"/>
          </p:nvPr>
        </p:nvSpPr>
        <p:spPr>
          <a:xfrm>
            <a:off x="995361" y="1179513"/>
            <a:ext cx="10192299" cy="4824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6" name="Chart Placeholder 43">
            <a:extLst>
              <a:ext uri="{FF2B5EF4-FFF2-40B4-BE49-F238E27FC236}">
                <a16:creationId xmlns:a16="http://schemas.microsoft.com/office/drawing/2014/main" id="{A8C25DD9-0649-4FB6-8099-C6E2B474ECF6}"/>
              </a:ext>
            </a:extLst>
          </p:cNvPr>
          <p:cNvSpPr>
            <a:spLocks noGrp="1"/>
          </p:cNvSpPr>
          <p:nvPr>
            <p:ph type="chart" sz="quarter" idx="21"/>
          </p:nvPr>
        </p:nvSpPr>
        <p:spPr>
          <a:xfrm>
            <a:off x="995361" y="2003600"/>
            <a:ext cx="7588388" cy="1764000"/>
          </a:xfrm>
        </p:spPr>
        <p:txBody>
          <a:bodyPr lIns="72000" tIns="36000" rIns="0" bIns="0"/>
          <a:lstStyle>
            <a:lvl1pPr rtl="0">
              <a:defRPr sz="1000" b="1">
                <a:solidFill>
                  <a:schemeClr val="tx2"/>
                </a:solidFill>
              </a:defRPr>
            </a:lvl1pPr>
          </a:lstStyle>
          <a:p>
            <a:endParaRPr lang="en-US" noProof="0" dirty="0"/>
          </a:p>
        </p:txBody>
      </p:sp>
      <p:sp>
        <p:nvSpPr>
          <p:cNvPr id="27" name="Chart Placeholder 43">
            <a:extLst>
              <a:ext uri="{FF2B5EF4-FFF2-40B4-BE49-F238E27FC236}">
                <a16:creationId xmlns:a16="http://schemas.microsoft.com/office/drawing/2014/main" id="{27D8A0D2-8916-4534-AAD0-756AA730E88D}"/>
              </a:ext>
            </a:extLst>
          </p:cNvPr>
          <p:cNvSpPr>
            <a:spLocks noGrp="1"/>
          </p:cNvSpPr>
          <p:nvPr>
            <p:ph type="chart" sz="quarter" idx="22"/>
          </p:nvPr>
        </p:nvSpPr>
        <p:spPr>
          <a:xfrm>
            <a:off x="995361" y="4107210"/>
            <a:ext cx="7588388" cy="1764000"/>
          </a:xfrm>
        </p:spPr>
        <p:txBody>
          <a:bodyPr lIns="72000" tIns="36000" rIns="0" bIns="0"/>
          <a:lstStyle>
            <a:lvl1pPr rtl="0">
              <a:defRPr sz="1000" b="1">
                <a:solidFill>
                  <a:schemeClr val="tx2"/>
                </a:solidFill>
              </a:defRPr>
            </a:lvl1pPr>
          </a:lstStyle>
          <a:p>
            <a:endParaRPr lang="en-US" noProof="0" dirty="0"/>
          </a:p>
        </p:txBody>
      </p:sp>
      <p:sp>
        <p:nvSpPr>
          <p:cNvPr id="2" name="Rectangle 1">
            <a:extLst>
              <a:ext uri="{FF2B5EF4-FFF2-40B4-BE49-F238E27FC236}">
                <a16:creationId xmlns:a16="http://schemas.microsoft.com/office/drawing/2014/main" id="{E7043031-6FB6-9272-EDB3-8392EC354BB3}"/>
              </a:ext>
            </a:extLst>
          </p:cNvPr>
          <p:cNvSpPr>
            <a:spLocks/>
          </p:cNvSpPr>
          <p:nvPr userDrawn="1"/>
        </p:nvSpPr>
        <p:spPr>
          <a:xfrm>
            <a:off x="8715421" y="1751584"/>
            <a:ext cx="2484000"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algn="l"/>
            <a:endParaRPr lang="en-US" sz="1000" b="0">
              <a:solidFill>
                <a:schemeClr val="bg1"/>
              </a:solidFill>
            </a:endParaRPr>
          </a:p>
        </p:txBody>
      </p:sp>
      <p:sp>
        <p:nvSpPr>
          <p:cNvPr id="12" name="Rectangle 11">
            <a:extLst>
              <a:ext uri="{FF2B5EF4-FFF2-40B4-BE49-F238E27FC236}">
                <a16:creationId xmlns:a16="http://schemas.microsoft.com/office/drawing/2014/main" id="{D95071ED-58F2-F292-70F0-BEF26478A764}"/>
              </a:ext>
            </a:extLst>
          </p:cNvPr>
          <p:cNvSpPr>
            <a:spLocks/>
          </p:cNvSpPr>
          <p:nvPr userDrawn="1"/>
        </p:nvSpPr>
        <p:spPr>
          <a:xfrm>
            <a:off x="8715421" y="3858231"/>
            <a:ext cx="2484000"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oAutofit/>
          </a:bodyPr>
          <a:lstStyle/>
          <a:p>
            <a:pPr algn="l"/>
            <a:endParaRPr lang="en-US" sz="1000" b="0">
              <a:solidFill>
                <a:schemeClr val="bg1"/>
              </a:solidFill>
            </a:endParaRPr>
          </a:p>
        </p:txBody>
      </p:sp>
      <p:sp>
        <p:nvSpPr>
          <p:cNvPr id="13" name="Text Placeholder 25">
            <a:extLst>
              <a:ext uri="{FF2B5EF4-FFF2-40B4-BE49-F238E27FC236}">
                <a16:creationId xmlns:a16="http://schemas.microsoft.com/office/drawing/2014/main" id="{13EF8C75-5242-6208-4796-DC7DEC5567DD}"/>
              </a:ext>
            </a:extLst>
          </p:cNvPr>
          <p:cNvSpPr>
            <a:spLocks noGrp="1"/>
          </p:cNvSpPr>
          <p:nvPr>
            <p:ph type="body" sz="quarter" idx="24" hasCustomPrompt="1"/>
          </p:nvPr>
        </p:nvSpPr>
        <p:spPr bwMode="white">
          <a:xfrm>
            <a:off x="8715421" y="3858231"/>
            <a:ext cx="2484000" cy="252000"/>
          </a:xfrm>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Comments</a:t>
            </a:r>
          </a:p>
        </p:txBody>
      </p:sp>
      <p:sp>
        <p:nvSpPr>
          <p:cNvPr id="24" name="Text Placeholder 8">
            <a:extLst>
              <a:ext uri="{FF2B5EF4-FFF2-40B4-BE49-F238E27FC236}">
                <a16:creationId xmlns:a16="http://schemas.microsoft.com/office/drawing/2014/main" id="{5D08B599-C1CF-9E58-34C5-0980913BD21C}"/>
              </a:ext>
            </a:extLst>
          </p:cNvPr>
          <p:cNvSpPr>
            <a:spLocks noGrp="1"/>
          </p:cNvSpPr>
          <p:nvPr>
            <p:ph type="body" sz="quarter" idx="25" hasCustomPrompt="1"/>
          </p:nvPr>
        </p:nvSpPr>
        <p:spPr>
          <a:xfrm>
            <a:off x="8715813" y="2003584"/>
            <a:ext cx="2484000" cy="1764000"/>
          </a:xfrm>
        </p:spPr>
        <p:txBody>
          <a:bodyPr lIns="72000" tIns="36000" rIns="0"/>
          <a:lstStyle>
            <a:lvl1pPr>
              <a:defRPr b="0">
                <a:solidFill>
                  <a:schemeClr val="tx1"/>
                </a:solidFill>
              </a:defRPr>
            </a:lvl1pPr>
          </a:lstStyle>
          <a:p>
            <a:pPr lvl="0"/>
            <a:r>
              <a:rPr lang="en-US" dirty="0"/>
              <a:t>Add text here</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Text Placeholder 8">
            <a:extLst>
              <a:ext uri="{FF2B5EF4-FFF2-40B4-BE49-F238E27FC236}">
                <a16:creationId xmlns:a16="http://schemas.microsoft.com/office/drawing/2014/main" id="{BFA8B0D2-0FC0-8632-3E49-CCCABEA86B61}"/>
              </a:ext>
            </a:extLst>
          </p:cNvPr>
          <p:cNvSpPr>
            <a:spLocks noGrp="1"/>
          </p:cNvSpPr>
          <p:nvPr>
            <p:ph type="body" sz="quarter" idx="26" hasCustomPrompt="1"/>
          </p:nvPr>
        </p:nvSpPr>
        <p:spPr>
          <a:xfrm>
            <a:off x="8715421" y="4107210"/>
            <a:ext cx="2484000" cy="1764000"/>
          </a:xfrm>
        </p:spPr>
        <p:txBody>
          <a:bodyPr lIns="72000" tIns="36000" rIns="0"/>
          <a:lstStyle>
            <a:lvl1pPr>
              <a:defRPr b="0">
                <a:solidFill>
                  <a:schemeClr val="tx1"/>
                </a:solidFill>
              </a:defRPr>
            </a:lvl1pPr>
          </a:lstStyle>
          <a:p>
            <a:pPr lvl="0"/>
            <a:r>
              <a:rPr lang="en-US" dirty="0"/>
              <a:t>Add text here</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8" name="Rectangle 27">
            <a:extLst>
              <a:ext uri="{FF2B5EF4-FFF2-40B4-BE49-F238E27FC236}">
                <a16:creationId xmlns:a16="http://schemas.microsoft.com/office/drawing/2014/main" id="{9D75509C-0477-C773-735A-637FDA814F2F}"/>
              </a:ext>
            </a:extLst>
          </p:cNvPr>
          <p:cNvSpPr>
            <a:spLocks/>
          </p:cNvSpPr>
          <p:nvPr userDrawn="1"/>
        </p:nvSpPr>
        <p:spPr>
          <a:xfrm>
            <a:off x="995361" y="1751584"/>
            <a:ext cx="7588388"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b="0"/>
          </a:p>
        </p:txBody>
      </p:sp>
      <p:sp>
        <p:nvSpPr>
          <p:cNvPr id="30" name="Rectangle 29">
            <a:extLst>
              <a:ext uri="{FF2B5EF4-FFF2-40B4-BE49-F238E27FC236}">
                <a16:creationId xmlns:a16="http://schemas.microsoft.com/office/drawing/2014/main" id="{B2926D10-B3EF-2A5C-379D-B9022E76D690}"/>
              </a:ext>
            </a:extLst>
          </p:cNvPr>
          <p:cNvSpPr>
            <a:spLocks/>
          </p:cNvSpPr>
          <p:nvPr userDrawn="1"/>
        </p:nvSpPr>
        <p:spPr>
          <a:xfrm>
            <a:off x="995361" y="3858231"/>
            <a:ext cx="7588388"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b="0"/>
          </a:p>
        </p:txBody>
      </p:sp>
      <p:sp>
        <p:nvSpPr>
          <p:cNvPr id="31" name="Text Placeholder 13">
            <a:extLst>
              <a:ext uri="{FF2B5EF4-FFF2-40B4-BE49-F238E27FC236}">
                <a16:creationId xmlns:a16="http://schemas.microsoft.com/office/drawing/2014/main" id="{1D9A4C3B-AA31-C364-A220-761E4E69085A}"/>
              </a:ext>
            </a:extLst>
          </p:cNvPr>
          <p:cNvSpPr>
            <a:spLocks noGrp="1"/>
          </p:cNvSpPr>
          <p:nvPr>
            <p:ph type="body" sz="quarter" idx="28" hasCustomPrompt="1"/>
          </p:nvPr>
        </p:nvSpPr>
        <p:spPr>
          <a:xfrm>
            <a:off x="995361" y="3858231"/>
            <a:ext cx="7588388" cy="252000"/>
          </a:xfrm>
        </p:spPr>
        <p:txBody>
          <a:bodyPr lIns="72000" rIns="72000" anchor="ctr"/>
          <a:lstStyle>
            <a:lvl1pPr>
              <a:defRPr b="1">
                <a:solidFill>
                  <a:schemeClr val="bg1"/>
                </a:solidFill>
              </a:defRPr>
            </a:lvl1pPr>
          </a:lstStyle>
          <a:p>
            <a:pPr lvl="0"/>
            <a:r>
              <a:rPr lang="en-US"/>
              <a:t>KPI2 (e.g., EBITDA margin)</a:t>
            </a:r>
          </a:p>
        </p:txBody>
      </p:sp>
      <p:sp>
        <p:nvSpPr>
          <p:cNvPr id="10" name="Text Placeholder 25">
            <a:extLst>
              <a:ext uri="{FF2B5EF4-FFF2-40B4-BE49-F238E27FC236}">
                <a16:creationId xmlns:a16="http://schemas.microsoft.com/office/drawing/2014/main" id="{D5E555A8-1BBB-19E7-0D80-5259DC4FEE84}"/>
              </a:ext>
            </a:extLst>
          </p:cNvPr>
          <p:cNvSpPr>
            <a:spLocks noGrp="1"/>
          </p:cNvSpPr>
          <p:nvPr>
            <p:ph type="body" sz="quarter" idx="23" hasCustomPrompt="1"/>
          </p:nvPr>
        </p:nvSpPr>
        <p:spPr bwMode="white">
          <a:xfrm>
            <a:off x="8715421" y="1751584"/>
            <a:ext cx="2484000" cy="252000"/>
          </a:xfrm>
        </p:spPr>
        <p:txBody>
          <a:bodyPr lIns="72000" tIns="36000" rIns="72000" bIns="3600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dirty="0"/>
              <a:t>Comments</a:t>
            </a:r>
          </a:p>
        </p:txBody>
      </p:sp>
      <p:sp>
        <p:nvSpPr>
          <p:cNvPr id="11" name="Text Placeholder 13">
            <a:extLst>
              <a:ext uri="{FF2B5EF4-FFF2-40B4-BE49-F238E27FC236}">
                <a16:creationId xmlns:a16="http://schemas.microsoft.com/office/drawing/2014/main" id="{9C116C6F-09A6-28D8-6B9E-B3D5BB5F5684}"/>
              </a:ext>
            </a:extLst>
          </p:cNvPr>
          <p:cNvSpPr>
            <a:spLocks noGrp="1"/>
          </p:cNvSpPr>
          <p:nvPr>
            <p:ph type="body" sz="quarter" idx="27" hasCustomPrompt="1"/>
          </p:nvPr>
        </p:nvSpPr>
        <p:spPr>
          <a:xfrm>
            <a:off x="995361" y="1751584"/>
            <a:ext cx="7588388" cy="252000"/>
          </a:xfrm>
        </p:spPr>
        <p:txBody>
          <a:bodyPr lIns="72000" rIns="72000" anchor="ctr"/>
          <a:lstStyle>
            <a:lvl1pPr>
              <a:defRPr b="1">
                <a:solidFill>
                  <a:schemeClr val="bg1"/>
                </a:solidFill>
              </a:defRPr>
            </a:lvl1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US"/>
              <a:t>KPI1 (e.g., Gross margin)</a:t>
            </a:r>
          </a:p>
        </p:txBody>
      </p:sp>
      <p:sp>
        <p:nvSpPr>
          <p:cNvPr id="14" name="Arrow: U-Turn 13">
            <a:hlinkClick r:id="" action="ppaction://hlinkshowjump?jump=lastslideviewed"/>
            <a:extLst>
              <a:ext uri="{FF2B5EF4-FFF2-40B4-BE49-F238E27FC236}">
                <a16:creationId xmlns:a16="http://schemas.microsoft.com/office/drawing/2014/main" id="{FF9F45AD-69A6-8424-EC98-7E81A0847B4B}"/>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70497045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alue Creation analysis">
    <p:spTree>
      <p:nvGrpSpPr>
        <p:cNvPr id="1" name=""/>
        <p:cNvGrpSpPr/>
        <p:nvPr/>
      </p:nvGrpSpPr>
      <p:grpSpPr>
        <a:xfrm>
          <a:off x="0" y="0"/>
          <a:ext cx="0" cy="0"/>
          <a:chOff x="0" y="0"/>
          <a:chExt cx="0" cy="0"/>
        </a:xfrm>
      </p:grpSpPr>
      <p:graphicFrame>
        <p:nvGraphicFramePr>
          <p:cNvPr id="71" name="Object 70" hidden="1">
            <a:extLst>
              <a:ext uri="{FF2B5EF4-FFF2-40B4-BE49-F238E27FC236}">
                <a16:creationId xmlns:a16="http://schemas.microsoft.com/office/drawing/2014/main" id="{682AD4F2-B2C5-4582-B067-1F6D7671BC4B}"/>
              </a:ext>
            </a:extLst>
          </p:cNvPr>
          <p:cNvGraphicFramePr>
            <a:graphicFrameLocks noChangeAspect="1"/>
          </p:cNvGraphicFramePr>
          <p:nvPr userDrawn="1">
            <p:custDataLst>
              <p:tags r:id="rId1"/>
            </p:custDataLst>
            <p:extLst>
              <p:ext uri="{D42A27DB-BD31-4B8C-83A1-F6EECF244321}">
                <p14:modId xmlns:p14="http://schemas.microsoft.com/office/powerpoint/2010/main" val="2745384836"/>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71" name="Object 70" hidden="1">
                        <a:extLst>
                          <a:ext uri="{FF2B5EF4-FFF2-40B4-BE49-F238E27FC236}">
                            <a16:creationId xmlns:a16="http://schemas.microsoft.com/office/drawing/2014/main" id="{682AD4F2-B2C5-4582-B067-1F6D7671BC4B}"/>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3" name="Title 2"/>
          <p:cNvSpPr>
            <a:spLocks noGrp="1"/>
          </p:cNvSpPr>
          <p:nvPr>
            <p:ph type="title"/>
          </p:nvPr>
        </p:nvSpPr>
        <p:spPr/>
        <p:txBody>
          <a:bodyPr vert="horz"/>
          <a:lstStyle/>
          <a:p>
            <a:r>
              <a:rPr lang="en-US"/>
              <a:t>Click to edit Master title style</a:t>
            </a:r>
            <a:endParaRPr lang="en-GB"/>
          </a:p>
        </p:txBody>
      </p:sp>
      <p:sp>
        <p:nvSpPr>
          <p:cNvPr id="4" name="Isosceles Triangle 3">
            <a:extLst>
              <a:ext uri="{FF2B5EF4-FFF2-40B4-BE49-F238E27FC236}">
                <a16:creationId xmlns:a16="http://schemas.microsoft.com/office/drawing/2014/main" id="{54B4A651-E175-43D5-BDE4-85E7072DAB81}"/>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D8CF9A49-5C98-4020-BAE8-7B5D8165AF38}"/>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E5CB0168-16D5-4ECF-B00D-56062158759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B610481-3430-44AE-8F86-1BC9315AFE7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8" name="Graphic 7" descr="Home">
            <a:hlinkClick r:id="rId5" action="ppaction://hlinksldjump"/>
            <a:extLst>
              <a:ext uri="{FF2B5EF4-FFF2-40B4-BE49-F238E27FC236}">
                <a16:creationId xmlns:a16="http://schemas.microsoft.com/office/drawing/2014/main" id="{6BE4FE15-C342-4883-86D7-7EBA83A630C1}"/>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14" name="Text Placeholder 6">
            <a:extLst>
              <a:ext uri="{FF2B5EF4-FFF2-40B4-BE49-F238E27FC236}">
                <a16:creationId xmlns:a16="http://schemas.microsoft.com/office/drawing/2014/main" id="{61B5A8E0-0613-E4FD-DD38-14AA6929BD13}"/>
              </a:ext>
            </a:extLst>
          </p:cNvPr>
          <p:cNvSpPr>
            <a:spLocks noGrp="1"/>
          </p:cNvSpPr>
          <p:nvPr>
            <p:ph type="body" sz="quarter" idx="24" hasCustomPrompt="1"/>
          </p:nvPr>
        </p:nvSpPr>
        <p:spPr>
          <a:xfrm>
            <a:off x="6159600" y="2003584"/>
            <a:ext cx="5036400" cy="1260000"/>
          </a:xfrm>
        </p:spPr>
        <p:txBody>
          <a:bodyPr lIns="72000" tIns="36000" rIns="0" bIns="0"/>
          <a:lstStyle/>
          <a:p>
            <a:r>
              <a:rPr lang="en-US" sz="1000" dirty="0"/>
              <a:t>First level</a:t>
            </a:r>
          </a:p>
          <a:p>
            <a:pPr lvl="1"/>
            <a:endParaRPr lang="en-IN" dirty="0"/>
          </a:p>
        </p:txBody>
      </p:sp>
      <p:sp>
        <p:nvSpPr>
          <p:cNvPr id="16" name="Text Placeholder 6">
            <a:extLst>
              <a:ext uri="{FF2B5EF4-FFF2-40B4-BE49-F238E27FC236}">
                <a16:creationId xmlns:a16="http://schemas.microsoft.com/office/drawing/2014/main" id="{40DC5772-BBE7-ACA2-B5F6-DBE8682EB3F7}"/>
              </a:ext>
            </a:extLst>
          </p:cNvPr>
          <p:cNvSpPr>
            <a:spLocks noGrp="1"/>
          </p:cNvSpPr>
          <p:nvPr>
            <p:ph type="body" sz="quarter" idx="31" hasCustomPrompt="1"/>
          </p:nvPr>
        </p:nvSpPr>
        <p:spPr>
          <a:xfrm>
            <a:off x="995361" y="2003583"/>
            <a:ext cx="5024925" cy="1764000"/>
          </a:xfrm>
        </p:spPr>
        <p:txBody>
          <a:bodyPr lIns="72000" tIns="36000" rIns="0" bIns="0"/>
          <a:lstStyle/>
          <a:p>
            <a:r>
              <a:rPr lang="en-US" sz="1000" dirty="0"/>
              <a:t>First level</a:t>
            </a:r>
          </a:p>
          <a:p>
            <a:pPr lvl="1"/>
            <a:endParaRPr lang="en-IN" dirty="0"/>
          </a:p>
        </p:txBody>
      </p:sp>
      <p:sp>
        <p:nvSpPr>
          <p:cNvPr id="26" name="Text Placeholder 25">
            <a:extLst>
              <a:ext uri="{FF2B5EF4-FFF2-40B4-BE49-F238E27FC236}">
                <a16:creationId xmlns:a16="http://schemas.microsoft.com/office/drawing/2014/main" id="{F3207130-1020-3E41-0632-D01092DF76D9}"/>
              </a:ext>
            </a:extLst>
          </p:cNvPr>
          <p:cNvSpPr>
            <a:spLocks noGrp="1"/>
          </p:cNvSpPr>
          <p:nvPr>
            <p:ph type="body" sz="quarter" idx="11" hasCustomPrompt="1"/>
          </p:nvPr>
        </p:nvSpPr>
        <p:spPr>
          <a:xfrm>
            <a:off x="6159600" y="175158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27" name="Text Placeholder 25">
            <a:extLst>
              <a:ext uri="{FF2B5EF4-FFF2-40B4-BE49-F238E27FC236}">
                <a16:creationId xmlns:a16="http://schemas.microsoft.com/office/drawing/2014/main" id="{2231C0BE-3E55-88F2-9CED-EB5FB2FAB912}"/>
              </a:ext>
            </a:extLst>
          </p:cNvPr>
          <p:cNvSpPr>
            <a:spLocks noGrp="1"/>
          </p:cNvSpPr>
          <p:nvPr>
            <p:ph type="body" sz="quarter" idx="25" hasCustomPrompt="1"/>
          </p:nvPr>
        </p:nvSpPr>
        <p:spPr>
          <a:xfrm>
            <a:off x="995361" y="1751584"/>
            <a:ext cx="5036400" cy="252000"/>
          </a:xfrm>
          <a:solidFill>
            <a:schemeClr val="tx2"/>
          </a:solidFill>
        </p:spPr>
        <p:txBody>
          <a:bodyPr lIns="72000" tIns="0" rIns="72000" bIns="0" anchor="ctr" anchorCtr="0"/>
          <a:lstStyle>
            <a:lvl1pPr>
              <a:defRPr sz="1000" b="1">
                <a:solidFill>
                  <a:schemeClr val="bg1"/>
                </a:solidFill>
              </a:defRPr>
            </a:lvl1pPr>
            <a:lvl2pPr>
              <a:defRPr sz="900"/>
            </a:lvl2pPr>
            <a:lvl3pPr>
              <a:defRPr sz="900"/>
            </a:lvl3pPr>
            <a:lvl4pPr>
              <a:defRPr sz="900"/>
            </a:lvl4pPr>
            <a:lvl5pPr>
              <a:defRPr sz="900"/>
            </a:lvl5pPr>
          </a:lstStyle>
          <a:p>
            <a:pPr lvl="0"/>
            <a:r>
              <a:rPr lang="en-US"/>
              <a:t>Click to add the heading</a:t>
            </a:r>
          </a:p>
        </p:txBody>
      </p:sp>
      <p:sp>
        <p:nvSpPr>
          <p:cNvPr id="33" name="Text Placeholder 11">
            <a:extLst>
              <a:ext uri="{FF2B5EF4-FFF2-40B4-BE49-F238E27FC236}">
                <a16:creationId xmlns:a16="http://schemas.microsoft.com/office/drawing/2014/main" id="{DC2328AE-CB9C-8F2E-7F0A-5622F3A3282C}"/>
              </a:ext>
            </a:extLst>
          </p:cNvPr>
          <p:cNvSpPr>
            <a:spLocks noGrp="1"/>
          </p:cNvSpPr>
          <p:nvPr>
            <p:ph type="body" sz="quarter" idx="10" hasCustomPrompt="1"/>
          </p:nvPr>
        </p:nvSpPr>
        <p:spPr>
          <a:xfrm>
            <a:off x="995361" y="1179513"/>
            <a:ext cx="7587923" cy="4824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a:t>Use this strapline to summarize the key message — Keep it concise and clear, preferably 1-2 sentences only.</a:t>
            </a:r>
          </a:p>
        </p:txBody>
      </p:sp>
      <p:sp>
        <p:nvSpPr>
          <p:cNvPr id="2" name="Arrow: U-Turn 1">
            <a:hlinkClick r:id="" action="ppaction://hlinkshowjump?jump=lastslideviewed"/>
            <a:extLst>
              <a:ext uri="{FF2B5EF4-FFF2-40B4-BE49-F238E27FC236}">
                <a16:creationId xmlns:a16="http://schemas.microsoft.com/office/drawing/2014/main" id="{2DEAF0D7-5B09-106E-A78D-961B91FDF03F}"/>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
        <p:nvSpPr>
          <p:cNvPr id="9" name="Chart Placeholder 43">
            <a:extLst>
              <a:ext uri="{FF2B5EF4-FFF2-40B4-BE49-F238E27FC236}">
                <a16:creationId xmlns:a16="http://schemas.microsoft.com/office/drawing/2014/main" id="{178D4F26-0156-2F47-9751-C6889EBEA0EA}"/>
              </a:ext>
            </a:extLst>
          </p:cNvPr>
          <p:cNvSpPr>
            <a:spLocks noGrp="1"/>
          </p:cNvSpPr>
          <p:nvPr>
            <p:ph type="chart" sz="quarter" idx="12" hasCustomPrompt="1"/>
          </p:nvPr>
        </p:nvSpPr>
        <p:spPr>
          <a:xfrm>
            <a:off x="8717873" y="983770"/>
            <a:ext cx="2475728" cy="678143"/>
          </a:xfrm>
        </p:spPr>
        <p:txBody>
          <a:bodyPr lIns="72000"/>
          <a:lstStyle>
            <a:lvl1pPr rtl="0">
              <a:defRPr sz="1000" b="1">
                <a:solidFill>
                  <a:schemeClr val="tx2"/>
                </a:solidFill>
              </a:defRPr>
            </a:lvl1pPr>
          </a:lstStyle>
          <a:p>
            <a:r>
              <a:rPr lang="en-US" noProof="0" dirty="0"/>
              <a:t>Add summary chart here</a:t>
            </a:r>
          </a:p>
        </p:txBody>
      </p:sp>
    </p:spTree>
    <p:extLst>
      <p:ext uri="{BB962C8B-B14F-4D97-AF65-F5344CB8AC3E}">
        <p14:creationId xmlns:p14="http://schemas.microsoft.com/office/powerpoint/2010/main" val="2124679810"/>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a:p>
        </p:txBody>
      </p:sp>
      <p:sp>
        <p:nvSpPr>
          <p:cNvPr id="4" name="Isosceles Triangle 3">
            <a:extLst>
              <a:ext uri="{FF2B5EF4-FFF2-40B4-BE49-F238E27FC236}">
                <a16:creationId xmlns:a16="http://schemas.microsoft.com/office/drawing/2014/main" id="{B2117C5D-2BB5-4624-B067-7A0F49366CA3}"/>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2154DA59-D996-427B-AE70-AC47E36E8C75}"/>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2A591258-82E7-4932-9298-029A18D7D344}"/>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FEFCF043-CC58-43AC-95A3-044F0F9CACF4}"/>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8" name="Graphic 7" descr="Home">
            <a:hlinkClick r:id="rId2" action="ppaction://hlinksldjump"/>
            <a:extLst>
              <a:ext uri="{FF2B5EF4-FFF2-40B4-BE49-F238E27FC236}">
                <a16:creationId xmlns:a16="http://schemas.microsoft.com/office/drawing/2014/main" id="{1F8C0E96-565F-4DF7-8426-A02CB603D8CF}"/>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9" cy="222478"/>
          </a:xfrm>
          <a:prstGeom prst="rect">
            <a:avLst/>
          </a:prstGeom>
        </p:spPr>
      </p:pic>
      <p:sp>
        <p:nvSpPr>
          <p:cNvPr id="9" name="Text Placeholder 8">
            <a:extLst>
              <a:ext uri="{FF2B5EF4-FFF2-40B4-BE49-F238E27FC236}">
                <a16:creationId xmlns:a16="http://schemas.microsoft.com/office/drawing/2014/main" id="{7FEAF4CD-1030-FF42-BDBE-443CA435D646}"/>
              </a:ext>
            </a:extLst>
          </p:cNvPr>
          <p:cNvSpPr>
            <a:spLocks noGrp="1"/>
          </p:cNvSpPr>
          <p:nvPr>
            <p:ph type="body" sz="quarter" idx="10" hasCustomPrompt="1"/>
          </p:nvPr>
        </p:nvSpPr>
        <p:spPr>
          <a:xfrm>
            <a:off x="997200" y="1179513"/>
            <a:ext cx="10195200" cy="4694400"/>
          </a:xfrm>
        </p:spPr>
        <p:txBody>
          <a:bodyPr lIns="72000" tIns="36000" rIns="0"/>
          <a:lstStyle>
            <a:lvl1pPr>
              <a:defRPr/>
            </a:lvl1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Arrow: U-Turn 1">
            <a:hlinkClick r:id="" action="ppaction://hlinkshowjump?jump=lastslideviewed"/>
            <a:extLst>
              <a:ext uri="{FF2B5EF4-FFF2-40B4-BE49-F238E27FC236}">
                <a16:creationId xmlns:a16="http://schemas.microsoft.com/office/drawing/2014/main" id="{0EB78815-E3AA-769C-13C8-4B28F7BB04AC}"/>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17701820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2DB90EC7-66CF-D112-5DD8-4ADFA7B0940F}"/>
              </a:ext>
            </a:extLst>
          </p:cNvPr>
          <p:cNvGraphicFramePr>
            <a:graphicFrameLocks noChangeAspect="1"/>
          </p:cNvGraphicFramePr>
          <p:nvPr userDrawn="1">
            <p:custDataLst>
              <p:tags r:id="rId1"/>
            </p:custDataLst>
            <p:extLst>
              <p:ext uri="{D42A27DB-BD31-4B8C-83A1-F6EECF244321}">
                <p14:modId xmlns:p14="http://schemas.microsoft.com/office/powerpoint/2010/main" val="14394929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11" name="think-cell data - do not delete" hidden="1">
                        <a:extLst>
                          <a:ext uri="{FF2B5EF4-FFF2-40B4-BE49-F238E27FC236}">
                            <a16:creationId xmlns:a16="http://schemas.microsoft.com/office/drawing/2014/main" id="{2DB90EC7-66CF-D112-5DD8-4ADFA7B0940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Isosceles Triangle 4">
            <a:extLst>
              <a:ext uri="{FF2B5EF4-FFF2-40B4-BE49-F238E27FC236}">
                <a16:creationId xmlns:a16="http://schemas.microsoft.com/office/drawing/2014/main" id="{061E71DE-4853-4370-BBAC-6004D16293E3}"/>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 name="Isosceles Triangle 5">
            <a:extLst>
              <a:ext uri="{FF2B5EF4-FFF2-40B4-BE49-F238E27FC236}">
                <a16:creationId xmlns:a16="http://schemas.microsoft.com/office/drawing/2014/main" id="{66429A17-496D-4320-B1B2-EB7CC345A78C}"/>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7" name="Oval 6">
            <a:hlinkClick r:id="" action="ppaction://hlinkshowjump?jump=nextslide"/>
            <a:extLst>
              <a:ext uri="{FF2B5EF4-FFF2-40B4-BE49-F238E27FC236}">
                <a16:creationId xmlns:a16="http://schemas.microsoft.com/office/drawing/2014/main" id="{79F6CC12-59D9-4D22-B8A9-43B9D3E822D1}"/>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8" name="Oval 7">
            <a:hlinkClick r:id="" action="ppaction://hlinkshowjump?jump=previousslide"/>
            <a:extLst>
              <a:ext uri="{FF2B5EF4-FFF2-40B4-BE49-F238E27FC236}">
                <a16:creationId xmlns:a16="http://schemas.microsoft.com/office/drawing/2014/main" id="{C7498531-A76A-4257-ABBC-31CFD1C7B0E4}"/>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10" name="Graphic 9" descr="Home">
            <a:hlinkClick r:id="rId5" action="ppaction://hlinksldjump"/>
            <a:extLst>
              <a:ext uri="{FF2B5EF4-FFF2-40B4-BE49-F238E27FC236}">
                <a16:creationId xmlns:a16="http://schemas.microsoft.com/office/drawing/2014/main" id="{2171C096-F13F-4E5D-8853-9CE9F0D77B92}"/>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3" name="Text Placeholder 6">
            <a:extLst>
              <a:ext uri="{FF2B5EF4-FFF2-40B4-BE49-F238E27FC236}">
                <a16:creationId xmlns:a16="http://schemas.microsoft.com/office/drawing/2014/main" id="{EB019C80-A7E9-C02F-DC77-46789CBB493E}"/>
              </a:ext>
            </a:extLst>
          </p:cNvPr>
          <p:cNvSpPr>
            <a:spLocks noGrp="1"/>
          </p:cNvSpPr>
          <p:nvPr>
            <p:ph type="body" sz="quarter" idx="23" hasCustomPrompt="1"/>
          </p:nvPr>
        </p:nvSpPr>
        <p:spPr>
          <a:xfrm>
            <a:off x="997200" y="1179513"/>
            <a:ext cx="5036400" cy="46944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6">
            <a:extLst>
              <a:ext uri="{FF2B5EF4-FFF2-40B4-BE49-F238E27FC236}">
                <a16:creationId xmlns:a16="http://schemas.microsoft.com/office/drawing/2014/main" id="{7722BBDF-7F35-F3E0-D59F-B6773FD3354B}"/>
              </a:ext>
            </a:extLst>
          </p:cNvPr>
          <p:cNvSpPr>
            <a:spLocks noGrp="1"/>
          </p:cNvSpPr>
          <p:nvPr>
            <p:ph type="body" sz="quarter" idx="24" hasCustomPrompt="1"/>
          </p:nvPr>
        </p:nvSpPr>
        <p:spPr>
          <a:xfrm>
            <a:off x="6159600" y="1179513"/>
            <a:ext cx="5036400" cy="46944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9" name="Arrow: U-Turn 8">
            <a:hlinkClick r:id="" action="ppaction://hlinkshowjump?jump=lastslideviewed"/>
            <a:extLst>
              <a:ext uri="{FF2B5EF4-FFF2-40B4-BE49-F238E27FC236}">
                <a16:creationId xmlns:a16="http://schemas.microsoft.com/office/drawing/2014/main" id="{0E003396-595D-B2DD-0B9F-C758DC8B09DA}"/>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
        <p:nvSpPr>
          <p:cNvPr id="12" name="Title 2">
            <a:extLst>
              <a:ext uri="{FF2B5EF4-FFF2-40B4-BE49-F238E27FC236}">
                <a16:creationId xmlns:a16="http://schemas.microsoft.com/office/drawing/2014/main" id="{D7F01179-E982-CA4C-09D0-B7EADBC7DA70}"/>
              </a:ext>
            </a:extLst>
          </p:cNvPr>
          <p:cNvSpPr>
            <a:spLocks noGrp="1"/>
          </p:cNvSpPr>
          <p:nvPr>
            <p:ph type="title"/>
          </p:nvPr>
        </p:nvSpPr>
        <p:spPr>
          <a:xfrm>
            <a:off x="998400" y="431800"/>
            <a:ext cx="10195200" cy="533400"/>
          </a:xfrm>
        </p:spPr>
        <p:txBody>
          <a:bodyPr/>
          <a:lstStyle/>
          <a:p>
            <a:r>
              <a:rPr lang="en-US"/>
              <a:t>Click to edit Master title style</a:t>
            </a:r>
            <a:endParaRPr lang="en-GB"/>
          </a:p>
        </p:txBody>
      </p:sp>
    </p:spTree>
    <p:extLst>
      <p:ext uri="{BB962C8B-B14F-4D97-AF65-F5344CB8AC3E}">
        <p14:creationId xmlns:p14="http://schemas.microsoft.com/office/powerpoint/2010/main" val="76099674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F9D7C12D-A924-EA52-A219-E4A7764C83C5}"/>
              </a:ext>
            </a:extLst>
          </p:cNvPr>
          <p:cNvGraphicFramePr>
            <a:graphicFrameLocks noChangeAspect="1"/>
          </p:cNvGraphicFramePr>
          <p:nvPr userDrawn="1">
            <p:custDataLst>
              <p:tags r:id="rId1"/>
            </p:custDataLst>
            <p:extLst>
              <p:ext uri="{D42A27DB-BD31-4B8C-83A1-F6EECF244321}">
                <p14:modId xmlns:p14="http://schemas.microsoft.com/office/powerpoint/2010/main" val="8348316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12" name="think-cell data - do not delete" hidden="1">
                        <a:extLst>
                          <a:ext uri="{FF2B5EF4-FFF2-40B4-BE49-F238E27FC236}">
                            <a16:creationId xmlns:a16="http://schemas.microsoft.com/office/drawing/2014/main" id="{F9D7C12D-A924-EA52-A219-E4A7764C83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Isosceles Triangle 4">
            <a:extLst>
              <a:ext uri="{FF2B5EF4-FFF2-40B4-BE49-F238E27FC236}">
                <a16:creationId xmlns:a16="http://schemas.microsoft.com/office/drawing/2014/main" id="{061E71DE-4853-4370-BBAC-6004D16293E3}"/>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 name="Isosceles Triangle 5">
            <a:extLst>
              <a:ext uri="{FF2B5EF4-FFF2-40B4-BE49-F238E27FC236}">
                <a16:creationId xmlns:a16="http://schemas.microsoft.com/office/drawing/2014/main" id="{66429A17-496D-4320-B1B2-EB7CC345A78C}"/>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7" name="Oval 6">
            <a:hlinkClick r:id="" action="ppaction://hlinkshowjump?jump=nextslide"/>
            <a:extLst>
              <a:ext uri="{FF2B5EF4-FFF2-40B4-BE49-F238E27FC236}">
                <a16:creationId xmlns:a16="http://schemas.microsoft.com/office/drawing/2014/main" id="{79F6CC12-59D9-4D22-B8A9-43B9D3E822D1}"/>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8" name="Oval 7">
            <a:hlinkClick r:id="" action="ppaction://hlinkshowjump?jump=previousslide"/>
            <a:extLst>
              <a:ext uri="{FF2B5EF4-FFF2-40B4-BE49-F238E27FC236}">
                <a16:creationId xmlns:a16="http://schemas.microsoft.com/office/drawing/2014/main" id="{C7498531-A76A-4257-ABBC-31CFD1C7B0E4}"/>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10" name="Graphic 9" descr="Home">
            <a:hlinkClick r:id="rId5" action="ppaction://hlinksldjump"/>
            <a:extLst>
              <a:ext uri="{FF2B5EF4-FFF2-40B4-BE49-F238E27FC236}">
                <a16:creationId xmlns:a16="http://schemas.microsoft.com/office/drawing/2014/main" id="{2171C096-F13F-4E5D-8853-9CE9F0D77B92}"/>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3" name="Text Placeholder 6">
            <a:extLst>
              <a:ext uri="{FF2B5EF4-FFF2-40B4-BE49-F238E27FC236}">
                <a16:creationId xmlns:a16="http://schemas.microsoft.com/office/drawing/2014/main" id="{EB019C80-A7E9-C02F-DC77-46789CBB493E}"/>
              </a:ext>
            </a:extLst>
          </p:cNvPr>
          <p:cNvSpPr>
            <a:spLocks noGrp="1"/>
          </p:cNvSpPr>
          <p:nvPr>
            <p:ph type="body" sz="quarter" idx="23" hasCustomPrompt="1"/>
          </p:nvPr>
        </p:nvSpPr>
        <p:spPr>
          <a:xfrm>
            <a:off x="997200" y="1179513"/>
            <a:ext cx="3312000" cy="46944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6">
            <a:extLst>
              <a:ext uri="{FF2B5EF4-FFF2-40B4-BE49-F238E27FC236}">
                <a16:creationId xmlns:a16="http://schemas.microsoft.com/office/drawing/2014/main" id="{7722BBDF-7F35-F3E0-D59F-B6773FD3354B}"/>
              </a:ext>
            </a:extLst>
          </p:cNvPr>
          <p:cNvSpPr>
            <a:spLocks noGrp="1"/>
          </p:cNvSpPr>
          <p:nvPr>
            <p:ph type="body" sz="quarter" idx="24" hasCustomPrompt="1"/>
          </p:nvPr>
        </p:nvSpPr>
        <p:spPr>
          <a:xfrm>
            <a:off x="4443614" y="1179513"/>
            <a:ext cx="3312000" cy="46944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9" name="Arrow: U-Turn 8">
            <a:hlinkClick r:id="" action="ppaction://hlinkshowjump?jump=lastslideviewed"/>
            <a:extLst>
              <a:ext uri="{FF2B5EF4-FFF2-40B4-BE49-F238E27FC236}">
                <a16:creationId xmlns:a16="http://schemas.microsoft.com/office/drawing/2014/main" id="{0E003396-595D-B2DD-0B9F-C758DC8B09DA}"/>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
        <p:nvSpPr>
          <p:cNvPr id="11" name="Text Placeholder 6">
            <a:extLst>
              <a:ext uri="{FF2B5EF4-FFF2-40B4-BE49-F238E27FC236}">
                <a16:creationId xmlns:a16="http://schemas.microsoft.com/office/drawing/2014/main" id="{F889E4EA-ADC8-7C51-37EB-694B9D001E26}"/>
              </a:ext>
            </a:extLst>
          </p:cNvPr>
          <p:cNvSpPr>
            <a:spLocks noGrp="1"/>
          </p:cNvSpPr>
          <p:nvPr>
            <p:ph type="body" sz="quarter" idx="25" hasCustomPrompt="1"/>
          </p:nvPr>
        </p:nvSpPr>
        <p:spPr>
          <a:xfrm>
            <a:off x="7890029" y="1179513"/>
            <a:ext cx="3312000" cy="4694400"/>
          </a:xfrm>
        </p:spPr>
        <p:txBody>
          <a:bodyPr lIns="72000" tIns="36000" rIns="0" bIns="0"/>
          <a:lstStyle/>
          <a:p>
            <a:r>
              <a:rPr lang="en-US" sz="1000"/>
              <a:t>First level</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Title 2">
            <a:extLst>
              <a:ext uri="{FF2B5EF4-FFF2-40B4-BE49-F238E27FC236}">
                <a16:creationId xmlns:a16="http://schemas.microsoft.com/office/drawing/2014/main" id="{3F4D580D-CBD0-1B74-31EC-F43F90BB7992}"/>
              </a:ext>
            </a:extLst>
          </p:cNvPr>
          <p:cNvSpPr>
            <a:spLocks noGrp="1"/>
          </p:cNvSpPr>
          <p:nvPr>
            <p:ph type="title"/>
          </p:nvPr>
        </p:nvSpPr>
        <p:spPr>
          <a:xfrm>
            <a:off x="998400" y="431800"/>
            <a:ext cx="10195200" cy="533400"/>
          </a:xfrm>
        </p:spPr>
        <p:txBody>
          <a:bodyPr/>
          <a:lstStyle/>
          <a:p>
            <a:r>
              <a:rPr lang="en-US"/>
              <a:t>Click to edit Master title style</a:t>
            </a:r>
            <a:endParaRPr lang="en-GB"/>
          </a:p>
        </p:txBody>
      </p:sp>
    </p:spTree>
    <p:extLst>
      <p:ext uri="{BB962C8B-B14F-4D97-AF65-F5344CB8AC3E}">
        <p14:creationId xmlns:p14="http://schemas.microsoft.com/office/powerpoint/2010/main" val="42788266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and straplin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a:p>
        </p:txBody>
      </p:sp>
      <p:sp>
        <p:nvSpPr>
          <p:cNvPr id="4" name="Isosceles Triangle 3">
            <a:extLst>
              <a:ext uri="{FF2B5EF4-FFF2-40B4-BE49-F238E27FC236}">
                <a16:creationId xmlns:a16="http://schemas.microsoft.com/office/drawing/2014/main" id="{54B4A651-E175-43D5-BDE4-85E7072DAB81}"/>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D8CF9A49-5C98-4020-BAE8-7B5D8165AF38}"/>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E5CB0168-16D5-4ECF-B00D-56062158759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B610481-3430-44AE-8F86-1BC9315AFE7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8" name="Graphic 7" descr="Home">
            <a:hlinkClick r:id="rId2" action="ppaction://hlinksldjump"/>
            <a:extLst>
              <a:ext uri="{FF2B5EF4-FFF2-40B4-BE49-F238E27FC236}">
                <a16:creationId xmlns:a16="http://schemas.microsoft.com/office/drawing/2014/main" id="{6BE4FE15-C342-4883-86D7-7EBA83A630C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9" cy="222478"/>
          </a:xfrm>
          <a:prstGeom prst="rect">
            <a:avLst/>
          </a:prstGeom>
        </p:spPr>
      </p:pic>
      <p:sp>
        <p:nvSpPr>
          <p:cNvPr id="9" name="Text Placeholder 11">
            <a:extLst>
              <a:ext uri="{FF2B5EF4-FFF2-40B4-BE49-F238E27FC236}">
                <a16:creationId xmlns:a16="http://schemas.microsoft.com/office/drawing/2014/main" id="{1EAB2AC6-386C-4D86-9609-C53DA905626A}"/>
              </a:ext>
            </a:extLst>
          </p:cNvPr>
          <p:cNvSpPr>
            <a:spLocks noGrp="1"/>
          </p:cNvSpPr>
          <p:nvPr>
            <p:ph type="body" sz="quarter" idx="10" hasCustomPrompt="1"/>
          </p:nvPr>
        </p:nvSpPr>
        <p:spPr>
          <a:xfrm>
            <a:off x="995361" y="1179513"/>
            <a:ext cx="10192299" cy="482400"/>
          </a:xfrm>
        </p:spPr>
        <p:txBody>
          <a:bodyPr lIns="0"/>
          <a:lstStyle>
            <a:lvl1pPr marL="0" indent="0" algn="l" defTabSz="914377" rtl="0" eaLnBrk="1" latinLnBrk="0" hangingPunct="1">
              <a:lnSpc>
                <a:spcPct val="100000"/>
              </a:lnSpc>
              <a:spcBef>
                <a:spcPts val="0"/>
              </a:spcBef>
              <a:spcAft>
                <a:spcPts val="300"/>
              </a:spcAft>
              <a:buFontTx/>
              <a:buNone/>
              <a:defRPr lang="en-US" sz="1000" b="1" kern="1200" dirty="0" smtClean="0">
                <a:solidFill>
                  <a:srgbClr val="1E49E2"/>
                </a:solidFill>
                <a:latin typeface="+mn-lt"/>
                <a:ea typeface="+mn-ea"/>
                <a:cs typeface="+mn-cs"/>
              </a:defRPr>
            </a:lvl1pPr>
            <a:lvl2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3pPr>
            <a:lvl4pPr marL="0" indent="0" algn="l" defTabSz="914377"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4pPr>
            <a:lvl5pPr marL="0" indent="0" algn="l" defTabSz="914377" rtl="0" eaLnBrk="1" latinLnBrk="0" hangingPunct="1">
              <a:lnSpc>
                <a:spcPct val="100000"/>
              </a:lnSpc>
              <a:spcBef>
                <a:spcPts val="0"/>
              </a:spcBef>
              <a:spcAft>
                <a:spcPts val="300"/>
              </a:spcAft>
              <a:buFontTx/>
              <a:buNone/>
              <a:defRPr lang="fi-FI" sz="1000" b="1" kern="1200" dirty="0">
                <a:solidFill>
                  <a:schemeClr val="accent2"/>
                </a:solidFill>
                <a:latin typeface="+mn-lt"/>
                <a:ea typeface="+mn-ea"/>
                <a:cs typeface="+mn-cs"/>
              </a:defRPr>
            </a:lvl5pPr>
          </a:lstStyle>
          <a:p>
            <a:pPr lvl="0"/>
            <a:r>
              <a:rPr lang="en-US" dirty="0"/>
              <a:t>Use this strapline to summarize the key message — Keep it concise and clear, preferably 1-2 sentences only.</a:t>
            </a:r>
          </a:p>
        </p:txBody>
      </p:sp>
      <p:sp>
        <p:nvSpPr>
          <p:cNvPr id="2" name="Arrow: U-Turn 1">
            <a:hlinkClick r:id="" action="ppaction://hlinkshowjump?jump=lastslideviewed"/>
            <a:extLst>
              <a:ext uri="{FF2B5EF4-FFF2-40B4-BE49-F238E27FC236}">
                <a16:creationId xmlns:a16="http://schemas.microsoft.com/office/drawing/2014/main" id="{44D46D7A-D75F-1E87-A4E5-6A3E8570329A}"/>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205041924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GB"/>
          </a:p>
        </p:txBody>
      </p:sp>
      <p:sp>
        <p:nvSpPr>
          <p:cNvPr id="4" name="Isosceles Triangle 3">
            <a:extLst>
              <a:ext uri="{FF2B5EF4-FFF2-40B4-BE49-F238E27FC236}">
                <a16:creationId xmlns:a16="http://schemas.microsoft.com/office/drawing/2014/main" id="{54B4A651-E175-43D5-BDE4-85E7072DAB81}"/>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5" name="Isosceles Triangle 4">
            <a:extLst>
              <a:ext uri="{FF2B5EF4-FFF2-40B4-BE49-F238E27FC236}">
                <a16:creationId xmlns:a16="http://schemas.microsoft.com/office/drawing/2014/main" id="{D8CF9A49-5C98-4020-BAE8-7B5D8165AF38}"/>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 name="Oval 5">
            <a:hlinkClick r:id="" action="ppaction://hlinkshowjump?jump=nextslide"/>
            <a:extLst>
              <a:ext uri="{FF2B5EF4-FFF2-40B4-BE49-F238E27FC236}">
                <a16:creationId xmlns:a16="http://schemas.microsoft.com/office/drawing/2014/main" id="{E5CB0168-16D5-4ECF-B00D-56062158759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B610481-3430-44AE-8F86-1BC9315AFE7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8" name="Graphic 7" descr="Home">
            <a:hlinkClick r:id="rId2" action="ppaction://hlinksldjump"/>
            <a:extLst>
              <a:ext uri="{FF2B5EF4-FFF2-40B4-BE49-F238E27FC236}">
                <a16:creationId xmlns:a16="http://schemas.microsoft.com/office/drawing/2014/main" id="{6BE4FE15-C342-4883-86D7-7EBA83A630C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34459" y="103561"/>
            <a:ext cx="222479" cy="222478"/>
          </a:xfrm>
          <a:prstGeom prst="rect">
            <a:avLst/>
          </a:prstGeom>
        </p:spPr>
      </p:pic>
      <p:sp>
        <p:nvSpPr>
          <p:cNvPr id="2" name="Arrow: U-Turn 1">
            <a:hlinkClick r:id="" action="ppaction://hlinkshowjump?jump=lastslideviewed"/>
            <a:extLst>
              <a:ext uri="{FF2B5EF4-FFF2-40B4-BE49-F238E27FC236}">
                <a16:creationId xmlns:a16="http://schemas.microsoft.com/office/drawing/2014/main" id="{9FA1D581-A222-C8D9-B434-F7A2D664296B}"/>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Tree>
    <p:extLst>
      <p:ext uri="{BB962C8B-B14F-4D97-AF65-F5344CB8AC3E}">
        <p14:creationId xmlns:p14="http://schemas.microsoft.com/office/powerpoint/2010/main" val="108670719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asis of preparation">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2717E393-E3DC-4B70-85F8-6E0916954962}"/>
              </a:ext>
            </a:extLst>
          </p:cNvPr>
          <p:cNvGraphicFramePr>
            <a:graphicFrameLocks noChangeAspect="1"/>
          </p:cNvGraphicFramePr>
          <p:nvPr userDrawn="1">
            <p:custDataLst>
              <p:tags r:id="rId1"/>
            </p:custDataLst>
            <p:extLst>
              <p:ext uri="{D42A27DB-BD31-4B8C-83A1-F6EECF244321}">
                <p14:modId xmlns:p14="http://schemas.microsoft.com/office/powerpoint/2010/main" val="30371808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10" name="think-cell data - do not delete" hidden="1">
                        <a:extLst>
                          <a:ext uri="{FF2B5EF4-FFF2-40B4-BE49-F238E27FC236}">
                            <a16:creationId xmlns:a16="http://schemas.microsoft.com/office/drawing/2014/main" id="{2717E393-E3DC-4B70-85F8-6E09169549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p:txBody>
          <a:bodyPr vert="horz"/>
          <a:lstStyle>
            <a:lvl1pPr rtl="0">
              <a:defRPr/>
            </a:lvl1pPr>
          </a:lstStyle>
          <a:p>
            <a:r>
              <a:rPr lang="en-US" noProof="0" dirty="0"/>
              <a:t>Click to edit Master title style</a:t>
            </a:r>
          </a:p>
        </p:txBody>
      </p:sp>
      <p:sp>
        <p:nvSpPr>
          <p:cNvPr id="4" name="Isosceles Triangle 3">
            <a:extLst>
              <a:ext uri="{FF2B5EF4-FFF2-40B4-BE49-F238E27FC236}">
                <a16:creationId xmlns:a16="http://schemas.microsoft.com/office/drawing/2014/main" id="{54B4A651-E175-43D5-BDE4-85E7072DAB81}"/>
              </a:ext>
            </a:extLst>
          </p:cNvPr>
          <p:cNvSpPr/>
          <p:nvPr userDrawn="1"/>
        </p:nvSpPr>
        <p:spPr>
          <a:xfrm rot="5400000">
            <a:off x="11877180"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rtl="0"/>
            <a:endParaRPr lang="en-US" sz="1500" noProof="0" dirty="0">
              <a:solidFill>
                <a:schemeClr val="bg1"/>
              </a:solidFill>
            </a:endParaRPr>
          </a:p>
        </p:txBody>
      </p:sp>
      <p:sp>
        <p:nvSpPr>
          <p:cNvPr id="5" name="Isosceles Triangle 4">
            <a:extLst>
              <a:ext uri="{FF2B5EF4-FFF2-40B4-BE49-F238E27FC236}">
                <a16:creationId xmlns:a16="http://schemas.microsoft.com/office/drawing/2014/main" id="{D8CF9A49-5C98-4020-BAE8-7B5D8165AF38}"/>
              </a:ext>
            </a:extLst>
          </p:cNvPr>
          <p:cNvSpPr/>
          <p:nvPr userDrawn="1"/>
        </p:nvSpPr>
        <p:spPr>
          <a:xfrm rot="16200000" flipH="1">
            <a:off x="11315058" y="179136"/>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rtl="0"/>
            <a:endParaRPr lang="en-US" sz="1500" noProof="0" dirty="0">
              <a:solidFill>
                <a:schemeClr val="bg1"/>
              </a:solidFill>
            </a:endParaRPr>
          </a:p>
        </p:txBody>
      </p:sp>
      <p:sp>
        <p:nvSpPr>
          <p:cNvPr id="6" name="Oval 5">
            <a:hlinkClick r:id="" action="ppaction://hlinkshowjump?jump=nextslide"/>
            <a:extLst>
              <a:ext uri="{FF2B5EF4-FFF2-40B4-BE49-F238E27FC236}">
                <a16:creationId xmlns:a16="http://schemas.microsoft.com/office/drawing/2014/main" id="{E5CB0168-16D5-4ECF-B00D-56062158759F}"/>
              </a:ext>
            </a:extLst>
          </p:cNvPr>
          <p:cNvSpPr/>
          <p:nvPr userDrawn="1"/>
        </p:nvSpPr>
        <p:spPr>
          <a:xfrm>
            <a:off x="11799231"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rtl="0"/>
            <a:endParaRPr lang="en-US" sz="1500" noProof="0" dirty="0">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B610481-3430-44AE-8F86-1BC9315AFE72}"/>
              </a:ext>
            </a:extLst>
          </p:cNvPr>
          <p:cNvSpPr/>
          <p:nvPr userDrawn="1"/>
        </p:nvSpPr>
        <p:spPr>
          <a:xfrm flipH="1">
            <a:off x="11255557" y="103574"/>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rtl="0"/>
            <a:endParaRPr lang="en-US" sz="1500" noProof="0" dirty="0">
              <a:solidFill>
                <a:schemeClr val="bg1"/>
              </a:solidFill>
            </a:endParaRPr>
          </a:p>
        </p:txBody>
      </p:sp>
      <p:pic>
        <p:nvPicPr>
          <p:cNvPr id="8" name="Graphic 7" descr="Home">
            <a:hlinkClick r:id="rId5" action="ppaction://hlinksldjump"/>
            <a:extLst>
              <a:ext uri="{FF2B5EF4-FFF2-40B4-BE49-F238E27FC236}">
                <a16:creationId xmlns:a16="http://schemas.microsoft.com/office/drawing/2014/main" id="{6BE4FE15-C342-4883-86D7-7EBA83A630C1}"/>
              </a:ext>
            </a:extLst>
          </p:cNvPr>
          <p:cNvPicPr>
            <a:picLocks noChangeAspect="1"/>
          </p:cNvPicPr>
          <p:nvPr userDrawn="1"/>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534459" y="103561"/>
            <a:ext cx="222479" cy="222478"/>
          </a:xfrm>
          <a:prstGeom prst="rect">
            <a:avLst/>
          </a:prstGeom>
        </p:spPr>
      </p:pic>
      <p:sp>
        <p:nvSpPr>
          <p:cNvPr id="11" name="Text Placeholder 10">
            <a:extLst>
              <a:ext uri="{FF2B5EF4-FFF2-40B4-BE49-F238E27FC236}">
                <a16:creationId xmlns:a16="http://schemas.microsoft.com/office/drawing/2014/main" id="{49605940-2CCA-7200-C8D8-0BDF1C90DF42}"/>
              </a:ext>
            </a:extLst>
          </p:cNvPr>
          <p:cNvSpPr>
            <a:spLocks noGrp="1"/>
          </p:cNvSpPr>
          <p:nvPr>
            <p:ph type="body" sz="quarter" idx="10"/>
          </p:nvPr>
        </p:nvSpPr>
        <p:spPr>
          <a:xfrm>
            <a:off x="3683979" y="1179513"/>
            <a:ext cx="7509485" cy="1512000"/>
          </a:xfrm>
        </p:spPr>
        <p:txBody>
          <a:bodyPr lIns="72000" rIns="0"/>
          <a:lstStyle>
            <a:lvl1pPr rtl="0">
              <a:defRPr b="0">
                <a:solidFill>
                  <a:schemeClr val="tx1"/>
                </a:solidFill>
              </a:defRPr>
            </a:lvl1pPr>
            <a:lvl2pPr rtl="0">
              <a:defRPr b="0">
                <a:solidFill>
                  <a:schemeClr val="tx1"/>
                </a:solidFill>
              </a:defRPr>
            </a:lvl2pPr>
            <a:lvl3pPr rtl="0">
              <a:defRPr b="0">
                <a:solidFill>
                  <a:schemeClr val="tx1"/>
                </a:solidFill>
              </a:defRPr>
            </a:lvl3pPr>
            <a:lvl4pPr rtl="0">
              <a:defRPr b="0">
                <a:solidFill>
                  <a:schemeClr val="tx1"/>
                </a:solidFill>
              </a:defRPr>
            </a:lvl4pPr>
            <a:lvl5pPr rtl="0">
              <a:defRPr b="0">
                <a:solidFill>
                  <a:schemeClr val="tx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2" name="Text Placeholder 10">
            <a:extLst>
              <a:ext uri="{FF2B5EF4-FFF2-40B4-BE49-F238E27FC236}">
                <a16:creationId xmlns:a16="http://schemas.microsoft.com/office/drawing/2014/main" id="{23AD9ED8-47DB-53C9-9E9D-2C7E884D87F2}"/>
              </a:ext>
            </a:extLst>
          </p:cNvPr>
          <p:cNvSpPr>
            <a:spLocks noGrp="1"/>
          </p:cNvSpPr>
          <p:nvPr>
            <p:ph type="body" sz="quarter" idx="11"/>
          </p:nvPr>
        </p:nvSpPr>
        <p:spPr>
          <a:xfrm>
            <a:off x="3683979" y="2771267"/>
            <a:ext cx="7509600" cy="1512000"/>
          </a:xfrm>
        </p:spPr>
        <p:txBody>
          <a:bodyPr lIns="72000" rIns="0"/>
          <a:lstStyle>
            <a:lvl1pPr rtl="0">
              <a:defRPr b="0">
                <a:solidFill>
                  <a:schemeClr val="tx1"/>
                </a:solidFill>
              </a:defRPr>
            </a:lvl1pPr>
            <a:lvl2pPr rtl="0">
              <a:defRPr b="0">
                <a:solidFill>
                  <a:schemeClr val="tx1"/>
                </a:solidFill>
              </a:defRPr>
            </a:lvl2pPr>
            <a:lvl3pPr rtl="0">
              <a:defRPr b="0">
                <a:solidFill>
                  <a:schemeClr val="tx1"/>
                </a:solidFill>
              </a:defRPr>
            </a:lvl3pPr>
            <a:lvl4pPr rtl="0">
              <a:defRPr b="0">
                <a:solidFill>
                  <a:schemeClr val="tx1"/>
                </a:solidFill>
              </a:defRPr>
            </a:lvl4pPr>
            <a:lvl5pPr rtl="0">
              <a:defRPr b="0">
                <a:solidFill>
                  <a:schemeClr val="tx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0">
            <a:extLst>
              <a:ext uri="{FF2B5EF4-FFF2-40B4-BE49-F238E27FC236}">
                <a16:creationId xmlns:a16="http://schemas.microsoft.com/office/drawing/2014/main" id="{80B4ACA7-0C32-E1C4-5DA9-D5A7797F6467}"/>
              </a:ext>
            </a:extLst>
          </p:cNvPr>
          <p:cNvSpPr>
            <a:spLocks noGrp="1"/>
          </p:cNvSpPr>
          <p:nvPr>
            <p:ph type="body" sz="quarter" idx="12"/>
          </p:nvPr>
        </p:nvSpPr>
        <p:spPr>
          <a:xfrm>
            <a:off x="3683979" y="4363021"/>
            <a:ext cx="7509484" cy="1512000"/>
          </a:xfrm>
        </p:spPr>
        <p:txBody>
          <a:bodyPr lIns="72000" rIns="0"/>
          <a:lstStyle>
            <a:lvl1pPr rtl="0">
              <a:defRPr b="0">
                <a:solidFill>
                  <a:schemeClr val="tx1"/>
                </a:solidFill>
              </a:defRPr>
            </a:lvl1pPr>
            <a:lvl2pPr rtl="0">
              <a:defRPr b="0">
                <a:solidFill>
                  <a:schemeClr val="tx1"/>
                </a:solidFill>
              </a:defRPr>
            </a:lvl2pPr>
            <a:lvl3pPr rtl="0">
              <a:defRPr b="0">
                <a:solidFill>
                  <a:schemeClr val="tx1"/>
                </a:solidFill>
              </a:defRPr>
            </a:lvl3pPr>
            <a:lvl4pPr rtl="0">
              <a:defRPr b="0">
                <a:solidFill>
                  <a:schemeClr val="tx1"/>
                </a:solidFill>
              </a:defRPr>
            </a:lvl4pPr>
            <a:lvl5pPr rtl="0">
              <a:defRPr b="0">
                <a:solidFill>
                  <a:schemeClr val="tx1"/>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Text Placeholder 10">
            <a:extLst>
              <a:ext uri="{FF2B5EF4-FFF2-40B4-BE49-F238E27FC236}">
                <a16:creationId xmlns:a16="http://schemas.microsoft.com/office/drawing/2014/main" id="{5CAD4F5A-3087-0D29-5BC0-DA67428C7C8A}"/>
              </a:ext>
            </a:extLst>
          </p:cNvPr>
          <p:cNvSpPr>
            <a:spLocks noGrp="1"/>
          </p:cNvSpPr>
          <p:nvPr>
            <p:ph type="body" sz="quarter" idx="13" hasCustomPrompt="1"/>
          </p:nvPr>
        </p:nvSpPr>
        <p:spPr>
          <a:xfrm>
            <a:off x="998401" y="1179513"/>
            <a:ext cx="2576073" cy="433821"/>
          </a:xfrm>
        </p:spPr>
        <p:txBody>
          <a:bodyPr/>
          <a:lstStyle>
            <a:lvl1pPr rtl="0">
              <a:lnSpc>
                <a:spcPts val="2600"/>
              </a:lnSpc>
              <a:spcAft>
                <a:spcPts val="0"/>
              </a:spcAft>
              <a:defRPr sz="2800" b="0">
                <a:solidFill>
                  <a:schemeClr val="tx2"/>
                </a:solidFill>
                <a:latin typeface="+mj-lt"/>
              </a:defRPr>
            </a:lvl1pPr>
            <a:lvl2pPr rtl="0">
              <a:lnSpc>
                <a:spcPts val="2600"/>
              </a:lnSpc>
              <a:spcAft>
                <a:spcPts val="0"/>
              </a:spcAft>
              <a:defRPr b="0">
                <a:solidFill>
                  <a:schemeClr val="tx2"/>
                </a:solidFill>
              </a:defRPr>
            </a:lvl2pPr>
            <a:lvl3pPr>
              <a:defRPr b="0">
                <a:solidFill>
                  <a:schemeClr val="tx1"/>
                </a:solidFill>
              </a:defRPr>
            </a:lvl3pPr>
            <a:lvl4pPr>
              <a:defRPr b="0">
                <a:solidFill>
                  <a:schemeClr val="tx1"/>
                </a:solidFill>
              </a:defRPr>
            </a:lvl4pPr>
            <a:lvl5pPr>
              <a:defRPr b="0">
                <a:solidFill>
                  <a:schemeClr val="tx1"/>
                </a:solidFill>
              </a:defRPr>
            </a:lvl5pPr>
          </a:lstStyle>
          <a:p>
            <a:pPr lvl="0"/>
            <a:r>
              <a:rPr lang="en-US" noProof="0" dirty="0"/>
              <a:t>Add text</a:t>
            </a:r>
          </a:p>
          <a:p>
            <a:pPr lvl="1"/>
            <a:endParaRPr lang="en-US" noProof="0" dirty="0"/>
          </a:p>
        </p:txBody>
      </p:sp>
      <p:sp>
        <p:nvSpPr>
          <p:cNvPr id="16" name="Text Placeholder 10">
            <a:extLst>
              <a:ext uri="{FF2B5EF4-FFF2-40B4-BE49-F238E27FC236}">
                <a16:creationId xmlns:a16="http://schemas.microsoft.com/office/drawing/2014/main" id="{CF521385-57CA-F75A-BAEE-2CCA15B18F82}"/>
              </a:ext>
            </a:extLst>
          </p:cNvPr>
          <p:cNvSpPr>
            <a:spLocks noGrp="1"/>
          </p:cNvSpPr>
          <p:nvPr>
            <p:ph type="body" sz="quarter" idx="14" hasCustomPrompt="1"/>
          </p:nvPr>
        </p:nvSpPr>
        <p:spPr>
          <a:xfrm>
            <a:off x="998401" y="2771267"/>
            <a:ext cx="2576073" cy="433821"/>
          </a:xfrm>
        </p:spPr>
        <p:txBody>
          <a:bodyPr/>
          <a:lstStyle>
            <a:lvl1pPr rtl="0">
              <a:lnSpc>
                <a:spcPts val="2600"/>
              </a:lnSpc>
              <a:spcAft>
                <a:spcPts val="0"/>
              </a:spcAft>
              <a:defRPr sz="2800" b="0">
                <a:solidFill>
                  <a:schemeClr val="accent4"/>
                </a:solidFill>
                <a:latin typeface="+mj-lt"/>
              </a:defRPr>
            </a:lvl1pPr>
            <a:lvl2pPr rtl="0">
              <a:lnSpc>
                <a:spcPts val="2600"/>
              </a:lnSpc>
              <a:spcAft>
                <a:spcPts val="0"/>
              </a:spcAft>
              <a:defRPr b="0">
                <a:solidFill>
                  <a:schemeClr val="accent4"/>
                </a:solidFill>
              </a:defRPr>
            </a:lvl2pPr>
            <a:lvl3pPr>
              <a:defRPr b="0">
                <a:solidFill>
                  <a:schemeClr val="tx1"/>
                </a:solidFill>
              </a:defRPr>
            </a:lvl3pPr>
            <a:lvl4pPr>
              <a:defRPr b="0">
                <a:solidFill>
                  <a:schemeClr val="tx1"/>
                </a:solidFill>
              </a:defRPr>
            </a:lvl4pPr>
            <a:lvl5pPr>
              <a:defRPr b="0">
                <a:solidFill>
                  <a:schemeClr val="tx1"/>
                </a:solidFill>
              </a:defRPr>
            </a:lvl5pPr>
          </a:lstStyle>
          <a:p>
            <a:pPr lvl="0"/>
            <a:r>
              <a:rPr lang="en-US" noProof="0" dirty="0"/>
              <a:t>Add text</a:t>
            </a:r>
          </a:p>
          <a:p>
            <a:pPr lvl="1"/>
            <a:endParaRPr lang="en-US" noProof="0" dirty="0"/>
          </a:p>
        </p:txBody>
      </p:sp>
      <p:sp>
        <p:nvSpPr>
          <p:cNvPr id="17" name="Text Placeholder 10">
            <a:extLst>
              <a:ext uri="{FF2B5EF4-FFF2-40B4-BE49-F238E27FC236}">
                <a16:creationId xmlns:a16="http://schemas.microsoft.com/office/drawing/2014/main" id="{06F22EC9-A763-7EA6-0C82-4CC1B1CAC746}"/>
              </a:ext>
            </a:extLst>
          </p:cNvPr>
          <p:cNvSpPr>
            <a:spLocks noGrp="1"/>
          </p:cNvSpPr>
          <p:nvPr>
            <p:ph type="body" sz="quarter" idx="15" hasCustomPrompt="1"/>
          </p:nvPr>
        </p:nvSpPr>
        <p:spPr>
          <a:xfrm>
            <a:off x="998401" y="4363021"/>
            <a:ext cx="2576073" cy="433821"/>
          </a:xfrm>
        </p:spPr>
        <p:txBody>
          <a:bodyPr/>
          <a:lstStyle>
            <a:lvl1pPr rtl="0">
              <a:lnSpc>
                <a:spcPts val="2600"/>
              </a:lnSpc>
              <a:spcAft>
                <a:spcPts val="0"/>
              </a:spcAft>
              <a:defRPr sz="2800" b="0">
                <a:solidFill>
                  <a:schemeClr val="accent5"/>
                </a:solidFill>
                <a:latin typeface="+mj-lt"/>
              </a:defRPr>
            </a:lvl1pPr>
            <a:lvl2pPr rtl="0">
              <a:lnSpc>
                <a:spcPts val="2600"/>
              </a:lnSpc>
              <a:spcAft>
                <a:spcPts val="0"/>
              </a:spcAft>
              <a:defRPr b="0">
                <a:solidFill>
                  <a:schemeClr val="accent5"/>
                </a:solidFill>
              </a:defRPr>
            </a:lvl2pPr>
            <a:lvl3pPr>
              <a:defRPr b="0">
                <a:solidFill>
                  <a:schemeClr val="tx1"/>
                </a:solidFill>
              </a:defRPr>
            </a:lvl3pPr>
            <a:lvl4pPr>
              <a:defRPr b="0">
                <a:solidFill>
                  <a:schemeClr val="tx1"/>
                </a:solidFill>
              </a:defRPr>
            </a:lvl4pPr>
            <a:lvl5pPr>
              <a:defRPr b="0">
                <a:solidFill>
                  <a:schemeClr val="tx1"/>
                </a:solidFill>
              </a:defRPr>
            </a:lvl5pPr>
          </a:lstStyle>
          <a:p>
            <a:pPr lvl="0"/>
            <a:r>
              <a:rPr lang="en-US" noProof="0" dirty="0"/>
              <a:t>Add text</a:t>
            </a:r>
          </a:p>
          <a:p>
            <a:pPr lvl="1"/>
            <a:endParaRPr lang="en-US" noProof="0" dirty="0"/>
          </a:p>
        </p:txBody>
      </p:sp>
      <p:sp>
        <p:nvSpPr>
          <p:cNvPr id="2" name="Arrow: U-Turn 1">
            <a:hlinkClick r:id="" action="ppaction://hlinkshowjump?jump=lastslideviewed"/>
            <a:extLst>
              <a:ext uri="{FF2B5EF4-FFF2-40B4-BE49-F238E27FC236}">
                <a16:creationId xmlns:a16="http://schemas.microsoft.com/office/drawing/2014/main" id="{DA01C7A4-541E-2C29-4825-0878A977CA66}"/>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rtl="0"/>
            <a:endParaRPr lang="en-US" sz="1500" noProof="0" dirty="0">
              <a:solidFill>
                <a:schemeClr val="bg1"/>
              </a:solidFill>
            </a:endParaRPr>
          </a:p>
        </p:txBody>
      </p:sp>
    </p:spTree>
    <p:extLst>
      <p:ext uri="{BB962C8B-B14F-4D97-AF65-F5344CB8AC3E}">
        <p14:creationId xmlns:p14="http://schemas.microsoft.com/office/powerpoint/2010/main" val="22850242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Back cover_1">
    <p:bg>
      <p:bgPr>
        <a:gradFill>
          <a:gsLst>
            <a:gs pos="100000">
              <a:schemeClr val="accent1"/>
            </a:gs>
            <a:gs pos="0">
              <a:schemeClr val="accent5"/>
            </a:gs>
          </a:gsLst>
          <a:lin ang="0" scaled="0"/>
        </a:gradFill>
        <a:effectLst/>
      </p:bgPr>
    </p:bg>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87CC3950-0775-8F1A-587B-51D96A36156B}"/>
              </a:ext>
            </a:extLst>
          </p:cNvPr>
          <p:cNvGraphicFramePr>
            <a:graphicFrameLocks noChangeAspect="1"/>
          </p:cNvGraphicFramePr>
          <p:nvPr userDrawn="1">
            <p:custDataLst>
              <p:tags r:id="rId1"/>
            </p:custDataLst>
            <p:extLst>
              <p:ext uri="{D42A27DB-BD31-4B8C-83A1-F6EECF244321}">
                <p14:modId xmlns:p14="http://schemas.microsoft.com/office/powerpoint/2010/main" val="32529917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18" name="think-cell data - do not delete" hidden="1">
                        <a:extLst>
                          <a:ext uri="{FF2B5EF4-FFF2-40B4-BE49-F238E27FC236}">
                            <a16:creationId xmlns:a16="http://schemas.microsoft.com/office/drawing/2014/main" id="{87CC3950-0775-8F1A-587B-51D96A36156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1" name="Freeform 19">
            <a:extLst>
              <a:ext uri="{FF2B5EF4-FFF2-40B4-BE49-F238E27FC236}">
                <a16:creationId xmlns:a16="http://schemas.microsoft.com/office/drawing/2014/main" id="{C5124DCF-42F4-4BBE-BCAC-C24058AAE43A}"/>
              </a:ext>
            </a:extLst>
          </p:cNvPr>
          <p:cNvSpPr>
            <a:spLocks noChangeAspect="1" noEditPoints="1"/>
          </p:cNvSpPr>
          <p:nvPr userDrawn="1"/>
        </p:nvSpPr>
        <p:spPr bwMode="black">
          <a:xfrm>
            <a:off x="998478" y="371313"/>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sz="1800"/>
          </a:p>
        </p:txBody>
      </p:sp>
      <p:sp>
        <p:nvSpPr>
          <p:cNvPr id="19" name="TextBox 18">
            <a:extLst>
              <a:ext uri="{FF2B5EF4-FFF2-40B4-BE49-F238E27FC236}">
                <a16:creationId xmlns:a16="http://schemas.microsoft.com/office/drawing/2014/main" id="{5F7B43C9-6BC3-4452-B3FB-8B4984BD9C3A}"/>
              </a:ext>
            </a:extLst>
          </p:cNvPr>
          <p:cNvSpPr txBox="1"/>
          <p:nvPr userDrawn="1">
            <p:custDataLst>
              <p:tags r:id="rId2"/>
            </p:custDataLst>
          </p:nvPr>
        </p:nvSpPr>
        <p:spPr>
          <a:xfrm>
            <a:off x="1011230" y="5577464"/>
            <a:ext cx="2462213" cy="138499"/>
          </a:xfrm>
          <a:prstGeom prst="rect">
            <a:avLst/>
          </a:prstGeom>
          <a:noFill/>
        </p:spPr>
        <p:txBody>
          <a:bodyPr wrap="none" lIns="0" tIns="0" rIns="0" bIns="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900" b="1" kern="1200" noProof="0">
                <a:solidFill>
                  <a:schemeClr val="bg1"/>
                </a:solidFill>
                <a:latin typeface="+mn-lt"/>
                <a:ea typeface="+mn-ea"/>
                <a:cs typeface="+mn-cs"/>
              </a:rPr>
              <a:t>Document Classification: KPMG Confidential</a:t>
            </a:r>
          </a:p>
        </p:txBody>
      </p:sp>
      <p:sp>
        <p:nvSpPr>
          <p:cNvPr id="2" name="Text Placeholder 26">
            <a:extLst>
              <a:ext uri="{FF2B5EF4-FFF2-40B4-BE49-F238E27FC236}">
                <a16:creationId xmlns:a16="http://schemas.microsoft.com/office/drawing/2014/main" id="{267B0CC7-9589-4687-3E07-B8A73F649686}"/>
              </a:ext>
            </a:extLst>
          </p:cNvPr>
          <p:cNvSpPr txBox="1">
            <a:spLocks/>
          </p:cNvSpPr>
          <p:nvPr userDrawn="1"/>
        </p:nvSpPr>
        <p:spPr>
          <a:xfrm>
            <a:off x="920871" y="4633020"/>
            <a:ext cx="10418367" cy="800219"/>
          </a:xfrm>
          <a:prstGeom prst="rect">
            <a:avLst/>
          </a:prstGeom>
        </p:spPr>
        <p:txBody>
          <a:bodyPr wrap="square">
            <a:spAutoFit/>
          </a:bodyPr>
          <a:lstStyle>
            <a:lvl1pPr marL="0" indent="0" algn="l" defTabSz="914400" rtl="0" eaLnBrk="1" latinLnBrk="0" hangingPunct="1">
              <a:lnSpc>
                <a:spcPct val="100000"/>
              </a:lnSpc>
              <a:spcBef>
                <a:spcPts val="0"/>
              </a:spcBef>
              <a:spcAft>
                <a:spcPts val="600"/>
              </a:spcAft>
              <a:buFontTx/>
              <a:buNone/>
              <a:defRPr sz="10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bg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defTabSz="831261">
              <a:defRPr/>
            </a:pPr>
            <a:r>
              <a:rPr lang="en-US" altLang="en-US" sz="900" kern="0" dirty="0">
                <a:latin typeface="Arial" panose="020B0604020202020204" pitchFamily="34" charset="0"/>
                <a:cs typeface="Arial" panose="020B0604020202020204" pitchFamily="34" charset="0"/>
              </a:rPr>
              <a:t>© 2025 Copyright owned by one or more of the KPMG International entities. KPMG International entities provide no services to clients. All rights reserved.</a:t>
            </a:r>
          </a:p>
          <a:p>
            <a:pPr lvl="1" defTabSz="831261">
              <a:defRPr/>
            </a:pPr>
            <a:r>
              <a:rPr lang="en-US" altLang="en-US" sz="900" kern="0" dirty="0">
                <a:latin typeface="Arial" panose="020B0604020202020204" pitchFamily="34" charset="0"/>
                <a:cs typeface="Arial" panose="020B0604020202020204" pitchFamily="34" charset="0"/>
              </a:rPr>
              <a:t>KPMG refers to the global organization or to one or more of the member firms of KPMG International Limited (“KPMG International”), each of which is a separate legal entity. KPMG International Limited is a private English company limited by guarantee and does not provide services to clients. For more detail about our structure please visit </a:t>
            </a:r>
            <a:r>
              <a:rPr lang="en-US" altLang="en-US" sz="900" kern="0" dirty="0">
                <a:latin typeface="Arial" panose="020B0604020202020204" pitchFamily="34" charset="0"/>
                <a:cs typeface="Arial" panose="020B0604020202020204" pitchFamily="34" charset="0"/>
                <a:hlinkClick r:id="rId6">
                  <a:extLst>
                    <a:ext uri="{A12FA001-AC4F-418D-AE19-62706E023703}">
                      <ahyp:hlinkClr xmlns:ahyp="http://schemas.microsoft.com/office/drawing/2018/hyperlinkcolor" val="tx"/>
                    </a:ext>
                  </a:extLst>
                </a:hlinkClick>
              </a:rPr>
              <a:t>kpmg.com/governance</a:t>
            </a:r>
            <a:r>
              <a:rPr lang="en-US" altLang="en-US" sz="900" kern="0" dirty="0">
                <a:latin typeface="Arial" panose="020B0604020202020204" pitchFamily="34" charset="0"/>
                <a:cs typeface="Arial" panose="020B0604020202020204" pitchFamily="34" charset="0"/>
              </a:rPr>
              <a:t>.</a:t>
            </a:r>
          </a:p>
          <a:p>
            <a:pPr lvl="1" defTabSz="831261">
              <a:defRPr/>
            </a:pPr>
            <a:r>
              <a:rPr lang="en-US" altLang="en-US" sz="900" kern="0" dirty="0">
                <a:latin typeface="Arial" panose="020B0604020202020204" pitchFamily="34" charset="0"/>
                <a:cs typeface="Arial" panose="020B0604020202020204" pitchFamily="34" charset="0"/>
              </a:rPr>
              <a:t>The KPMG name and logo are trademarks used under license by the independent member firms of the KPMG global organization.</a:t>
            </a:r>
          </a:p>
        </p:txBody>
      </p:sp>
      <p:sp>
        <p:nvSpPr>
          <p:cNvPr id="4" name="Isosceles Triangle 3">
            <a:extLst>
              <a:ext uri="{FF2B5EF4-FFF2-40B4-BE49-F238E27FC236}">
                <a16:creationId xmlns:a16="http://schemas.microsoft.com/office/drawing/2014/main" id="{E84403B1-D9E2-DB57-4DCC-E796A0169218}"/>
              </a:ext>
            </a:extLst>
          </p:cNvPr>
          <p:cNvSpPr/>
          <p:nvPr userDrawn="1"/>
        </p:nvSpPr>
        <p:spPr>
          <a:xfrm rot="16200000" flipH="1">
            <a:off x="11315058" y="179136"/>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B4497798-A6D2-696C-DEBE-5E2EB1A2C950}"/>
              </a:ext>
            </a:extLst>
          </p:cNvPr>
          <p:cNvSpPr/>
          <p:nvPr userDrawn="1"/>
        </p:nvSpPr>
        <p:spPr>
          <a:xfrm flipH="1">
            <a:off x="11255557" y="103574"/>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7" name="Graphic 6" descr="Home">
            <a:hlinkClick r:id="rId7" action="ppaction://hlinksldjump"/>
            <a:extLst>
              <a:ext uri="{FF2B5EF4-FFF2-40B4-BE49-F238E27FC236}">
                <a16:creationId xmlns:a16="http://schemas.microsoft.com/office/drawing/2014/main" id="{936A48AE-D309-CBF3-E223-7F95EE5169C4}"/>
              </a:ext>
            </a:extLst>
          </p:cNvPr>
          <p:cNvPicPr>
            <a:picLocks noChangeAspect="1"/>
          </p:cNvPicPr>
          <p:nvPr userDrawn="1"/>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bwMode="black">
          <a:xfrm>
            <a:off x="11534459" y="103561"/>
            <a:ext cx="222479" cy="222478"/>
          </a:xfrm>
          <a:prstGeom prst="rect">
            <a:avLst/>
          </a:prstGeom>
        </p:spPr>
      </p:pic>
      <p:sp>
        <p:nvSpPr>
          <p:cNvPr id="8" name="Arrow: U-Turn 7">
            <a:hlinkClick r:id="" action="ppaction://hlinkshowjump?jump=lastslideviewed"/>
            <a:extLst>
              <a:ext uri="{FF2B5EF4-FFF2-40B4-BE49-F238E27FC236}">
                <a16:creationId xmlns:a16="http://schemas.microsoft.com/office/drawing/2014/main" id="{9FE07849-1999-339B-0CF3-CF1112A4CB8B}"/>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grpSp>
        <p:nvGrpSpPr>
          <p:cNvPr id="3" name="Group 2">
            <a:extLst>
              <a:ext uri="{FF2B5EF4-FFF2-40B4-BE49-F238E27FC236}">
                <a16:creationId xmlns:a16="http://schemas.microsoft.com/office/drawing/2014/main" id="{EBD53E08-7608-D202-E6A2-694B7A954A1A}"/>
              </a:ext>
            </a:extLst>
          </p:cNvPr>
          <p:cNvGrpSpPr/>
          <p:nvPr userDrawn="1"/>
        </p:nvGrpSpPr>
        <p:grpSpPr>
          <a:xfrm>
            <a:off x="1005951" y="4173924"/>
            <a:ext cx="1884559" cy="387382"/>
            <a:chOff x="1005951" y="4173924"/>
            <a:chExt cx="1884559" cy="387382"/>
          </a:xfrm>
        </p:grpSpPr>
        <p:grpSp>
          <p:nvGrpSpPr>
            <p:cNvPr id="5" name="Group 4">
              <a:extLst>
                <a:ext uri="{FF2B5EF4-FFF2-40B4-BE49-F238E27FC236}">
                  <a16:creationId xmlns:a16="http://schemas.microsoft.com/office/drawing/2014/main" id="{EAAF5A87-2BB8-0923-6617-E9A2ED28C664}"/>
                </a:ext>
              </a:extLst>
            </p:cNvPr>
            <p:cNvGrpSpPr/>
            <p:nvPr userDrawn="1"/>
          </p:nvGrpSpPr>
          <p:grpSpPr>
            <a:xfrm>
              <a:off x="2157378" y="4193512"/>
              <a:ext cx="353987" cy="355547"/>
              <a:chOff x="668337" y="2382"/>
              <a:chExt cx="303212" cy="304800"/>
            </a:xfrm>
            <a:solidFill>
              <a:schemeClr val="bg1"/>
            </a:solidFill>
          </p:grpSpPr>
          <p:sp>
            <p:nvSpPr>
              <p:cNvPr id="29" name="Freeform 5">
                <a:extLst>
                  <a:ext uri="{FF2B5EF4-FFF2-40B4-BE49-F238E27FC236}">
                    <a16:creationId xmlns:a16="http://schemas.microsoft.com/office/drawing/2014/main" id="{CB66810C-268E-98BC-6A07-E7A621605384}"/>
                  </a:ext>
                </a:extLst>
              </p:cNvPr>
              <p:cNvSpPr>
                <a:spLocks/>
              </p:cNvSpPr>
              <p:nvPr userDrawn="1"/>
            </p:nvSpPr>
            <p:spPr bwMode="auto">
              <a:xfrm>
                <a:off x="793750" y="121445"/>
                <a:ext cx="55562" cy="66675"/>
              </a:xfrm>
              <a:custGeom>
                <a:avLst/>
                <a:gdLst>
                  <a:gd name="T0" fmla="*/ 0 w 35"/>
                  <a:gd name="T1" fmla="*/ 42 h 42"/>
                  <a:gd name="T2" fmla="*/ 35 w 35"/>
                  <a:gd name="T3" fmla="*/ 20 h 42"/>
                  <a:gd name="T4" fmla="*/ 0 w 35"/>
                  <a:gd name="T5" fmla="*/ 0 h 42"/>
                  <a:gd name="T6" fmla="*/ 0 w 35"/>
                  <a:gd name="T7" fmla="*/ 42 h 42"/>
                </a:gdLst>
                <a:ahLst/>
                <a:cxnLst>
                  <a:cxn ang="0">
                    <a:pos x="T0" y="T1"/>
                  </a:cxn>
                  <a:cxn ang="0">
                    <a:pos x="T2" y="T3"/>
                  </a:cxn>
                  <a:cxn ang="0">
                    <a:pos x="T4" y="T5"/>
                  </a:cxn>
                  <a:cxn ang="0">
                    <a:pos x="T6" y="T7"/>
                  </a:cxn>
                </a:cxnLst>
                <a:rect l="0" t="0" r="r" b="b"/>
                <a:pathLst>
                  <a:path w="35" h="42">
                    <a:moveTo>
                      <a:pt x="0" y="42"/>
                    </a:moveTo>
                    <a:lnTo>
                      <a:pt x="35" y="20"/>
                    </a:lnTo>
                    <a:lnTo>
                      <a:pt x="0"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en-US" noProof="0"/>
              </a:p>
            </p:txBody>
          </p:sp>
          <p:sp>
            <p:nvSpPr>
              <p:cNvPr id="30" name="Freeform 6">
                <a:hlinkClick r:id="rId10"/>
                <a:extLst>
                  <a:ext uri="{FF2B5EF4-FFF2-40B4-BE49-F238E27FC236}">
                    <a16:creationId xmlns:a16="http://schemas.microsoft.com/office/drawing/2014/main" id="{8F1DB1B9-74E4-C805-0D36-DC7A9F0444FD}"/>
                  </a:ext>
                </a:extLst>
              </p:cNvPr>
              <p:cNvSpPr>
                <a:spLocks noEditPoints="1"/>
              </p:cNvSpPr>
              <p:nvPr userDrawn="1"/>
            </p:nvSpPr>
            <p:spPr bwMode="auto">
              <a:xfrm>
                <a:off x="668337" y="2382"/>
                <a:ext cx="303212" cy="304800"/>
              </a:xfrm>
              <a:custGeom>
                <a:avLst/>
                <a:gdLst>
                  <a:gd name="T0" fmla="*/ 125 w 135"/>
                  <a:gd name="T1" fmla="*/ 0 h 135"/>
                  <a:gd name="T2" fmla="*/ 10 w 135"/>
                  <a:gd name="T3" fmla="*/ 0 h 135"/>
                  <a:gd name="T4" fmla="*/ 0 w 135"/>
                  <a:gd name="T5" fmla="*/ 10 h 135"/>
                  <a:gd name="T6" fmla="*/ 0 w 135"/>
                  <a:gd name="T7" fmla="*/ 125 h 135"/>
                  <a:gd name="T8" fmla="*/ 10 w 135"/>
                  <a:gd name="T9" fmla="*/ 135 h 135"/>
                  <a:gd name="T10" fmla="*/ 125 w 135"/>
                  <a:gd name="T11" fmla="*/ 135 h 135"/>
                  <a:gd name="T12" fmla="*/ 135 w 135"/>
                  <a:gd name="T13" fmla="*/ 125 h 135"/>
                  <a:gd name="T14" fmla="*/ 135 w 135"/>
                  <a:gd name="T15" fmla="*/ 10 h 135"/>
                  <a:gd name="T16" fmla="*/ 125 w 135"/>
                  <a:gd name="T17" fmla="*/ 0 h 135"/>
                  <a:gd name="T18" fmla="*/ 113 w 135"/>
                  <a:gd name="T19" fmla="*/ 88 h 135"/>
                  <a:gd name="T20" fmla="*/ 100 w 135"/>
                  <a:gd name="T21" fmla="*/ 101 h 135"/>
                  <a:gd name="T22" fmla="*/ 38 w 135"/>
                  <a:gd name="T23" fmla="*/ 101 h 135"/>
                  <a:gd name="T24" fmla="*/ 24 w 135"/>
                  <a:gd name="T25" fmla="*/ 88 h 135"/>
                  <a:gd name="T26" fmla="*/ 24 w 135"/>
                  <a:gd name="T27" fmla="*/ 47 h 135"/>
                  <a:gd name="T28" fmla="*/ 38 w 135"/>
                  <a:gd name="T29" fmla="*/ 34 h 135"/>
                  <a:gd name="T30" fmla="*/ 100 w 135"/>
                  <a:gd name="T31" fmla="*/ 34 h 135"/>
                  <a:gd name="T32" fmla="*/ 113 w 135"/>
                  <a:gd name="T33" fmla="*/ 47 h 135"/>
                  <a:gd name="T34" fmla="*/ 113 w 135"/>
                  <a:gd name="T35" fmla="*/ 8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5" h="135">
                    <a:moveTo>
                      <a:pt x="125" y="0"/>
                    </a:moveTo>
                    <a:cubicBezTo>
                      <a:pt x="10" y="0"/>
                      <a:pt x="10" y="0"/>
                      <a:pt x="10" y="0"/>
                    </a:cubicBezTo>
                    <a:cubicBezTo>
                      <a:pt x="5" y="0"/>
                      <a:pt x="0" y="4"/>
                      <a:pt x="0" y="10"/>
                    </a:cubicBezTo>
                    <a:cubicBezTo>
                      <a:pt x="0" y="125"/>
                      <a:pt x="0" y="125"/>
                      <a:pt x="0" y="125"/>
                    </a:cubicBezTo>
                    <a:cubicBezTo>
                      <a:pt x="0" y="131"/>
                      <a:pt x="5" y="135"/>
                      <a:pt x="10" y="135"/>
                    </a:cubicBezTo>
                    <a:cubicBezTo>
                      <a:pt x="125" y="135"/>
                      <a:pt x="125" y="135"/>
                      <a:pt x="125" y="135"/>
                    </a:cubicBezTo>
                    <a:cubicBezTo>
                      <a:pt x="131" y="135"/>
                      <a:pt x="135" y="131"/>
                      <a:pt x="135" y="125"/>
                    </a:cubicBezTo>
                    <a:cubicBezTo>
                      <a:pt x="135" y="10"/>
                      <a:pt x="135" y="10"/>
                      <a:pt x="135" y="10"/>
                    </a:cubicBezTo>
                    <a:cubicBezTo>
                      <a:pt x="135" y="4"/>
                      <a:pt x="131" y="0"/>
                      <a:pt x="125" y="0"/>
                    </a:cubicBezTo>
                    <a:close/>
                    <a:moveTo>
                      <a:pt x="113" y="88"/>
                    </a:moveTo>
                    <a:cubicBezTo>
                      <a:pt x="113" y="95"/>
                      <a:pt x="107" y="101"/>
                      <a:pt x="100" y="101"/>
                    </a:cubicBezTo>
                    <a:cubicBezTo>
                      <a:pt x="38" y="101"/>
                      <a:pt x="38" y="101"/>
                      <a:pt x="38" y="101"/>
                    </a:cubicBezTo>
                    <a:cubicBezTo>
                      <a:pt x="30" y="101"/>
                      <a:pt x="24" y="95"/>
                      <a:pt x="24" y="88"/>
                    </a:cubicBezTo>
                    <a:cubicBezTo>
                      <a:pt x="24" y="47"/>
                      <a:pt x="24" y="47"/>
                      <a:pt x="24" y="47"/>
                    </a:cubicBezTo>
                    <a:cubicBezTo>
                      <a:pt x="24" y="40"/>
                      <a:pt x="30" y="34"/>
                      <a:pt x="38" y="34"/>
                    </a:cubicBezTo>
                    <a:cubicBezTo>
                      <a:pt x="100" y="34"/>
                      <a:pt x="100" y="34"/>
                      <a:pt x="100" y="34"/>
                    </a:cubicBezTo>
                    <a:cubicBezTo>
                      <a:pt x="107" y="34"/>
                      <a:pt x="113" y="40"/>
                      <a:pt x="113" y="47"/>
                    </a:cubicBezTo>
                    <a:lnTo>
                      <a:pt x="113" y="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en-US" noProof="0"/>
              </a:p>
            </p:txBody>
          </p:sp>
        </p:grpSp>
        <p:sp>
          <p:nvSpPr>
            <p:cNvPr id="9" name="Freeform 8">
              <a:hlinkClick r:id="rId11"/>
              <a:extLst>
                <a:ext uri="{FF2B5EF4-FFF2-40B4-BE49-F238E27FC236}">
                  <a16:creationId xmlns:a16="http://schemas.microsoft.com/office/drawing/2014/main" id="{80EA0746-03DC-CED1-9F0C-83CE60108930}"/>
                </a:ext>
              </a:extLst>
            </p:cNvPr>
            <p:cNvSpPr>
              <a:spLocks noEditPoints="1"/>
            </p:cNvSpPr>
            <p:nvPr userDrawn="1"/>
          </p:nvSpPr>
          <p:spPr bwMode="auto">
            <a:xfrm>
              <a:off x="1005951" y="4193512"/>
              <a:ext cx="353984" cy="355547"/>
            </a:xfrm>
            <a:custGeom>
              <a:avLst/>
              <a:gdLst>
                <a:gd name="T0" fmla="*/ 125 w 135"/>
                <a:gd name="T1" fmla="*/ 0 h 135"/>
                <a:gd name="T2" fmla="*/ 10 w 135"/>
                <a:gd name="T3" fmla="*/ 0 h 135"/>
                <a:gd name="T4" fmla="*/ 0 w 135"/>
                <a:gd name="T5" fmla="*/ 10 h 135"/>
                <a:gd name="T6" fmla="*/ 0 w 135"/>
                <a:gd name="T7" fmla="*/ 125 h 135"/>
                <a:gd name="T8" fmla="*/ 10 w 135"/>
                <a:gd name="T9" fmla="*/ 135 h 135"/>
                <a:gd name="T10" fmla="*/ 125 w 135"/>
                <a:gd name="T11" fmla="*/ 135 h 135"/>
                <a:gd name="T12" fmla="*/ 135 w 135"/>
                <a:gd name="T13" fmla="*/ 125 h 135"/>
                <a:gd name="T14" fmla="*/ 135 w 135"/>
                <a:gd name="T15" fmla="*/ 10 h 135"/>
                <a:gd name="T16" fmla="*/ 125 w 135"/>
                <a:gd name="T17" fmla="*/ 0 h 135"/>
                <a:gd name="T18" fmla="*/ 40 w 135"/>
                <a:gd name="T19" fmla="*/ 115 h 135"/>
                <a:gd name="T20" fmla="*/ 20 w 135"/>
                <a:gd name="T21" fmla="*/ 115 h 135"/>
                <a:gd name="T22" fmla="*/ 20 w 135"/>
                <a:gd name="T23" fmla="*/ 51 h 135"/>
                <a:gd name="T24" fmla="*/ 40 w 135"/>
                <a:gd name="T25" fmla="*/ 51 h 135"/>
                <a:gd name="T26" fmla="*/ 40 w 135"/>
                <a:gd name="T27" fmla="*/ 115 h 135"/>
                <a:gd name="T28" fmla="*/ 30 w 135"/>
                <a:gd name="T29" fmla="*/ 42 h 135"/>
                <a:gd name="T30" fmla="*/ 18 w 135"/>
                <a:gd name="T31" fmla="*/ 30 h 135"/>
                <a:gd name="T32" fmla="*/ 30 w 135"/>
                <a:gd name="T33" fmla="*/ 19 h 135"/>
                <a:gd name="T34" fmla="*/ 42 w 135"/>
                <a:gd name="T35" fmla="*/ 30 h 135"/>
                <a:gd name="T36" fmla="*/ 30 w 135"/>
                <a:gd name="T37" fmla="*/ 42 h 135"/>
                <a:gd name="T38" fmla="*/ 115 w 135"/>
                <a:gd name="T39" fmla="*/ 115 h 135"/>
                <a:gd name="T40" fmla="*/ 95 w 135"/>
                <a:gd name="T41" fmla="*/ 115 h 135"/>
                <a:gd name="T42" fmla="*/ 95 w 135"/>
                <a:gd name="T43" fmla="*/ 84 h 135"/>
                <a:gd name="T44" fmla="*/ 85 w 135"/>
                <a:gd name="T45" fmla="*/ 67 h 135"/>
                <a:gd name="T46" fmla="*/ 73 w 135"/>
                <a:gd name="T47" fmla="*/ 83 h 135"/>
                <a:gd name="T48" fmla="*/ 73 w 135"/>
                <a:gd name="T49" fmla="*/ 115 h 135"/>
                <a:gd name="T50" fmla="*/ 53 w 135"/>
                <a:gd name="T51" fmla="*/ 115 h 135"/>
                <a:gd name="T52" fmla="*/ 53 w 135"/>
                <a:gd name="T53" fmla="*/ 51 h 135"/>
                <a:gd name="T54" fmla="*/ 72 w 135"/>
                <a:gd name="T55" fmla="*/ 51 h 135"/>
                <a:gd name="T56" fmla="*/ 72 w 135"/>
                <a:gd name="T57" fmla="*/ 60 h 135"/>
                <a:gd name="T58" fmla="*/ 72 w 135"/>
                <a:gd name="T59" fmla="*/ 60 h 135"/>
                <a:gd name="T60" fmla="*/ 91 w 135"/>
                <a:gd name="T61" fmla="*/ 49 h 135"/>
                <a:gd name="T62" fmla="*/ 115 w 135"/>
                <a:gd name="T63" fmla="*/ 80 h 135"/>
                <a:gd name="T64" fmla="*/ 115 w 135"/>
                <a:gd name="T65" fmla="*/ 115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5" h="135">
                  <a:moveTo>
                    <a:pt x="125" y="0"/>
                  </a:moveTo>
                  <a:cubicBezTo>
                    <a:pt x="10" y="0"/>
                    <a:pt x="10" y="0"/>
                    <a:pt x="10" y="0"/>
                  </a:cubicBezTo>
                  <a:cubicBezTo>
                    <a:pt x="4" y="0"/>
                    <a:pt x="0" y="4"/>
                    <a:pt x="0" y="10"/>
                  </a:cubicBezTo>
                  <a:cubicBezTo>
                    <a:pt x="0" y="125"/>
                    <a:pt x="0" y="125"/>
                    <a:pt x="0" y="125"/>
                  </a:cubicBezTo>
                  <a:cubicBezTo>
                    <a:pt x="0" y="131"/>
                    <a:pt x="4" y="135"/>
                    <a:pt x="10" y="135"/>
                  </a:cubicBezTo>
                  <a:cubicBezTo>
                    <a:pt x="125" y="135"/>
                    <a:pt x="125" y="135"/>
                    <a:pt x="125" y="135"/>
                  </a:cubicBezTo>
                  <a:cubicBezTo>
                    <a:pt x="130" y="135"/>
                    <a:pt x="135" y="131"/>
                    <a:pt x="135" y="125"/>
                  </a:cubicBezTo>
                  <a:cubicBezTo>
                    <a:pt x="135" y="10"/>
                    <a:pt x="135" y="10"/>
                    <a:pt x="135" y="10"/>
                  </a:cubicBezTo>
                  <a:cubicBezTo>
                    <a:pt x="135" y="4"/>
                    <a:pt x="130" y="0"/>
                    <a:pt x="125" y="0"/>
                  </a:cubicBezTo>
                  <a:close/>
                  <a:moveTo>
                    <a:pt x="40" y="115"/>
                  </a:moveTo>
                  <a:cubicBezTo>
                    <a:pt x="20" y="115"/>
                    <a:pt x="20" y="115"/>
                    <a:pt x="20" y="115"/>
                  </a:cubicBezTo>
                  <a:cubicBezTo>
                    <a:pt x="20" y="51"/>
                    <a:pt x="20" y="51"/>
                    <a:pt x="20" y="51"/>
                  </a:cubicBezTo>
                  <a:cubicBezTo>
                    <a:pt x="40" y="51"/>
                    <a:pt x="40" y="51"/>
                    <a:pt x="40" y="51"/>
                  </a:cubicBezTo>
                  <a:lnTo>
                    <a:pt x="40" y="115"/>
                  </a:lnTo>
                  <a:close/>
                  <a:moveTo>
                    <a:pt x="30" y="42"/>
                  </a:moveTo>
                  <a:cubicBezTo>
                    <a:pt x="24" y="42"/>
                    <a:pt x="18" y="37"/>
                    <a:pt x="18" y="30"/>
                  </a:cubicBezTo>
                  <a:cubicBezTo>
                    <a:pt x="18" y="24"/>
                    <a:pt x="24" y="19"/>
                    <a:pt x="30" y="19"/>
                  </a:cubicBezTo>
                  <a:cubicBezTo>
                    <a:pt x="36" y="19"/>
                    <a:pt x="42" y="24"/>
                    <a:pt x="42" y="30"/>
                  </a:cubicBezTo>
                  <a:cubicBezTo>
                    <a:pt x="42" y="37"/>
                    <a:pt x="36" y="42"/>
                    <a:pt x="30" y="42"/>
                  </a:cubicBezTo>
                  <a:close/>
                  <a:moveTo>
                    <a:pt x="115" y="115"/>
                  </a:moveTo>
                  <a:cubicBezTo>
                    <a:pt x="95" y="115"/>
                    <a:pt x="95" y="115"/>
                    <a:pt x="95" y="115"/>
                  </a:cubicBezTo>
                  <a:cubicBezTo>
                    <a:pt x="95" y="84"/>
                    <a:pt x="95" y="84"/>
                    <a:pt x="95" y="84"/>
                  </a:cubicBezTo>
                  <a:cubicBezTo>
                    <a:pt x="95" y="76"/>
                    <a:pt x="95" y="67"/>
                    <a:pt x="85" y="67"/>
                  </a:cubicBezTo>
                  <a:cubicBezTo>
                    <a:pt x="74" y="67"/>
                    <a:pt x="73" y="75"/>
                    <a:pt x="73" y="83"/>
                  </a:cubicBezTo>
                  <a:cubicBezTo>
                    <a:pt x="73" y="115"/>
                    <a:pt x="73" y="115"/>
                    <a:pt x="73" y="115"/>
                  </a:cubicBezTo>
                  <a:cubicBezTo>
                    <a:pt x="53" y="115"/>
                    <a:pt x="53" y="115"/>
                    <a:pt x="53" y="115"/>
                  </a:cubicBezTo>
                  <a:cubicBezTo>
                    <a:pt x="53" y="51"/>
                    <a:pt x="53" y="51"/>
                    <a:pt x="53" y="51"/>
                  </a:cubicBezTo>
                  <a:cubicBezTo>
                    <a:pt x="72" y="51"/>
                    <a:pt x="72" y="51"/>
                    <a:pt x="72" y="51"/>
                  </a:cubicBezTo>
                  <a:cubicBezTo>
                    <a:pt x="72" y="60"/>
                    <a:pt x="72" y="60"/>
                    <a:pt x="72" y="60"/>
                  </a:cubicBezTo>
                  <a:cubicBezTo>
                    <a:pt x="72" y="60"/>
                    <a:pt x="72" y="60"/>
                    <a:pt x="72" y="60"/>
                  </a:cubicBezTo>
                  <a:cubicBezTo>
                    <a:pt x="75" y="54"/>
                    <a:pt x="81" y="49"/>
                    <a:pt x="91" y="49"/>
                  </a:cubicBezTo>
                  <a:cubicBezTo>
                    <a:pt x="111" y="49"/>
                    <a:pt x="115" y="62"/>
                    <a:pt x="115" y="80"/>
                  </a:cubicBezTo>
                  <a:lnTo>
                    <a:pt x="115" y="1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en-US" noProof="0"/>
            </a:p>
          </p:txBody>
        </p:sp>
        <p:sp>
          <p:nvSpPr>
            <p:cNvPr id="10" name="Freeform 6">
              <a:hlinkClick r:id="rId12"/>
              <a:extLst>
                <a:ext uri="{FF2B5EF4-FFF2-40B4-BE49-F238E27FC236}">
                  <a16:creationId xmlns:a16="http://schemas.microsoft.com/office/drawing/2014/main" id="{AC32D549-3270-0A11-155F-F12EE956C098}"/>
                </a:ext>
              </a:extLst>
            </p:cNvPr>
            <p:cNvSpPr>
              <a:spLocks noEditPoints="1"/>
            </p:cNvSpPr>
            <p:nvPr userDrawn="1"/>
          </p:nvSpPr>
          <p:spPr bwMode="auto">
            <a:xfrm>
              <a:off x="2538230" y="4192599"/>
              <a:ext cx="352280" cy="356400"/>
            </a:xfrm>
            <a:custGeom>
              <a:avLst/>
              <a:gdLst>
                <a:gd name="T0" fmla="*/ 94 w 94"/>
                <a:gd name="T1" fmla="*/ 87 h 94"/>
                <a:gd name="T2" fmla="*/ 94 w 94"/>
                <a:gd name="T3" fmla="*/ 7 h 94"/>
                <a:gd name="T4" fmla="*/ 87 w 94"/>
                <a:gd name="T5" fmla="*/ 0 h 94"/>
                <a:gd name="T6" fmla="*/ 7 w 94"/>
                <a:gd name="T7" fmla="*/ 0 h 94"/>
                <a:gd name="T8" fmla="*/ 0 w 94"/>
                <a:gd name="T9" fmla="*/ 7 h 94"/>
                <a:gd name="T10" fmla="*/ 0 w 94"/>
                <a:gd name="T11" fmla="*/ 87 h 94"/>
                <a:gd name="T12" fmla="*/ 7 w 94"/>
                <a:gd name="T13" fmla="*/ 94 h 94"/>
                <a:gd name="T14" fmla="*/ 87 w 94"/>
                <a:gd name="T15" fmla="*/ 94 h 94"/>
                <a:gd name="T16" fmla="*/ 94 w 94"/>
                <a:gd name="T17" fmla="*/ 87 h 94"/>
                <a:gd name="T18" fmla="*/ 81 w 94"/>
                <a:gd name="T19" fmla="*/ 60 h 94"/>
                <a:gd name="T20" fmla="*/ 60 w 94"/>
                <a:gd name="T21" fmla="*/ 82 h 94"/>
                <a:gd name="T22" fmla="*/ 34 w 94"/>
                <a:gd name="T23" fmla="*/ 82 h 94"/>
                <a:gd name="T24" fmla="*/ 12 w 94"/>
                <a:gd name="T25" fmla="*/ 60 h 94"/>
                <a:gd name="T26" fmla="*/ 12 w 94"/>
                <a:gd name="T27" fmla="*/ 34 h 94"/>
                <a:gd name="T28" fmla="*/ 34 w 94"/>
                <a:gd name="T29" fmla="*/ 13 h 94"/>
                <a:gd name="T30" fmla="*/ 60 w 94"/>
                <a:gd name="T31" fmla="*/ 13 h 94"/>
                <a:gd name="T32" fmla="*/ 81 w 94"/>
                <a:gd name="T33" fmla="*/ 34 h 94"/>
                <a:gd name="T34" fmla="*/ 81 w 94"/>
                <a:gd name="T35" fmla="*/ 60 h 94"/>
                <a:gd name="T36" fmla="*/ 74 w 94"/>
                <a:gd name="T37" fmla="*/ 60 h 94"/>
                <a:gd name="T38" fmla="*/ 74 w 94"/>
                <a:gd name="T39" fmla="*/ 34 h 94"/>
                <a:gd name="T40" fmla="*/ 60 w 94"/>
                <a:gd name="T41" fmla="*/ 19 h 94"/>
                <a:gd name="T42" fmla="*/ 34 w 94"/>
                <a:gd name="T43" fmla="*/ 19 h 94"/>
                <a:gd name="T44" fmla="*/ 19 w 94"/>
                <a:gd name="T45" fmla="*/ 34 h 94"/>
                <a:gd name="T46" fmla="*/ 19 w 94"/>
                <a:gd name="T47" fmla="*/ 60 h 94"/>
                <a:gd name="T48" fmla="*/ 34 w 94"/>
                <a:gd name="T49" fmla="*/ 75 h 94"/>
                <a:gd name="T50" fmla="*/ 60 w 94"/>
                <a:gd name="T51" fmla="*/ 75 h 94"/>
                <a:gd name="T52" fmla="*/ 74 w 94"/>
                <a:gd name="T53" fmla="*/ 60 h 94"/>
                <a:gd name="T54" fmla="*/ 64 w 94"/>
                <a:gd name="T55" fmla="*/ 47 h 94"/>
                <a:gd name="T56" fmla="*/ 47 w 94"/>
                <a:gd name="T57" fmla="*/ 65 h 94"/>
                <a:gd name="T58" fmla="*/ 29 w 94"/>
                <a:gd name="T59" fmla="*/ 47 h 94"/>
                <a:gd name="T60" fmla="*/ 47 w 94"/>
                <a:gd name="T61" fmla="*/ 29 h 94"/>
                <a:gd name="T62" fmla="*/ 64 w 94"/>
                <a:gd name="T63" fmla="*/ 47 h 94"/>
                <a:gd name="T64" fmla="*/ 69 w 94"/>
                <a:gd name="T65" fmla="*/ 30 h 94"/>
                <a:gd name="T66" fmla="*/ 65 w 94"/>
                <a:gd name="T67" fmla="*/ 35 h 94"/>
                <a:gd name="T68" fmla="*/ 60 w 94"/>
                <a:gd name="T69" fmla="*/ 30 h 94"/>
                <a:gd name="T70" fmla="*/ 65 w 94"/>
                <a:gd name="T71" fmla="*/ 25 h 94"/>
                <a:gd name="T72" fmla="*/ 69 w 94"/>
                <a:gd name="T73" fmla="*/ 30 h 94"/>
                <a:gd name="T74" fmla="*/ 57 w 94"/>
                <a:gd name="T75" fmla="*/ 47 h 94"/>
                <a:gd name="T76" fmla="*/ 47 w 94"/>
                <a:gd name="T77" fmla="*/ 36 h 94"/>
                <a:gd name="T78" fmla="*/ 36 w 94"/>
                <a:gd name="T79" fmla="*/ 47 h 94"/>
                <a:gd name="T80" fmla="*/ 47 w 94"/>
                <a:gd name="T81" fmla="*/ 58 h 94"/>
                <a:gd name="T82" fmla="*/ 57 w 94"/>
                <a:gd name="T83" fmla="*/ 47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4" h="94">
                  <a:moveTo>
                    <a:pt x="94" y="87"/>
                  </a:moveTo>
                  <a:cubicBezTo>
                    <a:pt x="94" y="7"/>
                    <a:pt x="94" y="7"/>
                    <a:pt x="94" y="7"/>
                  </a:cubicBezTo>
                  <a:cubicBezTo>
                    <a:pt x="94" y="3"/>
                    <a:pt x="91" y="0"/>
                    <a:pt x="87" y="0"/>
                  </a:cubicBezTo>
                  <a:cubicBezTo>
                    <a:pt x="7" y="0"/>
                    <a:pt x="7" y="0"/>
                    <a:pt x="7" y="0"/>
                  </a:cubicBezTo>
                  <a:cubicBezTo>
                    <a:pt x="3" y="0"/>
                    <a:pt x="0" y="3"/>
                    <a:pt x="0" y="7"/>
                  </a:cubicBezTo>
                  <a:cubicBezTo>
                    <a:pt x="0" y="87"/>
                    <a:pt x="0" y="87"/>
                    <a:pt x="0" y="87"/>
                  </a:cubicBezTo>
                  <a:cubicBezTo>
                    <a:pt x="0" y="91"/>
                    <a:pt x="3" y="94"/>
                    <a:pt x="7" y="94"/>
                  </a:cubicBezTo>
                  <a:cubicBezTo>
                    <a:pt x="87" y="94"/>
                    <a:pt x="87" y="94"/>
                    <a:pt x="87" y="94"/>
                  </a:cubicBezTo>
                  <a:cubicBezTo>
                    <a:pt x="91" y="94"/>
                    <a:pt x="94" y="91"/>
                    <a:pt x="94" y="87"/>
                  </a:cubicBezTo>
                  <a:moveTo>
                    <a:pt x="81" y="60"/>
                  </a:moveTo>
                  <a:cubicBezTo>
                    <a:pt x="81" y="72"/>
                    <a:pt x="71" y="82"/>
                    <a:pt x="60" y="82"/>
                  </a:cubicBezTo>
                  <a:cubicBezTo>
                    <a:pt x="34" y="82"/>
                    <a:pt x="34" y="82"/>
                    <a:pt x="34" y="82"/>
                  </a:cubicBezTo>
                  <a:cubicBezTo>
                    <a:pt x="22" y="82"/>
                    <a:pt x="12" y="72"/>
                    <a:pt x="12" y="60"/>
                  </a:cubicBezTo>
                  <a:cubicBezTo>
                    <a:pt x="12" y="34"/>
                    <a:pt x="12" y="34"/>
                    <a:pt x="12" y="34"/>
                  </a:cubicBezTo>
                  <a:cubicBezTo>
                    <a:pt x="12" y="22"/>
                    <a:pt x="22" y="13"/>
                    <a:pt x="34" y="13"/>
                  </a:cubicBezTo>
                  <a:cubicBezTo>
                    <a:pt x="60" y="13"/>
                    <a:pt x="60" y="13"/>
                    <a:pt x="60" y="13"/>
                  </a:cubicBezTo>
                  <a:cubicBezTo>
                    <a:pt x="71" y="13"/>
                    <a:pt x="81" y="22"/>
                    <a:pt x="81" y="34"/>
                  </a:cubicBezTo>
                  <a:lnTo>
                    <a:pt x="81" y="60"/>
                  </a:lnTo>
                  <a:close/>
                  <a:moveTo>
                    <a:pt x="74" y="60"/>
                  </a:moveTo>
                  <a:cubicBezTo>
                    <a:pt x="74" y="34"/>
                    <a:pt x="74" y="34"/>
                    <a:pt x="74" y="34"/>
                  </a:cubicBezTo>
                  <a:cubicBezTo>
                    <a:pt x="74" y="26"/>
                    <a:pt x="68" y="19"/>
                    <a:pt x="60" y="19"/>
                  </a:cubicBezTo>
                  <a:cubicBezTo>
                    <a:pt x="34" y="19"/>
                    <a:pt x="34" y="19"/>
                    <a:pt x="34" y="19"/>
                  </a:cubicBezTo>
                  <a:cubicBezTo>
                    <a:pt x="25" y="19"/>
                    <a:pt x="19" y="26"/>
                    <a:pt x="19" y="34"/>
                  </a:cubicBezTo>
                  <a:cubicBezTo>
                    <a:pt x="19" y="60"/>
                    <a:pt x="19" y="60"/>
                    <a:pt x="19" y="60"/>
                  </a:cubicBezTo>
                  <a:cubicBezTo>
                    <a:pt x="19" y="68"/>
                    <a:pt x="25" y="75"/>
                    <a:pt x="34" y="75"/>
                  </a:cubicBezTo>
                  <a:cubicBezTo>
                    <a:pt x="60" y="75"/>
                    <a:pt x="60" y="75"/>
                    <a:pt x="60" y="75"/>
                  </a:cubicBezTo>
                  <a:cubicBezTo>
                    <a:pt x="68" y="75"/>
                    <a:pt x="74" y="68"/>
                    <a:pt x="74" y="60"/>
                  </a:cubicBezTo>
                  <a:moveTo>
                    <a:pt x="64" y="47"/>
                  </a:moveTo>
                  <a:cubicBezTo>
                    <a:pt x="64" y="57"/>
                    <a:pt x="56" y="65"/>
                    <a:pt x="47" y="65"/>
                  </a:cubicBezTo>
                  <a:cubicBezTo>
                    <a:pt x="37" y="65"/>
                    <a:pt x="29" y="57"/>
                    <a:pt x="29" y="47"/>
                  </a:cubicBezTo>
                  <a:cubicBezTo>
                    <a:pt x="29" y="37"/>
                    <a:pt x="37" y="29"/>
                    <a:pt x="47" y="29"/>
                  </a:cubicBezTo>
                  <a:cubicBezTo>
                    <a:pt x="56" y="29"/>
                    <a:pt x="64" y="37"/>
                    <a:pt x="64" y="47"/>
                  </a:cubicBezTo>
                  <a:moveTo>
                    <a:pt x="69" y="30"/>
                  </a:moveTo>
                  <a:cubicBezTo>
                    <a:pt x="69" y="32"/>
                    <a:pt x="67" y="35"/>
                    <a:pt x="65" y="35"/>
                  </a:cubicBezTo>
                  <a:cubicBezTo>
                    <a:pt x="62" y="35"/>
                    <a:pt x="60" y="32"/>
                    <a:pt x="60" y="30"/>
                  </a:cubicBezTo>
                  <a:cubicBezTo>
                    <a:pt x="60" y="27"/>
                    <a:pt x="62" y="25"/>
                    <a:pt x="65" y="25"/>
                  </a:cubicBezTo>
                  <a:cubicBezTo>
                    <a:pt x="67" y="25"/>
                    <a:pt x="69" y="27"/>
                    <a:pt x="69" y="30"/>
                  </a:cubicBezTo>
                  <a:moveTo>
                    <a:pt x="57" y="47"/>
                  </a:moveTo>
                  <a:cubicBezTo>
                    <a:pt x="57" y="41"/>
                    <a:pt x="53" y="36"/>
                    <a:pt x="47" y="36"/>
                  </a:cubicBezTo>
                  <a:cubicBezTo>
                    <a:pt x="41" y="36"/>
                    <a:pt x="36" y="41"/>
                    <a:pt x="36" y="47"/>
                  </a:cubicBezTo>
                  <a:cubicBezTo>
                    <a:pt x="36" y="53"/>
                    <a:pt x="41" y="58"/>
                    <a:pt x="47" y="58"/>
                  </a:cubicBezTo>
                  <a:cubicBezTo>
                    <a:pt x="53" y="58"/>
                    <a:pt x="57" y="53"/>
                    <a:pt x="57" y="4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en-US" noProof="0"/>
            </a:p>
          </p:txBody>
        </p:sp>
        <p:pic>
          <p:nvPicPr>
            <p:cNvPr id="11" name="Graphic 2">
              <a:hlinkClick r:id="rId13"/>
              <a:extLst>
                <a:ext uri="{FF2B5EF4-FFF2-40B4-BE49-F238E27FC236}">
                  <a16:creationId xmlns:a16="http://schemas.microsoft.com/office/drawing/2014/main" id="{AD1474D9-3311-6B21-6FBC-F45AAC9FE0DB}"/>
                </a:ext>
              </a:extLst>
            </p:cNvPr>
            <p:cNvPicPr>
              <a:picLocks noChangeAspect="1"/>
            </p:cNvPicPr>
            <p:nvPr userDrawn="1"/>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766466" y="4173924"/>
              <a:ext cx="364046" cy="387382"/>
            </a:xfrm>
            <a:prstGeom prst="rect">
              <a:avLst/>
            </a:prstGeom>
          </p:spPr>
        </p:pic>
        <p:grpSp>
          <p:nvGrpSpPr>
            <p:cNvPr id="12" name="Group 11">
              <a:extLst>
                <a:ext uri="{FF2B5EF4-FFF2-40B4-BE49-F238E27FC236}">
                  <a16:creationId xmlns:a16="http://schemas.microsoft.com/office/drawing/2014/main" id="{E779BCFD-E9EB-5A3B-5745-55BDAAB680A6}"/>
                </a:ext>
              </a:extLst>
            </p:cNvPr>
            <p:cNvGrpSpPr>
              <a:grpSpLocks noChangeAspect="1"/>
            </p:cNvGrpSpPr>
            <p:nvPr userDrawn="1"/>
          </p:nvGrpSpPr>
          <p:grpSpPr>
            <a:xfrm>
              <a:off x="1391562" y="4192658"/>
              <a:ext cx="352800" cy="356401"/>
              <a:chOff x="2701088" y="1799831"/>
              <a:chExt cx="1379436" cy="1393518"/>
            </a:xfrm>
          </p:grpSpPr>
          <p:sp>
            <p:nvSpPr>
              <p:cNvPr id="13" name="Rectangle: Rounded Corners 12">
                <a:hlinkClick r:id="rId16"/>
                <a:extLst>
                  <a:ext uri="{FF2B5EF4-FFF2-40B4-BE49-F238E27FC236}">
                    <a16:creationId xmlns:a16="http://schemas.microsoft.com/office/drawing/2014/main" id="{20E34348-BE7B-7581-41A2-E9815364A5E0}"/>
                  </a:ext>
                </a:extLst>
              </p:cNvPr>
              <p:cNvSpPr/>
              <p:nvPr userDrawn="1"/>
            </p:nvSpPr>
            <p:spPr>
              <a:xfrm>
                <a:off x="2701088" y="1799831"/>
                <a:ext cx="1379436" cy="1393514"/>
              </a:xfrm>
              <a:prstGeom prst="roundRect">
                <a:avLst>
                  <a:gd name="adj" fmla="val 600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grpSp>
            <p:nvGrpSpPr>
              <p:cNvPr id="14" name="Group 13">
                <a:extLst>
                  <a:ext uri="{FF2B5EF4-FFF2-40B4-BE49-F238E27FC236}">
                    <a16:creationId xmlns:a16="http://schemas.microsoft.com/office/drawing/2014/main" id="{3936C5D7-3519-ED43-1B44-4422503312F3}"/>
                  </a:ext>
                </a:extLst>
              </p:cNvPr>
              <p:cNvGrpSpPr/>
              <p:nvPr userDrawn="1"/>
            </p:nvGrpSpPr>
            <p:grpSpPr>
              <a:xfrm>
                <a:off x="3240133" y="2017919"/>
                <a:ext cx="612318" cy="1175430"/>
                <a:chOff x="3240133" y="2017919"/>
                <a:chExt cx="612318" cy="1175430"/>
              </a:xfrm>
            </p:grpSpPr>
            <p:grpSp>
              <p:nvGrpSpPr>
                <p:cNvPr id="15" name="Group 14">
                  <a:extLst>
                    <a:ext uri="{FF2B5EF4-FFF2-40B4-BE49-F238E27FC236}">
                      <a16:creationId xmlns:a16="http://schemas.microsoft.com/office/drawing/2014/main" id="{B1CC4BFB-1E87-E099-7487-A29191CB0D2B}"/>
                    </a:ext>
                  </a:extLst>
                </p:cNvPr>
                <p:cNvGrpSpPr/>
                <p:nvPr userDrawn="1"/>
              </p:nvGrpSpPr>
              <p:grpSpPr>
                <a:xfrm>
                  <a:off x="3240133" y="2449053"/>
                  <a:ext cx="609401" cy="209183"/>
                  <a:chOff x="1865077" y="3555949"/>
                  <a:chExt cx="550724" cy="182614"/>
                </a:xfrm>
                <a:solidFill>
                  <a:srgbClr val="7213EA"/>
                </a:solidFill>
              </p:grpSpPr>
              <p:sp>
                <p:nvSpPr>
                  <p:cNvPr id="27" name="Rectangle 26">
                    <a:extLst>
                      <a:ext uri="{FF2B5EF4-FFF2-40B4-BE49-F238E27FC236}">
                        <a16:creationId xmlns:a16="http://schemas.microsoft.com/office/drawing/2014/main" id="{54961812-9608-0923-E4E2-219790C718D4}"/>
                      </a:ext>
                    </a:extLst>
                  </p:cNvPr>
                  <p:cNvSpPr/>
                  <p:nvPr userDrawn="1"/>
                </p:nvSpPr>
                <p:spPr>
                  <a:xfrm>
                    <a:off x="1865077" y="3555949"/>
                    <a:ext cx="525697" cy="18261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28" name="Isosceles Triangle 27">
                    <a:extLst>
                      <a:ext uri="{FF2B5EF4-FFF2-40B4-BE49-F238E27FC236}">
                        <a16:creationId xmlns:a16="http://schemas.microsoft.com/office/drawing/2014/main" id="{9D107042-493C-5BF1-00B7-D8BD080FCFCD}"/>
                      </a:ext>
                    </a:extLst>
                  </p:cNvPr>
                  <p:cNvSpPr/>
                  <p:nvPr userDrawn="1"/>
                </p:nvSpPr>
                <p:spPr>
                  <a:xfrm rot="10800000" flipH="1">
                    <a:off x="2354492" y="3555949"/>
                    <a:ext cx="61309" cy="180000"/>
                  </a:xfrm>
                  <a:prstGeom prst="triangle">
                    <a:avLst>
                      <a:gd name="adj" fmla="val 6214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grpSp>
            <p:sp>
              <p:nvSpPr>
                <p:cNvPr id="16" name="Rectangle 15">
                  <a:extLst>
                    <a:ext uri="{FF2B5EF4-FFF2-40B4-BE49-F238E27FC236}">
                      <a16:creationId xmlns:a16="http://schemas.microsoft.com/office/drawing/2014/main" id="{361FF202-CCC9-96DB-C077-5F9FA7EAFC0F}"/>
                    </a:ext>
                  </a:extLst>
                </p:cNvPr>
                <p:cNvSpPr/>
                <p:nvPr userDrawn="1"/>
              </p:nvSpPr>
              <p:spPr>
                <a:xfrm>
                  <a:off x="3425230" y="2286589"/>
                  <a:ext cx="214800" cy="906760"/>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17" name="Block Arc 58">
                  <a:extLst>
                    <a:ext uri="{FF2B5EF4-FFF2-40B4-BE49-F238E27FC236}">
                      <a16:creationId xmlns:a16="http://schemas.microsoft.com/office/drawing/2014/main" id="{D5DEB2CC-FE00-DFD3-5A68-2BCFE984EE8B}"/>
                    </a:ext>
                  </a:extLst>
                </p:cNvPr>
                <p:cNvSpPr/>
                <p:nvPr userDrawn="1"/>
              </p:nvSpPr>
              <p:spPr>
                <a:xfrm rot="16200000">
                  <a:off x="3496213" y="1946933"/>
                  <a:ext cx="285252" cy="427224"/>
                </a:xfrm>
                <a:custGeom>
                  <a:avLst/>
                  <a:gdLst>
                    <a:gd name="connsiteX0" fmla="*/ 308517 w 631399"/>
                    <a:gd name="connsiteY0" fmla="*/ 101 h 776879"/>
                    <a:gd name="connsiteX1" fmla="*/ 560328 w 631399"/>
                    <a:gd name="connsiteY1" fmla="*/ 142904 h 776879"/>
                    <a:gd name="connsiteX2" fmla="*/ 631376 w 631399"/>
                    <a:gd name="connsiteY2" fmla="*/ 393110 h 776879"/>
                    <a:gd name="connsiteX3" fmla="*/ 465384 w 631399"/>
                    <a:gd name="connsiteY3" fmla="*/ 390653 h 776879"/>
                    <a:gd name="connsiteX4" fmla="*/ 439744 w 631399"/>
                    <a:gd name="connsiteY4" fmla="*/ 263934 h 776879"/>
                    <a:gd name="connsiteX5" fmla="*/ 311587 w 631399"/>
                    <a:gd name="connsiteY5" fmla="*/ 166091 h 776879"/>
                    <a:gd name="connsiteX6" fmla="*/ 308517 w 631399"/>
                    <a:gd name="connsiteY6" fmla="*/ 101 h 776879"/>
                    <a:gd name="connsiteX0" fmla="*/ 0 w 323110"/>
                    <a:gd name="connsiteY0" fmla="*/ 510 h 393519"/>
                    <a:gd name="connsiteX1" fmla="*/ 278005 w 323110"/>
                    <a:gd name="connsiteY1" fmla="*/ 95688 h 393519"/>
                    <a:gd name="connsiteX2" fmla="*/ 322859 w 323110"/>
                    <a:gd name="connsiteY2" fmla="*/ 393519 h 393519"/>
                    <a:gd name="connsiteX3" fmla="*/ 156867 w 323110"/>
                    <a:gd name="connsiteY3" fmla="*/ 391062 h 393519"/>
                    <a:gd name="connsiteX4" fmla="*/ 131227 w 323110"/>
                    <a:gd name="connsiteY4" fmla="*/ 264343 h 393519"/>
                    <a:gd name="connsiteX5" fmla="*/ 3070 w 323110"/>
                    <a:gd name="connsiteY5" fmla="*/ 166500 h 393519"/>
                    <a:gd name="connsiteX6" fmla="*/ 0 w 323110"/>
                    <a:gd name="connsiteY6" fmla="*/ 510 h 393519"/>
                    <a:gd name="connsiteX0" fmla="*/ 0 w 323110"/>
                    <a:gd name="connsiteY0" fmla="*/ 510 h 393519"/>
                    <a:gd name="connsiteX1" fmla="*/ 278005 w 323110"/>
                    <a:gd name="connsiteY1" fmla="*/ 95688 h 393519"/>
                    <a:gd name="connsiteX2" fmla="*/ 322859 w 323110"/>
                    <a:gd name="connsiteY2" fmla="*/ 393519 h 393519"/>
                    <a:gd name="connsiteX3" fmla="*/ 156867 w 323110"/>
                    <a:gd name="connsiteY3" fmla="*/ 391062 h 393519"/>
                    <a:gd name="connsiteX4" fmla="*/ 135990 w 323110"/>
                    <a:gd name="connsiteY4" fmla="*/ 223864 h 393519"/>
                    <a:gd name="connsiteX5" fmla="*/ 3070 w 323110"/>
                    <a:gd name="connsiteY5" fmla="*/ 166500 h 393519"/>
                    <a:gd name="connsiteX6" fmla="*/ 0 w 323110"/>
                    <a:gd name="connsiteY6" fmla="*/ 510 h 393519"/>
                    <a:gd name="connsiteX0" fmla="*/ 0 w 323110"/>
                    <a:gd name="connsiteY0" fmla="*/ 510 h 393519"/>
                    <a:gd name="connsiteX1" fmla="*/ 278005 w 323110"/>
                    <a:gd name="connsiteY1" fmla="*/ 95688 h 393519"/>
                    <a:gd name="connsiteX2" fmla="*/ 322859 w 323110"/>
                    <a:gd name="connsiteY2" fmla="*/ 393519 h 393519"/>
                    <a:gd name="connsiteX3" fmla="*/ 144961 w 323110"/>
                    <a:gd name="connsiteY3" fmla="*/ 388684 h 393519"/>
                    <a:gd name="connsiteX4" fmla="*/ 135990 w 323110"/>
                    <a:gd name="connsiteY4" fmla="*/ 223864 h 393519"/>
                    <a:gd name="connsiteX5" fmla="*/ 3070 w 323110"/>
                    <a:gd name="connsiteY5" fmla="*/ 166500 h 393519"/>
                    <a:gd name="connsiteX6" fmla="*/ 0 w 323110"/>
                    <a:gd name="connsiteY6" fmla="*/ 510 h 393519"/>
                    <a:gd name="connsiteX0" fmla="*/ 0 w 323110"/>
                    <a:gd name="connsiteY0" fmla="*/ 510 h 393519"/>
                    <a:gd name="connsiteX1" fmla="*/ 278005 w 323110"/>
                    <a:gd name="connsiteY1" fmla="*/ 95688 h 393519"/>
                    <a:gd name="connsiteX2" fmla="*/ 322859 w 323110"/>
                    <a:gd name="connsiteY2" fmla="*/ 393519 h 393519"/>
                    <a:gd name="connsiteX3" fmla="*/ 144961 w 323110"/>
                    <a:gd name="connsiteY3" fmla="*/ 388684 h 393519"/>
                    <a:gd name="connsiteX4" fmla="*/ 135990 w 323110"/>
                    <a:gd name="connsiteY4" fmla="*/ 238155 h 393519"/>
                    <a:gd name="connsiteX5" fmla="*/ 3070 w 323110"/>
                    <a:gd name="connsiteY5" fmla="*/ 166500 h 393519"/>
                    <a:gd name="connsiteX6" fmla="*/ 0 w 323110"/>
                    <a:gd name="connsiteY6" fmla="*/ 510 h 393519"/>
                    <a:gd name="connsiteX0" fmla="*/ 0 w 323110"/>
                    <a:gd name="connsiteY0" fmla="*/ 510 h 393519"/>
                    <a:gd name="connsiteX1" fmla="*/ 278005 w 323110"/>
                    <a:gd name="connsiteY1" fmla="*/ 95688 h 393519"/>
                    <a:gd name="connsiteX2" fmla="*/ 322859 w 323110"/>
                    <a:gd name="connsiteY2" fmla="*/ 393519 h 393519"/>
                    <a:gd name="connsiteX3" fmla="*/ 144961 w 323110"/>
                    <a:gd name="connsiteY3" fmla="*/ 388684 h 393519"/>
                    <a:gd name="connsiteX4" fmla="*/ 135990 w 323110"/>
                    <a:gd name="connsiteY4" fmla="*/ 238155 h 393519"/>
                    <a:gd name="connsiteX5" fmla="*/ 34026 w 323110"/>
                    <a:gd name="connsiteY5" fmla="*/ 185553 h 393519"/>
                    <a:gd name="connsiteX6" fmla="*/ 0 w 323110"/>
                    <a:gd name="connsiteY6" fmla="*/ 510 h 393519"/>
                    <a:gd name="connsiteX0" fmla="*/ 0 w 292268"/>
                    <a:gd name="connsiteY0" fmla="*/ 159 h 393165"/>
                    <a:gd name="connsiteX1" fmla="*/ 247049 w 292268"/>
                    <a:gd name="connsiteY1" fmla="*/ 95334 h 393165"/>
                    <a:gd name="connsiteX2" fmla="*/ 291903 w 292268"/>
                    <a:gd name="connsiteY2" fmla="*/ 393165 h 393165"/>
                    <a:gd name="connsiteX3" fmla="*/ 114005 w 292268"/>
                    <a:gd name="connsiteY3" fmla="*/ 388330 h 393165"/>
                    <a:gd name="connsiteX4" fmla="*/ 105034 w 292268"/>
                    <a:gd name="connsiteY4" fmla="*/ 237801 h 393165"/>
                    <a:gd name="connsiteX5" fmla="*/ 3070 w 292268"/>
                    <a:gd name="connsiteY5" fmla="*/ 185199 h 393165"/>
                    <a:gd name="connsiteX6" fmla="*/ 0 w 292268"/>
                    <a:gd name="connsiteY6" fmla="*/ 159 h 393165"/>
                    <a:gd name="connsiteX0" fmla="*/ 0 w 292268"/>
                    <a:gd name="connsiteY0" fmla="*/ 159 h 393165"/>
                    <a:gd name="connsiteX1" fmla="*/ 247049 w 292268"/>
                    <a:gd name="connsiteY1" fmla="*/ 95334 h 393165"/>
                    <a:gd name="connsiteX2" fmla="*/ 291903 w 292268"/>
                    <a:gd name="connsiteY2" fmla="*/ 393165 h 393165"/>
                    <a:gd name="connsiteX3" fmla="*/ 114005 w 292268"/>
                    <a:gd name="connsiteY3" fmla="*/ 388330 h 393165"/>
                    <a:gd name="connsiteX4" fmla="*/ 105034 w 292268"/>
                    <a:gd name="connsiteY4" fmla="*/ 237801 h 393165"/>
                    <a:gd name="connsiteX5" fmla="*/ 60942 w 292268"/>
                    <a:gd name="connsiteY5" fmla="*/ 182362 h 393165"/>
                    <a:gd name="connsiteX6" fmla="*/ 3070 w 292268"/>
                    <a:gd name="connsiteY6" fmla="*/ 185199 h 393165"/>
                    <a:gd name="connsiteX7" fmla="*/ 0 w 292268"/>
                    <a:gd name="connsiteY7" fmla="*/ 159 h 393165"/>
                    <a:gd name="connsiteX0" fmla="*/ 0 w 292268"/>
                    <a:gd name="connsiteY0" fmla="*/ 159 h 393165"/>
                    <a:gd name="connsiteX1" fmla="*/ 247049 w 292268"/>
                    <a:gd name="connsiteY1" fmla="*/ 95334 h 393165"/>
                    <a:gd name="connsiteX2" fmla="*/ 291903 w 292268"/>
                    <a:gd name="connsiteY2" fmla="*/ 393165 h 393165"/>
                    <a:gd name="connsiteX3" fmla="*/ 114005 w 292268"/>
                    <a:gd name="connsiteY3" fmla="*/ 388330 h 393165"/>
                    <a:gd name="connsiteX4" fmla="*/ 105034 w 292268"/>
                    <a:gd name="connsiteY4" fmla="*/ 237801 h 393165"/>
                    <a:gd name="connsiteX5" fmla="*/ 60942 w 292268"/>
                    <a:gd name="connsiteY5" fmla="*/ 191890 h 393165"/>
                    <a:gd name="connsiteX6" fmla="*/ 3070 w 292268"/>
                    <a:gd name="connsiteY6" fmla="*/ 185199 h 393165"/>
                    <a:gd name="connsiteX7" fmla="*/ 0 w 292268"/>
                    <a:gd name="connsiteY7" fmla="*/ 159 h 393165"/>
                    <a:gd name="connsiteX0" fmla="*/ 25533 w 317801"/>
                    <a:gd name="connsiteY0" fmla="*/ 159 h 393165"/>
                    <a:gd name="connsiteX1" fmla="*/ 272582 w 317801"/>
                    <a:gd name="connsiteY1" fmla="*/ 95334 h 393165"/>
                    <a:gd name="connsiteX2" fmla="*/ 317436 w 317801"/>
                    <a:gd name="connsiteY2" fmla="*/ 393165 h 393165"/>
                    <a:gd name="connsiteX3" fmla="*/ 139538 w 317801"/>
                    <a:gd name="connsiteY3" fmla="*/ 388330 h 393165"/>
                    <a:gd name="connsiteX4" fmla="*/ 130567 w 317801"/>
                    <a:gd name="connsiteY4" fmla="*/ 237801 h 393165"/>
                    <a:gd name="connsiteX5" fmla="*/ 86475 w 317801"/>
                    <a:gd name="connsiteY5" fmla="*/ 191890 h 393165"/>
                    <a:gd name="connsiteX6" fmla="*/ 27 w 317801"/>
                    <a:gd name="connsiteY6" fmla="*/ 173296 h 393165"/>
                    <a:gd name="connsiteX7" fmla="*/ 25533 w 317801"/>
                    <a:gd name="connsiteY7" fmla="*/ 159 h 393165"/>
                    <a:gd name="connsiteX0" fmla="*/ 25533 w 313515"/>
                    <a:gd name="connsiteY0" fmla="*/ 154 h 388325"/>
                    <a:gd name="connsiteX1" fmla="*/ 272582 w 313515"/>
                    <a:gd name="connsiteY1" fmla="*/ 95329 h 388325"/>
                    <a:gd name="connsiteX2" fmla="*/ 312674 w 313515"/>
                    <a:gd name="connsiteY2" fmla="*/ 386016 h 388325"/>
                    <a:gd name="connsiteX3" fmla="*/ 139538 w 313515"/>
                    <a:gd name="connsiteY3" fmla="*/ 388325 h 388325"/>
                    <a:gd name="connsiteX4" fmla="*/ 130567 w 313515"/>
                    <a:gd name="connsiteY4" fmla="*/ 237796 h 388325"/>
                    <a:gd name="connsiteX5" fmla="*/ 86475 w 313515"/>
                    <a:gd name="connsiteY5" fmla="*/ 191885 h 388325"/>
                    <a:gd name="connsiteX6" fmla="*/ 27 w 313515"/>
                    <a:gd name="connsiteY6" fmla="*/ 173291 h 388325"/>
                    <a:gd name="connsiteX7" fmla="*/ 25533 w 313515"/>
                    <a:gd name="connsiteY7" fmla="*/ 154 h 388325"/>
                    <a:gd name="connsiteX0" fmla="*/ 25533 w 307803"/>
                    <a:gd name="connsiteY0" fmla="*/ 157 h 390781"/>
                    <a:gd name="connsiteX1" fmla="*/ 272582 w 307803"/>
                    <a:gd name="connsiteY1" fmla="*/ 95332 h 390781"/>
                    <a:gd name="connsiteX2" fmla="*/ 305531 w 307803"/>
                    <a:gd name="connsiteY2" fmla="*/ 390781 h 390781"/>
                    <a:gd name="connsiteX3" fmla="*/ 139538 w 307803"/>
                    <a:gd name="connsiteY3" fmla="*/ 388328 h 390781"/>
                    <a:gd name="connsiteX4" fmla="*/ 130567 w 307803"/>
                    <a:gd name="connsiteY4" fmla="*/ 237799 h 390781"/>
                    <a:gd name="connsiteX5" fmla="*/ 86475 w 307803"/>
                    <a:gd name="connsiteY5" fmla="*/ 191888 h 390781"/>
                    <a:gd name="connsiteX6" fmla="*/ 27 w 307803"/>
                    <a:gd name="connsiteY6" fmla="*/ 173294 h 390781"/>
                    <a:gd name="connsiteX7" fmla="*/ 25533 w 307803"/>
                    <a:gd name="connsiteY7" fmla="*/ 157 h 390781"/>
                    <a:gd name="connsiteX0" fmla="*/ 25533 w 307803"/>
                    <a:gd name="connsiteY0" fmla="*/ 157 h 390781"/>
                    <a:gd name="connsiteX1" fmla="*/ 272582 w 307803"/>
                    <a:gd name="connsiteY1" fmla="*/ 95332 h 390781"/>
                    <a:gd name="connsiteX2" fmla="*/ 305531 w 307803"/>
                    <a:gd name="connsiteY2" fmla="*/ 390781 h 390781"/>
                    <a:gd name="connsiteX3" fmla="*/ 139538 w 307803"/>
                    <a:gd name="connsiteY3" fmla="*/ 388328 h 390781"/>
                    <a:gd name="connsiteX4" fmla="*/ 130567 w 307803"/>
                    <a:gd name="connsiteY4" fmla="*/ 237799 h 390781"/>
                    <a:gd name="connsiteX5" fmla="*/ 27 w 307803"/>
                    <a:gd name="connsiteY5" fmla="*/ 173294 h 390781"/>
                    <a:gd name="connsiteX6" fmla="*/ 25533 w 307803"/>
                    <a:gd name="connsiteY6" fmla="*/ 157 h 390781"/>
                    <a:gd name="connsiteX0" fmla="*/ 25533 w 307803"/>
                    <a:gd name="connsiteY0" fmla="*/ 157 h 390781"/>
                    <a:gd name="connsiteX1" fmla="*/ 272582 w 307803"/>
                    <a:gd name="connsiteY1" fmla="*/ 95332 h 390781"/>
                    <a:gd name="connsiteX2" fmla="*/ 305531 w 307803"/>
                    <a:gd name="connsiteY2" fmla="*/ 390781 h 390781"/>
                    <a:gd name="connsiteX3" fmla="*/ 139538 w 307803"/>
                    <a:gd name="connsiteY3" fmla="*/ 388328 h 390781"/>
                    <a:gd name="connsiteX4" fmla="*/ 130567 w 307803"/>
                    <a:gd name="connsiteY4" fmla="*/ 237799 h 390781"/>
                    <a:gd name="connsiteX5" fmla="*/ 27 w 307803"/>
                    <a:gd name="connsiteY5" fmla="*/ 173294 h 390781"/>
                    <a:gd name="connsiteX6" fmla="*/ 25533 w 307803"/>
                    <a:gd name="connsiteY6" fmla="*/ 157 h 390781"/>
                    <a:gd name="connsiteX0" fmla="*/ 6542 w 288812"/>
                    <a:gd name="connsiteY0" fmla="*/ 157 h 390781"/>
                    <a:gd name="connsiteX1" fmla="*/ 253591 w 288812"/>
                    <a:gd name="connsiteY1" fmla="*/ 95332 h 390781"/>
                    <a:gd name="connsiteX2" fmla="*/ 286540 w 288812"/>
                    <a:gd name="connsiteY2" fmla="*/ 390781 h 390781"/>
                    <a:gd name="connsiteX3" fmla="*/ 120547 w 288812"/>
                    <a:gd name="connsiteY3" fmla="*/ 388328 h 390781"/>
                    <a:gd name="connsiteX4" fmla="*/ 111576 w 288812"/>
                    <a:gd name="connsiteY4" fmla="*/ 237799 h 390781"/>
                    <a:gd name="connsiteX5" fmla="*/ 86 w 288812"/>
                    <a:gd name="connsiteY5" fmla="*/ 178056 h 390781"/>
                    <a:gd name="connsiteX6" fmla="*/ 6542 w 288812"/>
                    <a:gd name="connsiteY6" fmla="*/ 157 h 390781"/>
                    <a:gd name="connsiteX0" fmla="*/ 6542 w 288812"/>
                    <a:gd name="connsiteY0" fmla="*/ 157 h 390781"/>
                    <a:gd name="connsiteX1" fmla="*/ 253591 w 288812"/>
                    <a:gd name="connsiteY1" fmla="*/ 95332 h 390781"/>
                    <a:gd name="connsiteX2" fmla="*/ 286540 w 288812"/>
                    <a:gd name="connsiteY2" fmla="*/ 390781 h 390781"/>
                    <a:gd name="connsiteX3" fmla="*/ 120547 w 288812"/>
                    <a:gd name="connsiteY3" fmla="*/ 388328 h 390781"/>
                    <a:gd name="connsiteX4" fmla="*/ 111576 w 288812"/>
                    <a:gd name="connsiteY4" fmla="*/ 237799 h 390781"/>
                    <a:gd name="connsiteX5" fmla="*/ 86 w 288812"/>
                    <a:gd name="connsiteY5" fmla="*/ 178056 h 390781"/>
                    <a:gd name="connsiteX6" fmla="*/ 6542 w 288812"/>
                    <a:gd name="connsiteY6" fmla="*/ 157 h 390781"/>
                    <a:gd name="connsiteX0" fmla="*/ 6542 w 288812"/>
                    <a:gd name="connsiteY0" fmla="*/ 157 h 390781"/>
                    <a:gd name="connsiteX1" fmla="*/ 253591 w 288812"/>
                    <a:gd name="connsiteY1" fmla="*/ 95332 h 390781"/>
                    <a:gd name="connsiteX2" fmla="*/ 286540 w 288812"/>
                    <a:gd name="connsiteY2" fmla="*/ 390781 h 390781"/>
                    <a:gd name="connsiteX3" fmla="*/ 120547 w 288812"/>
                    <a:gd name="connsiteY3" fmla="*/ 388328 h 390781"/>
                    <a:gd name="connsiteX4" fmla="*/ 111576 w 288812"/>
                    <a:gd name="connsiteY4" fmla="*/ 237799 h 390781"/>
                    <a:gd name="connsiteX5" fmla="*/ 86 w 288812"/>
                    <a:gd name="connsiteY5" fmla="*/ 178056 h 390781"/>
                    <a:gd name="connsiteX6" fmla="*/ 6542 w 288812"/>
                    <a:gd name="connsiteY6" fmla="*/ 157 h 390781"/>
                    <a:gd name="connsiteX0" fmla="*/ 6542 w 288812"/>
                    <a:gd name="connsiteY0" fmla="*/ 157 h 390781"/>
                    <a:gd name="connsiteX1" fmla="*/ 253591 w 288812"/>
                    <a:gd name="connsiteY1" fmla="*/ 95332 h 390781"/>
                    <a:gd name="connsiteX2" fmla="*/ 286540 w 288812"/>
                    <a:gd name="connsiteY2" fmla="*/ 390781 h 390781"/>
                    <a:gd name="connsiteX3" fmla="*/ 120547 w 288812"/>
                    <a:gd name="connsiteY3" fmla="*/ 388328 h 390781"/>
                    <a:gd name="connsiteX4" fmla="*/ 111576 w 288812"/>
                    <a:gd name="connsiteY4" fmla="*/ 237799 h 390781"/>
                    <a:gd name="connsiteX5" fmla="*/ 41290 w 288812"/>
                    <a:gd name="connsiteY5" fmla="*/ 210935 h 390781"/>
                    <a:gd name="connsiteX6" fmla="*/ 86 w 288812"/>
                    <a:gd name="connsiteY6" fmla="*/ 178056 h 390781"/>
                    <a:gd name="connsiteX7" fmla="*/ 6542 w 288812"/>
                    <a:gd name="connsiteY7" fmla="*/ 157 h 390781"/>
                    <a:gd name="connsiteX0" fmla="*/ 10269 w 292539"/>
                    <a:gd name="connsiteY0" fmla="*/ 157 h 390781"/>
                    <a:gd name="connsiteX1" fmla="*/ 257318 w 292539"/>
                    <a:gd name="connsiteY1" fmla="*/ 95332 h 390781"/>
                    <a:gd name="connsiteX2" fmla="*/ 290267 w 292539"/>
                    <a:gd name="connsiteY2" fmla="*/ 390781 h 390781"/>
                    <a:gd name="connsiteX3" fmla="*/ 124274 w 292539"/>
                    <a:gd name="connsiteY3" fmla="*/ 388328 h 390781"/>
                    <a:gd name="connsiteX4" fmla="*/ 115303 w 292539"/>
                    <a:gd name="connsiteY4" fmla="*/ 237799 h 390781"/>
                    <a:gd name="connsiteX5" fmla="*/ 80735 w 292539"/>
                    <a:gd name="connsiteY5" fmla="*/ 201413 h 390781"/>
                    <a:gd name="connsiteX6" fmla="*/ 3813 w 292539"/>
                    <a:gd name="connsiteY6" fmla="*/ 178056 h 390781"/>
                    <a:gd name="connsiteX7" fmla="*/ 10269 w 292539"/>
                    <a:gd name="connsiteY7" fmla="*/ 157 h 390781"/>
                    <a:gd name="connsiteX0" fmla="*/ 10269 w 292539"/>
                    <a:gd name="connsiteY0" fmla="*/ 157 h 390781"/>
                    <a:gd name="connsiteX1" fmla="*/ 257318 w 292539"/>
                    <a:gd name="connsiteY1" fmla="*/ 95332 h 390781"/>
                    <a:gd name="connsiteX2" fmla="*/ 290267 w 292539"/>
                    <a:gd name="connsiteY2" fmla="*/ 390781 h 390781"/>
                    <a:gd name="connsiteX3" fmla="*/ 124274 w 292539"/>
                    <a:gd name="connsiteY3" fmla="*/ 388328 h 390781"/>
                    <a:gd name="connsiteX4" fmla="*/ 115303 w 292539"/>
                    <a:gd name="connsiteY4" fmla="*/ 237799 h 390781"/>
                    <a:gd name="connsiteX5" fmla="*/ 80735 w 292539"/>
                    <a:gd name="connsiteY5" fmla="*/ 201413 h 390781"/>
                    <a:gd name="connsiteX6" fmla="*/ 3813 w 292539"/>
                    <a:gd name="connsiteY6" fmla="*/ 178056 h 390781"/>
                    <a:gd name="connsiteX7" fmla="*/ 10269 w 292539"/>
                    <a:gd name="connsiteY7" fmla="*/ 157 h 390781"/>
                    <a:gd name="connsiteX0" fmla="*/ 10269 w 297322"/>
                    <a:gd name="connsiteY0" fmla="*/ 108 h 390732"/>
                    <a:gd name="connsiteX1" fmla="*/ 268685 w 297322"/>
                    <a:gd name="connsiteY1" fmla="*/ 111951 h 390732"/>
                    <a:gd name="connsiteX2" fmla="*/ 290267 w 297322"/>
                    <a:gd name="connsiteY2" fmla="*/ 390732 h 390732"/>
                    <a:gd name="connsiteX3" fmla="*/ 124274 w 297322"/>
                    <a:gd name="connsiteY3" fmla="*/ 388279 h 390732"/>
                    <a:gd name="connsiteX4" fmla="*/ 115303 w 297322"/>
                    <a:gd name="connsiteY4" fmla="*/ 237750 h 390732"/>
                    <a:gd name="connsiteX5" fmla="*/ 80735 w 297322"/>
                    <a:gd name="connsiteY5" fmla="*/ 201364 h 390732"/>
                    <a:gd name="connsiteX6" fmla="*/ 3813 w 297322"/>
                    <a:gd name="connsiteY6" fmla="*/ 178007 h 390732"/>
                    <a:gd name="connsiteX7" fmla="*/ 10269 w 297322"/>
                    <a:gd name="connsiteY7" fmla="*/ 108 h 390732"/>
                    <a:gd name="connsiteX0" fmla="*/ 12697 w 299750"/>
                    <a:gd name="connsiteY0" fmla="*/ 108 h 390732"/>
                    <a:gd name="connsiteX1" fmla="*/ 271113 w 299750"/>
                    <a:gd name="connsiteY1" fmla="*/ 111951 h 390732"/>
                    <a:gd name="connsiteX2" fmla="*/ 292695 w 299750"/>
                    <a:gd name="connsiteY2" fmla="*/ 390732 h 390732"/>
                    <a:gd name="connsiteX3" fmla="*/ 126702 w 299750"/>
                    <a:gd name="connsiteY3" fmla="*/ 388279 h 390732"/>
                    <a:gd name="connsiteX4" fmla="*/ 117731 w 299750"/>
                    <a:gd name="connsiteY4" fmla="*/ 237750 h 390732"/>
                    <a:gd name="connsiteX5" fmla="*/ 6241 w 299750"/>
                    <a:gd name="connsiteY5" fmla="*/ 178007 h 390732"/>
                    <a:gd name="connsiteX6" fmla="*/ 12697 w 299750"/>
                    <a:gd name="connsiteY6" fmla="*/ 108 h 390732"/>
                    <a:gd name="connsiteX0" fmla="*/ 10302 w 297355"/>
                    <a:gd name="connsiteY0" fmla="*/ 108 h 390732"/>
                    <a:gd name="connsiteX1" fmla="*/ 268718 w 297355"/>
                    <a:gd name="connsiteY1" fmla="*/ 111951 h 390732"/>
                    <a:gd name="connsiteX2" fmla="*/ 290300 w 297355"/>
                    <a:gd name="connsiteY2" fmla="*/ 390732 h 390732"/>
                    <a:gd name="connsiteX3" fmla="*/ 124307 w 297355"/>
                    <a:gd name="connsiteY3" fmla="*/ 388279 h 390732"/>
                    <a:gd name="connsiteX4" fmla="*/ 81236 w 297355"/>
                    <a:gd name="connsiteY4" fmla="*/ 223462 h 390732"/>
                    <a:gd name="connsiteX5" fmla="*/ 3846 w 297355"/>
                    <a:gd name="connsiteY5" fmla="*/ 178007 h 390732"/>
                    <a:gd name="connsiteX6" fmla="*/ 10302 w 297355"/>
                    <a:gd name="connsiteY6" fmla="*/ 108 h 390732"/>
                    <a:gd name="connsiteX0" fmla="*/ 10302 w 297355"/>
                    <a:gd name="connsiteY0" fmla="*/ 108 h 390732"/>
                    <a:gd name="connsiteX1" fmla="*/ 268718 w 297355"/>
                    <a:gd name="connsiteY1" fmla="*/ 111951 h 390732"/>
                    <a:gd name="connsiteX2" fmla="*/ 290300 w 297355"/>
                    <a:gd name="connsiteY2" fmla="*/ 390732 h 390732"/>
                    <a:gd name="connsiteX3" fmla="*/ 90207 w 297355"/>
                    <a:gd name="connsiteY3" fmla="*/ 390664 h 390732"/>
                    <a:gd name="connsiteX4" fmla="*/ 81236 w 297355"/>
                    <a:gd name="connsiteY4" fmla="*/ 223462 h 390732"/>
                    <a:gd name="connsiteX5" fmla="*/ 3846 w 297355"/>
                    <a:gd name="connsiteY5" fmla="*/ 178007 h 390732"/>
                    <a:gd name="connsiteX6" fmla="*/ 10302 w 297355"/>
                    <a:gd name="connsiteY6" fmla="*/ 108 h 390732"/>
                    <a:gd name="connsiteX0" fmla="*/ 19820 w 306873"/>
                    <a:gd name="connsiteY0" fmla="*/ 108 h 390732"/>
                    <a:gd name="connsiteX1" fmla="*/ 278236 w 306873"/>
                    <a:gd name="connsiteY1" fmla="*/ 111951 h 390732"/>
                    <a:gd name="connsiteX2" fmla="*/ 299818 w 306873"/>
                    <a:gd name="connsiteY2" fmla="*/ 390732 h 390732"/>
                    <a:gd name="connsiteX3" fmla="*/ 99725 w 306873"/>
                    <a:gd name="connsiteY3" fmla="*/ 390664 h 390732"/>
                    <a:gd name="connsiteX4" fmla="*/ 90754 w 306873"/>
                    <a:gd name="connsiteY4" fmla="*/ 223462 h 390732"/>
                    <a:gd name="connsiteX5" fmla="*/ 13364 w 306873"/>
                    <a:gd name="connsiteY5" fmla="*/ 178007 h 390732"/>
                    <a:gd name="connsiteX6" fmla="*/ 19820 w 306873"/>
                    <a:gd name="connsiteY6" fmla="*/ 108 h 390732"/>
                    <a:gd name="connsiteX0" fmla="*/ 31628 w 318681"/>
                    <a:gd name="connsiteY0" fmla="*/ 108 h 390732"/>
                    <a:gd name="connsiteX1" fmla="*/ 290044 w 318681"/>
                    <a:gd name="connsiteY1" fmla="*/ 111951 h 390732"/>
                    <a:gd name="connsiteX2" fmla="*/ 311626 w 318681"/>
                    <a:gd name="connsiteY2" fmla="*/ 390732 h 390732"/>
                    <a:gd name="connsiteX3" fmla="*/ 111533 w 318681"/>
                    <a:gd name="connsiteY3" fmla="*/ 390664 h 390732"/>
                    <a:gd name="connsiteX4" fmla="*/ 102562 w 318681"/>
                    <a:gd name="connsiteY4" fmla="*/ 223462 h 390732"/>
                    <a:gd name="connsiteX5" fmla="*/ 10963 w 318681"/>
                    <a:gd name="connsiteY5" fmla="*/ 178010 h 390732"/>
                    <a:gd name="connsiteX6" fmla="*/ 31628 w 318681"/>
                    <a:gd name="connsiteY6" fmla="*/ 108 h 390732"/>
                    <a:gd name="connsiteX0" fmla="*/ 31628 w 314859"/>
                    <a:gd name="connsiteY0" fmla="*/ 124 h 390748"/>
                    <a:gd name="connsiteX1" fmla="*/ 281519 w 314859"/>
                    <a:gd name="connsiteY1" fmla="*/ 104823 h 390748"/>
                    <a:gd name="connsiteX2" fmla="*/ 311626 w 314859"/>
                    <a:gd name="connsiteY2" fmla="*/ 390748 h 390748"/>
                    <a:gd name="connsiteX3" fmla="*/ 111533 w 314859"/>
                    <a:gd name="connsiteY3" fmla="*/ 390680 h 390748"/>
                    <a:gd name="connsiteX4" fmla="*/ 102562 w 314859"/>
                    <a:gd name="connsiteY4" fmla="*/ 223478 h 390748"/>
                    <a:gd name="connsiteX5" fmla="*/ 10963 w 314859"/>
                    <a:gd name="connsiteY5" fmla="*/ 178026 h 390748"/>
                    <a:gd name="connsiteX6" fmla="*/ 31628 w 314859"/>
                    <a:gd name="connsiteY6" fmla="*/ 124 h 390748"/>
                    <a:gd name="connsiteX0" fmla="*/ 25679 w 305986"/>
                    <a:gd name="connsiteY0" fmla="*/ 124 h 390748"/>
                    <a:gd name="connsiteX1" fmla="*/ 272784 w 305986"/>
                    <a:gd name="connsiteY1" fmla="*/ 104823 h 390748"/>
                    <a:gd name="connsiteX2" fmla="*/ 302891 w 305986"/>
                    <a:gd name="connsiteY2" fmla="*/ 390748 h 390748"/>
                    <a:gd name="connsiteX3" fmla="*/ 102798 w 305986"/>
                    <a:gd name="connsiteY3" fmla="*/ 390680 h 390748"/>
                    <a:gd name="connsiteX4" fmla="*/ 93827 w 305986"/>
                    <a:gd name="connsiteY4" fmla="*/ 223478 h 390748"/>
                    <a:gd name="connsiteX5" fmla="*/ 2228 w 305986"/>
                    <a:gd name="connsiteY5" fmla="*/ 178026 h 390748"/>
                    <a:gd name="connsiteX6" fmla="*/ 25679 w 305986"/>
                    <a:gd name="connsiteY6" fmla="*/ 124 h 390748"/>
                    <a:gd name="connsiteX0" fmla="*/ 37369 w 304374"/>
                    <a:gd name="connsiteY0" fmla="*/ 130 h 388405"/>
                    <a:gd name="connsiteX1" fmla="*/ 271774 w 304374"/>
                    <a:gd name="connsiteY1" fmla="*/ 102480 h 388405"/>
                    <a:gd name="connsiteX2" fmla="*/ 301881 w 304374"/>
                    <a:gd name="connsiteY2" fmla="*/ 388405 h 388405"/>
                    <a:gd name="connsiteX3" fmla="*/ 101788 w 304374"/>
                    <a:gd name="connsiteY3" fmla="*/ 388337 h 388405"/>
                    <a:gd name="connsiteX4" fmla="*/ 92817 w 304374"/>
                    <a:gd name="connsiteY4" fmla="*/ 221135 h 388405"/>
                    <a:gd name="connsiteX5" fmla="*/ 1218 w 304374"/>
                    <a:gd name="connsiteY5" fmla="*/ 175683 h 388405"/>
                    <a:gd name="connsiteX6" fmla="*/ 37369 w 304374"/>
                    <a:gd name="connsiteY6" fmla="*/ 130 h 388405"/>
                    <a:gd name="connsiteX0" fmla="*/ 37369 w 304374"/>
                    <a:gd name="connsiteY0" fmla="*/ 130 h 390688"/>
                    <a:gd name="connsiteX1" fmla="*/ 271774 w 304374"/>
                    <a:gd name="connsiteY1" fmla="*/ 102480 h 390688"/>
                    <a:gd name="connsiteX2" fmla="*/ 301881 w 304374"/>
                    <a:gd name="connsiteY2" fmla="*/ 388405 h 390688"/>
                    <a:gd name="connsiteX3" fmla="*/ 106867 w 304374"/>
                    <a:gd name="connsiteY3" fmla="*/ 390688 h 390688"/>
                    <a:gd name="connsiteX4" fmla="*/ 92817 w 304374"/>
                    <a:gd name="connsiteY4" fmla="*/ 221135 h 390688"/>
                    <a:gd name="connsiteX5" fmla="*/ 1218 w 304374"/>
                    <a:gd name="connsiteY5" fmla="*/ 175683 h 390688"/>
                    <a:gd name="connsiteX6" fmla="*/ 37369 w 304374"/>
                    <a:gd name="connsiteY6" fmla="*/ 130 h 390688"/>
                    <a:gd name="connsiteX0" fmla="*/ 37564 w 304569"/>
                    <a:gd name="connsiteY0" fmla="*/ 130 h 390688"/>
                    <a:gd name="connsiteX1" fmla="*/ 271969 w 304569"/>
                    <a:gd name="connsiteY1" fmla="*/ 102480 h 390688"/>
                    <a:gd name="connsiteX2" fmla="*/ 302076 w 304569"/>
                    <a:gd name="connsiteY2" fmla="*/ 388405 h 390688"/>
                    <a:gd name="connsiteX3" fmla="*/ 107062 w 304569"/>
                    <a:gd name="connsiteY3" fmla="*/ 390688 h 390688"/>
                    <a:gd name="connsiteX4" fmla="*/ 98092 w 304569"/>
                    <a:gd name="connsiteY4" fmla="*/ 218787 h 390688"/>
                    <a:gd name="connsiteX5" fmla="*/ 1413 w 304569"/>
                    <a:gd name="connsiteY5" fmla="*/ 175683 h 390688"/>
                    <a:gd name="connsiteX6" fmla="*/ 37564 w 304569"/>
                    <a:gd name="connsiteY6" fmla="*/ 130 h 390688"/>
                    <a:gd name="connsiteX0" fmla="*/ 37564 w 304569"/>
                    <a:gd name="connsiteY0" fmla="*/ 130 h 390688"/>
                    <a:gd name="connsiteX1" fmla="*/ 271969 w 304569"/>
                    <a:gd name="connsiteY1" fmla="*/ 102480 h 390688"/>
                    <a:gd name="connsiteX2" fmla="*/ 302076 w 304569"/>
                    <a:gd name="connsiteY2" fmla="*/ 388405 h 390688"/>
                    <a:gd name="connsiteX3" fmla="*/ 107062 w 304569"/>
                    <a:gd name="connsiteY3" fmla="*/ 390688 h 390688"/>
                    <a:gd name="connsiteX4" fmla="*/ 98091 w 304569"/>
                    <a:gd name="connsiteY4" fmla="*/ 218789 h 390688"/>
                    <a:gd name="connsiteX5" fmla="*/ 1413 w 304569"/>
                    <a:gd name="connsiteY5" fmla="*/ 175683 h 390688"/>
                    <a:gd name="connsiteX6" fmla="*/ 37564 w 304569"/>
                    <a:gd name="connsiteY6" fmla="*/ 130 h 390688"/>
                    <a:gd name="connsiteX0" fmla="*/ 37564 w 304569"/>
                    <a:gd name="connsiteY0" fmla="*/ 130 h 388405"/>
                    <a:gd name="connsiteX1" fmla="*/ 271969 w 304569"/>
                    <a:gd name="connsiteY1" fmla="*/ 102480 h 388405"/>
                    <a:gd name="connsiteX2" fmla="*/ 302076 w 304569"/>
                    <a:gd name="connsiteY2" fmla="*/ 388405 h 388405"/>
                    <a:gd name="connsiteX3" fmla="*/ 114682 w 304569"/>
                    <a:gd name="connsiteY3" fmla="*/ 388342 h 388405"/>
                    <a:gd name="connsiteX4" fmla="*/ 98091 w 304569"/>
                    <a:gd name="connsiteY4" fmla="*/ 218789 h 388405"/>
                    <a:gd name="connsiteX5" fmla="*/ 1413 w 304569"/>
                    <a:gd name="connsiteY5" fmla="*/ 175683 h 388405"/>
                    <a:gd name="connsiteX6" fmla="*/ 37564 w 304569"/>
                    <a:gd name="connsiteY6" fmla="*/ 130 h 388405"/>
                    <a:gd name="connsiteX0" fmla="*/ 37096 w 304101"/>
                    <a:gd name="connsiteY0" fmla="*/ 130 h 388405"/>
                    <a:gd name="connsiteX1" fmla="*/ 271501 w 304101"/>
                    <a:gd name="connsiteY1" fmla="*/ 102480 h 388405"/>
                    <a:gd name="connsiteX2" fmla="*/ 301608 w 304101"/>
                    <a:gd name="connsiteY2" fmla="*/ 388405 h 388405"/>
                    <a:gd name="connsiteX3" fmla="*/ 114214 w 304101"/>
                    <a:gd name="connsiteY3" fmla="*/ 388342 h 388405"/>
                    <a:gd name="connsiteX4" fmla="*/ 84922 w 304101"/>
                    <a:gd name="connsiteY4" fmla="*/ 211746 h 388405"/>
                    <a:gd name="connsiteX5" fmla="*/ 945 w 304101"/>
                    <a:gd name="connsiteY5" fmla="*/ 175683 h 388405"/>
                    <a:gd name="connsiteX6" fmla="*/ 37096 w 304101"/>
                    <a:gd name="connsiteY6" fmla="*/ 130 h 388405"/>
                    <a:gd name="connsiteX0" fmla="*/ 37096 w 304101"/>
                    <a:gd name="connsiteY0" fmla="*/ 130 h 388405"/>
                    <a:gd name="connsiteX1" fmla="*/ 271501 w 304101"/>
                    <a:gd name="connsiteY1" fmla="*/ 102480 h 388405"/>
                    <a:gd name="connsiteX2" fmla="*/ 301608 w 304101"/>
                    <a:gd name="connsiteY2" fmla="*/ 388405 h 388405"/>
                    <a:gd name="connsiteX3" fmla="*/ 114214 w 304101"/>
                    <a:gd name="connsiteY3" fmla="*/ 388342 h 388405"/>
                    <a:gd name="connsiteX4" fmla="*/ 105984 w 304101"/>
                    <a:gd name="connsiteY4" fmla="*/ 296265 h 388405"/>
                    <a:gd name="connsiteX5" fmla="*/ 84922 w 304101"/>
                    <a:gd name="connsiteY5" fmla="*/ 211746 h 388405"/>
                    <a:gd name="connsiteX6" fmla="*/ 945 w 304101"/>
                    <a:gd name="connsiteY6" fmla="*/ 175683 h 388405"/>
                    <a:gd name="connsiteX7" fmla="*/ 37096 w 304101"/>
                    <a:gd name="connsiteY7" fmla="*/ 130 h 388405"/>
                    <a:gd name="connsiteX0" fmla="*/ 37096 w 304101"/>
                    <a:gd name="connsiteY0" fmla="*/ 130 h 388405"/>
                    <a:gd name="connsiteX1" fmla="*/ 271501 w 304101"/>
                    <a:gd name="connsiteY1" fmla="*/ 102480 h 388405"/>
                    <a:gd name="connsiteX2" fmla="*/ 301608 w 304101"/>
                    <a:gd name="connsiteY2" fmla="*/ 388405 h 388405"/>
                    <a:gd name="connsiteX3" fmla="*/ 114214 w 304101"/>
                    <a:gd name="connsiteY3" fmla="*/ 388342 h 388405"/>
                    <a:gd name="connsiteX4" fmla="*/ 105984 w 304101"/>
                    <a:gd name="connsiteY4" fmla="*/ 265733 h 388405"/>
                    <a:gd name="connsiteX5" fmla="*/ 84922 w 304101"/>
                    <a:gd name="connsiteY5" fmla="*/ 211746 h 388405"/>
                    <a:gd name="connsiteX6" fmla="*/ 945 w 304101"/>
                    <a:gd name="connsiteY6" fmla="*/ 175683 h 388405"/>
                    <a:gd name="connsiteX7" fmla="*/ 37096 w 304101"/>
                    <a:gd name="connsiteY7" fmla="*/ 130 h 388405"/>
                    <a:gd name="connsiteX0" fmla="*/ 37096 w 304101"/>
                    <a:gd name="connsiteY0" fmla="*/ 130 h 388405"/>
                    <a:gd name="connsiteX1" fmla="*/ 271501 w 304101"/>
                    <a:gd name="connsiteY1" fmla="*/ 102480 h 388405"/>
                    <a:gd name="connsiteX2" fmla="*/ 301608 w 304101"/>
                    <a:gd name="connsiteY2" fmla="*/ 388405 h 388405"/>
                    <a:gd name="connsiteX3" fmla="*/ 114214 w 304101"/>
                    <a:gd name="connsiteY3" fmla="*/ 388342 h 388405"/>
                    <a:gd name="connsiteX4" fmla="*/ 105984 w 304101"/>
                    <a:gd name="connsiteY4" fmla="*/ 265733 h 388405"/>
                    <a:gd name="connsiteX5" fmla="*/ 84922 w 304101"/>
                    <a:gd name="connsiteY5" fmla="*/ 211746 h 388405"/>
                    <a:gd name="connsiteX6" fmla="*/ 945 w 304101"/>
                    <a:gd name="connsiteY6" fmla="*/ 175683 h 388405"/>
                    <a:gd name="connsiteX7" fmla="*/ 37096 w 304101"/>
                    <a:gd name="connsiteY7" fmla="*/ 130 h 388405"/>
                    <a:gd name="connsiteX0" fmla="*/ 37096 w 304101"/>
                    <a:gd name="connsiteY0" fmla="*/ 130 h 388405"/>
                    <a:gd name="connsiteX1" fmla="*/ 271501 w 304101"/>
                    <a:gd name="connsiteY1" fmla="*/ 102480 h 388405"/>
                    <a:gd name="connsiteX2" fmla="*/ 301608 w 304101"/>
                    <a:gd name="connsiteY2" fmla="*/ 388405 h 388405"/>
                    <a:gd name="connsiteX3" fmla="*/ 114214 w 304101"/>
                    <a:gd name="connsiteY3" fmla="*/ 388342 h 388405"/>
                    <a:gd name="connsiteX4" fmla="*/ 113604 w 304101"/>
                    <a:gd name="connsiteY4" fmla="*/ 272781 h 388405"/>
                    <a:gd name="connsiteX5" fmla="*/ 84922 w 304101"/>
                    <a:gd name="connsiteY5" fmla="*/ 211746 h 388405"/>
                    <a:gd name="connsiteX6" fmla="*/ 945 w 304101"/>
                    <a:gd name="connsiteY6" fmla="*/ 175683 h 388405"/>
                    <a:gd name="connsiteX7" fmla="*/ 37096 w 304101"/>
                    <a:gd name="connsiteY7" fmla="*/ 130 h 388405"/>
                    <a:gd name="connsiteX0" fmla="*/ 38236 w 305241"/>
                    <a:gd name="connsiteY0" fmla="*/ 130 h 388405"/>
                    <a:gd name="connsiteX1" fmla="*/ 272641 w 305241"/>
                    <a:gd name="connsiteY1" fmla="*/ 102480 h 388405"/>
                    <a:gd name="connsiteX2" fmla="*/ 302748 w 305241"/>
                    <a:gd name="connsiteY2" fmla="*/ 388405 h 388405"/>
                    <a:gd name="connsiteX3" fmla="*/ 115354 w 305241"/>
                    <a:gd name="connsiteY3" fmla="*/ 388342 h 388405"/>
                    <a:gd name="connsiteX4" fmla="*/ 114744 w 305241"/>
                    <a:gd name="connsiteY4" fmla="*/ 272781 h 388405"/>
                    <a:gd name="connsiteX5" fmla="*/ 2085 w 305241"/>
                    <a:gd name="connsiteY5" fmla="*/ 175683 h 388405"/>
                    <a:gd name="connsiteX6" fmla="*/ 38236 w 305241"/>
                    <a:gd name="connsiteY6" fmla="*/ 130 h 388405"/>
                    <a:gd name="connsiteX0" fmla="*/ 50313 w 317318"/>
                    <a:gd name="connsiteY0" fmla="*/ 130 h 388405"/>
                    <a:gd name="connsiteX1" fmla="*/ 284718 w 317318"/>
                    <a:gd name="connsiteY1" fmla="*/ 102480 h 388405"/>
                    <a:gd name="connsiteX2" fmla="*/ 314825 w 317318"/>
                    <a:gd name="connsiteY2" fmla="*/ 388405 h 388405"/>
                    <a:gd name="connsiteX3" fmla="*/ 127431 w 317318"/>
                    <a:gd name="connsiteY3" fmla="*/ 388342 h 388405"/>
                    <a:gd name="connsiteX4" fmla="*/ 126821 w 317318"/>
                    <a:gd name="connsiteY4" fmla="*/ 272781 h 388405"/>
                    <a:gd name="connsiteX5" fmla="*/ 14162 w 317318"/>
                    <a:gd name="connsiteY5" fmla="*/ 175683 h 388405"/>
                    <a:gd name="connsiteX6" fmla="*/ 50313 w 317318"/>
                    <a:gd name="connsiteY6" fmla="*/ 130 h 388405"/>
                    <a:gd name="connsiteX0" fmla="*/ 43688 w 310693"/>
                    <a:gd name="connsiteY0" fmla="*/ 130 h 388405"/>
                    <a:gd name="connsiteX1" fmla="*/ 278093 w 310693"/>
                    <a:gd name="connsiteY1" fmla="*/ 102480 h 388405"/>
                    <a:gd name="connsiteX2" fmla="*/ 308200 w 310693"/>
                    <a:gd name="connsiteY2" fmla="*/ 388405 h 388405"/>
                    <a:gd name="connsiteX3" fmla="*/ 120806 w 310693"/>
                    <a:gd name="connsiteY3" fmla="*/ 388342 h 388405"/>
                    <a:gd name="connsiteX4" fmla="*/ 120196 w 310693"/>
                    <a:gd name="connsiteY4" fmla="*/ 272781 h 388405"/>
                    <a:gd name="connsiteX5" fmla="*/ 15157 w 310693"/>
                    <a:gd name="connsiteY5" fmla="*/ 185077 h 388405"/>
                    <a:gd name="connsiteX6" fmla="*/ 43688 w 310693"/>
                    <a:gd name="connsiteY6" fmla="*/ 130 h 388405"/>
                    <a:gd name="connsiteX0" fmla="*/ 30918 w 297923"/>
                    <a:gd name="connsiteY0" fmla="*/ 130 h 388405"/>
                    <a:gd name="connsiteX1" fmla="*/ 265323 w 297923"/>
                    <a:gd name="connsiteY1" fmla="*/ 102480 h 388405"/>
                    <a:gd name="connsiteX2" fmla="*/ 295430 w 297923"/>
                    <a:gd name="connsiteY2" fmla="*/ 388405 h 388405"/>
                    <a:gd name="connsiteX3" fmla="*/ 108036 w 297923"/>
                    <a:gd name="connsiteY3" fmla="*/ 388342 h 388405"/>
                    <a:gd name="connsiteX4" fmla="*/ 107426 w 297923"/>
                    <a:gd name="connsiteY4" fmla="*/ 272781 h 388405"/>
                    <a:gd name="connsiteX5" fmla="*/ 17627 w 297923"/>
                    <a:gd name="connsiteY5" fmla="*/ 194474 h 388405"/>
                    <a:gd name="connsiteX6" fmla="*/ 30918 w 297923"/>
                    <a:gd name="connsiteY6" fmla="*/ 130 h 388405"/>
                    <a:gd name="connsiteX0" fmla="*/ 30918 w 297923"/>
                    <a:gd name="connsiteY0" fmla="*/ 130 h 388405"/>
                    <a:gd name="connsiteX1" fmla="*/ 265323 w 297923"/>
                    <a:gd name="connsiteY1" fmla="*/ 102480 h 388405"/>
                    <a:gd name="connsiteX2" fmla="*/ 295430 w 297923"/>
                    <a:gd name="connsiteY2" fmla="*/ 388405 h 388405"/>
                    <a:gd name="connsiteX3" fmla="*/ 108036 w 297923"/>
                    <a:gd name="connsiteY3" fmla="*/ 388342 h 388405"/>
                    <a:gd name="connsiteX4" fmla="*/ 107426 w 297923"/>
                    <a:gd name="connsiteY4" fmla="*/ 272781 h 388405"/>
                    <a:gd name="connsiteX5" fmla="*/ 17627 w 297923"/>
                    <a:gd name="connsiteY5" fmla="*/ 194474 h 388405"/>
                    <a:gd name="connsiteX6" fmla="*/ 30918 w 297923"/>
                    <a:gd name="connsiteY6" fmla="*/ 130 h 388405"/>
                    <a:gd name="connsiteX0" fmla="*/ 16088 w 283093"/>
                    <a:gd name="connsiteY0" fmla="*/ 130 h 388405"/>
                    <a:gd name="connsiteX1" fmla="*/ 250493 w 283093"/>
                    <a:gd name="connsiteY1" fmla="*/ 102480 h 388405"/>
                    <a:gd name="connsiteX2" fmla="*/ 280600 w 283093"/>
                    <a:gd name="connsiteY2" fmla="*/ 388405 h 388405"/>
                    <a:gd name="connsiteX3" fmla="*/ 93206 w 283093"/>
                    <a:gd name="connsiteY3" fmla="*/ 388342 h 388405"/>
                    <a:gd name="connsiteX4" fmla="*/ 92596 w 283093"/>
                    <a:gd name="connsiteY4" fmla="*/ 272781 h 388405"/>
                    <a:gd name="connsiteX5" fmla="*/ 82424 w 283093"/>
                    <a:gd name="connsiteY5" fmla="*/ 236454 h 388405"/>
                    <a:gd name="connsiteX6" fmla="*/ 2797 w 283093"/>
                    <a:gd name="connsiteY6" fmla="*/ 194474 h 388405"/>
                    <a:gd name="connsiteX7" fmla="*/ 16088 w 283093"/>
                    <a:gd name="connsiteY7" fmla="*/ 130 h 388405"/>
                    <a:gd name="connsiteX0" fmla="*/ 16088 w 283093"/>
                    <a:gd name="connsiteY0" fmla="*/ 130 h 388405"/>
                    <a:gd name="connsiteX1" fmla="*/ 250493 w 283093"/>
                    <a:gd name="connsiteY1" fmla="*/ 102480 h 388405"/>
                    <a:gd name="connsiteX2" fmla="*/ 280600 w 283093"/>
                    <a:gd name="connsiteY2" fmla="*/ 388405 h 388405"/>
                    <a:gd name="connsiteX3" fmla="*/ 93206 w 283093"/>
                    <a:gd name="connsiteY3" fmla="*/ 388342 h 388405"/>
                    <a:gd name="connsiteX4" fmla="*/ 92596 w 283093"/>
                    <a:gd name="connsiteY4" fmla="*/ 272781 h 388405"/>
                    <a:gd name="connsiteX5" fmla="*/ 82424 w 283093"/>
                    <a:gd name="connsiteY5" fmla="*/ 236454 h 388405"/>
                    <a:gd name="connsiteX6" fmla="*/ 2797 w 283093"/>
                    <a:gd name="connsiteY6" fmla="*/ 194474 h 388405"/>
                    <a:gd name="connsiteX7" fmla="*/ 16088 w 283093"/>
                    <a:gd name="connsiteY7" fmla="*/ 130 h 388405"/>
                    <a:gd name="connsiteX0" fmla="*/ 16088 w 283093"/>
                    <a:gd name="connsiteY0" fmla="*/ 130 h 388405"/>
                    <a:gd name="connsiteX1" fmla="*/ 250493 w 283093"/>
                    <a:gd name="connsiteY1" fmla="*/ 102480 h 388405"/>
                    <a:gd name="connsiteX2" fmla="*/ 280600 w 283093"/>
                    <a:gd name="connsiteY2" fmla="*/ 388405 h 388405"/>
                    <a:gd name="connsiteX3" fmla="*/ 93206 w 283093"/>
                    <a:gd name="connsiteY3" fmla="*/ 388342 h 388405"/>
                    <a:gd name="connsiteX4" fmla="*/ 92596 w 283093"/>
                    <a:gd name="connsiteY4" fmla="*/ 272781 h 388405"/>
                    <a:gd name="connsiteX5" fmla="*/ 82424 w 283093"/>
                    <a:gd name="connsiteY5" fmla="*/ 236454 h 388405"/>
                    <a:gd name="connsiteX6" fmla="*/ 2797 w 283093"/>
                    <a:gd name="connsiteY6" fmla="*/ 194474 h 388405"/>
                    <a:gd name="connsiteX7" fmla="*/ 16088 w 283093"/>
                    <a:gd name="connsiteY7" fmla="*/ 130 h 388405"/>
                    <a:gd name="connsiteX0" fmla="*/ 16088 w 283093"/>
                    <a:gd name="connsiteY0" fmla="*/ 130 h 388405"/>
                    <a:gd name="connsiteX1" fmla="*/ 250493 w 283093"/>
                    <a:gd name="connsiteY1" fmla="*/ 102480 h 388405"/>
                    <a:gd name="connsiteX2" fmla="*/ 280600 w 283093"/>
                    <a:gd name="connsiteY2" fmla="*/ 388405 h 388405"/>
                    <a:gd name="connsiteX3" fmla="*/ 93206 w 283093"/>
                    <a:gd name="connsiteY3" fmla="*/ 388342 h 388405"/>
                    <a:gd name="connsiteX4" fmla="*/ 92596 w 283093"/>
                    <a:gd name="connsiteY4" fmla="*/ 272781 h 388405"/>
                    <a:gd name="connsiteX5" fmla="*/ 82424 w 283093"/>
                    <a:gd name="connsiteY5" fmla="*/ 236454 h 388405"/>
                    <a:gd name="connsiteX6" fmla="*/ 2797 w 283093"/>
                    <a:gd name="connsiteY6" fmla="*/ 175686 h 388405"/>
                    <a:gd name="connsiteX7" fmla="*/ 16088 w 283093"/>
                    <a:gd name="connsiteY7" fmla="*/ 130 h 388405"/>
                    <a:gd name="connsiteX0" fmla="*/ 24259 w 291264"/>
                    <a:gd name="connsiteY0" fmla="*/ 130 h 388405"/>
                    <a:gd name="connsiteX1" fmla="*/ 258664 w 291264"/>
                    <a:gd name="connsiteY1" fmla="*/ 102480 h 388405"/>
                    <a:gd name="connsiteX2" fmla="*/ 288771 w 291264"/>
                    <a:gd name="connsiteY2" fmla="*/ 388405 h 388405"/>
                    <a:gd name="connsiteX3" fmla="*/ 101377 w 291264"/>
                    <a:gd name="connsiteY3" fmla="*/ 388342 h 388405"/>
                    <a:gd name="connsiteX4" fmla="*/ 100767 w 291264"/>
                    <a:gd name="connsiteY4" fmla="*/ 272781 h 388405"/>
                    <a:gd name="connsiteX5" fmla="*/ 90595 w 291264"/>
                    <a:gd name="connsiteY5" fmla="*/ 236454 h 388405"/>
                    <a:gd name="connsiteX6" fmla="*/ 10968 w 291264"/>
                    <a:gd name="connsiteY6" fmla="*/ 175686 h 388405"/>
                    <a:gd name="connsiteX7" fmla="*/ 24259 w 291264"/>
                    <a:gd name="connsiteY7" fmla="*/ 130 h 388405"/>
                    <a:gd name="connsiteX0" fmla="*/ 15408 w 282413"/>
                    <a:gd name="connsiteY0" fmla="*/ 130 h 388405"/>
                    <a:gd name="connsiteX1" fmla="*/ 249813 w 282413"/>
                    <a:gd name="connsiteY1" fmla="*/ 102480 h 388405"/>
                    <a:gd name="connsiteX2" fmla="*/ 279920 w 282413"/>
                    <a:gd name="connsiteY2" fmla="*/ 388405 h 388405"/>
                    <a:gd name="connsiteX3" fmla="*/ 92526 w 282413"/>
                    <a:gd name="connsiteY3" fmla="*/ 388342 h 388405"/>
                    <a:gd name="connsiteX4" fmla="*/ 91916 w 282413"/>
                    <a:gd name="connsiteY4" fmla="*/ 272781 h 388405"/>
                    <a:gd name="connsiteX5" fmla="*/ 70213 w 282413"/>
                    <a:gd name="connsiteY5" fmla="*/ 224016 h 388405"/>
                    <a:gd name="connsiteX6" fmla="*/ 2117 w 282413"/>
                    <a:gd name="connsiteY6" fmla="*/ 175686 h 388405"/>
                    <a:gd name="connsiteX7" fmla="*/ 15408 w 282413"/>
                    <a:gd name="connsiteY7" fmla="*/ 130 h 388405"/>
                    <a:gd name="connsiteX0" fmla="*/ 15408 w 282413"/>
                    <a:gd name="connsiteY0" fmla="*/ 130 h 388405"/>
                    <a:gd name="connsiteX1" fmla="*/ 249813 w 282413"/>
                    <a:gd name="connsiteY1" fmla="*/ 102480 h 388405"/>
                    <a:gd name="connsiteX2" fmla="*/ 279920 w 282413"/>
                    <a:gd name="connsiteY2" fmla="*/ 388405 h 388405"/>
                    <a:gd name="connsiteX3" fmla="*/ 92526 w 282413"/>
                    <a:gd name="connsiteY3" fmla="*/ 388342 h 388405"/>
                    <a:gd name="connsiteX4" fmla="*/ 91916 w 282413"/>
                    <a:gd name="connsiteY4" fmla="*/ 272781 h 388405"/>
                    <a:gd name="connsiteX5" fmla="*/ 70213 w 282413"/>
                    <a:gd name="connsiteY5" fmla="*/ 224016 h 388405"/>
                    <a:gd name="connsiteX6" fmla="*/ 2117 w 282413"/>
                    <a:gd name="connsiteY6" fmla="*/ 175686 h 388405"/>
                    <a:gd name="connsiteX7" fmla="*/ 15408 w 282413"/>
                    <a:gd name="connsiteY7" fmla="*/ 130 h 388405"/>
                    <a:gd name="connsiteX0" fmla="*/ 15408 w 282413"/>
                    <a:gd name="connsiteY0" fmla="*/ 130 h 388405"/>
                    <a:gd name="connsiteX1" fmla="*/ 249813 w 282413"/>
                    <a:gd name="connsiteY1" fmla="*/ 102480 h 388405"/>
                    <a:gd name="connsiteX2" fmla="*/ 279920 w 282413"/>
                    <a:gd name="connsiteY2" fmla="*/ 388405 h 388405"/>
                    <a:gd name="connsiteX3" fmla="*/ 92526 w 282413"/>
                    <a:gd name="connsiteY3" fmla="*/ 388342 h 388405"/>
                    <a:gd name="connsiteX4" fmla="*/ 91916 w 282413"/>
                    <a:gd name="connsiteY4" fmla="*/ 272781 h 388405"/>
                    <a:gd name="connsiteX5" fmla="*/ 70213 w 282413"/>
                    <a:gd name="connsiteY5" fmla="*/ 224016 h 388405"/>
                    <a:gd name="connsiteX6" fmla="*/ 2117 w 282413"/>
                    <a:gd name="connsiteY6" fmla="*/ 175686 h 388405"/>
                    <a:gd name="connsiteX7" fmla="*/ 15408 w 282413"/>
                    <a:gd name="connsiteY7" fmla="*/ 130 h 388405"/>
                    <a:gd name="connsiteX0" fmla="*/ 16712 w 283717"/>
                    <a:gd name="connsiteY0" fmla="*/ 130 h 388405"/>
                    <a:gd name="connsiteX1" fmla="*/ 251117 w 283717"/>
                    <a:gd name="connsiteY1" fmla="*/ 102480 h 388405"/>
                    <a:gd name="connsiteX2" fmla="*/ 281224 w 283717"/>
                    <a:gd name="connsiteY2" fmla="*/ 388405 h 388405"/>
                    <a:gd name="connsiteX3" fmla="*/ 93830 w 283717"/>
                    <a:gd name="connsiteY3" fmla="*/ 388342 h 388405"/>
                    <a:gd name="connsiteX4" fmla="*/ 93220 w 283717"/>
                    <a:gd name="connsiteY4" fmla="*/ 272781 h 388405"/>
                    <a:gd name="connsiteX5" fmla="*/ 3421 w 283717"/>
                    <a:gd name="connsiteY5" fmla="*/ 175686 h 388405"/>
                    <a:gd name="connsiteX6" fmla="*/ 16712 w 283717"/>
                    <a:gd name="connsiteY6" fmla="*/ 130 h 388405"/>
                    <a:gd name="connsiteX0" fmla="*/ 16833 w 283838"/>
                    <a:gd name="connsiteY0" fmla="*/ 130 h 388405"/>
                    <a:gd name="connsiteX1" fmla="*/ 251238 w 283838"/>
                    <a:gd name="connsiteY1" fmla="*/ 102480 h 388405"/>
                    <a:gd name="connsiteX2" fmla="*/ 281345 w 283838"/>
                    <a:gd name="connsiteY2" fmla="*/ 388405 h 388405"/>
                    <a:gd name="connsiteX3" fmla="*/ 93951 w 283838"/>
                    <a:gd name="connsiteY3" fmla="*/ 388342 h 388405"/>
                    <a:gd name="connsiteX4" fmla="*/ 95262 w 283838"/>
                    <a:gd name="connsiteY4" fmla="*/ 247906 h 388405"/>
                    <a:gd name="connsiteX5" fmla="*/ 3542 w 283838"/>
                    <a:gd name="connsiteY5" fmla="*/ 175686 h 388405"/>
                    <a:gd name="connsiteX6" fmla="*/ 16833 w 283838"/>
                    <a:gd name="connsiteY6" fmla="*/ 130 h 388405"/>
                    <a:gd name="connsiteX0" fmla="*/ 2758 w 269763"/>
                    <a:gd name="connsiteY0" fmla="*/ 130 h 388405"/>
                    <a:gd name="connsiteX1" fmla="*/ 237163 w 269763"/>
                    <a:gd name="connsiteY1" fmla="*/ 102480 h 388405"/>
                    <a:gd name="connsiteX2" fmla="*/ 267270 w 269763"/>
                    <a:gd name="connsiteY2" fmla="*/ 388405 h 388405"/>
                    <a:gd name="connsiteX3" fmla="*/ 79876 w 269763"/>
                    <a:gd name="connsiteY3" fmla="*/ 388342 h 388405"/>
                    <a:gd name="connsiteX4" fmla="*/ 81187 w 269763"/>
                    <a:gd name="connsiteY4" fmla="*/ 247906 h 388405"/>
                    <a:gd name="connsiteX5" fmla="*/ 6762 w 269763"/>
                    <a:gd name="connsiteY5" fmla="*/ 184572 h 388405"/>
                    <a:gd name="connsiteX6" fmla="*/ 2758 w 269763"/>
                    <a:gd name="connsiteY6" fmla="*/ 130 h 388405"/>
                    <a:gd name="connsiteX0" fmla="*/ 14505 w 281510"/>
                    <a:gd name="connsiteY0" fmla="*/ 130 h 388405"/>
                    <a:gd name="connsiteX1" fmla="*/ 248910 w 281510"/>
                    <a:gd name="connsiteY1" fmla="*/ 102480 h 388405"/>
                    <a:gd name="connsiteX2" fmla="*/ 279017 w 281510"/>
                    <a:gd name="connsiteY2" fmla="*/ 388405 h 388405"/>
                    <a:gd name="connsiteX3" fmla="*/ 91623 w 281510"/>
                    <a:gd name="connsiteY3" fmla="*/ 388342 h 388405"/>
                    <a:gd name="connsiteX4" fmla="*/ 92934 w 281510"/>
                    <a:gd name="connsiteY4" fmla="*/ 247906 h 388405"/>
                    <a:gd name="connsiteX5" fmla="*/ 18509 w 281510"/>
                    <a:gd name="connsiteY5" fmla="*/ 184572 h 388405"/>
                    <a:gd name="connsiteX6" fmla="*/ 14505 w 281510"/>
                    <a:gd name="connsiteY6" fmla="*/ 130 h 388405"/>
                    <a:gd name="connsiteX0" fmla="*/ 17312 w 284317"/>
                    <a:gd name="connsiteY0" fmla="*/ 130 h 388405"/>
                    <a:gd name="connsiteX1" fmla="*/ 251717 w 284317"/>
                    <a:gd name="connsiteY1" fmla="*/ 102480 h 388405"/>
                    <a:gd name="connsiteX2" fmla="*/ 281824 w 284317"/>
                    <a:gd name="connsiteY2" fmla="*/ 388405 h 388405"/>
                    <a:gd name="connsiteX3" fmla="*/ 94430 w 284317"/>
                    <a:gd name="connsiteY3" fmla="*/ 388342 h 388405"/>
                    <a:gd name="connsiteX4" fmla="*/ 95741 w 284317"/>
                    <a:gd name="connsiteY4" fmla="*/ 247906 h 388405"/>
                    <a:gd name="connsiteX5" fmla="*/ 17473 w 284317"/>
                    <a:gd name="connsiteY5" fmla="*/ 191680 h 388405"/>
                    <a:gd name="connsiteX6" fmla="*/ 17312 w 284317"/>
                    <a:gd name="connsiteY6" fmla="*/ 130 h 388405"/>
                    <a:gd name="connsiteX0" fmla="*/ 18519 w 285524"/>
                    <a:gd name="connsiteY0" fmla="*/ 130 h 388405"/>
                    <a:gd name="connsiteX1" fmla="*/ 252924 w 285524"/>
                    <a:gd name="connsiteY1" fmla="*/ 102480 h 388405"/>
                    <a:gd name="connsiteX2" fmla="*/ 283031 w 285524"/>
                    <a:gd name="connsiteY2" fmla="*/ 388405 h 388405"/>
                    <a:gd name="connsiteX3" fmla="*/ 95637 w 285524"/>
                    <a:gd name="connsiteY3" fmla="*/ 388342 h 388405"/>
                    <a:gd name="connsiteX4" fmla="*/ 96948 w 285524"/>
                    <a:gd name="connsiteY4" fmla="*/ 247906 h 388405"/>
                    <a:gd name="connsiteX5" fmla="*/ 18680 w 285524"/>
                    <a:gd name="connsiteY5" fmla="*/ 191680 h 388405"/>
                    <a:gd name="connsiteX6" fmla="*/ 18519 w 285524"/>
                    <a:gd name="connsiteY6" fmla="*/ 130 h 388405"/>
                    <a:gd name="connsiteX0" fmla="*/ 18887 w 285892"/>
                    <a:gd name="connsiteY0" fmla="*/ 130 h 388405"/>
                    <a:gd name="connsiteX1" fmla="*/ 253292 w 285892"/>
                    <a:gd name="connsiteY1" fmla="*/ 102480 h 388405"/>
                    <a:gd name="connsiteX2" fmla="*/ 283399 w 285892"/>
                    <a:gd name="connsiteY2" fmla="*/ 388405 h 388405"/>
                    <a:gd name="connsiteX3" fmla="*/ 96005 w 285892"/>
                    <a:gd name="connsiteY3" fmla="*/ 388342 h 388405"/>
                    <a:gd name="connsiteX4" fmla="*/ 97316 w 285892"/>
                    <a:gd name="connsiteY4" fmla="*/ 247906 h 388405"/>
                    <a:gd name="connsiteX5" fmla="*/ 19048 w 285892"/>
                    <a:gd name="connsiteY5" fmla="*/ 191680 h 388405"/>
                    <a:gd name="connsiteX6" fmla="*/ 18887 w 285892"/>
                    <a:gd name="connsiteY6" fmla="*/ 130 h 388405"/>
                    <a:gd name="connsiteX0" fmla="*/ 23285 w 290290"/>
                    <a:gd name="connsiteY0" fmla="*/ 130 h 388405"/>
                    <a:gd name="connsiteX1" fmla="*/ 257690 w 290290"/>
                    <a:gd name="connsiteY1" fmla="*/ 102480 h 388405"/>
                    <a:gd name="connsiteX2" fmla="*/ 287797 w 290290"/>
                    <a:gd name="connsiteY2" fmla="*/ 388405 h 388405"/>
                    <a:gd name="connsiteX3" fmla="*/ 100403 w 290290"/>
                    <a:gd name="connsiteY3" fmla="*/ 388342 h 388405"/>
                    <a:gd name="connsiteX4" fmla="*/ 101714 w 290290"/>
                    <a:gd name="connsiteY4" fmla="*/ 247906 h 388405"/>
                    <a:gd name="connsiteX5" fmla="*/ 17681 w 290290"/>
                    <a:gd name="connsiteY5" fmla="*/ 195234 h 388405"/>
                    <a:gd name="connsiteX6" fmla="*/ 23285 w 290290"/>
                    <a:gd name="connsiteY6" fmla="*/ 130 h 388405"/>
                    <a:gd name="connsiteX0" fmla="*/ 9830 w 276835"/>
                    <a:gd name="connsiteY0" fmla="*/ 130 h 388405"/>
                    <a:gd name="connsiteX1" fmla="*/ 244235 w 276835"/>
                    <a:gd name="connsiteY1" fmla="*/ 102480 h 388405"/>
                    <a:gd name="connsiteX2" fmla="*/ 274342 w 276835"/>
                    <a:gd name="connsiteY2" fmla="*/ 388405 h 388405"/>
                    <a:gd name="connsiteX3" fmla="*/ 86948 w 276835"/>
                    <a:gd name="connsiteY3" fmla="*/ 388342 h 388405"/>
                    <a:gd name="connsiteX4" fmla="*/ 84416 w 276835"/>
                    <a:gd name="connsiteY4" fmla="*/ 244354 h 388405"/>
                    <a:gd name="connsiteX5" fmla="*/ 4226 w 276835"/>
                    <a:gd name="connsiteY5" fmla="*/ 195234 h 388405"/>
                    <a:gd name="connsiteX6" fmla="*/ 9830 w 276835"/>
                    <a:gd name="connsiteY6" fmla="*/ 130 h 388405"/>
                    <a:gd name="connsiteX0" fmla="*/ 9830 w 276835"/>
                    <a:gd name="connsiteY0" fmla="*/ 130 h 388405"/>
                    <a:gd name="connsiteX1" fmla="*/ 244235 w 276835"/>
                    <a:gd name="connsiteY1" fmla="*/ 102480 h 388405"/>
                    <a:gd name="connsiteX2" fmla="*/ 274342 w 276835"/>
                    <a:gd name="connsiteY2" fmla="*/ 388405 h 388405"/>
                    <a:gd name="connsiteX3" fmla="*/ 86948 w 276835"/>
                    <a:gd name="connsiteY3" fmla="*/ 388342 h 388405"/>
                    <a:gd name="connsiteX4" fmla="*/ 84416 w 276835"/>
                    <a:gd name="connsiteY4" fmla="*/ 244354 h 388405"/>
                    <a:gd name="connsiteX5" fmla="*/ 4226 w 276835"/>
                    <a:gd name="connsiteY5" fmla="*/ 195234 h 388405"/>
                    <a:gd name="connsiteX6" fmla="*/ 9830 w 276835"/>
                    <a:gd name="connsiteY6" fmla="*/ 130 h 388405"/>
                    <a:gd name="connsiteX0" fmla="*/ 19973 w 286978"/>
                    <a:gd name="connsiteY0" fmla="*/ 130 h 388405"/>
                    <a:gd name="connsiteX1" fmla="*/ 254378 w 286978"/>
                    <a:gd name="connsiteY1" fmla="*/ 102480 h 388405"/>
                    <a:gd name="connsiteX2" fmla="*/ 284485 w 286978"/>
                    <a:gd name="connsiteY2" fmla="*/ 388405 h 388405"/>
                    <a:gd name="connsiteX3" fmla="*/ 97091 w 286978"/>
                    <a:gd name="connsiteY3" fmla="*/ 388342 h 388405"/>
                    <a:gd name="connsiteX4" fmla="*/ 94559 w 286978"/>
                    <a:gd name="connsiteY4" fmla="*/ 244354 h 388405"/>
                    <a:gd name="connsiteX5" fmla="*/ 14369 w 286978"/>
                    <a:gd name="connsiteY5" fmla="*/ 195234 h 388405"/>
                    <a:gd name="connsiteX6" fmla="*/ 19973 w 286978"/>
                    <a:gd name="connsiteY6" fmla="*/ 130 h 388405"/>
                    <a:gd name="connsiteX0" fmla="*/ 18474 w 285479"/>
                    <a:gd name="connsiteY0" fmla="*/ 130 h 388405"/>
                    <a:gd name="connsiteX1" fmla="*/ 252879 w 285479"/>
                    <a:gd name="connsiteY1" fmla="*/ 102480 h 388405"/>
                    <a:gd name="connsiteX2" fmla="*/ 282986 w 285479"/>
                    <a:gd name="connsiteY2" fmla="*/ 388405 h 388405"/>
                    <a:gd name="connsiteX3" fmla="*/ 95592 w 285479"/>
                    <a:gd name="connsiteY3" fmla="*/ 388342 h 388405"/>
                    <a:gd name="connsiteX4" fmla="*/ 93060 w 285479"/>
                    <a:gd name="connsiteY4" fmla="*/ 244354 h 388405"/>
                    <a:gd name="connsiteX5" fmla="*/ 14791 w 285479"/>
                    <a:gd name="connsiteY5" fmla="*/ 191681 h 388405"/>
                    <a:gd name="connsiteX6" fmla="*/ 18474 w 285479"/>
                    <a:gd name="connsiteY6" fmla="*/ 130 h 388405"/>
                    <a:gd name="connsiteX0" fmla="*/ 13455 w 280460"/>
                    <a:gd name="connsiteY0" fmla="*/ 130 h 388405"/>
                    <a:gd name="connsiteX1" fmla="*/ 247860 w 280460"/>
                    <a:gd name="connsiteY1" fmla="*/ 102480 h 388405"/>
                    <a:gd name="connsiteX2" fmla="*/ 277967 w 280460"/>
                    <a:gd name="connsiteY2" fmla="*/ 388405 h 388405"/>
                    <a:gd name="connsiteX3" fmla="*/ 90573 w 280460"/>
                    <a:gd name="connsiteY3" fmla="*/ 388342 h 388405"/>
                    <a:gd name="connsiteX4" fmla="*/ 88041 w 280460"/>
                    <a:gd name="connsiteY4" fmla="*/ 244354 h 388405"/>
                    <a:gd name="connsiteX5" fmla="*/ 9772 w 280460"/>
                    <a:gd name="connsiteY5" fmla="*/ 191681 h 388405"/>
                    <a:gd name="connsiteX6" fmla="*/ 13455 w 280460"/>
                    <a:gd name="connsiteY6" fmla="*/ 130 h 388405"/>
                    <a:gd name="connsiteX0" fmla="*/ 13455 w 280460"/>
                    <a:gd name="connsiteY0" fmla="*/ 130 h 388405"/>
                    <a:gd name="connsiteX1" fmla="*/ 247860 w 280460"/>
                    <a:gd name="connsiteY1" fmla="*/ 102480 h 388405"/>
                    <a:gd name="connsiteX2" fmla="*/ 277967 w 280460"/>
                    <a:gd name="connsiteY2" fmla="*/ 388405 h 388405"/>
                    <a:gd name="connsiteX3" fmla="*/ 90573 w 280460"/>
                    <a:gd name="connsiteY3" fmla="*/ 388342 h 388405"/>
                    <a:gd name="connsiteX4" fmla="*/ 88041 w 280460"/>
                    <a:gd name="connsiteY4" fmla="*/ 244354 h 388405"/>
                    <a:gd name="connsiteX5" fmla="*/ 9772 w 280460"/>
                    <a:gd name="connsiteY5" fmla="*/ 191681 h 388405"/>
                    <a:gd name="connsiteX6" fmla="*/ 13455 w 280460"/>
                    <a:gd name="connsiteY6" fmla="*/ 130 h 388405"/>
                    <a:gd name="connsiteX0" fmla="*/ 13455 w 280460"/>
                    <a:gd name="connsiteY0" fmla="*/ 130 h 388405"/>
                    <a:gd name="connsiteX1" fmla="*/ 247860 w 280460"/>
                    <a:gd name="connsiteY1" fmla="*/ 102480 h 388405"/>
                    <a:gd name="connsiteX2" fmla="*/ 277967 w 280460"/>
                    <a:gd name="connsiteY2" fmla="*/ 388405 h 388405"/>
                    <a:gd name="connsiteX3" fmla="*/ 90573 w 280460"/>
                    <a:gd name="connsiteY3" fmla="*/ 388342 h 388405"/>
                    <a:gd name="connsiteX4" fmla="*/ 88041 w 280460"/>
                    <a:gd name="connsiteY4" fmla="*/ 244354 h 388405"/>
                    <a:gd name="connsiteX5" fmla="*/ 9772 w 280460"/>
                    <a:gd name="connsiteY5" fmla="*/ 191681 h 388405"/>
                    <a:gd name="connsiteX6" fmla="*/ 13455 w 280460"/>
                    <a:gd name="connsiteY6" fmla="*/ 130 h 388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0460" h="388405">
                      <a:moveTo>
                        <a:pt x="13455" y="130"/>
                      </a:moveTo>
                      <a:cubicBezTo>
                        <a:pt x="110799" y="-2596"/>
                        <a:pt x="203775" y="37768"/>
                        <a:pt x="247860" y="102480"/>
                      </a:cubicBezTo>
                      <a:cubicBezTo>
                        <a:pt x="291945" y="167193"/>
                        <a:pt x="278857" y="297333"/>
                        <a:pt x="277967" y="388405"/>
                      </a:cubicBezTo>
                      <a:lnTo>
                        <a:pt x="90573" y="388342"/>
                      </a:lnTo>
                      <a:cubicBezTo>
                        <a:pt x="90370" y="349822"/>
                        <a:pt x="97852" y="289983"/>
                        <a:pt x="88041" y="244354"/>
                      </a:cubicBezTo>
                      <a:cubicBezTo>
                        <a:pt x="61443" y="180483"/>
                        <a:pt x="18359" y="203955"/>
                        <a:pt x="9772" y="191681"/>
                      </a:cubicBezTo>
                      <a:cubicBezTo>
                        <a:pt x="-14625" y="156808"/>
                        <a:pt x="14478" y="55460"/>
                        <a:pt x="13455" y="130"/>
                      </a:cubicBezTo>
                      <a:close/>
                    </a:path>
                  </a:pathLst>
                </a:cu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20" name="Rectangle 19">
                  <a:extLst>
                    <a:ext uri="{FF2B5EF4-FFF2-40B4-BE49-F238E27FC236}">
                      <a16:creationId xmlns:a16="http://schemas.microsoft.com/office/drawing/2014/main" id="{040B9E96-C1CB-4CDB-DA25-90015B8D7127}"/>
                    </a:ext>
                  </a:extLst>
                </p:cNvPr>
                <p:cNvSpPr/>
                <p:nvPr userDrawn="1"/>
              </p:nvSpPr>
              <p:spPr>
                <a:xfrm>
                  <a:off x="3432697" y="2229425"/>
                  <a:ext cx="170133" cy="285253"/>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grpSp>
        </p:grpSp>
      </p:grpSp>
    </p:spTree>
    <p:extLst>
      <p:ext uri="{BB962C8B-B14F-4D97-AF65-F5344CB8AC3E}">
        <p14:creationId xmlns:p14="http://schemas.microsoft.com/office/powerpoint/2010/main" val="326727365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Back cover_2">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41EDD3E2-FFF3-F2B1-51F6-76580766ED05}"/>
              </a:ext>
            </a:extLst>
          </p:cNvPr>
          <p:cNvGraphicFramePr>
            <a:graphicFrameLocks noChangeAspect="1"/>
          </p:cNvGraphicFramePr>
          <p:nvPr userDrawn="1">
            <p:custDataLst>
              <p:tags r:id="rId1"/>
            </p:custDataLst>
            <p:extLst>
              <p:ext uri="{D42A27DB-BD31-4B8C-83A1-F6EECF244321}">
                <p14:modId xmlns:p14="http://schemas.microsoft.com/office/powerpoint/2010/main" val="27901553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33" name="think-cell data - do not delete" hidden="1">
                        <a:extLst>
                          <a:ext uri="{FF2B5EF4-FFF2-40B4-BE49-F238E27FC236}">
                            <a16:creationId xmlns:a16="http://schemas.microsoft.com/office/drawing/2014/main" id="{41EDD3E2-FFF3-F2B1-51F6-76580766ED0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0" name="Oval 29">
            <a:hlinkClick r:id="" action="ppaction://hlinkshowjump?jump=previousslide"/>
            <a:extLst>
              <a:ext uri="{FF2B5EF4-FFF2-40B4-BE49-F238E27FC236}">
                <a16:creationId xmlns:a16="http://schemas.microsoft.com/office/drawing/2014/main" id="{BB16047C-FE83-CFD8-981B-3AEFB6941D54}"/>
              </a:ext>
            </a:extLst>
          </p:cNvPr>
          <p:cNvSpPr/>
          <p:nvPr userDrawn="1"/>
        </p:nvSpPr>
        <p:spPr>
          <a:xfrm flipH="1">
            <a:off x="11255557" y="103574"/>
            <a:ext cx="236608" cy="236608"/>
          </a:xfrm>
          <a:prstGeom prst="ellipse">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17" name="Graphic 16">
            <a:extLst>
              <a:ext uri="{FF2B5EF4-FFF2-40B4-BE49-F238E27FC236}">
                <a16:creationId xmlns:a16="http://schemas.microsoft.com/office/drawing/2014/main" id="{A51C6BDD-4F02-45D2-886C-4899A473F7F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98476" y="371311"/>
            <a:ext cx="914400" cy="368346"/>
          </a:xfrm>
          <a:prstGeom prst="rect">
            <a:avLst/>
          </a:prstGeom>
        </p:spPr>
      </p:pic>
      <p:sp>
        <p:nvSpPr>
          <p:cNvPr id="16" name="TextBox 15">
            <a:extLst>
              <a:ext uri="{FF2B5EF4-FFF2-40B4-BE49-F238E27FC236}">
                <a16:creationId xmlns:a16="http://schemas.microsoft.com/office/drawing/2014/main" id="{3D452264-8B29-63DF-A861-C5319B45880B}"/>
              </a:ext>
            </a:extLst>
          </p:cNvPr>
          <p:cNvSpPr txBox="1"/>
          <p:nvPr userDrawn="1">
            <p:custDataLst>
              <p:tags r:id="rId2"/>
            </p:custDataLst>
          </p:nvPr>
        </p:nvSpPr>
        <p:spPr>
          <a:xfrm>
            <a:off x="1011230" y="5577464"/>
            <a:ext cx="2462213" cy="138499"/>
          </a:xfrm>
          <a:prstGeom prst="rect">
            <a:avLst/>
          </a:prstGeom>
          <a:noFill/>
        </p:spPr>
        <p:txBody>
          <a:bodyPr wrap="none" lIns="0" tIns="0" rIns="0" bIns="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900" b="1" kern="1200" noProof="0">
                <a:solidFill>
                  <a:schemeClr val="accent2"/>
                </a:solidFill>
                <a:latin typeface="+mn-lt"/>
                <a:ea typeface="+mn-ea"/>
                <a:cs typeface="+mn-cs"/>
              </a:rPr>
              <a:t>Document Classification: KPMG Confidential</a:t>
            </a:r>
          </a:p>
        </p:txBody>
      </p:sp>
      <p:sp>
        <p:nvSpPr>
          <p:cNvPr id="19" name="Text Placeholder 26">
            <a:extLst>
              <a:ext uri="{FF2B5EF4-FFF2-40B4-BE49-F238E27FC236}">
                <a16:creationId xmlns:a16="http://schemas.microsoft.com/office/drawing/2014/main" id="{FA34C529-1EB7-681A-4048-6C1570E30F83}"/>
              </a:ext>
            </a:extLst>
          </p:cNvPr>
          <p:cNvSpPr txBox="1">
            <a:spLocks/>
          </p:cNvSpPr>
          <p:nvPr userDrawn="1"/>
        </p:nvSpPr>
        <p:spPr>
          <a:xfrm>
            <a:off x="920871" y="4633020"/>
            <a:ext cx="10418367" cy="800219"/>
          </a:xfrm>
          <a:prstGeom prst="rect">
            <a:avLst/>
          </a:prstGeom>
        </p:spPr>
        <p:txBody>
          <a:bodyPr wrap="square">
            <a:spAutoFit/>
          </a:bodyPr>
          <a:lstStyle>
            <a:lvl1pPr marL="0" indent="0" algn="l" defTabSz="914400" rtl="0" eaLnBrk="1" latinLnBrk="0" hangingPunct="1">
              <a:lnSpc>
                <a:spcPct val="100000"/>
              </a:lnSpc>
              <a:spcBef>
                <a:spcPts val="0"/>
              </a:spcBef>
              <a:spcAft>
                <a:spcPts val="600"/>
              </a:spcAft>
              <a:buFontTx/>
              <a:buNone/>
              <a:defRPr sz="10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bg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defTabSz="831261">
              <a:defRPr/>
            </a:pPr>
            <a:r>
              <a:rPr lang="en-US" altLang="en-US" sz="900" kern="0" dirty="0">
                <a:solidFill>
                  <a:schemeClr val="accent2"/>
                </a:solidFill>
                <a:latin typeface="Arial" panose="020B0604020202020204" pitchFamily="34" charset="0"/>
                <a:cs typeface="Arial" panose="020B0604020202020204" pitchFamily="34" charset="0"/>
              </a:rPr>
              <a:t>© 2025 Copyright owned by one or more of the KPMG International entities. KPMG International entities provide no services to clients. All rights reserved.</a:t>
            </a:r>
          </a:p>
          <a:p>
            <a:pPr lvl="1" defTabSz="831261">
              <a:defRPr/>
            </a:pPr>
            <a:r>
              <a:rPr lang="en-US" altLang="en-US" sz="900" kern="0" dirty="0">
                <a:solidFill>
                  <a:schemeClr val="accent2"/>
                </a:solidFill>
                <a:latin typeface="Arial" panose="020B0604020202020204" pitchFamily="34" charset="0"/>
                <a:cs typeface="Arial" panose="020B0604020202020204" pitchFamily="34" charset="0"/>
              </a:rPr>
              <a:t>KPMG refers to the global organization or to one or more of the member firms of KPMG International Limited (“KPMG International”), each of which is a separate legal entity. KPMG International Limited is a private English company limited by guarantee and does not provide services to clients. For more detail about our structure please visit </a:t>
            </a:r>
            <a:r>
              <a:rPr lang="en-US" altLang="en-US" sz="900" kern="0" dirty="0">
                <a:solidFill>
                  <a:schemeClr val="accent2"/>
                </a:solidFill>
                <a:latin typeface="Arial" panose="020B0604020202020204" pitchFamily="34" charset="0"/>
                <a:cs typeface="Arial" panose="020B0604020202020204" pitchFamily="34" charset="0"/>
                <a:hlinkClick r:id="rId8">
                  <a:extLst>
                    <a:ext uri="{A12FA001-AC4F-418D-AE19-62706E023703}">
                      <ahyp:hlinkClr xmlns:ahyp="http://schemas.microsoft.com/office/drawing/2018/hyperlinkcolor" val="tx"/>
                    </a:ext>
                  </a:extLst>
                </a:hlinkClick>
              </a:rPr>
              <a:t>kpmg.com/governance</a:t>
            </a:r>
            <a:r>
              <a:rPr lang="en-US" altLang="en-US" sz="900" kern="0" dirty="0">
                <a:solidFill>
                  <a:schemeClr val="accent2"/>
                </a:solidFill>
                <a:latin typeface="Arial" panose="020B0604020202020204" pitchFamily="34" charset="0"/>
                <a:cs typeface="Arial" panose="020B0604020202020204" pitchFamily="34" charset="0"/>
              </a:rPr>
              <a:t>.</a:t>
            </a:r>
          </a:p>
          <a:p>
            <a:pPr lvl="1" defTabSz="831261">
              <a:defRPr/>
            </a:pPr>
            <a:r>
              <a:rPr lang="en-US" altLang="en-US" sz="900" kern="0" dirty="0">
                <a:solidFill>
                  <a:schemeClr val="accent2"/>
                </a:solidFill>
                <a:latin typeface="Arial" panose="020B0604020202020204" pitchFamily="34" charset="0"/>
                <a:cs typeface="Arial" panose="020B0604020202020204" pitchFamily="34" charset="0"/>
              </a:rPr>
              <a:t>The KPMG name and logo are trademarks used under license by the independent member firms of the KPMG global organization.</a:t>
            </a:r>
          </a:p>
        </p:txBody>
      </p:sp>
      <p:sp>
        <p:nvSpPr>
          <p:cNvPr id="28" name="Isosceles Triangle 27">
            <a:extLst>
              <a:ext uri="{FF2B5EF4-FFF2-40B4-BE49-F238E27FC236}">
                <a16:creationId xmlns:a16="http://schemas.microsoft.com/office/drawing/2014/main" id="{6486890F-6EAB-15F9-4518-958C8DBDFA2D}"/>
              </a:ext>
            </a:extLst>
          </p:cNvPr>
          <p:cNvSpPr/>
          <p:nvPr userDrawn="1"/>
        </p:nvSpPr>
        <p:spPr>
          <a:xfrm rot="16200000" flipH="1">
            <a:off x="11315058" y="179136"/>
            <a:ext cx="99161" cy="85483"/>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US" sz="1500" err="1">
              <a:solidFill>
                <a:schemeClr val="bg1"/>
              </a:solidFill>
            </a:endParaRPr>
          </a:p>
        </p:txBody>
      </p:sp>
      <p:pic>
        <p:nvPicPr>
          <p:cNvPr id="31" name="Graphic 30" descr="Home">
            <a:hlinkClick r:id="rId9" action="ppaction://hlinksldjump"/>
            <a:extLst>
              <a:ext uri="{FF2B5EF4-FFF2-40B4-BE49-F238E27FC236}">
                <a16:creationId xmlns:a16="http://schemas.microsoft.com/office/drawing/2014/main" id="{A3EE602C-A046-20F8-7435-381565127EFD}"/>
              </a:ext>
            </a:extLst>
          </p:cNvPr>
          <p:cNvPicPr>
            <a:picLocks noChangeAspect="1"/>
          </p:cNvPicPr>
          <p:nvPr userDrawn="1"/>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bwMode="black">
          <a:xfrm>
            <a:off x="11534459" y="103561"/>
            <a:ext cx="222479" cy="222478"/>
          </a:xfrm>
          <a:prstGeom prst="rect">
            <a:avLst/>
          </a:prstGeom>
        </p:spPr>
      </p:pic>
      <p:sp>
        <p:nvSpPr>
          <p:cNvPr id="32" name="Arrow: U-Turn 31">
            <a:hlinkClick r:id="" action="ppaction://hlinkshowjump?jump=lastslideviewed"/>
            <a:extLst>
              <a:ext uri="{FF2B5EF4-FFF2-40B4-BE49-F238E27FC236}">
                <a16:creationId xmlns:a16="http://schemas.microsoft.com/office/drawing/2014/main" id="{6FD7559A-548A-FE93-2053-DE0FAC36BB72}"/>
              </a:ext>
            </a:extLst>
          </p:cNvPr>
          <p:cNvSpPr/>
          <p:nvPr userDrawn="1"/>
        </p:nvSpPr>
        <p:spPr>
          <a:xfrm rot="5400000" flipH="1">
            <a:off x="10938618" y="90294"/>
            <a:ext cx="252000" cy="252000"/>
          </a:xfrm>
          <a:prstGeom prst="uturnArrow">
            <a:avLst>
              <a:gd name="adj1" fmla="val 25000"/>
              <a:gd name="adj2" fmla="val 25000"/>
              <a:gd name="adj3" fmla="val 25000"/>
              <a:gd name="adj4" fmla="val 43750"/>
              <a:gd name="adj5" fmla="val 100000"/>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grpSp>
        <p:nvGrpSpPr>
          <p:cNvPr id="2" name="Group 1">
            <a:extLst>
              <a:ext uri="{FF2B5EF4-FFF2-40B4-BE49-F238E27FC236}">
                <a16:creationId xmlns:a16="http://schemas.microsoft.com/office/drawing/2014/main" id="{98261A76-2106-F442-0B2A-A75D0D7B016F}"/>
              </a:ext>
            </a:extLst>
          </p:cNvPr>
          <p:cNvGrpSpPr/>
          <p:nvPr userDrawn="1"/>
        </p:nvGrpSpPr>
        <p:grpSpPr>
          <a:xfrm>
            <a:off x="1005951" y="4176305"/>
            <a:ext cx="1884559" cy="387382"/>
            <a:chOff x="1005951" y="3756672"/>
            <a:chExt cx="1884559" cy="387382"/>
          </a:xfrm>
        </p:grpSpPr>
        <p:grpSp>
          <p:nvGrpSpPr>
            <p:cNvPr id="3" name="Group 2">
              <a:extLst>
                <a:ext uri="{FF2B5EF4-FFF2-40B4-BE49-F238E27FC236}">
                  <a16:creationId xmlns:a16="http://schemas.microsoft.com/office/drawing/2014/main" id="{3D20CEB3-49C2-D854-59FE-F13B45371A41}"/>
                </a:ext>
              </a:extLst>
            </p:cNvPr>
            <p:cNvGrpSpPr/>
            <p:nvPr userDrawn="1"/>
          </p:nvGrpSpPr>
          <p:grpSpPr>
            <a:xfrm>
              <a:off x="2157378" y="3776260"/>
              <a:ext cx="353987" cy="355547"/>
              <a:chOff x="668337" y="2382"/>
              <a:chExt cx="303212" cy="304800"/>
            </a:xfrm>
            <a:solidFill>
              <a:schemeClr val="tx2"/>
            </a:solidFill>
          </p:grpSpPr>
          <p:sp>
            <p:nvSpPr>
              <p:cNvPr id="18" name="Freeform 5">
                <a:extLst>
                  <a:ext uri="{FF2B5EF4-FFF2-40B4-BE49-F238E27FC236}">
                    <a16:creationId xmlns:a16="http://schemas.microsoft.com/office/drawing/2014/main" id="{269B8C44-F085-A499-D999-ECA6EC85EB32}"/>
                  </a:ext>
                </a:extLst>
              </p:cNvPr>
              <p:cNvSpPr>
                <a:spLocks/>
              </p:cNvSpPr>
              <p:nvPr userDrawn="1"/>
            </p:nvSpPr>
            <p:spPr bwMode="auto">
              <a:xfrm>
                <a:off x="793750" y="121445"/>
                <a:ext cx="55562" cy="66675"/>
              </a:xfrm>
              <a:custGeom>
                <a:avLst/>
                <a:gdLst>
                  <a:gd name="T0" fmla="*/ 0 w 35"/>
                  <a:gd name="T1" fmla="*/ 42 h 42"/>
                  <a:gd name="T2" fmla="*/ 35 w 35"/>
                  <a:gd name="T3" fmla="*/ 20 h 42"/>
                  <a:gd name="T4" fmla="*/ 0 w 35"/>
                  <a:gd name="T5" fmla="*/ 0 h 42"/>
                  <a:gd name="T6" fmla="*/ 0 w 35"/>
                  <a:gd name="T7" fmla="*/ 42 h 42"/>
                </a:gdLst>
                <a:ahLst/>
                <a:cxnLst>
                  <a:cxn ang="0">
                    <a:pos x="T0" y="T1"/>
                  </a:cxn>
                  <a:cxn ang="0">
                    <a:pos x="T2" y="T3"/>
                  </a:cxn>
                  <a:cxn ang="0">
                    <a:pos x="T4" y="T5"/>
                  </a:cxn>
                  <a:cxn ang="0">
                    <a:pos x="T6" y="T7"/>
                  </a:cxn>
                </a:cxnLst>
                <a:rect l="0" t="0" r="r" b="b"/>
                <a:pathLst>
                  <a:path w="35" h="42">
                    <a:moveTo>
                      <a:pt x="0" y="42"/>
                    </a:moveTo>
                    <a:lnTo>
                      <a:pt x="35" y="20"/>
                    </a:lnTo>
                    <a:lnTo>
                      <a:pt x="0"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en-US" noProof="0"/>
              </a:p>
            </p:txBody>
          </p:sp>
          <p:sp>
            <p:nvSpPr>
              <p:cNvPr id="27" name="Freeform 6">
                <a:hlinkClick r:id="rId12"/>
                <a:extLst>
                  <a:ext uri="{FF2B5EF4-FFF2-40B4-BE49-F238E27FC236}">
                    <a16:creationId xmlns:a16="http://schemas.microsoft.com/office/drawing/2014/main" id="{AC422161-0625-9426-1750-308720A1038D}"/>
                  </a:ext>
                </a:extLst>
              </p:cNvPr>
              <p:cNvSpPr>
                <a:spLocks noEditPoints="1"/>
              </p:cNvSpPr>
              <p:nvPr userDrawn="1"/>
            </p:nvSpPr>
            <p:spPr bwMode="auto">
              <a:xfrm>
                <a:off x="668337" y="2382"/>
                <a:ext cx="303212" cy="304800"/>
              </a:xfrm>
              <a:custGeom>
                <a:avLst/>
                <a:gdLst>
                  <a:gd name="T0" fmla="*/ 125 w 135"/>
                  <a:gd name="T1" fmla="*/ 0 h 135"/>
                  <a:gd name="T2" fmla="*/ 10 w 135"/>
                  <a:gd name="T3" fmla="*/ 0 h 135"/>
                  <a:gd name="T4" fmla="*/ 0 w 135"/>
                  <a:gd name="T5" fmla="*/ 10 h 135"/>
                  <a:gd name="T6" fmla="*/ 0 w 135"/>
                  <a:gd name="T7" fmla="*/ 125 h 135"/>
                  <a:gd name="T8" fmla="*/ 10 w 135"/>
                  <a:gd name="T9" fmla="*/ 135 h 135"/>
                  <a:gd name="T10" fmla="*/ 125 w 135"/>
                  <a:gd name="T11" fmla="*/ 135 h 135"/>
                  <a:gd name="T12" fmla="*/ 135 w 135"/>
                  <a:gd name="T13" fmla="*/ 125 h 135"/>
                  <a:gd name="T14" fmla="*/ 135 w 135"/>
                  <a:gd name="T15" fmla="*/ 10 h 135"/>
                  <a:gd name="T16" fmla="*/ 125 w 135"/>
                  <a:gd name="T17" fmla="*/ 0 h 135"/>
                  <a:gd name="T18" fmla="*/ 113 w 135"/>
                  <a:gd name="T19" fmla="*/ 88 h 135"/>
                  <a:gd name="T20" fmla="*/ 100 w 135"/>
                  <a:gd name="T21" fmla="*/ 101 h 135"/>
                  <a:gd name="T22" fmla="*/ 38 w 135"/>
                  <a:gd name="T23" fmla="*/ 101 h 135"/>
                  <a:gd name="T24" fmla="*/ 24 w 135"/>
                  <a:gd name="T25" fmla="*/ 88 h 135"/>
                  <a:gd name="T26" fmla="*/ 24 w 135"/>
                  <a:gd name="T27" fmla="*/ 47 h 135"/>
                  <a:gd name="T28" fmla="*/ 38 w 135"/>
                  <a:gd name="T29" fmla="*/ 34 h 135"/>
                  <a:gd name="T30" fmla="*/ 100 w 135"/>
                  <a:gd name="T31" fmla="*/ 34 h 135"/>
                  <a:gd name="T32" fmla="*/ 113 w 135"/>
                  <a:gd name="T33" fmla="*/ 47 h 135"/>
                  <a:gd name="T34" fmla="*/ 113 w 135"/>
                  <a:gd name="T35" fmla="*/ 8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5" h="135">
                    <a:moveTo>
                      <a:pt x="125" y="0"/>
                    </a:moveTo>
                    <a:cubicBezTo>
                      <a:pt x="10" y="0"/>
                      <a:pt x="10" y="0"/>
                      <a:pt x="10" y="0"/>
                    </a:cubicBezTo>
                    <a:cubicBezTo>
                      <a:pt x="5" y="0"/>
                      <a:pt x="0" y="4"/>
                      <a:pt x="0" y="10"/>
                    </a:cubicBezTo>
                    <a:cubicBezTo>
                      <a:pt x="0" y="125"/>
                      <a:pt x="0" y="125"/>
                      <a:pt x="0" y="125"/>
                    </a:cubicBezTo>
                    <a:cubicBezTo>
                      <a:pt x="0" y="131"/>
                      <a:pt x="5" y="135"/>
                      <a:pt x="10" y="135"/>
                    </a:cubicBezTo>
                    <a:cubicBezTo>
                      <a:pt x="125" y="135"/>
                      <a:pt x="125" y="135"/>
                      <a:pt x="125" y="135"/>
                    </a:cubicBezTo>
                    <a:cubicBezTo>
                      <a:pt x="131" y="135"/>
                      <a:pt x="135" y="131"/>
                      <a:pt x="135" y="125"/>
                    </a:cubicBezTo>
                    <a:cubicBezTo>
                      <a:pt x="135" y="10"/>
                      <a:pt x="135" y="10"/>
                      <a:pt x="135" y="10"/>
                    </a:cubicBezTo>
                    <a:cubicBezTo>
                      <a:pt x="135" y="4"/>
                      <a:pt x="131" y="0"/>
                      <a:pt x="125" y="0"/>
                    </a:cubicBezTo>
                    <a:close/>
                    <a:moveTo>
                      <a:pt x="113" y="88"/>
                    </a:moveTo>
                    <a:cubicBezTo>
                      <a:pt x="113" y="95"/>
                      <a:pt x="107" y="101"/>
                      <a:pt x="100" y="101"/>
                    </a:cubicBezTo>
                    <a:cubicBezTo>
                      <a:pt x="38" y="101"/>
                      <a:pt x="38" y="101"/>
                      <a:pt x="38" y="101"/>
                    </a:cubicBezTo>
                    <a:cubicBezTo>
                      <a:pt x="30" y="101"/>
                      <a:pt x="24" y="95"/>
                      <a:pt x="24" y="88"/>
                    </a:cubicBezTo>
                    <a:cubicBezTo>
                      <a:pt x="24" y="47"/>
                      <a:pt x="24" y="47"/>
                      <a:pt x="24" y="47"/>
                    </a:cubicBezTo>
                    <a:cubicBezTo>
                      <a:pt x="24" y="40"/>
                      <a:pt x="30" y="34"/>
                      <a:pt x="38" y="34"/>
                    </a:cubicBezTo>
                    <a:cubicBezTo>
                      <a:pt x="100" y="34"/>
                      <a:pt x="100" y="34"/>
                      <a:pt x="100" y="34"/>
                    </a:cubicBezTo>
                    <a:cubicBezTo>
                      <a:pt x="107" y="34"/>
                      <a:pt x="113" y="40"/>
                      <a:pt x="113" y="47"/>
                    </a:cubicBezTo>
                    <a:lnTo>
                      <a:pt x="113" y="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en-US" noProof="0"/>
              </a:p>
            </p:txBody>
          </p:sp>
        </p:grpSp>
        <p:sp>
          <p:nvSpPr>
            <p:cNvPr id="4" name="Freeform 8">
              <a:hlinkClick r:id="rId13"/>
              <a:extLst>
                <a:ext uri="{FF2B5EF4-FFF2-40B4-BE49-F238E27FC236}">
                  <a16:creationId xmlns:a16="http://schemas.microsoft.com/office/drawing/2014/main" id="{49AEF954-1B9D-FCCC-F06A-C9F568E65573}"/>
                </a:ext>
              </a:extLst>
            </p:cNvPr>
            <p:cNvSpPr>
              <a:spLocks noEditPoints="1"/>
            </p:cNvSpPr>
            <p:nvPr userDrawn="1"/>
          </p:nvSpPr>
          <p:spPr bwMode="auto">
            <a:xfrm>
              <a:off x="1005951" y="3776260"/>
              <a:ext cx="353984" cy="355547"/>
            </a:xfrm>
            <a:custGeom>
              <a:avLst/>
              <a:gdLst>
                <a:gd name="T0" fmla="*/ 125 w 135"/>
                <a:gd name="T1" fmla="*/ 0 h 135"/>
                <a:gd name="T2" fmla="*/ 10 w 135"/>
                <a:gd name="T3" fmla="*/ 0 h 135"/>
                <a:gd name="T4" fmla="*/ 0 w 135"/>
                <a:gd name="T5" fmla="*/ 10 h 135"/>
                <a:gd name="T6" fmla="*/ 0 w 135"/>
                <a:gd name="T7" fmla="*/ 125 h 135"/>
                <a:gd name="T8" fmla="*/ 10 w 135"/>
                <a:gd name="T9" fmla="*/ 135 h 135"/>
                <a:gd name="T10" fmla="*/ 125 w 135"/>
                <a:gd name="T11" fmla="*/ 135 h 135"/>
                <a:gd name="T12" fmla="*/ 135 w 135"/>
                <a:gd name="T13" fmla="*/ 125 h 135"/>
                <a:gd name="T14" fmla="*/ 135 w 135"/>
                <a:gd name="T15" fmla="*/ 10 h 135"/>
                <a:gd name="T16" fmla="*/ 125 w 135"/>
                <a:gd name="T17" fmla="*/ 0 h 135"/>
                <a:gd name="T18" fmla="*/ 40 w 135"/>
                <a:gd name="T19" fmla="*/ 115 h 135"/>
                <a:gd name="T20" fmla="*/ 20 w 135"/>
                <a:gd name="T21" fmla="*/ 115 h 135"/>
                <a:gd name="T22" fmla="*/ 20 w 135"/>
                <a:gd name="T23" fmla="*/ 51 h 135"/>
                <a:gd name="T24" fmla="*/ 40 w 135"/>
                <a:gd name="T25" fmla="*/ 51 h 135"/>
                <a:gd name="T26" fmla="*/ 40 w 135"/>
                <a:gd name="T27" fmla="*/ 115 h 135"/>
                <a:gd name="T28" fmla="*/ 30 w 135"/>
                <a:gd name="T29" fmla="*/ 42 h 135"/>
                <a:gd name="T30" fmla="*/ 18 w 135"/>
                <a:gd name="T31" fmla="*/ 30 h 135"/>
                <a:gd name="T32" fmla="*/ 30 w 135"/>
                <a:gd name="T33" fmla="*/ 19 h 135"/>
                <a:gd name="T34" fmla="*/ 42 w 135"/>
                <a:gd name="T35" fmla="*/ 30 h 135"/>
                <a:gd name="T36" fmla="*/ 30 w 135"/>
                <a:gd name="T37" fmla="*/ 42 h 135"/>
                <a:gd name="T38" fmla="*/ 115 w 135"/>
                <a:gd name="T39" fmla="*/ 115 h 135"/>
                <a:gd name="T40" fmla="*/ 95 w 135"/>
                <a:gd name="T41" fmla="*/ 115 h 135"/>
                <a:gd name="T42" fmla="*/ 95 w 135"/>
                <a:gd name="T43" fmla="*/ 84 h 135"/>
                <a:gd name="T44" fmla="*/ 85 w 135"/>
                <a:gd name="T45" fmla="*/ 67 h 135"/>
                <a:gd name="T46" fmla="*/ 73 w 135"/>
                <a:gd name="T47" fmla="*/ 83 h 135"/>
                <a:gd name="T48" fmla="*/ 73 w 135"/>
                <a:gd name="T49" fmla="*/ 115 h 135"/>
                <a:gd name="T50" fmla="*/ 53 w 135"/>
                <a:gd name="T51" fmla="*/ 115 h 135"/>
                <a:gd name="T52" fmla="*/ 53 w 135"/>
                <a:gd name="T53" fmla="*/ 51 h 135"/>
                <a:gd name="T54" fmla="*/ 72 w 135"/>
                <a:gd name="T55" fmla="*/ 51 h 135"/>
                <a:gd name="T56" fmla="*/ 72 w 135"/>
                <a:gd name="T57" fmla="*/ 60 h 135"/>
                <a:gd name="T58" fmla="*/ 72 w 135"/>
                <a:gd name="T59" fmla="*/ 60 h 135"/>
                <a:gd name="T60" fmla="*/ 91 w 135"/>
                <a:gd name="T61" fmla="*/ 49 h 135"/>
                <a:gd name="T62" fmla="*/ 115 w 135"/>
                <a:gd name="T63" fmla="*/ 80 h 135"/>
                <a:gd name="T64" fmla="*/ 115 w 135"/>
                <a:gd name="T65" fmla="*/ 115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5" h="135">
                  <a:moveTo>
                    <a:pt x="125" y="0"/>
                  </a:moveTo>
                  <a:cubicBezTo>
                    <a:pt x="10" y="0"/>
                    <a:pt x="10" y="0"/>
                    <a:pt x="10" y="0"/>
                  </a:cubicBezTo>
                  <a:cubicBezTo>
                    <a:pt x="4" y="0"/>
                    <a:pt x="0" y="4"/>
                    <a:pt x="0" y="10"/>
                  </a:cubicBezTo>
                  <a:cubicBezTo>
                    <a:pt x="0" y="125"/>
                    <a:pt x="0" y="125"/>
                    <a:pt x="0" y="125"/>
                  </a:cubicBezTo>
                  <a:cubicBezTo>
                    <a:pt x="0" y="131"/>
                    <a:pt x="4" y="135"/>
                    <a:pt x="10" y="135"/>
                  </a:cubicBezTo>
                  <a:cubicBezTo>
                    <a:pt x="125" y="135"/>
                    <a:pt x="125" y="135"/>
                    <a:pt x="125" y="135"/>
                  </a:cubicBezTo>
                  <a:cubicBezTo>
                    <a:pt x="130" y="135"/>
                    <a:pt x="135" y="131"/>
                    <a:pt x="135" y="125"/>
                  </a:cubicBezTo>
                  <a:cubicBezTo>
                    <a:pt x="135" y="10"/>
                    <a:pt x="135" y="10"/>
                    <a:pt x="135" y="10"/>
                  </a:cubicBezTo>
                  <a:cubicBezTo>
                    <a:pt x="135" y="4"/>
                    <a:pt x="130" y="0"/>
                    <a:pt x="125" y="0"/>
                  </a:cubicBezTo>
                  <a:close/>
                  <a:moveTo>
                    <a:pt x="40" y="115"/>
                  </a:moveTo>
                  <a:cubicBezTo>
                    <a:pt x="20" y="115"/>
                    <a:pt x="20" y="115"/>
                    <a:pt x="20" y="115"/>
                  </a:cubicBezTo>
                  <a:cubicBezTo>
                    <a:pt x="20" y="51"/>
                    <a:pt x="20" y="51"/>
                    <a:pt x="20" y="51"/>
                  </a:cubicBezTo>
                  <a:cubicBezTo>
                    <a:pt x="40" y="51"/>
                    <a:pt x="40" y="51"/>
                    <a:pt x="40" y="51"/>
                  </a:cubicBezTo>
                  <a:lnTo>
                    <a:pt x="40" y="115"/>
                  </a:lnTo>
                  <a:close/>
                  <a:moveTo>
                    <a:pt x="30" y="42"/>
                  </a:moveTo>
                  <a:cubicBezTo>
                    <a:pt x="24" y="42"/>
                    <a:pt x="18" y="37"/>
                    <a:pt x="18" y="30"/>
                  </a:cubicBezTo>
                  <a:cubicBezTo>
                    <a:pt x="18" y="24"/>
                    <a:pt x="24" y="19"/>
                    <a:pt x="30" y="19"/>
                  </a:cubicBezTo>
                  <a:cubicBezTo>
                    <a:pt x="36" y="19"/>
                    <a:pt x="42" y="24"/>
                    <a:pt x="42" y="30"/>
                  </a:cubicBezTo>
                  <a:cubicBezTo>
                    <a:pt x="42" y="37"/>
                    <a:pt x="36" y="42"/>
                    <a:pt x="30" y="42"/>
                  </a:cubicBezTo>
                  <a:close/>
                  <a:moveTo>
                    <a:pt x="115" y="115"/>
                  </a:moveTo>
                  <a:cubicBezTo>
                    <a:pt x="95" y="115"/>
                    <a:pt x="95" y="115"/>
                    <a:pt x="95" y="115"/>
                  </a:cubicBezTo>
                  <a:cubicBezTo>
                    <a:pt x="95" y="84"/>
                    <a:pt x="95" y="84"/>
                    <a:pt x="95" y="84"/>
                  </a:cubicBezTo>
                  <a:cubicBezTo>
                    <a:pt x="95" y="76"/>
                    <a:pt x="95" y="67"/>
                    <a:pt x="85" y="67"/>
                  </a:cubicBezTo>
                  <a:cubicBezTo>
                    <a:pt x="74" y="67"/>
                    <a:pt x="73" y="75"/>
                    <a:pt x="73" y="83"/>
                  </a:cubicBezTo>
                  <a:cubicBezTo>
                    <a:pt x="73" y="115"/>
                    <a:pt x="73" y="115"/>
                    <a:pt x="73" y="115"/>
                  </a:cubicBezTo>
                  <a:cubicBezTo>
                    <a:pt x="53" y="115"/>
                    <a:pt x="53" y="115"/>
                    <a:pt x="53" y="115"/>
                  </a:cubicBezTo>
                  <a:cubicBezTo>
                    <a:pt x="53" y="51"/>
                    <a:pt x="53" y="51"/>
                    <a:pt x="53" y="51"/>
                  </a:cubicBezTo>
                  <a:cubicBezTo>
                    <a:pt x="72" y="51"/>
                    <a:pt x="72" y="51"/>
                    <a:pt x="72" y="51"/>
                  </a:cubicBezTo>
                  <a:cubicBezTo>
                    <a:pt x="72" y="60"/>
                    <a:pt x="72" y="60"/>
                    <a:pt x="72" y="60"/>
                  </a:cubicBezTo>
                  <a:cubicBezTo>
                    <a:pt x="72" y="60"/>
                    <a:pt x="72" y="60"/>
                    <a:pt x="72" y="60"/>
                  </a:cubicBezTo>
                  <a:cubicBezTo>
                    <a:pt x="75" y="54"/>
                    <a:pt x="81" y="49"/>
                    <a:pt x="91" y="49"/>
                  </a:cubicBezTo>
                  <a:cubicBezTo>
                    <a:pt x="111" y="49"/>
                    <a:pt x="115" y="62"/>
                    <a:pt x="115" y="80"/>
                  </a:cubicBezTo>
                  <a:lnTo>
                    <a:pt x="115" y="115"/>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en-US" noProof="0"/>
            </a:p>
          </p:txBody>
        </p:sp>
        <p:sp>
          <p:nvSpPr>
            <p:cNvPr id="5" name="Freeform 6">
              <a:hlinkClick r:id="rId14"/>
              <a:extLst>
                <a:ext uri="{FF2B5EF4-FFF2-40B4-BE49-F238E27FC236}">
                  <a16:creationId xmlns:a16="http://schemas.microsoft.com/office/drawing/2014/main" id="{9F4970D9-9FAA-A8CE-BD1A-A72740F8F086}"/>
                </a:ext>
              </a:extLst>
            </p:cNvPr>
            <p:cNvSpPr>
              <a:spLocks noEditPoints="1"/>
            </p:cNvSpPr>
            <p:nvPr userDrawn="1"/>
          </p:nvSpPr>
          <p:spPr bwMode="auto">
            <a:xfrm>
              <a:off x="2538230" y="3775347"/>
              <a:ext cx="352280" cy="356400"/>
            </a:xfrm>
            <a:custGeom>
              <a:avLst/>
              <a:gdLst>
                <a:gd name="T0" fmla="*/ 94 w 94"/>
                <a:gd name="T1" fmla="*/ 87 h 94"/>
                <a:gd name="T2" fmla="*/ 94 w 94"/>
                <a:gd name="T3" fmla="*/ 7 h 94"/>
                <a:gd name="T4" fmla="*/ 87 w 94"/>
                <a:gd name="T5" fmla="*/ 0 h 94"/>
                <a:gd name="T6" fmla="*/ 7 w 94"/>
                <a:gd name="T7" fmla="*/ 0 h 94"/>
                <a:gd name="T8" fmla="*/ 0 w 94"/>
                <a:gd name="T9" fmla="*/ 7 h 94"/>
                <a:gd name="T10" fmla="*/ 0 w 94"/>
                <a:gd name="T11" fmla="*/ 87 h 94"/>
                <a:gd name="T12" fmla="*/ 7 w 94"/>
                <a:gd name="T13" fmla="*/ 94 h 94"/>
                <a:gd name="T14" fmla="*/ 87 w 94"/>
                <a:gd name="T15" fmla="*/ 94 h 94"/>
                <a:gd name="T16" fmla="*/ 94 w 94"/>
                <a:gd name="T17" fmla="*/ 87 h 94"/>
                <a:gd name="T18" fmla="*/ 81 w 94"/>
                <a:gd name="T19" fmla="*/ 60 h 94"/>
                <a:gd name="T20" fmla="*/ 60 w 94"/>
                <a:gd name="T21" fmla="*/ 82 h 94"/>
                <a:gd name="T22" fmla="*/ 34 w 94"/>
                <a:gd name="T23" fmla="*/ 82 h 94"/>
                <a:gd name="T24" fmla="*/ 12 w 94"/>
                <a:gd name="T25" fmla="*/ 60 h 94"/>
                <a:gd name="T26" fmla="*/ 12 w 94"/>
                <a:gd name="T27" fmla="*/ 34 h 94"/>
                <a:gd name="T28" fmla="*/ 34 w 94"/>
                <a:gd name="T29" fmla="*/ 13 h 94"/>
                <a:gd name="T30" fmla="*/ 60 w 94"/>
                <a:gd name="T31" fmla="*/ 13 h 94"/>
                <a:gd name="T32" fmla="*/ 81 w 94"/>
                <a:gd name="T33" fmla="*/ 34 h 94"/>
                <a:gd name="T34" fmla="*/ 81 w 94"/>
                <a:gd name="T35" fmla="*/ 60 h 94"/>
                <a:gd name="T36" fmla="*/ 74 w 94"/>
                <a:gd name="T37" fmla="*/ 60 h 94"/>
                <a:gd name="T38" fmla="*/ 74 w 94"/>
                <a:gd name="T39" fmla="*/ 34 h 94"/>
                <a:gd name="T40" fmla="*/ 60 w 94"/>
                <a:gd name="T41" fmla="*/ 19 h 94"/>
                <a:gd name="T42" fmla="*/ 34 w 94"/>
                <a:gd name="T43" fmla="*/ 19 h 94"/>
                <a:gd name="T44" fmla="*/ 19 w 94"/>
                <a:gd name="T45" fmla="*/ 34 h 94"/>
                <a:gd name="T46" fmla="*/ 19 w 94"/>
                <a:gd name="T47" fmla="*/ 60 h 94"/>
                <a:gd name="T48" fmla="*/ 34 w 94"/>
                <a:gd name="T49" fmla="*/ 75 h 94"/>
                <a:gd name="T50" fmla="*/ 60 w 94"/>
                <a:gd name="T51" fmla="*/ 75 h 94"/>
                <a:gd name="T52" fmla="*/ 74 w 94"/>
                <a:gd name="T53" fmla="*/ 60 h 94"/>
                <a:gd name="T54" fmla="*/ 64 w 94"/>
                <a:gd name="T55" fmla="*/ 47 h 94"/>
                <a:gd name="T56" fmla="*/ 47 w 94"/>
                <a:gd name="T57" fmla="*/ 65 h 94"/>
                <a:gd name="T58" fmla="*/ 29 w 94"/>
                <a:gd name="T59" fmla="*/ 47 h 94"/>
                <a:gd name="T60" fmla="*/ 47 w 94"/>
                <a:gd name="T61" fmla="*/ 29 h 94"/>
                <a:gd name="T62" fmla="*/ 64 w 94"/>
                <a:gd name="T63" fmla="*/ 47 h 94"/>
                <a:gd name="T64" fmla="*/ 69 w 94"/>
                <a:gd name="T65" fmla="*/ 30 h 94"/>
                <a:gd name="T66" fmla="*/ 65 w 94"/>
                <a:gd name="T67" fmla="*/ 35 h 94"/>
                <a:gd name="T68" fmla="*/ 60 w 94"/>
                <a:gd name="T69" fmla="*/ 30 h 94"/>
                <a:gd name="T70" fmla="*/ 65 w 94"/>
                <a:gd name="T71" fmla="*/ 25 h 94"/>
                <a:gd name="T72" fmla="*/ 69 w 94"/>
                <a:gd name="T73" fmla="*/ 30 h 94"/>
                <a:gd name="T74" fmla="*/ 57 w 94"/>
                <a:gd name="T75" fmla="*/ 47 h 94"/>
                <a:gd name="T76" fmla="*/ 47 w 94"/>
                <a:gd name="T77" fmla="*/ 36 h 94"/>
                <a:gd name="T78" fmla="*/ 36 w 94"/>
                <a:gd name="T79" fmla="*/ 47 h 94"/>
                <a:gd name="T80" fmla="*/ 47 w 94"/>
                <a:gd name="T81" fmla="*/ 58 h 94"/>
                <a:gd name="T82" fmla="*/ 57 w 94"/>
                <a:gd name="T83" fmla="*/ 47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4" h="94">
                  <a:moveTo>
                    <a:pt x="94" y="87"/>
                  </a:moveTo>
                  <a:cubicBezTo>
                    <a:pt x="94" y="7"/>
                    <a:pt x="94" y="7"/>
                    <a:pt x="94" y="7"/>
                  </a:cubicBezTo>
                  <a:cubicBezTo>
                    <a:pt x="94" y="3"/>
                    <a:pt x="91" y="0"/>
                    <a:pt x="87" y="0"/>
                  </a:cubicBezTo>
                  <a:cubicBezTo>
                    <a:pt x="7" y="0"/>
                    <a:pt x="7" y="0"/>
                    <a:pt x="7" y="0"/>
                  </a:cubicBezTo>
                  <a:cubicBezTo>
                    <a:pt x="3" y="0"/>
                    <a:pt x="0" y="3"/>
                    <a:pt x="0" y="7"/>
                  </a:cubicBezTo>
                  <a:cubicBezTo>
                    <a:pt x="0" y="87"/>
                    <a:pt x="0" y="87"/>
                    <a:pt x="0" y="87"/>
                  </a:cubicBezTo>
                  <a:cubicBezTo>
                    <a:pt x="0" y="91"/>
                    <a:pt x="3" y="94"/>
                    <a:pt x="7" y="94"/>
                  </a:cubicBezTo>
                  <a:cubicBezTo>
                    <a:pt x="87" y="94"/>
                    <a:pt x="87" y="94"/>
                    <a:pt x="87" y="94"/>
                  </a:cubicBezTo>
                  <a:cubicBezTo>
                    <a:pt x="91" y="94"/>
                    <a:pt x="94" y="91"/>
                    <a:pt x="94" y="87"/>
                  </a:cubicBezTo>
                  <a:moveTo>
                    <a:pt x="81" y="60"/>
                  </a:moveTo>
                  <a:cubicBezTo>
                    <a:pt x="81" y="72"/>
                    <a:pt x="71" y="82"/>
                    <a:pt x="60" y="82"/>
                  </a:cubicBezTo>
                  <a:cubicBezTo>
                    <a:pt x="34" y="82"/>
                    <a:pt x="34" y="82"/>
                    <a:pt x="34" y="82"/>
                  </a:cubicBezTo>
                  <a:cubicBezTo>
                    <a:pt x="22" y="82"/>
                    <a:pt x="12" y="72"/>
                    <a:pt x="12" y="60"/>
                  </a:cubicBezTo>
                  <a:cubicBezTo>
                    <a:pt x="12" y="34"/>
                    <a:pt x="12" y="34"/>
                    <a:pt x="12" y="34"/>
                  </a:cubicBezTo>
                  <a:cubicBezTo>
                    <a:pt x="12" y="22"/>
                    <a:pt x="22" y="13"/>
                    <a:pt x="34" y="13"/>
                  </a:cubicBezTo>
                  <a:cubicBezTo>
                    <a:pt x="60" y="13"/>
                    <a:pt x="60" y="13"/>
                    <a:pt x="60" y="13"/>
                  </a:cubicBezTo>
                  <a:cubicBezTo>
                    <a:pt x="71" y="13"/>
                    <a:pt x="81" y="22"/>
                    <a:pt x="81" y="34"/>
                  </a:cubicBezTo>
                  <a:lnTo>
                    <a:pt x="81" y="60"/>
                  </a:lnTo>
                  <a:close/>
                  <a:moveTo>
                    <a:pt x="74" y="60"/>
                  </a:moveTo>
                  <a:cubicBezTo>
                    <a:pt x="74" y="34"/>
                    <a:pt x="74" y="34"/>
                    <a:pt x="74" y="34"/>
                  </a:cubicBezTo>
                  <a:cubicBezTo>
                    <a:pt x="74" y="26"/>
                    <a:pt x="68" y="19"/>
                    <a:pt x="60" y="19"/>
                  </a:cubicBezTo>
                  <a:cubicBezTo>
                    <a:pt x="34" y="19"/>
                    <a:pt x="34" y="19"/>
                    <a:pt x="34" y="19"/>
                  </a:cubicBezTo>
                  <a:cubicBezTo>
                    <a:pt x="25" y="19"/>
                    <a:pt x="19" y="26"/>
                    <a:pt x="19" y="34"/>
                  </a:cubicBezTo>
                  <a:cubicBezTo>
                    <a:pt x="19" y="60"/>
                    <a:pt x="19" y="60"/>
                    <a:pt x="19" y="60"/>
                  </a:cubicBezTo>
                  <a:cubicBezTo>
                    <a:pt x="19" y="68"/>
                    <a:pt x="25" y="75"/>
                    <a:pt x="34" y="75"/>
                  </a:cubicBezTo>
                  <a:cubicBezTo>
                    <a:pt x="60" y="75"/>
                    <a:pt x="60" y="75"/>
                    <a:pt x="60" y="75"/>
                  </a:cubicBezTo>
                  <a:cubicBezTo>
                    <a:pt x="68" y="75"/>
                    <a:pt x="74" y="68"/>
                    <a:pt x="74" y="60"/>
                  </a:cubicBezTo>
                  <a:moveTo>
                    <a:pt x="64" y="47"/>
                  </a:moveTo>
                  <a:cubicBezTo>
                    <a:pt x="64" y="57"/>
                    <a:pt x="56" y="65"/>
                    <a:pt x="47" y="65"/>
                  </a:cubicBezTo>
                  <a:cubicBezTo>
                    <a:pt x="37" y="65"/>
                    <a:pt x="29" y="57"/>
                    <a:pt x="29" y="47"/>
                  </a:cubicBezTo>
                  <a:cubicBezTo>
                    <a:pt x="29" y="37"/>
                    <a:pt x="37" y="29"/>
                    <a:pt x="47" y="29"/>
                  </a:cubicBezTo>
                  <a:cubicBezTo>
                    <a:pt x="56" y="29"/>
                    <a:pt x="64" y="37"/>
                    <a:pt x="64" y="47"/>
                  </a:cubicBezTo>
                  <a:moveTo>
                    <a:pt x="69" y="30"/>
                  </a:moveTo>
                  <a:cubicBezTo>
                    <a:pt x="69" y="32"/>
                    <a:pt x="67" y="35"/>
                    <a:pt x="65" y="35"/>
                  </a:cubicBezTo>
                  <a:cubicBezTo>
                    <a:pt x="62" y="35"/>
                    <a:pt x="60" y="32"/>
                    <a:pt x="60" y="30"/>
                  </a:cubicBezTo>
                  <a:cubicBezTo>
                    <a:pt x="60" y="27"/>
                    <a:pt x="62" y="25"/>
                    <a:pt x="65" y="25"/>
                  </a:cubicBezTo>
                  <a:cubicBezTo>
                    <a:pt x="67" y="25"/>
                    <a:pt x="69" y="27"/>
                    <a:pt x="69" y="30"/>
                  </a:cubicBezTo>
                  <a:moveTo>
                    <a:pt x="57" y="47"/>
                  </a:moveTo>
                  <a:cubicBezTo>
                    <a:pt x="57" y="41"/>
                    <a:pt x="53" y="36"/>
                    <a:pt x="47" y="36"/>
                  </a:cubicBezTo>
                  <a:cubicBezTo>
                    <a:pt x="41" y="36"/>
                    <a:pt x="36" y="41"/>
                    <a:pt x="36" y="47"/>
                  </a:cubicBezTo>
                  <a:cubicBezTo>
                    <a:pt x="36" y="53"/>
                    <a:pt x="41" y="58"/>
                    <a:pt x="47" y="58"/>
                  </a:cubicBezTo>
                  <a:cubicBezTo>
                    <a:pt x="53" y="58"/>
                    <a:pt x="57" y="53"/>
                    <a:pt x="57" y="47"/>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en-US" noProof="0"/>
            </a:p>
          </p:txBody>
        </p:sp>
        <p:pic>
          <p:nvPicPr>
            <p:cNvPr id="6" name="Graphic 2">
              <a:hlinkClick r:id="rId15"/>
              <a:extLst>
                <a:ext uri="{FF2B5EF4-FFF2-40B4-BE49-F238E27FC236}">
                  <a16:creationId xmlns:a16="http://schemas.microsoft.com/office/drawing/2014/main" id="{4B868C03-CED4-9A52-B872-CA1E79320BC8}"/>
                </a:ext>
              </a:extLst>
            </p:cNvPr>
            <p:cNvPicPr>
              <a:picLocks noChangeAspect="1"/>
            </p:cNvPicPr>
            <p:nvPr userDrawn="1"/>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766466" y="3756672"/>
              <a:ext cx="364046" cy="387382"/>
            </a:xfrm>
            <a:prstGeom prst="rect">
              <a:avLst/>
            </a:prstGeom>
          </p:spPr>
        </p:pic>
        <p:grpSp>
          <p:nvGrpSpPr>
            <p:cNvPr id="7" name="Group 6">
              <a:extLst>
                <a:ext uri="{FF2B5EF4-FFF2-40B4-BE49-F238E27FC236}">
                  <a16:creationId xmlns:a16="http://schemas.microsoft.com/office/drawing/2014/main" id="{74AEEAB4-6410-D183-0040-26F00467C8AB}"/>
                </a:ext>
              </a:extLst>
            </p:cNvPr>
            <p:cNvGrpSpPr/>
            <p:nvPr userDrawn="1"/>
          </p:nvGrpSpPr>
          <p:grpSpPr>
            <a:xfrm>
              <a:off x="1391562" y="3775407"/>
              <a:ext cx="352800" cy="356400"/>
              <a:chOff x="1391562" y="3775407"/>
              <a:chExt cx="352800" cy="356400"/>
            </a:xfrm>
          </p:grpSpPr>
          <p:sp>
            <p:nvSpPr>
              <p:cNvPr id="8" name="Rectangle: Rounded Corners 7">
                <a:hlinkClick r:id="rId18"/>
                <a:extLst>
                  <a:ext uri="{FF2B5EF4-FFF2-40B4-BE49-F238E27FC236}">
                    <a16:creationId xmlns:a16="http://schemas.microsoft.com/office/drawing/2014/main" id="{3B75A5D3-93EE-F8A9-7077-CAA1B5297FCC}"/>
                  </a:ext>
                </a:extLst>
              </p:cNvPr>
              <p:cNvSpPr/>
              <p:nvPr userDrawn="1"/>
            </p:nvSpPr>
            <p:spPr>
              <a:xfrm>
                <a:off x="1391562" y="3775407"/>
                <a:ext cx="352800" cy="356267"/>
              </a:xfrm>
              <a:prstGeom prst="roundRect">
                <a:avLst>
                  <a:gd name="adj" fmla="val 600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grpSp>
            <p:nvGrpSpPr>
              <p:cNvPr id="9" name="Group 8">
                <a:extLst>
                  <a:ext uri="{FF2B5EF4-FFF2-40B4-BE49-F238E27FC236}">
                    <a16:creationId xmlns:a16="http://schemas.microsoft.com/office/drawing/2014/main" id="{4F5D2198-2A06-F702-EDD4-423E03B39F73}"/>
                  </a:ext>
                </a:extLst>
              </p:cNvPr>
              <p:cNvGrpSpPr/>
              <p:nvPr userDrawn="1"/>
            </p:nvGrpSpPr>
            <p:grpSpPr>
              <a:xfrm>
                <a:off x="1529426" y="3831183"/>
                <a:ext cx="156604" cy="300624"/>
                <a:chOff x="3240133" y="2017919"/>
                <a:chExt cx="612318" cy="1175430"/>
              </a:xfrm>
              <a:solidFill>
                <a:srgbClr val="25C3F7"/>
              </a:solidFill>
            </p:grpSpPr>
            <p:grpSp>
              <p:nvGrpSpPr>
                <p:cNvPr id="10" name="Group 9">
                  <a:extLst>
                    <a:ext uri="{FF2B5EF4-FFF2-40B4-BE49-F238E27FC236}">
                      <a16:creationId xmlns:a16="http://schemas.microsoft.com/office/drawing/2014/main" id="{292FBC6C-5753-1979-646E-621FB55A229D}"/>
                    </a:ext>
                  </a:extLst>
                </p:cNvPr>
                <p:cNvGrpSpPr/>
                <p:nvPr userDrawn="1"/>
              </p:nvGrpSpPr>
              <p:grpSpPr>
                <a:xfrm>
                  <a:off x="3240133" y="2449053"/>
                  <a:ext cx="609401" cy="209183"/>
                  <a:chOff x="1865077" y="3555949"/>
                  <a:chExt cx="550724" cy="182614"/>
                </a:xfrm>
                <a:grpFill/>
              </p:grpSpPr>
              <p:sp>
                <p:nvSpPr>
                  <p:cNvPr id="14" name="Rectangle 13">
                    <a:extLst>
                      <a:ext uri="{FF2B5EF4-FFF2-40B4-BE49-F238E27FC236}">
                        <a16:creationId xmlns:a16="http://schemas.microsoft.com/office/drawing/2014/main" id="{63B5040A-BD12-F4B2-5C7D-28D7C1BDAF9F}"/>
                      </a:ext>
                    </a:extLst>
                  </p:cNvPr>
                  <p:cNvSpPr/>
                  <p:nvPr userDrawn="1"/>
                </p:nvSpPr>
                <p:spPr>
                  <a:xfrm>
                    <a:off x="1865077" y="3555949"/>
                    <a:ext cx="525697" cy="18261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15" name="Isosceles Triangle 14">
                    <a:extLst>
                      <a:ext uri="{FF2B5EF4-FFF2-40B4-BE49-F238E27FC236}">
                        <a16:creationId xmlns:a16="http://schemas.microsoft.com/office/drawing/2014/main" id="{D854BE10-BFF0-8ABB-2C85-AFAB06AABE02}"/>
                      </a:ext>
                    </a:extLst>
                  </p:cNvPr>
                  <p:cNvSpPr/>
                  <p:nvPr userDrawn="1"/>
                </p:nvSpPr>
                <p:spPr>
                  <a:xfrm rot="10800000" flipH="1">
                    <a:off x="2354492" y="3555949"/>
                    <a:ext cx="61309" cy="180000"/>
                  </a:xfrm>
                  <a:prstGeom prst="triangle">
                    <a:avLst>
                      <a:gd name="adj" fmla="val 6214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grpSp>
            <p:sp>
              <p:nvSpPr>
                <p:cNvPr id="11" name="Rectangle 10">
                  <a:extLst>
                    <a:ext uri="{FF2B5EF4-FFF2-40B4-BE49-F238E27FC236}">
                      <a16:creationId xmlns:a16="http://schemas.microsoft.com/office/drawing/2014/main" id="{2232D3F8-EC7B-0DC0-B6F9-1D9ABD8F2FE7}"/>
                    </a:ext>
                  </a:extLst>
                </p:cNvPr>
                <p:cNvSpPr/>
                <p:nvPr userDrawn="1"/>
              </p:nvSpPr>
              <p:spPr>
                <a:xfrm>
                  <a:off x="3425230" y="2286589"/>
                  <a:ext cx="214800" cy="9067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12" name="Block Arc 58">
                  <a:extLst>
                    <a:ext uri="{FF2B5EF4-FFF2-40B4-BE49-F238E27FC236}">
                      <a16:creationId xmlns:a16="http://schemas.microsoft.com/office/drawing/2014/main" id="{370E5EF3-D2FD-28D3-3C14-BF82829732AF}"/>
                    </a:ext>
                  </a:extLst>
                </p:cNvPr>
                <p:cNvSpPr/>
                <p:nvPr userDrawn="1"/>
              </p:nvSpPr>
              <p:spPr>
                <a:xfrm rot="16200000">
                  <a:off x="3496213" y="1946933"/>
                  <a:ext cx="285252" cy="427224"/>
                </a:xfrm>
                <a:custGeom>
                  <a:avLst/>
                  <a:gdLst>
                    <a:gd name="connsiteX0" fmla="*/ 308517 w 631399"/>
                    <a:gd name="connsiteY0" fmla="*/ 101 h 776879"/>
                    <a:gd name="connsiteX1" fmla="*/ 560328 w 631399"/>
                    <a:gd name="connsiteY1" fmla="*/ 142904 h 776879"/>
                    <a:gd name="connsiteX2" fmla="*/ 631376 w 631399"/>
                    <a:gd name="connsiteY2" fmla="*/ 393110 h 776879"/>
                    <a:gd name="connsiteX3" fmla="*/ 465384 w 631399"/>
                    <a:gd name="connsiteY3" fmla="*/ 390653 h 776879"/>
                    <a:gd name="connsiteX4" fmla="*/ 439744 w 631399"/>
                    <a:gd name="connsiteY4" fmla="*/ 263934 h 776879"/>
                    <a:gd name="connsiteX5" fmla="*/ 311587 w 631399"/>
                    <a:gd name="connsiteY5" fmla="*/ 166091 h 776879"/>
                    <a:gd name="connsiteX6" fmla="*/ 308517 w 631399"/>
                    <a:gd name="connsiteY6" fmla="*/ 101 h 776879"/>
                    <a:gd name="connsiteX0" fmla="*/ 0 w 323110"/>
                    <a:gd name="connsiteY0" fmla="*/ 510 h 393519"/>
                    <a:gd name="connsiteX1" fmla="*/ 278005 w 323110"/>
                    <a:gd name="connsiteY1" fmla="*/ 95688 h 393519"/>
                    <a:gd name="connsiteX2" fmla="*/ 322859 w 323110"/>
                    <a:gd name="connsiteY2" fmla="*/ 393519 h 393519"/>
                    <a:gd name="connsiteX3" fmla="*/ 156867 w 323110"/>
                    <a:gd name="connsiteY3" fmla="*/ 391062 h 393519"/>
                    <a:gd name="connsiteX4" fmla="*/ 131227 w 323110"/>
                    <a:gd name="connsiteY4" fmla="*/ 264343 h 393519"/>
                    <a:gd name="connsiteX5" fmla="*/ 3070 w 323110"/>
                    <a:gd name="connsiteY5" fmla="*/ 166500 h 393519"/>
                    <a:gd name="connsiteX6" fmla="*/ 0 w 323110"/>
                    <a:gd name="connsiteY6" fmla="*/ 510 h 393519"/>
                    <a:gd name="connsiteX0" fmla="*/ 0 w 323110"/>
                    <a:gd name="connsiteY0" fmla="*/ 510 h 393519"/>
                    <a:gd name="connsiteX1" fmla="*/ 278005 w 323110"/>
                    <a:gd name="connsiteY1" fmla="*/ 95688 h 393519"/>
                    <a:gd name="connsiteX2" fmla="*/ 322859 w 323110"/>
                    <a:gd name="connsiteY2" fmla="*/ 393519 h 393519"/>
                    <a:gd name="connsiteX3" fmla="*/ 156867 w 323110"/>
                    <a:gd name="connsiteY3" fmla="*/ 391062 h 393519"/>
                    <a:gd name="connsiteX4" fmla="*/ 135990 w 323110"/>
                    <a:gd name="connsiteY4" fmla="*/ 223864 h 393519"/>
                    <a:gd name="connsiteX5" fmla="*/ 3070 w 323110"/>
                    <a:gd name="connsiteY5" fmla="*/ 166500 h 393519"/>
                    <a:gd name="connsiteX6" fmla="*/ 0 w 323110"/>
                    <a:gd name="connsiteY6" fmla="*/ 510 h 393519"/>
                    <a:gd name="connsiteX0" fmla="*/ 0 w 323110"/>
                    <a:gd name="connsiteY0" fmla="*/ 510 h 393519"/>
                    <a:gd name="connsiteX1" fmla="*/ 278005 w 323110"/>
                    <a:gd name="connsiteY1" fmla="*/ 95688 h 393519"/>
                    <a:gd name="connsiteX2" fmla="*/ 322859 w 323110"/>
                    <a:gd name="connsiteY2" fmla="*/ 393519 h 393519"/>
                    <a:gd name="connsiteX3" fmla="*/ 144961 w 323110"/>
                    <a:gd name="connsiteY3" fmla="*/ 388684 h 393519"/>
                    <a:gd name="connsiteX4" fmla="*/ 135990 w 323110"/>
                    <a:gd name="connsiteY4" fmla="*/ 223864 h 393519"/>
                    <a:gd name="connsiteX5" fmla="*/ 3070 w 323110"/>
                    <a:gd name="connsiteY5" fmla="*/ 166500 h 393519"/>
                    <a:gd name="connsiteX6" fmla="*/ 0 w 323110"/>
                    <a:gd name="connsiteY6" fmla="*/ 510 h 393519"/>
                    <a:gd name="connsiteX0" fmla="*/ 0 w 323110"/>
                    <a:gd name="connsiteY0" fmla="*/ 510 h 393519"/>
                    <a:gd name="connsiteX1" fmla="*/ 278005 w 323110"/>
                    <a:gd name="connsiteY1" fmla="*/ 95688 h 393519"/>
                    <a:gd name="connsiteX2" fmla="*/ 322859 w 323110"/>
                    <a:gd name="connsiteY2" fmla="*/ 393519 h 393519"/>
                    <a:gd name="connsiteX3" fmla="*/ 144961 w 323110"/>
                    <a:gd name="connsiteY3" fmla="*/ 388684 h 393519"/>
                    <a:gd name="connsiteX4" fmla="*/ 135990 w 323110"/>
                    <a:gd name="connsiteY4" fmla="*/ 238155 h 393519"/>
                    <a:gd name="connsiteX5" fmla="*/ 3070 w 323110"/>
                    <a:gd name="connsiteY5" fmla="*/ 166500 h 393519"/>
                    <a:gd name="connsiteX6" fmla="*/ 0 w 323110"/>
                    <a:gd name="connsiteY6" fmla="*/ 510 h 393519"/>
                    <a:gd name="connsiteX0" fmla="*/ 0 w 323110"/>
                    <a:gd name="connsiteY0" fmla="*/ 510 h 393519"/>
                    <a:gd name="connsiteX1" fmla="*/ 278005 w 323110"/>
                    <a:gd name="connsiteY1" fmla="*/ 95688 h 393519"/>
                    <a:gd name="connsiteX2" fmla="*/ 322859 w 323110"/>
                    <a:gd name="connsiteY2" fmla="*/ 393519 h 393519"/>
                    <a:gd name="connsiteX3" fmla="*/ 144961 w 323110"/>
                    <a:gd name="connsiteY3" fmla="*/ 388684 h 393519"/>
                    <a:gd name="connsiteX4" fmla="*/ 135990 w 323110"/>
                    <a:gd name="connsiteY4" fmla="*/ 238155 h 393519"/>
                    <a:gd name="connsiteX5" fmla="*/ 34026 w 323110"/>
                    <a:gd name="connsiteY5" fmla="*/ 185553 h 393519"/>
                    <a:gd name="connsiteX6" fmla="*/ 0 w 323110"/>
                    <a:gd name="connsiteY6" fmla="*/ 510 h 393519"/>
                    <a:gd name="connsiteX0" fmla="*/ 0 w 292268"/>
                    <a:gd name="connsiteY0" fmla="*/ 159 h 393165"/>
                    <a:gd name="connsiteX1" fmla="*/ 247049 w 292268"/>
                    <a:gd name="connsiteY1" fmla="*/ 95334 h 393165"/>
                    <a:gd name="connsiteX2" fmla="*/ 291903 w 292268"/>
                    <a:gd name="connsiteY2" fmla="*/ 393165 h 393165"/>
                    <a:gd name="connsiteX3" fmla="*/ 114005 w 292268"/>
                    <a:gd name="connsiteY3" fmla="*/ 388330 h 393165"/>
                    <a:gd name="connsiteX4" fmla="*/ 105034 w 292268"/>
                    <a:gd name="connsiteY4" fmla="*/ 237801 h 393165"/>
                    <a:gd name="connsiteX5" fmla="*/ 3070 w 292268"/>
                    <a:gd name="connsiteY5" fmla="*/ 185199 h 393165"/>
                    <a:gd name="connsiteX6" fmla="*/ 0 w 292268"/>
                    <a:gd name="connsiteY6" fmla="*/ 159 h 393165"/>
                    <a:gd name="connsiteX0" fmla="*/ 0 w 292268"/>
                    <a:gd name="connsiteY0" fmla="*/ 159 h 393165"/>
                    <a:gd name="connsiteX1" fmla="*/ 247049 w 292268"/>
                    <a:gd name="connsiteY1" fmla="*/ 95334 h 393165"/>
                    <a:gd name="connsiteX2" fmla="*/ 291903 w 292268"/>
                    <a:gd name="connsiteY2" fmla="*/ 393165 h 393165"/>
                    <a:gd name="connsiteX3" fmla="*/ 114005 w 292268"/>
                    <a:gd name="connsiteY3" fmla="*/ 388330 h 393165"/>
                    <a:gd name="connsiteX4" fmla="*/ 105034 w 292268"/>
                    <a:gd name="connsiteY4" fmla="*/ 237801 h 393165"/>
                    <a:gd name="connsiteX5" fmla="*/ 60942 w 292268"/>
                    <a:gd name="connsiteY5" fmla="*/ 182362 h 393165"/>
                    <a:gd name="connsiteX6" fmla="*/ 3070 w 292268"/>
                    <a:gd name="connsiteY6" fmla="*/ 185199 h 393165"/>
                    <a:gd name="connsiteX7" fmla="*/ 0 w 292268"/>
                    <a:gd name="connsiteY7" fmla="*/ 159 h 393165"/>
                    <a:gd name="connsiteX0" fmla="*/ 0 w 292268"/>
                    <a:gd name="connsiteY0" fmla="*/ 159 h 393165"/>
                    <a:gd name="connsiteX1" fmla="*/ 247049 w 292268"/>
                    <a:gd name="connsiteY1" fmla="*/ 95334 h 393165"/>
                    <a:gd name="connsiteX2" fmla="*/ 291903 w 292268"/>
                    <a:gd name="connsiteY2" fmla="*/ 393165 h 393165"/>
                    <a:gd name="connsiteX3" fmla="*/ 114005 w 292268"/>
                    <a:gd name="connsiteY3" fmla="*/ 388330 h 393165"/>
                    <a:gd name="connsiteX4" fmla="*/ 105034 w 292268"/>
                    <a:gd name="connsiteY4" fmla="*/ 237801 h 393165"/>
                    <a:gd name="connsiteX5" fmla="*/ 60942 w 292268"/>
                    <a:gd name="connsiteY5" fmla="*/ 191890 h 393165"/>
                    <a:gd name="connsiteX6" fmla="*/ 3070 w 292268"/>
                    <a:gd name="connsiteY6" fmla="*/ 185199 h 393165"/>
                    <a:gd name="connsiteX7" fmla="*/ 0 w 292268"/>
                    <a:gd name="connsiteY7" fmla="*/ 159 h 393165"/>
                    <a:gd name="connsiteX0" fmla="*/ 25533 w 317801"/>
                    <a:gd name="connsiteY0" fmla="*/ 159 h 393165"/>
                    <a:gd name="connsiteX1" fmla="*/ 272582 w 317801"/>
                    <a:gd name="connsiteY1" fmla="*/ 95334 h 393165"/>
                    <a:gd name="connsiteX2" fmla="*/ 317436 w 317801"/>
                    <a:gd name="connsiteY2" fmla="*/ 393165 h 393165"/>
                    <a:gd name="connsiteX3" fmla="*/ 139538 w 317801"/>
                    <a:gd name="connsiteY3" fmla="*/ 388330 h 393165"/>
                    <a:gd name="connsiteX4" fmla="*/ 130567 w 317801"/>
                    <a:gd name="connsiteY4" fmla="*/ 237801 h 393165"/>
                    <a:gd name="connsiteX5" fmla="*/ 86475 w 317801"/>
                    <a:gd name="connsiteY5" fmla="*/ 191890 h 393165"/>
                    <a:gd name="connsiteX6" fmla="*/ 27 w 317801"/>
                    <a:gd name="connsiteY6" fmla="*/ 173296 h 393165"/>
                    <a:gd name="connsiteX7" fmla="*/ 25533 w 317801"/>
                    <a:gd name="connsiteY7" fmla="*/ 159 h 393165"/>
                    <a:gd name="connsiteX0" fmla="*/ 25533 w 313515"/>
                    <a:gd name="connsiteY0" fmla="*/ 154 h 388325"/>
                    <a:gd name="connsiteX1" fmla="*/ 272582 w 313515"/>
                    <a:gd name="connsiteY1" fmla="*/ 95329 h 388325"/>
                    <a:gd name="connsiteX2" fmla="*/ 312674 w 313515"/>
                    <a:gd name="connsiteY2" fmla="*/ 386016 h 388325"/>
                    <a:gd name="connsiteX3" fmla="*/ 139538 w 313515"/>
                    <a:gd name="connsiteY3" fmla="*/ 388325 h 388325"/>
                    <a:gd name="connsiteX4" fmla="*/ 130567 w 313515"/>
                    <a:gd name="connsiteY4" fmla="*/ 237796 h 388325"/>
                    <a:gd name="connsiteX5" fmla="*/ 86475 w 313515"/>
                    <a:gd name="connsiteY5" fmla="*/ 191885 h 388325"/>
                    <a:gd name="connsiteX6" fmla="*/ 27 w 313515"/>
                    <a:gd name="connsiteY6" fmla="*/ 173291 h 388325"/>
                    <a:gd name="connsiteX7" fmla="*/ 25533 w 313515"/>
                    <a:gd name="connsiteY7" fmla="*/ 154 h 388325"/>
                    <a:gd name="connsiteX0" fmla="*/ 25533 w 307803"/>
                    <a:gd name="connsiteY0" fmla="*/ 157 h 390781"/>
                    <a:gd name="connsiteX1" fmla="*/ 272582 w 307803"/>
                    <a:gd name="connsiteY1" fmla="*/ 95332 h 390781"/>
                    <a:gd name="connsiteX2" fmla="*/ 305531 w 307803"/>
                    <a:gd name="connsiteY2" fmla="*/ 390781 h 390781"/>
                    <a:gd name="connsiteX3" fmla="*/ 139538 w 307803"/>
                    <a:gd name="connsiteY3" fmla="*/ 388328 h 390781"/>
                    <a:gd name="connsiteX4" fmla="*/ 130567 w 307803"/>
                    <a:gd name="connsiteY4" fmla="*/ 237799 h 390781"/>
                    <a:gd name="connsiteX5" fmla="*/ 86475 w 307803"/>
                    <a:gd name="connsiteY5" fmla="*/ 191888 h 390781"/>
                    <a:gd name="connsiteX6" fmla="*/ 27 w 307803"/>
                    <a:gd name="connsiteY6" fmla="*/ 173294 h 390781"/>
                    <a:gd name="connsiteX7" fmla="*/ 25533 w 307803"/>
                    <a:gd name="connsiteY7" fmla="*/ 157 h 390781"/>
                    <a:gd name="connsiteX0" fmla="*/ 25533 w 307803"/>
                    <a:gd name="connsiteY0" fmla="*/ 157 h 390781"/>
                    <a:gd name="connsiteX1" fmla="*/ 272582 w 307803"/>
                    <a:gd name="connsiteY1" fmla="*/ 95332 h 390781"/>
                    <a:gd name="connsiteX2" fmla="*/ 305531 w 307803"/>
                    <a:gd name="connsiteY2" fmla="*/ 390781 h 390781"/>
                    <a:gd name="connsiteX3" fmla="*/ 139538 w 307803"/>
                    <a:gd name="connsiteY3" fmla="*/ 388328 h 390781"/>
                    <a:gd name="connsiteX4" fmla="*/ 130567 w 307803"/>
                    <a:gd name="connsiteY4" fmla="*/ 237799 h 390781"/>
                    <a:gd name="connsiteX5" fmla="*/ 27 w 307803"/>
                    <a:gd name="connsiteY5" fmla="*/ 173294 h 390781"/>
                    <a:gd name="connsiteX6" fmla="*/ 25533 w 307803"/>
                    <a:gd name="connsiteY6" fmla="*/ 157 h 390781"/>
                    <a:gd name="connsiteX0" fmla="*/ 25533 w 307803"/>
                    <a:gd name="connsiteY0" fmla="*/ 157 h 390781"/>
                    <a:gd name="connsiteX1" fmla="*/ 272582 w 307803"/>
                    <a:gd name="connsiteY1" fmla="*/ 95332 h 390781"/>
                    <a:gd name="connsiteX2" fmla="*/ 305531 w 307803"/>
                    <a:gd name="connsiteY2" fmla="*/ 390781 h 390781"/>
                    <a:gd name="connsiteX3" fmla="*/ 139538 w 307803"/>
                    <a:gd name="connsiteY3" fmla="*/ 388328 h 390781"/>
                    <a:gd name="connsiteX4" fmla="*/ 130567 w 307803"/>
                    <a:gd name="connsiteY4" fmla="*/ 237799 h 390781"/>
                    <a:gd name="connsiteX5" fmla="*/ 27 w 307803"/>
                    <a:gd name="connsiteY5" fmla="*/ 173294 h 390781"/>
                    <a:gd name="connsiteX6" fmla="*/ 25533 w 307803"/>
                    <a:gd name="connsiteY6" fmla="*/ 157 h 390781"/>
                    <a:gd name="connsiteX0" fmla="*/ 6542 w 288812"/>
                    <a:gd name="connsiteY0" fmla="*/ 157 h 390781"/>
                    <a:gd name="connsiteX1" fmla="*/ 253591 w 288812"/>
                    <a:gd name="connsiteY1" fmla="*/ 95332 h 390781"/>
                    <a:gd name="connsiteX2" fmla="*/ 286540 w 288812"/>
                    <a:gd name="connsiteY2" fmla="*/ 390781 h 390781"/>
                    <a:gd name="connsiteX3" fmla="*/ 120547 w 288812"/>
                    <a:gd name="connsiteY3" fmla="*/ 388328 h 390781"/>
                    <a:gd name="connsiteX4" fmla="*/ 111576 w 288812"/>
                    <a:gd name="connsiteY4" fmla="*/ 237799 h 390781"/>
                    <a:gd name="connsiteX5" fmla="*/ 86 w 288812"/>
                    <a:gd name="connsiteY5" fmla="*/ 178056 h 390781"/>
                    <a:gd name="connsiteX6" fmla="*/ 6542 w 288812"/>
                    <a:gd name="connsiteY6" fmla="*/ 157 h 390781"/>
                    <a:gd name="connsiteX0" fmla="*/ 6542 w 288812"/>
                    <a:gd name="connsiteY0" fmla="*/ 157 h 390781"/>
                    <a:gd name="connsiteX1" fmla="*/ 253591 w 288812"/>
                    <a:gd name="connsiteY1" fmla="*/ 95332 h 390781"/>
                    <a:gd name="connsiteX2" fmla="*/ 286540 w 288812"/>
                    <a:gd name="connsiteY2" fmla="*/ 390781 h 390781"/>
                    <a:gd name="connsiteX3" fmla="*/ 120547 w 288812"/>
                    <a:gd name="connsiteY3" fmla="*/ 388328 h 390781"/>
                    <a:gd name="connsiteX4" fmla="*/ 111576 w 288812"/>
                    <a:gd name="connsiteY4" fmla="*/ 237799 h 390781"/>
                    <a:gd name="connsiteX5" fmla="*/ 86 w 288812"/>
                    <a:gd name="connsiteY5" fmla="*/ 178056 h 390781"/>
                    <a:gd name="connsiteX6" fmla="*/ 6542 w 288812"/>
                    <a:gd name="connsiteY6" fmla="*/ 157 h 390781"/>
                    <a:gd name="connsiteX0" fmla="*/ 6542 w 288812"/>
                    <a:gd name="connsiteY0" fmla="*/ 157 h 390781"/>
                    <a:gd name="connsiteX1" fmla="*/ 253591 w 288812"/>
                    <a:gd name="connsiteY1" fmla="*/ 95332 h 390781"/>
                    <a:gd name="connsiteX2" fmla="*/ 286540 w 288812"/>
                    <a:gd name="connsiteY2" fmla="*/ 390781 h 390781"/>
                    <a:gd name="connsiteX3" fmla="*/ 120547 w 288812"/>
                    <a:gd name="connsiteY3" fmla="*/ 388328 h 390781"/>
                    <a:gd name="connsiteX4" fmla="*/ 111576 w 288812"/>
                    <a:gd name="connsiteY4" fmla="*/ 237799 h 390781"/>
                    <a:gd name="connsiteX5" fmla="*/ 86 w 288812"/>
                    <a:gd name="connsiteY5" fmla="*/ 178056 h 390781"/>
                    <a:gd name="connsiteX6" fmla="*/ 6542 w 288812"/>
                    <a:gd name="connsiteY6" fmla="*/ 157 h 390781"/>
                    <a:gd name="connsiteX0" fmla="*/ 6542 w 288812"/>
                    <a:gd name="connsiteY0" fmla="*/ 157 h 390781"/>
                    <a:gd name="connsiteX1" fmla="*/ 253591 w 288812"/>
                    <a:gd name="connsiteY1" fmla="*/ 95332 h 390781"/>
                    <a:gd name="connsiteX2" fmla="*/ 286540 w 288812"/>
                    <a:gd name="connsiteY2" fmla="*/ 390781 h 390781"/>
                    <a:gd name="connsiteX3" fmla="*/ 120547 w 288812"/>
                    <a:gd name="connsiteY3" fmla="*/ 388328 h 390781"/>
                    <a:gd name="connsiteX4" fmla="*/ 111576 w 288812"/>
                    <a:gd name="connsiteY4" fmla="*/ 237799 h 390781"/>
                    <a:gd name="connsiteX5" fmla="*/ 41290 w 288812"/>
                    <a:gd name="connsiteY5" fmla="*/ 210935 h 390781"/>
                    <a:gd name="connsiteX6" fmla="*/ 86 w 288812"/>
                    <a:gd name="connsiteY6" fmla="*/ 178056 h 390781"/>
                    <a:gd name="connsiteX7" fmla="*/ 6542 w 288812"/>
                    <a:gd name="connsiteY7" fmla="*/ 157 h 390781"/>
                    <a:gd name="connsiteX0" fmla="*/ 10269 w 292539"/>
                    <a:gd name="connsiteY0" fmla="*/ 157 h 390781"/>
                    <a:gd name="connsiteX1" fmla="*/ 257318 w 292539"/>
                    <a:gd name="connsiteY1" fmla="*/ 95332 h 390781"/>
                    <a:gd name="connsiteX2" fmla="*/ 290267 w 292539"/>
                    <a:gd name="connsiteY2" fmla="*/ 390781 h 390781"/>
                    <a:gd name="connsiteX3" fmla="*/ 124274 w 292539"/>
                    <a:gd name="connsiteY3" fmla="*/ 388328 h 390781"/>
                    <a:gd name="connsiteX4" fmla="*/ 115303 w 292539"/>
                    <a:gd name="connsiteY4" fmla="*/ 237799 h 390781"/>
                    <a:gd name="connsiteX5" fmla="*/ 80735 w 292539"/>
                    <a:gd name="connsiteY5" fmla="*/ 201413 h 390781"/>
                    <a:gd name="connsiteX6" fmla="*/ 3813 w 292539"/>
                    <a:gd name="connsiteY6" fmla="*/ 178056 h 390781"/>
                    <a:gd name="connsiteX7" fmla="*/ 10269 w 292539"/>
                    <a:gd name="connsiteY7" fmla="*/ 157 h 390781"/>
                    <a:gd name="connsiteX0" fmla="*/ 10269 w 292539"/>
                    <a:gd name="connsiteY0" fmla="*/ 157 h 390781"/>
                    <a:gd name="connsiteX1" fmla="*/ 257318 w 292539"/>
                    <a:gd name="connsiteY1" fmla="*/ 95332 h 390781"/>
                    <a:gd name="connsiteX2" fmla="*/ 290267 w 292539"/>
                    <a:gd name="connsiteY2" fmla="*/ 390781 h 390781"/>
                    <a:gd name="connsiteX3" fmla="*/ 124274 w 292539"/>
                    <a:gd name="connsiteY3" fmla="*/ 388328 h 390781"/>
                    <a:gd name="connsiteX4" fmla="*/ 115303 w 292539"/>
                    <a:gd name="connsiteY4" fmla="*/ 237799 h 390781"/>
                    <a:gd name="connsiteX5" fmla="*/ 80735 w 292539"/>
                    <a:gd name="connsiteY5" fmla="*/ 201413 h 390781"/>
                    <a:gd name="connsiteX6" fmla="*/ 3813 w 292539"/>
                    <a:gd name="connsiteY6" fmla="*/ 178056 h 390781"/>
                    <a:gd name="connsiteX7" fmla="*/ 10269 w 292539"/>
                    <a:gd name="connsiteY7" fmla="*/ 157 h 390781"/>
                    <a:gd name="connsiteX0" fmla="*/ 10269 w 297322"/>
                    <a:gd name="connsiteY0" fmla="*/ 108 h 390732"/>
                    <a:gd name="connsiteX1" fmla="*/ 268685 w 297322"/>
                    <a:gd name="connsiteY1" fmla="*/ 111951 h 390732"/>
                    <a:gd name="connsiteX2" fmla="*/ 290267 w 297322"/>
                    <a:gd name="connsiteY2" fmla="*/ 390732 h 390732"/>
                    <a:gd name="connsiteX3" fmla="*/ 124274 w 297322"/>
                    <a:gd name="connsiteY3" fmla="*/ 388279 h 390732"/>
                    <a:gd name="connsiteX4" fmla="*/ 115303 w 297322"/>
                    <a:gd name="connsiteY4" fmla="*/ 237750 h 390732"/>
                    <a:gd name="connsiteX5" fmla="*/ 80735 w 297322"/>
                    <a:gd name="connsiteY5" fmla="*/ 201364 h 390732"/>
                    <a:gd name="connsiteX6" fmla="*/ 3813 w 297322"/>
                    <a:gd name="connsiteY6" fmla="*/ 178007 h 390732"/>
                    <a:gd name="connsiteX7" fmla="*/ 10269 w 297322"/>
                    <a:gd name="connsiteY7" fmla="*/ 108 h 390732"/>
                    <a:gd name="connsiteX0" fmla="*/ 12697 w 299750"/>
                    <a:gd name="connsiteY0" fmla="*/ 108 h 390732"/>
                    <a:gd name="connsiteX1" fmla="*/ 271113 w 299750"/>
                    <a:gd name="connsiteY1" fmla="*/ 111951 h 390732"/>
                    <a:gd name="connsiteX2" fmla="*/ 292695 w 299750"/>
                    <a:gd name="connsiteY2" fmla="*/ 390732 h 390732"/>
                    <a:gd name="connsiteX3" fmla="*/ 126702 w 299750"/>
                    <a:gd name="connsiteY3" fmla="*/ 388279 h 390732"/>
                    <a:gd name="connsiteX4" fmla="*/ 117731 w 299750"/>
                    <a:gd name="connsiteY4" fmla="*/ 237750 h 390732"/>
                    <a:gd name="connsiteX5" fmla="*/ 6241 w 299750"/>
                    <a:gd name="connsiteY5" fmla="*/ 178007 h 390732"/>
                    <a:gd name="connsiteX6" fmla="*/ 12697 w 299750"/>
                    <a:gd name="connsiteY6" fmla="*/ 108 h 390732"/>
                    <a:gd name="connsiteX0" fmla="*/ 10302 w 297355"/>
                    <a:gd name="connsiteY0" fmla="*/ 108 h 390732"/>
                    <a:gd name="connsiteX1" fmla="*/ 268718 w 297355"/>
                    <a:gd name="connsiteY1" fmla="*/ 111951 h 390732"/>
                    <a:gd name="connsiteX2" fmla="*/ 290300 w 297355"/>
                    <a:gd name="connsiteY2" fmla="*/ 390732 h 390732"/>
                    <a:gd name="connsiteX3" fmla="*/ 124307 w 297355"/>
                    <a:gd name="connsiteY3" fmla="*/ 388279 h 390732"/>
                    <a:gd name="connsiteX4" fmla="*/ 81236 w 297355"/>
                    <a:gd name="connsiteY4" fmla="*/ 223462 h 390732"/>
                    <a:gd name="connsiteX5" fmla="*/ 3846 w 297355"/>
                    <a:gd name="connsiteY5" fmla="*/ 178007 h 390732"/>
                    <a:gd name="connsiteX6" fmla="*/ 10302 w 297355"/>
                    <a:gd name="connsiteY6" fmla="*/ 108 h 390732"/>
                    <a:gd name="connsiteX0" fmla="*/ 10302 w 297355"/>
                    <a:gd name="connsiteY0" fmla="*/ 108 h 390732"/>
                    <a:gd name="connsiteX1" fmla="*/ 268718 w 297355"/>
                    <a:gd name="connsiteY1" fmla="*/ 111951 h 390732"/>
                    <a:gd name="connsiteX2" fmla="*/ 290300 w 297355"/>
                    <a:gd name="connsiteY2" fmla="*/ 390732 h 390732"/>
                    <a:gd name="connsiteX3" fmla="*/ 90207 w 297355"/>
                    <a:gd name="connsiteY3" fmla="*/ 390664 h 390732"/>
                    <a:gd name="connsiteX4" fmla="*/ 81236 w 297355"/>
                    <a:gd name="connsiteY4" fmla="*/ 223462 h 390732"/>
                    <a:gd name="connsiteX5" fmla="*/ 3846 w 297355"/>
                    <a:gd name="connsiteY5" fmla="*/ 178007 h 390732"/>
                    <a:gd name="connsiteX6" fmla="*/ 10302 w 297355"/>
                    <a:gd name="connsiteY6" fmla="*/ 108 h 390732"/>
                    <a:gd name="connsiteX0" fmla="*/ 19820 w 306873"/>
                    <a:gd name="connsiteY0" fmla="*/ 108 h 390732"/>
                    <a:gd name="connsiteX1" fmla="*/ 278236 w 306873"/>
                    <a:gd name="connsiteY1" fmla="*/ 111951 h 390732"/>
                    <a:gd name="connsiteX2" fmla="*/ 299818 w 306873"/>
                    <a:gd name="connsiteY2" fmla="*/ 390732 h 390732"/>
                    <a:gd name="connsiteX3" fmla="*/ 99725 w 306873"/>
                    <a:gd name="connsiteY3" fmla="*/ 390664 h 390732"/>
                    <a:gd name="connsiteX4" fmla="*/ 90754 w 306873"/>
                    <a:gd name="connsiteY4" fmla="*/ 223462 h 390732"/>
                    <a:gd name="connsiteX5" fmla="*/ 13364 w 306873"/>
                    <a:gd name="connsiteY5" fmla="*/ 178007 h 390732"/>
                    <a:gd name="connsiteX6" fmla="*/ 19820 w 306873"/>
                    <a:gd name="connsiteY6" fmla="*/ 108 h 390732"/>
                    <a:gd name="connsiteX0" fmla="*/ 31628 w 318681"/>
                    <a:gd name="connsiteY0" fmla="*/ 108 h 390732"/>
                    <a:gd name="connsiteX1" fmla="*/ 290044 w 318681"/>
                    <a:gd name="connsiteY1" fmla="*/ 111951 h 390732"/>
                    <a:gd name="connsiteX2" fmla="*/ 311626 w 318681"/>
                    <a:gd name="connsiteY2" fmla="*/ 390732 h 390732"/>
                    <a:gd name="connsiteX3" fmla="*/ 111533 w 318681"/>
                    <a:gd name="connsiteY3" fmla="*/ 390664 h 390732"/>
                    <a:gd name="connsiteX4" fmla="*/ 102562 w 318681"/>
                    <a:gd name="connsiteY4" fmla="*/ 223462 h 390732"/>
                    <a:gd name="connsiteX5" fmla="*/ 10963 w 318681"/>
                    <a:gd name="connsiteY5" fmla="*/ 178010 h 390732"/>
                    <a:gd name="connsiteX6" fmla="*/ 31628 w 318681"/>
                    <a:gd name="connsiteY6" fmla="*/ 108 h 390732"/>
                    <a:gd name="connsiteX0" fmla="*/ 31628 w 314859"/>
                    <a:gd name="connsiteY0" fmla="*/ 124 h 390748"/>
                    <a:gd name="connsiteX1" fmla="*/ 281519 w 314859"/>
                    <a:gd name="connsiteY1" fmla="*/ 104823 h 390748"/>
                    <a:gd name="connsiteX2" fmla="*/ 311626 w 314859"/>
                    <a:gd name="connsiteY2" fmla="*/ 390748 h 390748"/>
                    <a:gd name="connsiteX3" fmla="*/ 111533 w 314859"/>
                    <a:gd name="connsiteY3" fmla="*/ 390680 h 390748"/>
                    <a:gd name="connsiteX4" fmla="*/ 102562 w 314859"/>
                    <a:gd name="connsiteY4" fmla="*/ 223478 h 390748"/>
                    <a:gd name="connsiteX5" fmla="*/ 10963 w 314859"/>
                    <a:gd name="connsiteY5" fmla="*/ 178026 h 390748"/>
                    <a:gd name="connsiteX6" fmla="*/ 31628 w 314859"/>
                    <a:gd name="connsiteY6" fmla="*/ 124 h 390748"/>
                    <a:gd name="connsiteX0" fmla="*/ 25679 w 305986"/>
                    <a:gd name="connsiteY0" fmla="*/ 124 h 390748"/>
                    <a:gd name="connsiteX1" fmla="*/ 272784 w 305986"/>
                    <a:gd name="connsiteY1" fmla="*/ 104823 h 390748"/>
                    <a:gd name="connsiteX2" fmla="*/ 302891 w 305986"/>
                    <a:gd name="connsiteY2" fmla="*/ 390748 h 390748"/>
                    <a:gd name="connsiteX3" fmla="*/ 102798 w 305986"/>
                    <a:gd name="connsiteY3" fmla="*/ 390680 h 390748"/>
                    <a:gd name="connsiteX4" fmla="*/ 93827 w 305986"/>
                    <a:gd name="connsiteY4" fmla="*/ 223478 h 390748"/>
                    <a:gd name="connsiteX5" fmla="*/ 2228 w 305986"/>
                    <a:gd name="connsiteY5" fmla="*/ 178026 h 390748"/>
                    <a:gd name="connsiteX6" fmla="*/ 25679 w 305986"/>
                    <a:gd name="connsiteY6" fmla="*/ 124 h 390748"/>
                    <a:gd name="connsiteX0" fmla="*/ 37369 w 304374"/>
                    <a:gd name="connsiteY0" fmla="*/ 130 h 388405"/>
                    <a:gd name="connsiteX1" fmla="*/ 271774 w 304374"/>
                    <a:gd name="connsiteY1" fmla="*/ 102480 h 388405"/>
                    <a:gd name="connsiteX2" fmla="*/ 301881 w 304374"/>
                    <a:gd name="connsiteY2" fmla="*/ 388405 h 388405"/>
                    <a:gd name="connsiteX3" fmla="*/ 101788 w 304374"/>
                    <a:gd name="connsiteY3" fmla="*/ 388337 h 388405"/>
                    <a:gd name="connsiteX4" fmla="*/ 92817 w 304374"/>
                    <a:gd name="connsiteY4" fmla="*/ 221135 h 388405"/>
                    <a:gd name="connsiteX5" fmla="*/ 1218 w 304374"/>
                    <a:gd name="connsiteY5" fmla="*/ 175683 h 388405"/>
                    <a:gd name="connsiteX6" fmla="*/ 37369 w 304374"/>
                    <a:gd name="connsiteY6" fmla="*/ 130 h 388405"/>
                    <a:gd name="connsiteX0" fmla="*/ 37369 w 304374"/>
                    <a:gd name="connsiteY0" fmla="*/ 130 h 390688"/>
                    <a:gd name="connsiteX1" fmla="*/ 271774 w 304374"/>
                    <a:gd name="connsiteY1" fmla="*/ 102480 h 390688"/>
                    <a:gd name="connsiteX2" fmla="*/ 301881 w 304374"/>
                    <a:gd name="connsiteY2" fmla="*/ 388405 h 390688"/>
                    <a:gd name="connsiteX3" fmla="*/ 106867 w 304374"/>
                    <a:gd name="connsiteY3" fmla="*/ 390688 h 390688"/>
                    <a:gd name="connsiteX4" fmla="*/ 92817 w 304374"/>
                    <a:gd name="connsiteY4" fmla="*/ 221135 h 390688"/>
                    <a:gd name="connsiteX5" fmla="*/ 1218 w 304374"/>
                    <a:gd name="connsiteY5" fmla="*/ 175683 h 390688"/>
                    <a:gd name="connsiteX6" fmla="*/ 37369 w 304374"/>
                    <a:gd name="connsiteY6" fmla="*/ 130 h 390688"/>
                    <a:gd name="connsiteX0" fmla="*/ 37564 w 304569"/>
                    <a:gd name="connsiteY0" fmla="*/ 130 h 390688"/>
                    <a:gd name="connsiteX1" fmla="*/ 271969 w 304569"/>
                    <a:gd name="connsiteY1" fmla="*/ 102480 h 390688"/>
                    <a:gd name="connsiteX2" fmla="*/ 302076 w 304569"/>
                    <a:gd name="connsiteY2" fmla="*/ 388405 h 390688"/>
                    <a:gd name="connsiteX3" fmla="*/ 107062 w 304569"/>
                    <a:gd name="connsiteY3" fmla="*/ 390688 h 390688"/>
                    <a:gd name="connsiteX4" fmla="*/ 98092 w 304569"/>
                    <a:gd name="connsiteY4" fmla="*/ 218787 h 390688"/>
                    <a:gd name="connsiteX5" fmla="*/ 1413 w 304569"/>
                    <a:gd name="connsiteY5" fmla="*/ 175683 h 390688"/>
                    <a:gd name="connsiteX6" fmla="*/ 37564 w 304569"/>
                    <a:gd name="connsiteY6" fmla="*/ 130 h 390688"/>
                    <a:gd name="connsiteX0" fmla="*/ 37564 w 304569"/>
                    <a:gd name="connsiteY0" fmla="*/ 130 h 390688"/>
                    <a:gd name="connsiteX1" fmla="*/ 271969 w 304569"/>
                    <a:gd name="connsiteY1" fmla="*/ 102480 h 390688"/>
                    <a:gd name="connsiteX2" fmla="*/ 302076 w 304569"/>
                    <a:gd name="connsiteY2" fmla="*/ 388405 h 390688"/>
                    <a:gd name="connsiteX3" fmla="*/ 107062 w 304569"/>
                    <a:gd name="connsiteY3" fmla="*/ 390688 h 390688"/>
                    <a:gd name="connsiteX4" fmla="*/ 98091 w 304569"/>
                    <a:gd name="connsiteY4" fmla="*/ 218789 h 390688"/>
                    <a:gd name="connsiteX5" fmla="*/ 1413 w 304569"/>
                    <a:gd name="connsiteY5" fmla="*/ 175683 h 390688"/>
                    <a:gd name="connsiteX6" fmla="*/ 37564 w 304569"/>
                    <a:gd name="connsiteY6" fmla="*/ 130 h 390688"/>
                    <a:gd name="connsiteX0" fmla="*/ 37564 w 304569"/>
                    <a:gd name="connsiteY0" fmla="*/ 130 h 388405"/>
                    <a:gd name="connsiteX1" fmla="*/ 271969 w 304569"/>
                    <a:gd name="connsiteY1" fmla="*/ 102480 h 388405"/>
                    <a:gd name="connsiteX2" fmla="*/ 302076 w 304569"/>
                    <a:gd name="connsiteY2" fmla="*/ 388405 h 388405"/>
                    <a:gd name="connsiteX3" fmla="*/ 114682 w 304569"/>
                    <a:gd name="connsiteY3" fmla="*/ 388342 h 388405"/>
                    <a:gd name="connsiteX4" fmla="*/ 98091 w 304569"/>
                    <a:gd name="connsiteY4" fmla="*/ 218789 h 388405"/>
                    <a:gd name="connsiteX5" fmla="*/ 1413 w 304569"/>
                    <a:gd name="connsiteY5" fmla="*/ 175683 h 388405"/>
                    <a:gd name="connsiteX6" fmla="*/ 37564 w 304569"/>
                    <a:gd name="connsiteY6" fmla="*/ 130 h 388405"/>
                    <a:gd name="connsiteX0" fmla="*/ 37096 w 304101"/>
                    <a:gd name="connsiteY0" fmla="*/ 130 h 388405"/>
                    <a:gd name="connsiteX1" fmla="*/ 271501 w 304101"/>
                    <a:gd name="connsiteY1" fmla="*/ 102480 h 388405"/>
                    <a:gd name="connsiteX2" fmla="*/ 301608 w 304101"/>
                    <a:gd name="connsiteY2" fmla="*/ 388405 h 388405"/>
                    <a:gd name="connsiteX3" fmla="*/ 114214 w 304101"/>
                    <a:gd name="connsiteY3" fmla="*/ 388342 h 388405"/>
                    <a:gd name="connsiteX4" fmla="*/ 84922 w 304101"/>
                    <a:gd name="connsiteY4" fmla="*/ 211746 h 388405"/>
                    <a:gd name="connsiteX5" fmla="*/ 945 w 304101"/>
                    <a:gd name="connsiteY5" fmla="*/ 175683 h 388405"/>
                    <a:gd name="connsiteX6" fmla="*/ 37096 w 304101"/>
                    <a:gd name="connsiteY6" fmla="*/ 130 h 388405"/>
                    <a:gd name="connsiteX0" fmla="*/ 37096 w 304101"/>
                    <a:gd name="connsiteY0" fmla="*/ 130 h 388405"/>
                    <a:gd name="connsiteX1" fmla="*/ 271501 w 304101"/>
                    <a:gd name="connsiteY1" fmla="*/ 102480 h 388405"/>
                    <a:gd name="connsiteX2" fmla="*/ 301608 w 304101"/>
                    <a:gd name="connsiteY2" fmla="*/ 388405 h 388405"/>
                    <a:gd name="connsiteX3" fmla="*/ 114214 w 304101"/>
                    <a:gd name="connsiteY3" fmla="*/ 388342 h 388405"/>
                    <a:gd name="connsiteX4" fmla="*/ 105984 w 304101"/>
                    <a:gd name="connsiteY4" fmla="*/ 296265 h 388405"/>
                    <a:gd name="connsiteX5" fmla="*/ 84922 w 304101"/>
                    <a:gd name="connsiteY5" fmla="*/ 211746 h 388405"/>
                    <a:gd name="connsiteX6" fmla="*/ 945 w 304101"/>
                    <a:gd name="connsiteY6" fmla="*/ 175683 h 388405"/>
                    <a:gd name="connsiteX7" fmla="*/ 37096 w 304101"/>
                    <a:gd name="connsiteY7" fmla="*/ 130 h 388405"/>
                    <a:gd name="connsiteX0" fmla="*/ 37096 w 304101"/>
                    <a:gd name="connsiteY0" fmla="*/ 130 h 388405"/>
                    <a:gd name="connsiteX1" fmla="*/ 271501 w 304101"/>
                    <a:gd name="connsiteY1" fmla="*/ 102480 h 388405"/>
                    <a:gd name="connsiteX2" fmla="*/ 301608 w 304101"/>
                    <a:gd name="connsiteY2" fmla="*/ 388405 h 388405"/>
                    <a:gd name="connsiteX3" fmla="*/ 114214 w 304101"/>
                    <a:gd name="connsiteY3" fmla="*/ 388342 h 388405"/>
                    <a:gd name="connsiteX4" fmla="*/ 105984 w 304101"/>
                    <a:gd name="connsiteY4" fmla="*/ 265733 h 388405"/>
                    <a:gd name="connsiteX5" fmla="*/ 84922 w 304101"/>
                    <a:gd name="connsiteY5" fmla="*/ 211746 h 388405"/>
                    <a:gd name="connsiteX6" fmla="*/ 945 w 304101"/>
                    <a:gd name="connsiteY6" fmla="*/ 175683 h 388405"/>
                    <a:gd name="connsiteX7" fmla="*/ 37096 w 304101"/>
                    <a:gd name="connsiteY7" fmla="*/ 130 h 388405"/>
                    <a:gd name="connsiteX0" fmla="*/ 37096 w 304101"/>
                    <a:gd name="connsiteY0" fmla="*/ 130 h 388405"/>
                    <a:gd name="connsiteX1" fmla="*/ 271501 w 304101"/>
                    <a:gd name="connsiteY1" fmla="*/ 102480 h 388405"/>
                    <a:gd name="connsiteX2" fmla="*/ 301608 w 304101"/>
                    <a:gd name="connsiteY2" fmla="*/ 388405 h 388405"/>
                    <a:gd name="connsiteX3" fmla="*/ 114214 w 304101"/>
                    <a:gd name="connsiteY3" fmla="*/ 388342 h 388405"/>
                    <a:gd name="connsiteX4" fmla="*/ 105984 w 304101"/>
                    <a:gd name="connsiteY4" fmla="*/ 265733 h 388405"/>
                    <a:gd name="connsiteX5" fmla="*/ 84922 w 304101"/>
                    <a:gd name="connsiteY5" fmla="*/ 211746 h 388405"/>
                    <a:gd name="connsiteX6" fmla="*/ 945 w 304101"/>
                    <a:gd name="connsiteY6" fmla="*/ 175683 h 388405"/>
                    <a:gd name="connsiteX7" fmla="*/ 37096 w 304101"/>
                    <a:gd name="connsiteY7" fmla="*/ 130 h 388405"/>
                    <a:gd name="connsiteX0" fmla="*/ 37096 w 304101"/>
                    <a:gd name="connsiteY0" fmla="*/ 130 h 388405"/>
                    <a:gd name="connsiteX1" fmla="*/ 271501 w 304101"/>
                    <a:gd name="connsiteY1" fmla="*/ 102480 h 388405"/>
                    <a:gd name="connsiteX2" fmla="*/ 301608 w 304101"/>
                    <a:gd name="connsiteY2" fmla="*/ 388405 h 388405"/>
                    <a:gd name="connsiteX3" fmla="*/ 114214 w 304101"/>
                    <a:gd name="connsiteY3" fmla="*/ 388342 h 388405"/>
                    <a:gd name="connsiteX4" fmla="*/ 113604 w 304101"/>
                    <a:gd name="connsiteY4" fmla="*/ 272781 h 388405"/>
                    <a:gd name="connsiteX5" fmla="*/ 84922 w 304101"/>
                    <a:gd name="connsiteY5" fmla="*/ 211746 h 388405"/>
                    <a:gd name="connsiteX6" fmla="*/ 945 w 304101"/>
                    <a:gd name="connsiteY6" fmla="*/ 175683 h 388405"/>
                    <a:gd name="connsiteX7" fmla="*/ 37096 w 304101"/>
                    <a:gd name="connsiteY7" fmla="*/ 130 h 388405"/>
                    <a:gd name="connsiteX0" fmla="*/ 38236 w 305241"/>
                    <a:gd name="connsiteY0" fmla="*/ 130 h 388405"/>
                    <a:gd name="connsiteX1" fmla="*/ 272641 w 305241"/>
                    <a:gd name="connsiteY1" fmla="*/ 102480 h 388405"/>
                    <a:gd name="connsiteX2" fmla="*/ 302748 w 305241"/>
                    <a:gd name="connsiteY2" fmla="*/ 388405 h 388405"/>
                    <a:gd name="connsiteX3" fmla="*/ 115354 w 305241"/>
                    <a:gd name="connsiteY3" fmla="*/ 388342 h 388405"/>
                    <a:gd name="connsiteX4" fmla="*/ 114744 w 305241"/>
                    <a:gd name="connsiteY4" fmla="*/ 272781 h 388405"/>
                    <a:gd name="connsiteX5" fmla="*/ 2085 w 305241"/>
                    <a:gd name="connsiteY5" fmla="*/ 175683 h 388405"/>
                    <a:gd name="connsiteX6" fmla="*/ 38236 w 305241"/>
                    <a:gd name="connsiteY6" fmla="*/ 130 h 388405"/>
                    <a:gd name="connsiteX0" fmla="*/ 50313 w 317318"/>
                    <a:gd name="connsiteY0" fmla="*/ 130 h 388405"/>
                    <a:gd name="connsiteX1" fmla="*/ 284718 w 317318"/>
                    <a:gd name="connsiteY1" fmla="*/ 102480 h 388405"/>
                    <a:gd name="connsiteX2" fmla="*/ 314825 w 317318"/>
                    <a:gd name="connsiteY2" fmla="*/ 388405 h 388405"/>
                    <a:gd name="connsiteX3" fmla="*/ 127431 w 317318"/>
                    <a:gd name="connsiteY3" fmla="*/ 388342 h 388405"/>
                    <a:gd name="connsiteX4" fmla="*/ 126821 w 317318"/>
                    <a:gd name="connsiteY4" fmla="*/ 272781 h 388405"/>
                    <a:gd name="connsiteX5" fmla="*/ 14162 w 317318"/>
                    <a:gd name="connsiteY5" fmla="*/ 175683 h 388405"/>
                    <a:gd name="connsiteX6" fmla="*/ 50313 w 317318"/>
                    <a:gd name="connsiteY6" fmla="*/ 130 h 388405"/>
                    <a:gd name="connsiteX0" fmla="*/ 43688 w 310693"/>
                    <a:gd name="connsiteY0" fmla="*/ 130 h 388405"/>
                    <a:gd name="connsiteX1" fmla="*/ 278093 w 310693"/>
                    <a:gd name="connsiteY1" fmla="*/ 102480 h 388405"/>
                    <a:gd name="connsiteX2" fmla="*/ 308200 w 310693"/>
                    <a:gd name="connsiteY2" fmla="*/ 388405 h 388405"/>
                    <a:gd name="connsiteX3" fmla="*/ 120806 w 310693"/>
                    <a:gd name="connsiteY3" fmla="*/ 388342 h 388405"/>
                    <a:gd name="connsiteX4" fmla="*/ 120196 w 310693"/>
                    <a:gd name="connsiteY4" fmla="*/ 272781 h 388405"/>
                    <a:gd name="connsiteX5" fmla="*/ 15157 w 310693"/>
                    <a:gd name="connsiteY5" fmla="*/ 185077 h 388405"/>
                    <a:gd name="connsiteX6" fmla="*/ 43688 w 310693"/>
                    <a:gd name="connsiteY6" fmla="*/ 130 h 388405"/>
                    <a:gd name="connsiteX0" fmla="*/ 30918 w 297923"/>
                    <a:gd name="connsiteY0" fmla="*/ 130 h 388405"/>
                    <a:gd name="connsiteX1" fmla="*/ 265323 w 297923"/>
                    <a:gd name="connsiteY1" fmla="*/ 102480 h 388405"/>
                    <a:gd name="connsiteX2" fmla="*/ 295430 w 297923"/>
                    <a:gd name="connsiteY2" fmla="*/ 388405 h 388405"/>
                    <a:gd name="connsiteX3" fmla="*/ 108036 w 297923"/>
                    <a:gd name="connsiteY3" fmla="*/ 388342 h 388405"/>
                    <a:gd name="connsiteX4" fmla="*/ 107426 w 297923"/>
                    <a:gd name="connsiteY4" fmla="*/ 272781 h 388405"/>
                    <a:gd name="connsiteX5" fmla="*/ 17627 w 297923"/>
                    <a:gd name="connsiteY5" fmla="*/ 194474 h 388405"/>
                    <a:gd name="connsiteX6" fmla="*/ 30918 w 297923"/>
                    <a:gd name="connsiteY6" fmla="*/ 130 h 388405"/>
                    <a:gd name="connsiteX0" fmla="*/ 30918 w 297923"/>
                    <a:gd name="connsiteY0" fmla="*/ 130 h 388405"/>
                    <a:gd name="connsiteX1" fmla="*/ 265323 w 297923"/>
                    <a:gd name="connsiteY1" fmla="*/ 102480 h 388405"/>
                    <a:gd name="connsiteX2" fmla="*/ 295430 w 297923"/>
                    <a:gd name="connsiteY2" fmla="*/ 388405 h 388405"/>
                    <a:gd name="connsiteX3" fmla="*/ 108036 w 297923"/>
                    <a:gd name="connsiteY3" fmla="*/ 388342 h 388405"/>
                    <a:gd name="connsiteX4" fmla="*/ 107426 w 297923"/>
                    <a:gd name="connsiteY4" fmla="*/ 272781 h 388405"/>
                    <a:gd name="connsiteX5" fmla="*/ 17627 w 297923"/>
                    <a:gd name="connsiteY5" fmla="*/ 194474 h 388405"/>
                    <a:gd name="connsiteX6" fmla="*/ 30918 w 297923"/>
                    <a:gd name="connsiteY6" fmla="*/ 130 h 388405"/>
                    <a:gd name="connsiteX0" fmla="*/ 16088 w 283093"/>
                    <a:gd name="connsiteY0" fmla="*/ 130 h 388405"/>
                    <a:gd name="connsiteX1" fmla="*/ 250493 w 283093"/>
                    <a:gd name="connsiteY1" fmla="*/ 102480 h 388405"/>
                    <a:gd name="connsiteX2" fmla="*/ 280600 w 283093"/>
                    <a:gd name="connsiteY2" fmla="*/ 388405 h 388405"/>
                    <a:gd name="connsiteX3" fmla="*/ 93206 w 283093"/>
                    <a:gd name="connsiteY3" fmla="*/ 388342 h 388405"/>
                    <a:gd name="connsiteX4" fmla="*/ 92596 w 283093"/>
                    <a:gd name="connsiteY4" fmla="*/ 272781 h 388405"/>
                    <a:gd name="connsiteX5" fmla="*/ 82424 w 283093"/>
                    <a:gd name="connsiteY5" fmla="*/ 236454 h 388405"/>
                    <a:gd name="connsiteX6" fmla="*/ 2797 w 283093"/>
                    <a:gd name="connsiteY6" fmla="*/ 194474 h 388405"/>
                    <a:gd name="connsiteX7" fmla="*/ 16088 w 283093"/>
                    <a:gd name="connsiteY7" fmla="*/ 130 h 388405"/>
                    <a:gd name="connsiteX0" fmla="*/ 16088 w 283093"/>
                    <a:gd name="connsiteY0" fmla="*/ 130 h 388405"/>
                    <a:gd name="connsiteX1" fmla="*/ 250493 w 283093"/>
                    <a:gd name="connsiteY1" fmla="*/ 102480 h 388405"/>
                    <a:gd name="connsiteX2" fmla="*/ 280600 w 283093"/>
                    <a:gd name="connsiteY2" fmla="*/ 388405 h 388405"/>
                    <a:gd name="connsiteX3" fmla="*/ 93206 w 283093"/>
                    <a:gd name="connsiteY3" fmla="*/ 388342 h 388405"/>
                    <a:gd name="connsiteX4" fmla="*/ 92596 w 283093"/>
                    <a:gd name="connsiteY4" fmla="*/ 272781 h 388405"/>
                    <a:gd name="connsiteX5" fmla="*/ 82424 w 283093"/>
                    <a:gd name="connsiteY5" fmla="*/ 236454 h 388405"/>
                    <a:gd name="connsiteX6" fmla="*/ 2797 w 283093"/>
                    <a:gd name="connsiteY6" fmla="*/ 194474 h 388405"/>
                    <a:gd name="connsiteX7" fmla="*/ 16088 w 283093"/>
                    <a:gd name="connsiteY7" fmla="*/ 130 h 388405"/>
                    <a:gd name="connsiteX0" fmla="*/ 16088 w 283093"/>
                    <a:gd name="connsiteY0" fmla="*/ 130 h 388405"/>
                    <a:gd name="connsiteX1" fmla="*/ 250493 w 283093"/>
                    <a:gd name="connsiteY1" fmla="*/ 102480 h 388405"/>
                    <a:gd name="connsiteX2" fmla="*/ 280600 w 283093"/>
                    <a:gd name="connsiteY2" fmla="*/ 388405 h 388405"/>
                    <a:gd name="connsiteX3" fmla="*/ 93206 w 283093"/>
                    <a:gd name="connsiteY3" fmla="*/ 388342 h 388405"/>
                    <a:gd name="connsiteX4" fmla="*/ 92596 w 283093"/>
                    <a:gd name="connsiteY4" fmla="*/ 272781 h 388405"/>
                    <a:gd name="connsiteX5" fmla="*/ 82424 w 283093"/>
                    <a:gd name="connsiteY5" fmla="*/ 236454 h 388405"/>
                    <a:gd name="connsiteX6" fmla="*/ 2797 w 283093"/>
                    <a:gd name="connsiteY6" fmla="*/ 194474 h 388405"/>
                    <a:gd name="connsiteX7" fmla="*/ 16088 w 283093"/>
                    <a:gd name="connsiteY7" fmla="*/ 130 h 388405"/>
                    <a:gd name="connsiteX0" fmla="*/ 16088 w 283093"/>
                    <a:gd name="connsiteY0" fmla="*/ 130 h 388405"/>
                    <a:gd name="connsiteX1" fmla="*/ 250493 w 283093"/>
                    <a:gd name="connsiteY1" fmla="*/ 102480 h 388405"/>
                    <a:gd name="connsiteX2" fmla="*/ 280600 w 283093"/>
                    <a:gd name="connsiteY2" fmla="*/ 388405 h 388405"/>
                    <a:gd name="connsiteX3" fmla="*/ 93206 w 283093"/>
                    <a:gd name="connsiteY3" fmla="*/ 388342 h 388405"/>
                    <a:gd name="connsiteX4" fmla="*/ 92596 w 283093"/>
                    <a:gd name="connsiteY4" fmla="*/ 272781 h 388405"/>
                    <a:gd name="connsiteX5" fmla="*/ 82424 w 283093"/>
                    <a:gd name="connsiteY5" fmla="*/ 236454 h 388405"/>
                    <a:gd name="connsiteX6" fmla="*/ 2797 w 283093"/>
                    <a:gd name="connsiteY6" fmla="*/ 175686 h 388405"/>
                    <a:gd name="connsiteX7" fmla="*/ 16088 w 283093"/>
                    <a:gd name="connsiteY7" fmla="*/ 130 h 388405"/>
                    <a:gd name="connsiteX0" fmla="*/ 24259 w 291264"/>
                    <a:gd name="connsiteY0" fmla="*/ 130 h 388405"/>
                    <a:gd name="connsiteX1" fmla="*/ 258664 w 291264"/>
                    <a:gd name="connsiteY1" fmla="*/ 102480 h 388405"/>
                    <a:gd name="connsiteX2" fmla="*/ 288771 w 291264"/>
                    <a:gd name="connsiteY2" fmla="*/ 388405 h 388405"/>
                    <a:gd name="connsiteX3" fmla="*/ 101377 w 291264"/>
                    <a:gd name="connsiteY3" fmla="*/ 388342 h 388405"/>
                    <a:gd name="connsiteX4" fmla="*/ 100767 w 291264"/>
                    <a:gd name="connsiteY4" fmla="*/ 272781 h 388405"/>
                    <a:gd name="connsiteX5" fmla="*/ 90595 w 291264"/>
                    <a:gd name="connsiteY5" fmla="*/ 236454 h 388405"/>
                    <a:gd name="connsiteX6" fmla="*/ 10968 w 291264"/>
                    <a:gd name="connsiteY6" fmla="*/ 175686 h 388405"/>
                    <a:gd name="connsiteX7" fmla="*/ 24259 w 291264"/>
                    <a:gd name="connsiteY7" fmla="*/ 130 h 388405"/>
                    <a:gd name="connsiteX0" fmla="*/ 15408 w 282413"/>
                    <a:gd name="connsiteY0" fmla="*/ 130 h 388405"/>
                    <a:gd name="connsiteX1" fmla="*/ 249813 w 282413"/>
                    <a:gd name="connsiteY1" fmla="*/ 102480 h 388405"/>
                    <a:gd name="connsiteX2" fmla="*/ 279920 w 282413"/>
                    <a:gd name="connsiteY2" fmla="*/ 388405 h 388405"/>
                    <a:gd name="connsiteX3" fmla="*/ 92526 w 282413"/>
                    <a:gd name="connsiteY3" fmla="*/ 388342 h 388405"/>
                    <a:gd name="connsiteX4" fmla="*/ 91916 w 282413"/>
                    <a:gd name="connsiteY4" fmla="*/ 272781 h 388405"/>
                    <a:gd name="connsiteX5" fmla="*/ 70213 w 282413"/>
                    <a:gd name="connsiteY5" fmla="*/ 224016 h 388405"/>
                    <a:gd name="connsiteX6" fmla="*/ 2117 w 282413"/>
                    <a:gd name="connsiteY6" fmla="*/ 175686 h 388405"/>
                    <a:gd name="connsiteX7" fmla="*/ 15408 w 282413"/>
                    <a:gd name="connsiteY7" fmla="*/ 130 h 388405"/>
                    <a:gd name="connsiteX0" fmla="*/ 15408 w 282413"/>
                    <a:gd name="connsiteY0" fmla="*/ 130 h 388405"/>
                    <a:gd name="connsiteX1" fmla="*/ 249813 w 282413"/>
                    <a:gd name="connsiteY1" fmla="*/ 102480 h 388405"/>
                    <a:gd name="connsiteX2" fmla="*/ 279920 w 282413"/>
                    <a:gd name="connsiteY2" fmla="*/ 388405 h 388405"/>
                    <a:gd name="connsiteX3" fmla="*/ 92526 w 282413"/>
                    <a:gd name="connsiteY3" fmla="*/ 388342 h 388405"/>
                    <a:gd name="connsiteX4" fmla="*/ 91916 w 282413"/>
                    <a:gd name="connsiteY4" fmla="*/ 272781 h 388405"/>
                    <a:gd name="connsiteX5" fmla="*/ 70213 w 282413"/>
                    <a:gd name="connsiteY5" fmla="*/ 224016 h 388405"/>
                    <a:gd name="connsiteX6" fmla="*/ 2117 w 282413"/>
                    <a:gd name="connsiteY6" fmla="*/ 175686 h 388405"/>
                    <a:gd name="connsiteX7" fmla="*/ 15408 w 282413"/>
                    <a:gd name="connsiteY7" fmla="*/ 130 h 388405"/>
                    <a:gd name="connsiteX0" fmla="*/ 15408 w 282413"/>
                    <a:gd name="connsiteY0" fmla="*/ 130 h 388405"/>
                    <a:gd name="connsiteX1" fmla="*/ 249813 w 282413"/>
                    <a:gd name="connsiteY1" fmla="*/ 102480 h 388405"/>
                    <a:gd name="connsiteX2" fmla="*/ 279920 w 282413"/>
                    <a:gd name="connsiteY2" fmla="*/ 388405 h 388405"/>
                    <a:gd name="connsiteX3" fmla="*/ 92526 w 282413"/>
                    <a:gd name="connsiteY3" fmla="*/ 388342 h 388405"/>
                    <a:gd name="connsiteX4" fmla="*/ 91916 w 282413"/>
                    <a:gd name="connsiteY4" fmla="*/ 272781 h 388405"/>
                    <a:gd name="connsiteX5" fmla="*/ 70213 w 282413"/>
                    <a:gd name="connsiteY5" fmla="*/ 224016 h 388405"/>
                    <a:gd name="connsiteX6" fmla="*/ 2117 w 282413"/>
                    <a:gd name="connsiteY6" fmla="*/ 175686 h 388405"/>
                    <a:gd name="connsiteX7" fmla="*/ 15408 w 282413"/>
                    <a:gd name="connsiteY7" fmla="*/ 130 h 388405"/>
                    <a:gd name="connsiteX0" fmla="*/ 16712 w 283717"/>
                    <a:gd name="connsiteY0" fmla="*/ 130 h 388405"/>
                    <a:gd name="connsiteX1" fmla="*/ 251117 w 283717"/>
                    <a:gd name="connsiteY1" fmla="*/ 102480 h 388405"/>
                    <a:gd name="connsiteX2" fmla="*/ 281224 w 283717"/>
                    <a:gd name="connsiteY2" fmla="*/ 388405 h 388405"/>
                    <a:gd name="connsiteX3" fmla="*/ 93830 w 283717"/>
                    <a:gd name="connsiteY3" fmla="*/ 388342 h 388405"/>
                    <a:gd name="connsiteX4" fmla="*/ 93220 w 283717"/>
                    <a:gd name="connsiteY4" fmla="*/ 272781 h 388405"/>
                    <a:gd name="connsiteX5" fmla="*/ 3421 w 283717"/>
                    <a:gd name="connsiteY5" fmla="*/ 175686 h 388405"/>
                    <a:gd name="connsiteX6" fmla="*/ 16712 w 283717"/>
                    <a:gd name="connsiteY6" fmla="*/ 130 h 388405"/>
                    <a:gd name="connsiteX0" fmla="*/ 16833 w 283838"/>
                    <a:gd name="connsiteY0" fmla="*/ 130 h 388405"/>
                    <a:gd name="connsiteX1" fmla="*/ 251238 w 283838"/>
                    <a:gd name="connsiteY1" fmla="*/ 102480 h 388405"/>
                    <a:gd name="connsiteX2" fmla="*/ 281345 w 283838"/>
                    <a:gd name="connsiteY2" fmla="*/ 388405 h 388405"/>
                    <a:gd name="connsiteX3" fmla="*/ 93951 w 283838"/>
                    <a:gd name="connsiteY3" fmla="*/ 388342 h 388405"/>
                    <a:gd name="connsiteX4" fmla="*/ 95262 w 283838"/>
                    <a:gd name="connsiteY4" fmla="*/ 247906 h 388405"/>
                    <a:gd name="connsiteX5" fmla="*/ 3542 w 283838"/>
                    <a:gd name="connsiteY5" fmla="*/ 175686 h 388405"/>
                    <a:gd name="connsiteX6" fmla="*/ 16833 w 283838"/>
                    <a:gd name="connsiteY6" fmla="*/ 130 h 388405"/>
                    <a:gd name="connsiteX0" fmla="*/ 2758 w 269763"/>
                    <a:gd name="connsiteY0" fmla="*/ 130 h 388405"/>
                    <a:gd name="connsiteX1" fmla="*/ 237163 w 269763"/>
                    <a:gd name="connsiteY1" fmla="*/ 102480 h 388405"/>
                    <a:gd name="connsiteX2" fmla="*/ 267270 w 269763"/>
                    <a:gd name="connsiteY2" fmla="*/ 388405 h 388405"/>
                    <a:gd name="connsiteX3" fmla="*/ 79876 w 269763"/>
                    <a:gd name="connsiteY3" fmla="*/ 388342 h 388405"/>
                    <a:gd name="connsiteX4" fmla="*/ 81187 w 269763"/>
                    <a:gd name="connsiteY4" fmla="*/ 247906 h 388405"/>
                    <a:gd name="connsiteX5" fmla="*/ 6762 w 269763"/>
                    <a:gd name="connsiteY5" fmla="*/ 184572 h 388405"/>
                    <a:gd name="connsiteX6" fmla="*/ 2758 w 269763"/>
                    <a:gd name="connsiteY6" fmla="*/ 130 h 388405"/>
                    <a:gd name="connsiteX0" fmla="*/ 14505 w 281510"/>
                    <a:gd name="connsiteY0" fmla="*/ 130 h 388405"/>
                    <a:gd name="connsiteX1" fmla="*/ 248910 w 281510"/>
                    <a:gd name="connsiteY1" fmla="*/ 102480 h 388405"/>
                    <a:gd name="connsiteX2" fmla="*/ 279017 w 281510"/>
                    <a:gd name="connsiteY2" fmla="*/ 388405 h 388405"/>
                    <a:gd name="connsiteX3" fmla="*/ 91623 w 281510"/>
                    <a:gd name="connsiteY3" fmla="*/ 388342 h 388405"/>
                    <a:gd name="connsiteX4" fmla="*/ 92934 w 281510"/>
                    <a:gd name="connsiteY4" fmla="*/ 247906 h 388405"/>
                    <a:gd name="connsiteX5" fmla="*/ 18509 w 281510"/>
                    <a:gd name="connsiteY5" fmla="*/ 184572 h 388405"/>
                    <a:gd name="connsiteX6" fmla="*/ 14505 w 281510"/>
                    <a:gd name="connsiteY6" fmla="*/ 130 h 388405"/>
                    <a:gd name="connsiteX0" fmla="*/ 17312 w 284317"/>
                    <a:gd name="connsiteY0" fmla="*/ 130 h 388405"/>
                    <a:gd name="connsiteX1" fmla="*/ 251717 w 284317"/>
                    <a:gd name="connsiteY1" fmla="*/ 102480 h 388405"/>
                    <a:gd name="connsiteX2" fmla="*/ 281824 w 284317"/>
                    <a:gd name="connsiteY2" fmla="*/ 388405 h 388405"/>
                    <a:gd name="connsiteX3" fmla="*/ 94430 w 284317"/>
                    <a:gd name="connsiteY3" fmla="*/ 388342 h 388405"/>
                    <a:gd name="connsiteX4" fmla="*/ 95741 w 284317"/>
                    <a:gd name="connsiteY4" fmla="*/ 247906 h 388405"/>
                    <a:gd name="connsiteX5" fmla="*/ 17473 w 284317"/>
                    <a:gd name="connsiteY5" fmla="*/ 191680 h 388405"/>
                    <a:gd name="connsiteX6" fmla="*/ 17312 w 284317"/>
                    <a:gd name="connsiteY6" fmla="*/ 130 h 388405"/>
                    <a:gd name="connsiteX0" fmla="*/ 18519 w 285524"/>
                    <a:gd name="connsiteY0" fmla="*/ 130 h 388405"/>
                    <a:gd name="connsiteX1" fmla="*/ 252924 w 285524"/>
                    <a:gd name="connsiteY1" fmla="*/ 102480 h 388405"/>
                    <a:gd name="connsiteX2" fmla="*/ 283031 w 285524"/>
                    <a:gd name="connsiteY2" fmla="*/ 388405 h 388405"/>
                    <a:gd name="connsiteX3" fmla="*/ 95637 w 285524"/>
                    <a:gd name="connsiteY3" fmla="*/ 388342 h 388405"/>
                    <a:gd name="connsiteX4" fmla="*/ 96948 w 285524"/>
                    <a:gd name="connsiteY4" fmla="*/ 247906 h 388405"/>
                    <a:gd name="connsiteX5" fmla="*/ 18680 w 285524"/>
                    <a:gd name="connsiteY5" fmla="*/ 191680 h 388405"/>
                    <a:gd name="connsiteX6" fmla="*/ 18519 w 285524"/>
                    <a:gd name="connsiteY6" fmla="*/ 130 h 388405"/>
                    <a:gd name="connsiteX0" fmla="*/ 18887 w 285892"/>
                    <a:gd name="connsiteY0" fmla="*/ 130 h 388405"/>
                    <a:gd name="connsiteX1" fmla="*/ 253292 w 285892"/>
                    <a:gd name="connsiteY1" fmla="*/ 102480 h 388405"/>
                    <a:gd name="connsiteX2" fmla="*/ 283399 w 285892"/>
                    <a:gd name="connsiteY2" fmla="*/ 388405 h 388405"/>
                    <a:gd name="connsiteX3" fmla="*/ 96005 w 285892"/>
                    <a:gd name="connsiteY3" fmla="*/ 388342 h 388405"/>
                    <a:gd name="connsiteX4" fmla="*/ 97316 w 285892"/>
                    <a:gd name="connsiteY4" fmla="*/ 247906 h 388405"/>
                    <a:gd name="connsiteX5" fmla="*/ 19048 w 285892"/>
                    <a:gd name="connsiteY5" fmla="*/ 191680 h 388405"/>
                    <a:gd name="connsiteX6" fmla="*/ 18887 w 285892"/>
                    <a:gd name="connsiteY6" fmla="*/ 130 h 388405"/>
                    <a:gd name="connsiteX0" fmla="*/ 23285 w 290290"/>
                    <a:gd name="connsiteY0" fmla="*/ 130 h 388405"/>
                    <a:gd name="connsiteX1" fmla="*/ 257690 w 290290"/>
                    <a:gd name="connsiteY1" fmla="*/ 102480 h 388405"/>
                    <a:gd name="connsiteX2" fmla="*/ 287797 w 290290"/>
                    <a:gd name="connsiteY2" fmla="*/ 388405 h 388405"/>
                    <a:gd name="connsiteX3" fmla="*/ 100403 w 290290"/>
                    <a:gd name="connsiteY3" fmla="*/ 388342 h 388405"/>
                    <a:gd name="connsiteX4" fmla="*/ 101714 w 290290"/>
                    <a:gd name="connsiteY4" fmla="*/ 247906 h 388405"/>
                    <a:gd name="connsiteX5" fmla="*/ 17681 w 290290"/>
                    <a:gd name="connsiteY5" fmla="*/ 195234 h 388405"/>
                    <a:gd name="connsiteX6" fmla="*/ 23285 w 290290"/>
                    <a:gd name="connsiteY6" fmla="*/ 130 h 388405"/>
                    <a:gd name="connsiteX0" fmla="*/ 9830 w 276835"/>
                    <a:gd name="connsiteY0" fmla="*/ 130 h 388405"/>
                    <a:gd name="connsiteX1" fmla="*/ 244235 w 276835"/>
                    <a:gd name="connsiteY1" fmla="*/ 102480 h 388405"/>
                    <a:gd name="connsiteX2" fmla="*/ 274342 w 276835"/>
                    <a:gd name="connsiteY2" fmla="*/ 388405 h 388405"/>
                    <a:gd name="connsiteX3" fmla="*/ 86948 w 276835"/>
                    <a:gd name="connsiteY3" fmla="*/ 388342 h 388405"/>
                    <a:gd name="connsiteX4" fmla="*/ 84416 w 276835"/>
                    <a:gd name="connsiteY4" fmla="*/ 244354 h 388405"/>
                    <a:gd name="connsiteX5" fmla="*/ 4226 w 276835"/>
                    <a:gd name="connsiteY5" fmla="*/ 195234 h 388405"/>
                    <a:gd name="connsiteX6" fmla="*/ 9830 w 276835"/>
                    <a:gd name="connsiteY6" fmla="*/ 130 h 388405"/>
                    <a:gd name="connsiteX0" fmla="*/ 9830 w 276835"/>
                    <a:gd name="connsiteY0" fmla="*/ 130 h 388405"/>
                    <a:gd name="connsiteX1" fmla="*/ 244235 w 276835"/>
                    <a:gd name="connsiteY1" fmla="*/ 102480 h 388405"/>
                    <a:gd name="connsiteX2" fmla="*/ 274342 w 276835"/>
                    <a:gd name="connsiteY2" fmla="*/ 388405 h 388405"/>
                    <a:gd name="connsiteX3" fmla="*/ 86948 w 276835"/>
                    <a:gd name="connsiteY3" fmla="*/ 388342 h 388405"/>
                    <a:gd name="connsiteX4" fmla="*/ 84416 w 276835"/>
                    <a:gd name="connsiteY4" fmla="*/ 244354 h 388405"/>
                    <a:gd name="connsiteX5" fmla="*/ 4226 w 276835"/>
                    <a:gd name="connsiteY5" fmla="*/ 195234 h 388405"/>
                    <a:gd name="connsiteX6" fmla="*/ 9830 w 276835"/>
                    <a:gd name="connsiteY6" fmla="*/ 130 h 388405"/>
                    <a:gd name="connsiteX0" fmla="*/ 19973 w 286978"/>
                    <a:gd name="connsiteY0" fmla="*/ 130 h 388405"/>
                    <a:gd name="connsiteX1" fmla="*/ 254378 w 286978"/>
                    <a:gd name="connsiteY1" fmla="*/ 102480 h 388405"/>
                    <a:gd name="connsiteX2" fmla="*/ 284485 w 286978"/>
                    <a:gd name="connsiteY2" fmla="*/ 388405 h 388405"/>
                    <a:gd name="connsiteX3" fmla="*/ 97091 w 286978"/>
                    <a:gd name="connsiteY3" fmla="*/ 388342 h 388405"/>
                    <a:gd name="connsiteX4" fmla="*/ 94559 w 286978"/>
                    <a:gd name="connsiteY4" fmla="*/ 244354 h 388405"/>
                    <a:gd name="connsiteX5" fmla="*/ 14369 w 286978"/>
                    <a:gd name="connsiteY5" fmla="*/ 195234 h 388405"/>
                    <a:gd name="connsiteX6" fmla="*/ 19973 w 286978"/>
                    <a:gd name="connsiteY6" fmla="*/ 130 h 388405"/>
                    <a:gd name="connsiteX0" fmla="*/ 18474 w 285479"/>
                    <a:gd name="connsiteY0" fmla="*/ 130 h 388405"/>
                    <a:gd name="connsiteX1" fmla="*/ 252879 w 285479"/>
                    <a:gd name="connsiteY1" fmla="*/ 102480 h 388405"/>
                    <a:gd name="connsiteX2" fmla="*/ 282986 w 285479"/>
                    <a:gd name="connsiteY2" fmla="*/ 388405 h 388405"/>
                    <a:gd name="connsiteX3" fmla="*/ 95592 w 285479"/>
                    <a:gd name="connsiteY3" fmla="*/ 388342 h 388405"/>
                    <a:gd name="connsiteX4" fmla="*/ 93060 w 285479"/>
                    <a:gd name="connsiteY4" fmla="*/ 244354 h 388405"/>
                    <a:gd name="connsiteX5" fmla="*/ 14791 w 285479"/>
                    <a:gd name="connsiteY5" fmla="*/ 191681 h 388405"/>
                    <a:gd name="connsiteX6" fmla="*/ 18474 w 285479"/>
                    <a:gd name="connsiteY6" fmla="*/ 130 h 388405"/>
                    <a:gd name="connsiteX0" fmla="*/ 13455 w 280460"/>
                    <a:gd name="connsiteY0" fmla="*/ 130 h 388405"/>
                    <a:gd name="connsiteX1" fmla="*/ 247860 w 280460"/>
                    <a:gd name="connsiteY1" fmla="*/ 102480 h 388405"/>
                    <a:gd name="connsiteX2" fmla="*/ 277967 w 280460"/>
                    <a:gd name="connsiteY2" fmla="*/ 388405 h 388405"/>
                    <a:gd name="connsiteX3" fmla="*/ 90573 w 280460"/>
                    <a:gd name="connsiteY3" fmla="*/ 388342 h 388405"/>
                    <a:gd name="connsiteX4" fmla="*/ 88041 w 280460"/>
                    <a:gd name="connsiteY4" fmla="*/ 244354 h 388405"/>
                    <a:gd name="connsiteX5" fmla="*/ 9772 w 280460"/>
                    <a:gd name="connsiteY5" fmla="*/ 191681 h 388405"/>
                    <a:gd name="connsiteX6" fmla="*/ 13455 w 280460"/>
                    <a:gd name="connsiteY6" fmla="*/ 130 h 388405"/>
                    <a:gd name="connsiteX0" fmla="*/ 13455 w 280460"/>
                    <a:gd name="connsiteY0" fmla="*/ 130 h 388405"/>
                    <a:gd name="connsiteX1" fmla="*/ 247860 w 280460"/>
                    <a:gd name="connsiteY1" fmla="*/ 102480 h 388405"/>
                    <a:gd name="connsiteX2" fmla="*/ 277967 w 280460"/>
                    <a:gd name="connsiteY2" fmla="*/ 388405 h 388405"/>
                    <a:gd name="connsiteX3" fmla="*/ 90573 w 280460"/>
                    <a:gd name="connsiteY3" fmla="*/ 388342 h 388405"/>
                    <a:gd name="connsiteX4" fmla="*/ 88041 w 280460"/>
                    <a:gd name="connsiteY4" fmla="*/ 244354 h 388405"/>
                    <a:gd name="connsiteX5" fmla="*/ 9772 w 280460"/>
                    <a:gd name="connsiteY5" fmla="*/ 191681 h 388405"/>
                    <a:gd name="connsiteX6" fmla="*/ 13455 w 280460"/>
                    <a:gd name="connsiteY6" fmla="*/ 130 h 388405"/>
                    <a:gd name="connsiteX0" fmla="*/ 13455 w 280460"/>
                    <a:gd name="connsiteY0" fmla="*/ 130 h 388405"/>
                    <a:gd name="connsiteX1" fmla="*/ 247860 w 280460"/>
                    <a:gd name="connsiteY1" fmla="*/ 102480 h 388405"/>
                    <a:gd name="connsiteX2" fmla="*/ 277967 w 280460"/>
                    <a:gd name="connsiteY2" fmla="*/ 388405 h 388405"/>
                    <a:gd name="connsiteX3" fmla="*/ 90573 w 280460"/>
                    <a:gd name="connsiteY3" fmla="*/ 388342 h 388405"/>
                    <a:gd name="connsiteX4" fmla="*/ 88041 w 280460"/>
                    <a:gd name="connsiteY4" fmla="*/ 244354 h 388405"/>
                    <a:gd name="connsiteX5" fmla="*/ 9772 w 280460"/>
                    <a:gd name="connsiteY5" fmla="*/ 191681 h 388405"/>
                    <a:gd name="connsiteX6" fmla="*/ 13455 w 280460"/>
                    <a:gd name="connsiteY6" fmla="*/ 130 h 388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0460" h="388405">
                      <a:moveTo>
                        <a:pt x="13455" y="130"/>
                      </a:moveTo>
                      <a:cubicBezTo>
                        <a:pt x="110799" y="-2596"/>
                        <a:pt x="203775" y="37768"/>
                        <a:pt x="247860" y="102480"/>
                      </a:cubicBezTo>
                      <a:cubicBezTo>
                        <a:pt x="291945" y="167193"/>
                        <a:pt x="278857" y="297333"/>
                        <a:pt x="277967" y="388405"/>
                      </a:cubicBezTo>
                      <a:lnTo>
                        <a:pt x="90573" y="388342"/>
                      </a:lnTo>
                      <a:cubicBezTo>
                        <a:pt x="90370" y="349822"/>
                        <a:pt x="97852" y="289983"/>
                        <a:pt x="88041" y="244354"/>
                      </a:cubicBezTo>
                      <a:cubicBezTo>
                        <a:pt x="61443" y="180483"/>
                        <a:pt x="18359" y="203955"/>
                        <a:pt x="9772" y="191681"/>
                      </a:cubicBezTo>
                      <a:cubicBezTo>
                        <a:pt x="-14625" y="156808"/>
                        <a:pt x="14478" y="55460"/>
                        <a:pt x="13455" y="13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13" name="Rectangle 12">
                  <a:extLst>
                    <a:ext uri="{FF2B5EF4-FFF2-40B4-BE49-F238E27FC236}">
                      <a16:creationId xmlns:a16="http://schemas.microsoft.com/office/drawing/2014/main" id="{3B481F76-EF99-872F-40E4-B2C4178DE8E0}"/>
                    </a:ext>
                  </a:extLst>
                </p:cNvPr>
                <p:cNvSpPr/>
                <p:nvPr userDrawn="1"/>
              </p:nvSpPr>
              <p:spPr>
                <a:xfrm>
                  <a:off x="3432697" y="2229425"/>
                  <a:ext cx="170133" cy="28525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grpSp>
        </p:grpSp>
      </p:grpSp>
    </p:spTree>
    <p:extLst>
      <p:ext uri="{BB962C8B-B14F-4D97-AF65-F5344CB8AC3E}">
        <p14:creationId xmlns:p14="http://schemas.microsoft.com/office/powerpoint/2010/main" val="200237373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lor palette">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6A762F33-09EF-0859-7D93-97ACD9138103}"/>
              </a:ext>
            </a:extLst>
          </p:cNvPr>
          <p:cNvGraphicFramePr>
            <a:graphicFrameLocks noChangeAspect="1"/>
          </p:cNvGraphicFramePr>
          <p:nvPr userDrawn="1">
            <p:custDataLst>
              <p:tags r:id="rId1"/>
            </p:custDataLst>
            <p:extLst>
              <p:ext uri="{D42A27DB-BD31-4B8C-83A1-F6EECF244321}">
                <p14:modId xmlns:p14="http://schemas.microsoft.com/office/powerpoint/2010/main" val="17915066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13" name="think-cell data - do not delete" hidden="1">
                        <a:extLst>
                          <a:ext uri="{FF2B5EF4-FFF2-40B4-BE49-F238E27FC236}">
                            <a16:creationId xmlns:a16="http://schemas.microsoft.com/office/drawing/2014/main" id="{6A762F33-09EF-0859-7D93-97ACD913810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5FF5724-C137-47F3-B441-6C1B9714F578}"/>
              </a:ext>
            </a:extLst>
          </p:cNvPr>
          <p:cNvSpPr>
            <a:spLocks noGrp="1"/>
          </p:cNvSpPr>
          <p:nvPr>
            <p:ph type="title"/>
          </p:nvPr>
        </p:nvSpPr>
        <p:spPr/>
        <p:txBody>
          <a:bodyPr vert="horz"/>
          <a:lstStyle/>
          <a:p>
            <a:r>
              <a:rPr lang="en-US" dirty="0"/>
              <a:t>Click to edit Master title style</a:t>
            </a:r>
            <a:endParaRPr lang="en-GB" dirty="0"/>
          </a:p>
        </p:txBody>
      </p:sp>
      <p:sp>
        <p:nvSpPr>
          <p:cNvPr id="4" name="Rectangle 3">
            <a:extLst>
              <a:ext uri="{FF2B5EF4-FFF2-40B4-BE49-F238E27FC236}">
                <a16:creationId xmlns:a16="http://schemas.microsoft.com/office/drawing/2014/main" id="{1ACC0FFF-EDF5-49D0-8C1F-A5D5BA3335B9}"/>
              </a:ext>
            </a:extLst>
          </p:cNvPr>
          <p:cNvSpPr/>
          <p:nvPr userDrawn="1"/>
        </p:nvSpPr>
        <p:spPr>
          <a:xfrm>
            <a:off x="998351" y="2246535"/>
            <a:ext cx="839615" cy="411225"/>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1" tIns="54611" rIns="54611" bIns="54611" rtlCol="0" anchor="ctr"/>
          <a:lstStyle/>
          <a:p>
            <a:pPr algn="ctr" rtl="0"/>
            <a:r>
              <a:rPr lang="en-US" sz="800" noProof="0" dirty="0">
                <a:solidFill>
                  <a:schemeClr val="bg1"/>
                </a:solidFill>
              </a:rPr>
              <a:t>30</a:t>
            </a:r>
          </a:p>
          <a:p>
            <a:pPr algn="ctr" rtl="0"/>
            <a:r>
              <a:rPr lang="en-US" sz="800" noProof="0" dirty="0">
                <a:solidFill>
                  <a:schemeClr val="bg1"/>
                </a:solidFill>
              </a:rPr>
              <a:t>73</a:t>
            </a:r>
          </a:p>
          <a:p>
            <a:pPr algn="ctr" rtl="0"/>
            <a:r>
              <a:rPr lang="en-US" sz="800" noProof="0" dirty="0">
                <a:solidFill>
                  <a:schemeClr val="bg1"/>
                </a:solidFill>
              </a:rPr>
              <a:t>226</a:t>
            </a:r>
          </a:p>
        </p:txBody>
      </p:sp>
      <p:sp>
        <p:nvSpPr>
          <p:cNvPr id="5" name="Rectangle 4">
            <a:extLst>
              <a:ext uri="{FF2B5EF4-FFF2-40B4-BE49-F238E27FC236}">
                <a16:creationId xmlns:a16="http://schemas.microsoft.com/office/drawing/2014/main" id="{081F4118-D01B-40DD-940F-068338DB15A5}"/>
              </a:ext>
            </a:extLst>
          </p:cNvPr>
          <p:cNvSpPr/>
          <p:nvPr userDrawn="1"/>
        </p:nvSpPr>
        <p:spPr>
          <a:xfrm>
            <a:off x="998351" y="1731973"/>
            <a:ext cx="839615" cy="411225"/>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1" tIns="54611" rIns="54611" bIns="54611" rtlCol="0" anchor="ctr"/>
          <a:lstStyle/>
          <a:p>
            <a:pPr algn="ctr" rtl="0"/>
            <a:r>
              <a:rPr lang="en-US" sz="800" noProof="0" dirty="0">
                <a:solidFill>
                  <a:schemeClr val="bg1"/>
                </a:solidFill>
              </a:rPr>
              <a:t>0</a:t>
            </a:r>
          </a:p>
          <a:p>
            <a:pPr algn="ctr" rtl="0"/>
            <a:r>
              <a:rPr lang="en-US" sz="800" noProof="0" dirty="0">
                <a:solidFill>
                  <a:schemeClr val="bg1"/>
                </a:solidFill>
              </a:rPr>
              <a:t>51</a:t>
            </a:r>
          </a:p>
          <a:p>
            <a:pPr algn="ctr" rtl="0"/>
            <a:r>
              <a:rPr lang="en-US" sz="800" noProof="0" dirty="0">
                <a:solidFill>
                  <a:schemeClr val="bg1"/>
                </a:solidFill>
              </a:rPr>
              <a:t>141</a:t>
            </a:r>
          </a:p>
        </p:txBody>
      </p:sp>
      <p:sp>
        <p:nvSpPr>
          <p:cNvPr id="6" name="Rectangle 5">
            <a:extLst>
              <a:ext uri="{FF2B5EF4-FFF2-40B4-BE49-F238E27FC236}">
                <a16:creationId xmlns:a16="http://schemas.microsoft.com/office/drawing/2014/main" id="{4A97C791-7BB0-4AC9-BDE9-68939F34221B}"/>
              </a:ext>
            </a:extLst>
          </p:cNvPr>
          <p:cNvSpPr/>
          <p:nvPr userDrawn="1"/>
        </p:nvSpPr>
        <p:spPr>
          <a:xfrm>
            <a:off x="998351" y="2761096"/>
            <a:ext cx="839615" cy="411225"/>
          </a:xfrm>
          <a:prstGeom prst="rect">
            <a:avLst/>
          </a:prstGeom>
          <a:solidFill>
            <a:srgbClr val="0C233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1" tIns="54611" rIns="54611" bIns="54611" rtlCol="0" anchor="ctr"/>
          <a:lstStyle/>
          <a:p>
            <a:pPr algn="ctr" rtl="0"/>
            <a:r>
              <a:rPr lang="en-US" sz="800" noProof="0" dirty="0">
                <a:solidFill>
                  <a:schemeClr val="bg1"/>
                </a:solidFill>
              </a:rPr>
              <a:t>12</a:t>
            </a:r>
          </a:p>
          <a:p>
            <a:pPr algn="ctr" rtl="0"/>
            <a:r>
              <a:rPr lang="en-US" sz="800" noProof="0" dirty="0">
                <a:solidFill>
                  <a:schemeClr val="bg1"/>
                </a:solidFill>
              </a:rPr>
              <a:t>35</a:t>
            </a:r>
          </a:p>
          <a:p>
            <a:pPr algn="ctr" rtl="0"/>
            <a:r>
              <a:rPr lang="en-US" sz="800" noProof="0" dirty="0">
                <a:solidFill>
                  <a:schemeClr val="bg1"/>
                </a:solidFill>
              </a:rPr>
              <a:t>60</a:t>
            </a:r>
          </a:p>
        </p:txBody>
      </p:sp>
      <p:sp>
        <p:nvSpPr>
          <p:cNvPr id="7" name="Rectangle 6">
            <a:extLst>
              <a:ext uri="{FF2B5EF4-FFF2-40B4-BE49-F238E27FC236}">
                <a16:creationId xmlns:a16="http://schemas.microsoft.com/office/drawing/2014/main" id="{C8693543-F502-48B0-9E65-053408E60BF0}"/>
              </a:ext>
            </a:extLst>
          </p:cNvPr>
          <p:cNvSpPr/>
          <p:nvPr userDrawn="1"/>
        </p:nvSpPr>
        <p:spPr>
          <a:xfrm>
            <a:off x="998351" y="3275658"/>
            <a:ext cx="839615" cy="411225"/>
          </a:xfrm>
          <a:prstGeom prst="rect">
            <a:avLst/>
          </a:prstGeom>
          <a:solidFill>
            <a:srgbClr val="ACEA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1" tIns="54611" rIns="54611" bIns="54611" rtlCol="0" anchor="ctr"/>
          <a:lstStyle/>
          <a:p>
            <a:pPr algn="ctr" rtl="0"/>
            <a:r>
              <a:rPr lang="en-US" sz="800" noProof="0" dirty="0">
                <a:solidFill>
                  <a:sysClr val="windowText" lastClr="000000"/>
                </a:solidFill>
              </a:rPr>
              <a:t>172</a:t>
            </a:r>
          </a:p>
          <a:p>
            <a:pPr algn="ctr" rtl="0"/>
            <a:r>
              <a:rPr lang="en-US" sz="800" noProof="0" dirty="0">
                <a:solidFill>
                  <a:sysClr val="windowText" lastClr="000000"/>
                </a:solidFill>
              </a:rPr>
              <a:t>234</a:t>
            </a:r>
          </a:p>
          <a:p>
            <a:pPr algn="ctr" rtl="0"/>
            <a:r>
              <a:rPr lang="en-US" sz="800" noProof="0" dirty="0">
                <a:solidFill>
                  <a:sysClr val="windowText" lastClr="000000"/>
                </a:solidFill>
              </a:rPr>
              <a:t>255</a:t>
            </a:r>
          </a:p>
        </p:txBody>
      </p:sp>
      <p:sp>
        <p:nvSpPr>
          <p:cNvPr id="11" name="TextBox 10">
            <a:extLst>
              <a:ext uri="{FF2B5EF4-FFF2-40B4-BE49-F238E27FC236}">
                <a16:creationId xmlns:a16="http://schemas.microsoft.com/office/drawing/2014/main" id="{A4897B22-3CA8-4621-8A3B-B9D2E3D07988}"/>
              </a:ext>
            </a:extLst>
          </p:cNvPr>
          <p:cNvSpPr txBox="1"/>
          <p:nvPr userDrawn="1"/>
        </p:nvSpPr>
        <p:spPr>
          <a:xfrm>
            <a:off x="983882" y="1330325"/>
            <a:ext cx="1364047" cy="153888"/>
          </a:xfrm>
          <a:prstGeom prst="rect">
            <a:avLst/>
          </a:prstGeom>
          <a:noFill/>
        </p:spPr>
        <p:txBody>
          <a:bodyPr wrap="square" lIns="0" tIns="0" rIns="0" bIns="0" rtlCol="0">
            <a:spAutoFit/>
          </a:bodyPr>
          <a:lstStyle/>
          <a:p>
            <a:pPr algn="l" rtl="0">
              <a:spcAft>
                <a:spcPts val="600"/>
              </a:spcAft>
            </a:pPr>
            <a:r>
              <a:rPr lang="en-US" sz="1000" b="1" noProof="0" dirty="0">
                <a:solidFill>
                  <a:sysClr val="windowText" lastClr="000000"/>
                </a:solidFill>
              </a:rPr>
              <a:t>Primary Colors</a:t>
            </a:r>
          </a:p>
        </p:txBody>
      </p:sp>
      <p:sp>
        <p:nvSpPr>
          <p:cNvPr id="25" name="TextBox 24">
            <a:extLst>
              <a:ext uri="{FF2B5EF4-FFF2-40B4-BE49-F238E27FC236}">
                <a16:creationId xmlns:a16="http://schemas.microsoft.com/office/drawing/2014/main" id="{6A07E492-5EF0-4085-AA14-90D280B1DF69}"/>
              </a:ext>
            </a:extLst>
          </p:cNvPr>
          <p:cNvSpPr txBox="1"/>
          <p:nvPr userDrawn="1"/>
        </p:nvSpPr>
        <p:spPr>
          <a:xfrm>
            <a:off x="1921683" y="2852903"/>
            <a:ext cx="1253995" cy="237066"/>
          </a:xfrm>
          <a:prstGeom prst="rect">
            <a:avLst/>
          </a:prstGeom>
          <a:noFill/>
        </p:spPr>
        <p:txBody>
          <a:bodyPr wrap="square" lIns="54611" tIns="54611" rIns="54611" bIns="54611" rtlCol="0" anchor="ctr">
            <a:noAutofit/>
          </a:bodyPr>
          <a:lstStyle/>
          <a:p>
            <a:pPr algn="l" rtl="0">
              <a:spcAft>
                <a:spcPts val="600"/>
              </a:spcAft>
            </a:pPr>
            <a:r>
              <a:rPr lang="en-US" sz="1000" noProof="0" dirty="0"/>
              <a:t>Spectrum Blue</a:t>
            </a:r>
          </a:p>
        </p:txBody>
      </p:sp>
      <p:sp>
        <p:nvSpPr>
          <p:cNvPr id="30" name="TextBox 29">
            <a:extLst>
              <a:ext uri="{FF2B5EF4-FFF2-40B4-BE49-F238E27FC236}">
                <a16:creationId xmlns:a16="http://schemas.microsoft.com/office/drawing/2014/main" id="{B28A2D81-3A9C-47D3-8174-874F601607DC}"/>
              </a:ext>
            </a:extLst>
          </p:cNvPr>
          <p:cNvSpPr txBox="1"/>
          <p:nvPr userDrawn="1"/>
        </p:nvSpPr>
        <p:spPr>
          <a:xfrm>
            <a:off x="1921683" y="1830789"/>
            <a:ext cx="1253995" cy="237066"/>
          </a:xfrm>
          <a:prstGeom prst="rect">
            <a:avLst/>
          </a:prstGeom>
          <a:noFill/>
        </p:spPr>
        <p:txBody>
          <a:bodyPr wrap="square" lIns="54611" tIns="54611" rIns="54611" bIns="54611" rtlCol="0" anchor="ctr">
            <a:noAutofit/>
          </a:bodyPr>
          <a:lstStyle/>
          <a:p>
            <a:pPr algn="l" rtl="0">
              <a:spcAft>
                <a:spcPts val="600"/>
              </a:spcAft>
            </a:pPr>
            <a:r>
              <a:rPr lang="en-US" sz="1000" noProof="0" dirty="0"/>
              <a:t>KPMG blue</a:t>
            </a:r>
          </a:p>
        </p:txBody>
      </p:sp>
      <p:sp>
        <p:nvSpPr>
          <p:cNvPr id="33" name="TextBox 32">
            <a:extLst>
              <a:ext uri="{FF2B5EF4-FFF2-40B4-BE49-F238E27FC236}">
                <a16:creationId xmlns:a16="http://schemas.microsoft.com/office/drawing/2014/main" id="{2C791116-D184-4C43-9C1C-30181CDF0E84}"/>
              </a:ext>
            </a:extLst>
          </p:cNvPr>
          <p:cNvSpPr txBox="1"/>
          <p:nvPr userDrawn="1"/>
        </p:nvSpPr>
        <p:spPr>
          <a:xfrm>
            <a:off x="1921683" y="3363960"/>
            <a:ext cx="1253995" cy="237066"/>
          </a:xfrm>
          <a:prstGeom prst="rect">
            <a:avLst/>
          </a:prstGeom>
          <a:noFill/>
        </p:spPr>
        <p:txBody>
          <a:bodyPr wrap="square" lIns="54611" tIns="54611" rIns="54611" bIns="54611" rtlCol="0" anchor="ctr">
            <a:noAutofit/>
          </a:bodyPr>
          <a:lstStyle/>
          <a:p>
            <a:pPr algn="l" rtl="0">
              <a:spcAft>
                <a:spcPts val="600"/>
              </a:spcAft>
            </a:pPr>
            <a:r>
              <a:rPr lang="en-US" sz="1000" noProof="0" dirty="0"/>
              <a:t>Light Blue</a:t>
            </a:r>
          </a:p>
        </p:txBody>
      </p:sp>
      <p:grpSp>
        <p:nvGrpSpPr>
          <p:cNvPr id="17" name="Group 16">
            <a:extLst>
              <a:ext uri="{FF2B5EF4-FFF2-40B4-BE49-F238E27FC236}">
                <a16:creationId xmlns:a16="http://schemas.microsoft.com/office/drawing/2014/main" id="{56B15E2D-58A0-4506-8A15-E27C173174FA}"/>
              </a:ext>
            </a:extLst>
          </p:cNvPr>
          <p:cNvGrpSpPr/>
          <p:nvPr userDrawn="1"/>
        </p:nvGrpSpPr>
        <p:grpSpPr>
          <a:xfrm>
            <a:off x="2999643" y="1731973"/>
            <a:ext cx="2177327" cy="411225"/>
            <a:chOff x="2992848" y="1717717"/>
            <a:chExt cx="2177326" cy="411225"/>
          </a:xfrm>
        </p:grpSpPr>
        <p:sp>
          <p:nvSpPr>
            <p:cNvPr id="8" name="Rectangle 7">
              <a:extLst>
                <a:ext uri="{FF2B5EF4-FFF2-40B4-BE49-F238E27FC236}">
                  <a16:creationId xmlns:a16="http://schemas.microsoft.com/office/drawing/2014/main" id="{A2309040-9C95-48FE-AA99-4757E8328519}"/>
                </a:ext>
              </a:extLst>
            </p:cNvPr>
            <p:cNvSpPr/>
            <p:nvPr userDrawn="1"/>
          </p:nvSpPr>
          <p:spPr>
            <a:xfrm>
              <a:off x="2992848" y="1717717"/>
              <a:ext cx="839614" cy="411225"/>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rtl="0"/>
              <a:r>
                <a:rPr lang="en-US" sz="800" noProof="0" dirty="0">
                  <a:solidFill>
                    <a:sysClr val="windowText" lastClr="000000"/>
                  </a:solidFill>
                </a:rPr>
                <a:t>118</a:t>
              </a:r>
            </a:p>
            <a:p>
              <a:pPr algn="ctr" rtl="0"/>
              <a:r>
                <a:rPr lang="en-US" sz="800" noProof="0" dirty="0">
                  <a:solidFill>
                    <a:sysClr val="windowText" lastClr="000000"/>
                  </a:solidFill>
                </a:rPr>
                <a:t>210</a:t>
              </a:r>
            </a:p>
            <a:p>
              <a:pPr algn="ctr" rtl="0"/>
              <a:r>
                <a:rPr lang="en-US" sz="800" noProof="0" dirty="0">
                  <a:solidFill>
                    <a:sysClr val="windowText" lastClr="000000"/>
                  </a:solidFill>
                </a:rPr>
                <a:t>255</a:t>
              </a:r>
            </a:p>
          </p:txBody>
        </p:sp>
        <p:sp>
          <p:nvSpPr>
            <p:cNvPr id="36" name="TextBox 35">
              <a:extLst>
                <a:ext uri="{FF2B5EF4-FFF2-40B4-BE49-F238E27FC236}">
                  <a16:creationId xmlns:a16="http://schemas.microsoft.com/office/drawing/2014/main" id="{0A430D78-5EDB-481E-BB6D-67D8689BCE11}"/>
                </a:ext>
              </a:extLst>
            </p:cNvPr>
            <p:cNvSpPr txBox="1"/>
            <p:nvPr userDrawn="1"/>
          </p:nvSpPr>
          <p:spPr>
            <a:xfrm>
              <a:off x="3916179" y="1802518"/>
              <a:ext cx="1253995" cy="237066"/>
            </a:xfrm>
            <a:prstGeom prst="rect">
              <a:avLst/>
            </a:prstGeom>
            <a:noFill/>
          </p:spPr>
          <p:txBody>
            <a:bodyPr wrap="square" lIns="54610" tIns="54610" rIns="54610" bIns="54610" rtlCol="0" anchor="ctr">
              <a:noAutofit/>
            </a:bodyPr>
            <a:lstStyle/>
            <a:p>
              <a:pPr algn="l" rtl="0">
                <a:spcAft>
                  <a:spcPts val="600"/>
                </a:spcAft>
              </a:pPr>
              <a:r>
                <a:rPr lang="en-US" sz="1000" noProof="0" dirty="0"/>
                <a:t>Blue</a:t>
              </a:r>
            </a:p>
          </p:txBody>
        </p:sp>
      </p:grpSp>
      <p:sp>
        <p:nvSpPr>
          <p:cNvPr id="39" name="TextBox 38">
            <a:extLst>
              <a:ext uri="{FF2B5EF4-FFF2-40B4-BE49-F238E27FC236}">
                <a16:creationId xmlns:a16="http://schemas.microsoft.com/office/drawing/2014/main" id="{E42EE987-0425-4CD8-B75D-E3E8F8C2096D}"/>
              </a:ext>
            </a:extLst>
          </p:cNvPr>
          <p:cNvSpPr txBox="1"/>
          <p:nvPr userDrawn="1"/>
        </p:nvSpPr>
        <p:spPr>
          <a:xfrm>
            <a:off x="1921683" y="2341846"/>
            <a:ext cx="1253995" cy="237066"/>
          </a:xfrm>
          <a:prstGeom prst="rect">
            <a:avLst/>
          </a:prstGeom>
          <a:noFill/>
        </p:spPr>
        <p:txBody>
          <a:bodyPr wrap="square" lIns="54611" tIns="54611" rIns="54611" bIns="54611" rtlCol="0" anchor="ctr">
            <a:noAutofit/>
          </a:bodyPr>
          <a:lstStyle/>
          <a:p>
            <a:pPr algn="l" rtl="0">
              <a:spcAft>
                <a:spcPts val="600"/>
              </a:spcAft>
            </a:pPr>
            <a:r>
              <a:rPr lang="en-US" sz="1000" noProof="0" dirty="0"/>
              <a:t>Cobalt Blue</a:t>
            </a:r>
          </a:p>
        </p:txBody>
      </p:sp>
      <p:grpSp>
        <p:nvGrpSpPr>
          <p:cNvPr id="18" name="Group 17">
            <a:extLst>
              <a:ext uri="{FF2B5EF4-FFF2-40B4-BE49-F238E27FC236}">
                <a16:creationId xmlns:a16="http://schemas.microsoft.com/office/drawing/2014/main" id="{2356161F-C4E7-4F32-B00D-D64EBA9D34CA}"/>
              </a:ext>
            </a:extLst>
          </p:cNvPr>
          <p:cNvGrpSpPr/>
          <p:nvPr userDrawn="1"/>
        </p:nvGrpSpPr>
        <p:grpSpPr>
          <a:xfrm>
            <a:off x="998351" y="3783826"/>
            <a:ext cx="2177327" cy="1433953"/>
            <a:chOff x="998351" y="4298384"/>
            <a:chExt cx="2177326" cy="1433953"/>
          </a:xfrm>
        </p:grpSpPr>
        <p:sp>
          <p:nvSpPr>
            <p:cNvPr id="20" name="Rectangle 19">
              <a:extLst>
                <a:ext uri="{FF2B5EF4-FFF2-40B4-BE49-F238E27FC236}">
                  <a16:creationId xmlns:a16="http://schemas.microsoft.com/office/drawing/2014/main" id="{6453D312-00EF-44B5-9D91-290BE0E19654}"/>
                </a:ext>
              </a:extLst>
            </p:cNvPr>
            <p:cNvSpPr/>
            <p:nvPr userDrawn="1"/>
          </p:nvSpPr>
          <p:spPr>
            <a:xfrm>
              <a:off x="998351" y="4298384"/>
              <a:ext cx="839614" cy="411225"/>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rtl="0"/>
              <a:r>
                <a:rPr lang="en-US" sz="800" noProof="0" dirty="0">
                  <a:solidFill>
                    <a:schemeClr val="bg1"/>
                  </a:solidFill>
                </a:rPr>
                <a:t>0</a:t>
              </a:r>
            </a:p>
            <a:p>
              <a:pPr algn="ctr" rtl="0"/>
              <a:r>
                <a:rPr lang="en-US" sz="800" noProof="0" dirty="0">
                  <a:solidFill>
                    <a:schemeClr val="bg1"/>
                  </a:solidFill>
                </a:rPr>
                <a:t>184</a:t>
              </a:r>
            </a:p>
            <a:p>
              <a:pPr algn="ctr" rtl="0"/>
              <a:r>
                <a:rPr lang="en-US" sz="800" noProof="0" dirty="0">
                  <a:solidFill>
                    <a:schemeClr val="bg1"/>
                  </a:solidFill>
                </a:rPr>
                <a:t>245</a:t>
              </a:r>
            </a:p>
          </p:txBody>
        </p:sp>
        <p:sp>
          <p:nvSpPr>
            <p:cNvPr id="21" name="Rectangle 20">
              <a:extLst>
                <a:ext uri="{FF2B5EF4-FFF2-40B4-BE49-F238E27FC236}">
                  <a16:creationId xmlns:a16="http://schemas.microsoft.com/office/drawing/2014/main" id="{58D98991-520C-4FD6-8B23-8732995E56B1}"/>
                </a:ext>
              </a:extLst>
            </p:cNvPr>
            <p:cNvSpPr/>
            <p:nvPr userDrawn="1"/>
          </p:nvSpPr>
          <p:spPr>
            <a:xfrm>
              <a:off x="998351" y="4812944"/>
              <a:ext cx="839614" cy="411225"/>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rtl="0"/>
              <a:r>
                <a:rPr lang="en-US" sz="800" noProof="0" dirty="0">
                  <a:solidFill>
                    <a:schemeClr val="bg1"/>
                  </a:solidFill>
                </a:rPr>
                <a:t>114</a:t>
              </a:r>
            </a:p>
            <a:p>
              <a:pPr algn="ctr" rtl="0"/>
              <a:r>
                <a:rPr lang="en-US" sz="800" noProof="0" dirty="0">
                  <a:solidFill>
                    <a:schemeClr val="bg1"/>
                  </a:solidFill>
                </a:rPr>
                <a:t>19</a:t>
              </a:r>
            </a:p>
            <a:p>
              <a:pPr algn="ctr" rtl="0"/>
              <a:r>
                <a:rPr lang="en-US" sz="800" noProof="0" dirty="0">
                  <a:solidFill>
                    <a:schemeClr val="bg1"/>
                  </a:solidFill>
                </a:rPr>
                <a:t>234</a:t>
              </a:r>
            </a:p>
          </p:txBody>
        </p:sp>
        <p:sp>
          <p:nvSpPr>
            <p:cNvPr id="22" name="Rectangle 21">
              <a:extLst>
                <a:ext uri="{FF2B5EF4-FFF2-40B4-BE49-F238E27FC236}">
                  <a16:creationId xmlns:a16="http://schemas.microsoft.com/office/drawing/2014/main" id="{2FA38B4C-5B80-413E-B283-1F1ADBFD09CD}"/>
                </a:ext>
              </a:extLst>
            </p:cNvPr>
            <p:cNvSpPr/>
            <p:nvPr userDrawn="1"/>
          </p:nvSpPr>
          <p:spPr>
            <a:xfrm>
              <a:off x="998351" y="5321112"/>
              <a:ext cx="839614" cy="411225"/>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rtl="0"/>
              <a:r>
                <a:rPr lang="en-US" sz="800" noProof="0" dirty="0">
                  <a:solidFill>
                    <a:schemeClr val="bg1"/>
                  </a:solidFill>
                </a:rPr>
                <a:t>253</a:t>
              </a:r>
            </a:p>
            <a:p>
              <a:pPr algn="ctr" rtl="0"/>
              <a:r>
                <a:rPr lang="en-US" sz="800" noProof="0" dirty="0">
                  <a:solidFill>
                    <a:schemeClr val="bg1"/>
                  </a:solidFill>
                </a:rPr>
                <a:t>52</a:t>
              </a:r>
            </a:p>
            <a:p>
              <a:pPr algn="ctr" rtl="0"/>
              <a:r>
                <a:rPr lang="en-US" sz="800" noProof="0" dirty="0">
                  <a:solidFill>
                    <a:schemeClr val="bg1"/>
                  </a:solidFill>
                </a:rPr>
                <a:t>156</a:t>
              </a:r>
            </a:p>
          </p:txBody>
        </p:sp>
        <p:sp>
          <p:nvSpPr>
            <p:cNvPr id="45" name="TextBox 44">
              <a:extLst>
                <a:ext uri="{FF2B5EF4-FFF2-40B4-BE49-F238E27FC236}">
                  <a16:creationId xmlns:a16="http://schemas.microsoft.com/office/drawing/2014/main" id="{1B01B4DF-404A-4544-B313-2720FCBDD0B4}"/>
                </a:ext>
              </a:extLst>
            </p:cNvPr>
            <p:cNvSpPr txBox="1"/>
            <p:nvPr userDrawn="1"/>
          </p:nvSpPr>
          <p:spPr>
            <a:xfrm>
              <a:off x="1921682" y="4386074"/>
              <a:ext cx="1253995" cy="237066"/>
            </a:xfrm>
            <a:prstGeom prst="rect">
              <a:avLst/>
            </a:prstGeom>
            <a:noFill/>
          </p:spPr>
          <p:txBody>
            <a:bodyPr wrap="square" lIns="54610" tIns="54610" rIns="54610" bIns="54610" rtlCol="0" anchor="ctr">
              <a:noAutofit/>
            </a:bodyPr>
            <a:lstStyle/>
            <a:p>
              <a:pPr algn="l" rtl="0">
                <a:spcAft>
                  <a:spcPts val="600"/>
                </a:spcAft>
              </a:pPr>
              <a:r>
                <a:rPr lang="en-US" sz="1000" noProof="0" dirty="0"/>
                <a:t>Pacific Blue</a:t>
              </a:r>
            </a:p>
          </p:txBody>
        </p:sp>
        <p:sp>
          <p:nvSpPr>
            <p:cNvPr id="48" name="TextBox 47">
              <a:extLst>
                <a:ext uri="{FF2B5EF4-FFF2-40B4-BE49-F238E27FC236}">
                  <a16:creationId xmlns:a16="http://schemas.microsoft.com/office/drawing/2014/main" id="{96DFA940-4699-43CF-A21A-AE4227704697}"/>
                </a:ext>
              </a:extLst>
            </p:cNvPr>
            <p:cNvSpPr txBox="1"/>
            <p:nvPr userDrawn="1"/>
          </p:nvSpPr>
          <p:spPr>
            <a:xfrm>
              <a:off x="1921682" y="4897131"/>
              <a:ext cx="1253995" cy="237066"/>
            </a:xfrm>
            <a:prstGeom prst="rect">
              <a:avLst/>
            </a:prstGeom>
            <a:noFill/>
          </p:spPr>
          <p:txBody>
            <a:bodyPr wrap="square" lIns="54610" tIns="54610" rIns="54610" bIns="54610" rtlCol="0" anchor="ctr">
              <a:noAutofit/>
            </a:bodyPr>
            <a:lstStyle/>
            <a:p>
              <a:pPr algn="l" rtl="0">
                <a:spcAft>
                  <a:spcPts val="600"/>
                </a:spcAft>
              </a:pPr>
              <a:r>
                <a:rPr lang="en-US" sz="1000" noProof="0" dirty="0"/>
                <a:t>Purple</a:t>
              </a:r>
            </a:p>
          </p:txBody>
        </p:sp>
        <p:sp>
          <p:nvSpPr>
            <p:cNvPr id="51" name="TextBox 50">
              <a:extLst>
                <a:ext uri="{FF2B5EF4-FFF2-40B4-BE49-F238E27FC236}">
                  <a16:creationId xmlns:a16="http://schemas.microsoft.com/office/drawing/2014/main" id="{49A40265-6498-4E16-877D-6BC9A8CE7DCA}"/>
                </a:ext>
              </a:extLst>
            </p:cNvPr>
            <p:cNvSpPr txBox="1"/>
            <p:nvPr userDrawn="1"/>
          </p:nvSpPr>
          <p:spPr>
            <a:xfrm>
              <a:off x="1921682" y="5408191"/>
              <a:ext cx="1253995" cy="237066"/>
            </a:xfrm>
            <a:prstGeom prst="rect">
              <a:avLst/>
            </a:prstGeom>
            <a:noFill/>
          </p:spPr>
          <p:txBody>
            <a:bodyPr wrap="square" lIns="54610" tIns="54610" rIns="54610" bIns="54610" rtlCol="0" anchor="ctr">
              <a:noAutofit/>
            </a:bodyPr>
            <a:lstStyle/>
            <a:p>
              <a:pPr algn="l" rtl="0">
                <a:spcAft>
                  <a:spcPts val="600"/>
                </a:spcAft>
              </a:pPr>
              <a:r>
                <a:rPr lang="en-US" sz="1000" noProof="0" dirty="0"/>
                <a:t>Pink</a:t>
              </a:r>
            </a:p>
          </p:txBody>
        </p:sp>
      </p:grpSp>
      <p:sp>
        <p:nvSpPr>
          <p:cNvPr id="12" name="TextBox 11">
            <a:extLst>
              <a:ext uri="{FF2B5EF4-FFF2-40B4-BE49-F238E27FC236}">
                <a16:creationId xmlns:a16="http://schemas.microsoft.com/office/drawing/2014/main" id="{8B231EB6-12A0-47AA-88B0-D248845383EA}"/>
              </a:ext>
            </a:extLst>
          </p:cNvPr>
          <p:cNvSpPr txBox="1"/>
          <p:nvPr userDrawn="1"/>
        </p:nvSpPr>
        <p:spPr>
          <a:xfrm>
            <a:off x="2992849" y="1330326"/>
            <a:ext cx="1946348" cy="307777"/>
          </a:xfrm>
          <a:prstGeom prst="rect">
            <a:avLst/>
          </a:prstGeom>
          <a:noFill/>
        </p:spPr>
        <p:txBody>
          <a:bodyPr wrap="square" lIns="0" tIns="0" rIns="0" bIns="0" rtlCol="0">
            <a:spAutoFit/>
          </a:bodyPr>
          <a:lstStyle/>
          <a:p>
            <a:pPr algn="l" rtl="0">
              <a:spcAft>
                <a:spcPts val="600"/>
              </a:spcAft>
            </a:pPr>
            <a:r>
              <a:rPr lang="en-US" sz="1000" b="1" noProof="0" dirty="0">
                <a:solidFill>
                  <a:sysClr val="windowText" lastClr="000000"/>
                </a:solidFill>
              </a:rPr>
              <a:t>Accent Colors for Infographics and charts only</a:t>
            </a:r>
          </a:p>
        </p:txBody>
      </p:sp>
      <p:sp>
        <p:nvSpPr>
          <p:cNvPr id="9" name="Rectangle 8">
            <a:extLst>
              <a:ext uri="{FF2B5EF4-FFF2-40B4-BE49-F238E27FC236}">
                <a16:creationId xmlns:a16="http://schemas.microsoft.com/office/drawing/2014/main" id="{A4B6D9AD-8E94-4A62-B92C-C973F5486E37}"/>
              </a:ext>
            </a:extLst>
          </p:cNvPr>
          <p:cNvSpPr/>
          <p:nvPr userDrawn="1"/>
        </p:nvSpPr>
        <p:spPr>
          <a:xfrm>
            <a:off x="2999643" y="2240141"/>
            <a:ext cx="839615" cy="411225"/>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1" tIns="54611" rIns="54611" bIns="54611" rtlCol="0" anchor="ctr"/>
          <a:lstStyle/>
          <a:p>
            <a:pPr algn="ctr" rtl="0"/>
            <a:r>
              <a:rPr lang="en-US" sz="800" noProof="0" dirty="0">
                <a:solidFill>
                  <a:schemeClr val="bg1"/>
                </a:solidFill>
              </a:rPr>
              <a:t>81</a:t>
            </a:r>
          </a:p>
          <a:p>
            <a:pPr algn="ctr" rtl="0"/>
            <a:r>
              <a:rPr lang="en-US" sz="800" noProof="0" dirty="0">
                <a:solidFill>
                  <a:schemeClr val="bg1"/>
                </a:solidFill>
              </a:rPr>
              <a:t>13</a:t>
            </a:r>
          </a:p>
          <a:p>
            <a:pPr algn="ctr" rtl="0"/>
            <a:r>
              <a:rPr lang="en-US" sz="800" noProof="0" dirty="0">
                <a:solidFill>
                  <a:schemeClr val="bg1"/>
                </a:solidFill>
              </a:rPr>
              <a:t>188</a:t>
            </a:r>
          </a:p>
        </p:txBody>
      </p:sp>
      <p:sp>
        <p:nvSpPr>
          <p:cNvPr id="10" name="Rectangle 9">
            <a:extLst>
              <a:ext uri="{FF2B5EF4-FFF2-40B4-BE49-F238E27FC236}">
                <a16:creationId xmlns:a16="http://schemas.microsoft.com/office/drawing/2014/main" id="{5D377AFC-4BDC-44AC-80A6-06A9503B868A}"/>
              </a:ext>
            </a:extLst>
          </p:cNvPr>
          <p:cNvSpPr/>
          <p:nvPr userDrawn="1"/>
        </p:nvSpPr>
        <p:spPr>
          <a:xfrm>
            <a:off x="2999643" y="2754703"/>
            <a:ext cx="839615" cy="411225"/>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1" tIns="54611" rIns="54611" bIns="54611" rtlCol="0" anchor="ctr"/>
          <a:lstStyle/>
          <a:p>
            <a:pPr algn="ctr" rtl="0"/>
            <a:r>
              <a:rPr lang="en-US" sz="800" noProof="0" dirty="0">
                <a:solidFill>
                  <a:schemeClr val="bg1"/>
                </a:solidFill>
              </a:rPr>
              <a:t>180</a:t>
            </a:r>
          </a:p>
          <a:p>
            <a:pPr algn="ctr" rtl="0"/>
            <a:r>
              <a:rPr lang="en-US" sz="800" noProof="0" dirty="0">
                <a:solidFill>
                  <a:schemeClr val="bg1"/>
                </a:solidFill>
              </a:rPr>
              <a:t>151</a:t>
            </a:r>
          </a:p>
          <a:p>
            <a:pPr algn="ctr" rtl="0"/>
            <a:r>
              <a:rPr lang="en-US" sz="800" noProof="0" dirty="0">
                <a:solidFill>
                  <a:schemeClr val="bg1"/>
                </a:solidFill>
              </a:rPr>
              <a:t>255</a:t>
            </a:r>
          </a:p>
        </p:txBody>
      </p:sp>
      <p:sp>
        <p:nvSpPr>
          <p:cNvPr id="59" name="Rectangle 58">
            <a:extLst>
              <a:ext uri="{FF2B5EF4-FFF2-40B4-BE49-F238E27FC236}">
                <a16:creationId xmlns:a16="http://schemas.microsoft.com/office/drawing/2014/main" id="{8B8F1FC7-CA8A-485A-9440-4EA69DF44F1B}"/>
              </a:ext>
            </a:extLst>
          </p:cNvPr>
          <p:cNvSpPr/>
          <p:nvPr userDrawn="1"/>
        </p:nvSpPr>
        <p:spPr>
          <a:xfrm>
            <a:off x="2999643" y="3269262"/>
            <a:ext cx="839615" cy="411225"/>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1" tIns="54611" rIns="54611" bIns="54611" rtlCol="0" anchor="ctr"/>
          <a:lstStyle/>
          <a:p>
            <a:pPr algn="ctr" rtl="0"/>
            <a:r>
              <a:rPr lang="en-US" sz="800" noProof="0" dirty="0">
                <a:solidFill>
                  <a:schemeClr val="bg1"/>
                </a:solidFill>
              </a:rPr>
              <a:t>171</a:t>
            </a:r>
          </a:p>
          <a:p>
            <a:pPr algn="ctr" rtl="0"/>
            <a:r>
              <a:rPr lang="en-US" sz="800" noProof="0" dirty="0">
                <a:solidFill>
                  <a:schemeClr val="bg1"/>
                </a:solidFill>
              </a:rPr>
              <a:t>13</a:t>
            </a:r>
          </a:p>
          <a:p>
            <a:pPr algn="ctr" rtl="0"/>
            <a:r>
              <a:rPr lang="en-US" sz="800" noProof="0" dirty="0">
                <a:solidFill>
                  <a:schemeClr val="bg1"/>
                </a:solidFill>
              </a:rPr>
              <a:t>130</a:t>
            </a:r>
          </a:p>
        </p:txBody>
      </p:sp>
      <p:sp>
        <p:nvSpPr>
          <p:cNvPr id="60" name="Rectangle 59">
            <a:extLst>
              <a:ext uri="{FF2B5EF4-FFF2-40B4-BE49-F238E27FC236}">
                <a16:creationId xmlns:a16="http://schemas.microsoft.com/office/drawing/2014/main" id="{FF4DC1F0-F2DB-41DC-B843-C645575C978D}"/>
              </a:ext>
            </a:extLst>
          </p:cNvPr>
          <p:cNvSpPr/>
          <p:nvPr userDrawn="1"/>
        </p:nvSpPr>
        <p:spPr>
          <a:xfrm>
            <a:off x="2999643" y="3783824"/>
            <a:ext cx="839615" cy="411225"/>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1" tIns="54611" rIns="54611" bIns="54611" rtlCol="0" anchor="ctr"/>
          <a:lstStyle/>
          <a:p>
            <a:pPr algn="ctr" rtl="0"/>
            <a:r>
              <a:rPr lang="en-US" sz="800" noProof="0" dirty="0">
                <a:solidFill>
                  <a:sysClr val="windowText" lastClr="000000"/>
                </a:solidFill>
              </a:rPr>
              <a:t>255</a:t>
            </a:r>
          </a:p>
          <a:p>
            <a:pPr algn="ctr" rtl="0"/>
            <a:r>
              <a:rPr lang="en-US" sz="800" noProof="0" dirty="0">
                <a:solidFill>
                  <a:sysClr val="windowText" lastClr="000000"/>
                </a:solidFill>
              </a:rPr>
              <a:t>163</a:t>
            </a:r>
          </a:p>
          <a:p>
            <a:pPr algn="ctr" rtl="0"/>
            <a:r>
              <a:rPr lang="en-US" sz="800" noProof="0" dirty="0">
                <a:solidFill>
                  <a:sysClr val="windowText" lastClr="000000"/>
                </a:solidFill>
              </a:rPr>
              <a:t>218</a:t>
            </a:r>
          </a:p>
        </p:txBody>
      </p:sp>
      <p:sp>
        <p:nvSpPr>
          <p:cNvPr id="61" name="Rectangle 60">
            <a:extLst>
              <a:ext uri="{FF2B5EF4-FFF2-40B4-BE49-F238E27FC236}">
                <a16:creationId xmlns:a16="http://schemas.microsoft.com/office/drawing/2014/main" id="{1FDCCC15-7DDA-4C27-A66A-86FEF3CE0FDB}"/>
              </a:ext>
            </a:extLst>
          </p:cNvPr>
          <p:cNvSpPr/>
          <p:nvPr userDrawn="1"/>
        </p:nvSpPr>
        <p:spPr>
          <a:xfrm>
            <a:off x="2999643" y="4298386"/>
            <a:ext cx="839615" cy="411225"/>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1" tIns="54611" rIns="54611" bIns="54611" rtlCol="0" anchor="ctr"/>
          <a:lstStyle/>
          <a:p>
            <a:pPr algn="ctr" rtl="0"/>
            <a:r>
              <a:rPr lang="en-US" sz="800" noProof="0" dirty="0">
                <a:solidFill>
                  <a:schemeClr val="bg1"/>
                </a:solidFill>
              </a:rPr>
              <a:t>9</a:t>
            </a:r>
          </a:p>
          <a:p>
            <a:pPr algn="ctr" rtl="0"/>
            <a:r>
              <a:rPr lang="en-US" sz="800" noProof="0" dirty="0">
                <a:solidFill>
                  <a:schemeClr val="bg1"/>
                </a:solidFill>
              </a:rPr>
              <a:t>142</a:t>
            </a:r>
          </a:p>
          <a:p>
            <a:pPr algn="ctr" rtl="0"/>
            <a:r>
              <a:rPr lang="en-US" sz="800" noProof="0" dirty="0">
                <a:solidFill>
                  <a:schemeClr val="bg1"/>
                </a:solidFill>
              </a:rPr>
              <a:t>126</a:t>
            </a:r>
          </a:p>
        </p:txBody>
      </p:sp>
      <p:sp>
        <p:nvSpPr>
          <p:cNvPr id="62" name="Rectangle 61">
            <a:extLst>
              <a:ext uri="{FF2B5EF4-FFF2-40B4-BE49-F238E27FC236}">
                <a16:creationId xmlns:a16="http://schemas.microsoft.com/office/drawing/2014/main" id="{E6A7B705-A81A-45EE-B7F8-A08C39775723}"/>
              </a:ext>
            </a:extLst>
          </p:cNvPr>
          <p:cNvSpPr/>
          <p:nvPr userDrawn="1"/>
        </p:nvSpPr>
        <p:spPr>
          <a:xfrm>
            <a:off x="2999643" y="4806554"/>
            <a:ext cx="839615" cy="411225"/>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1" tIns="54611" rIns="54611" bIns="54611" rtlCol="0" anchor="ctr"/>
          <a:lstStyle/>
          <a:p>
            <a:pPr algn="ctr" rtl="0"/>
            <a:r>
              <a:rPr lang="en-US" sz="800" noProof="0" dirty="0">
                <a:solidFill>
                  <a:schemeClr val="bg1"/>
                </a:solidFill>
              </a:rPr>
              <a:t>0</a:t>
            </a:r>
          </a:p>
          <a:p>
            <a:pPr algn="ctr" rtl="0"/>
            <a:r>
              <a:rPr lang="en-US" sz="800" noProof="0" dirty="0">
                <a:solidFill>
                  <a:schemeClr val="bg1"/>
                </a:solidFill>
              </a:rPr>
              <a:t>192</a:t>
            </a:r>
          </a:p>
          <a:p>
            <a:pPr algn="ctr" rtl="0"/>
            <a:r>
              <a:rPr lang="en-US" sz="800" noProof="0" dirty="0">
                <a:solidFill>
                  <a:schemeClr val="bg1"/>
                </a:solidFill>
              </a:rPr>
              <a:t>174</a:t>
            </a:r>
          </a:p>
        </p:txBody>
      </p:sp>
      <p:sp>
        <p:nvSpPr>
          <p:cNvPr id="63" name="Rectangle 62">
            <a:extLst>
              <a:ext uri="{FF2B5EF4-FFF2-40B4-BE49-F238E27FC236}">
                <a16:creationId xmlns:a16="http://schemas.microsoft.com/office/drawing/2014/main" id="{70C56EF7-AC83-449B-8CC3-F1D314081B92}"/>
              </a:ext>
            </a:extLst>
          </p:cNvPr>
          <p:cNvSpPr/>
          <p:nvPr userDrawn="1"/>
        </p:nvSpPr>
        <p:spPr>
          <a:xfrm>
            <a:off x="2999643" y="5321114"/>
            <a:ext cx="839615" cy="411225"/>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1" tIns="54611" rIns="54611" bIns="54611" rtlCol="0" anchor="ctr"/>
          <a:lstStyle/>
          <a:p>
            <a:pPr algn="ctr" rtl="0"/>
            <a:r>
              <a:rPr lang="en-US" sz="800" noProof="0" dirty="0">
                <a:solidFill>
                  <a:schemeClr val="accent3"/>
                </a:solidFill>
              </a:rPr>
              <a:t>99</a:t>
            </a:r>
          </a:p>
          <a:p>
            <a:pPr algn="ctr" rtl="0"/>
            <a:r>
              <a:rPr lang="en-US" sz="800" noProof="0" dirty="0">
                <a:solidFill>
                  <a:schemeClr val="accent3"/>
                </a:solidFill>
              </a:rPr>
              <a:t>235</a:t>
            </a:r>
          </a:p>
          <a:p>
            <a:pPr algn="ctr" rtl="0"/>
            <a:r>
              <a:rPr lang="en-US" sz="800" noProof="0" dirty="0">
                <a:solidFill>
                  <a:schemeClr val="accent3"/>
                </a:solidFill>
              </a:rPr>
              <a:t>218</a:t>
            </a:r>
          </a:p>
        </p:txBody>
      </p:sp>
      <p:grpSp>
        <p:nvGrpSpPr>
          <p:cNvPr id="65" name="Group 64">
            <a:extLst>
              <a:ext uri="{FF2B5EF4-FFF2-40B4-BE49-F238E27FC236}">
                <a16:creationId xmlns:a16="http://schemas.microsoft.com/office/drawing/2014/main" id="{34556660-1591-47B1-B18E-F2FCE5FDCA50}"/>
              </a:ext>
            </a:extLst>
          </p:cNvPr>
          <p:cNvGrpSpPr/>
          <p:nvPr userDrawn="1"/>
        </p:nvGrpSpPr>
        <p:grpSpPr>
          <a:xfrm>
            <a:off x="3971417" y="2338957"/>
            <a:ext cx="1253995" cy="3303408"/>
            <a:chOff x="2169429" y="1756308"/>
            <a:chExt cx="2286000" cy="3303408"/>
          </a:xfrm>
        </p:grpSpPr>
        <p:sp>
          <p:nvSpPr>
            <p:cNvPr id="66" name="TextBox 65">
              <a:extLst>
                <a:ext uri="{FF2B5EF4-FFF2-40B4-BE49-F238E27FC236}">
                  <a16:creationId xmlns:a16="http://schemas.microsoft.com/office/drawing/2014/main" id="{C1242448-F6EA-445E-86F6-56F1F6B8DCA0}"/>
                </a:ext>
              </a:extLst>
            </p:cNvPr>
            <p:cNvSpPr txBox="1"/>
            <p:nvPr userDrawn="1"/>
          </p:nvSpPr>
          <p:spPr>
            <a:xfrm>
              <a:off x="2169429" y="2778422"/>
              <a:ext cx="2286000" cy="237066"/>
            </a:xfrm>
            <a:prstGeom prst="rect">
              <a:avLst/>
            </a:prstGeom>
            <a:noFill/>
          </p:spPr>
          <p:txBody>
            <a:bodyPr wrap="square" lIns="54610" tIns="54610" rIns="54610" bIns="54610" rtlCol="0" anchor="ctr">
              <a:noAutofit/>
            </a:bodyPr>
            <a:lstStyle/>
            <a:p>
              <a:pPr algn="l" rtl="0">
                <a:spcAft>
                  <a:spcPts val="600"/>
                </a:spcAft>
              </a:pPr>
              <a:r>
                <a:rPr lang="en-US" sz="1000" noProof="0" dirty="0"/>
                <a:t>Dark Pink</a:t>
              </a:r>
            </a:p>
          </p:txBody>
        </p:sp>
        <p:sp>
          <p:nvSpPr>
            <p:cNvPr id="67" name="TextBox 66">
              <a:extLst>
                <a:ext uri="{FF2B5EF4-FFF2-40B4-BE49-F238E27FC236}">
                  <a16:creationId xmlns:a16="http://schemas.microsoft.com/office/drawing/2014/main" id="{F9F2D96E-0391-44D3-9D85-C49CD2682224}"/>
                </a:ext>
              </a:extLst>
            </p:cNvPr>
            <p:cNvSpPr txBox="1"/>
            <p:nvPr userDrawn="1"/>
          </p:nvSpPr>
          <p:spPr>
            <a:xfrm>
              <a:off x="2169429" y="1756308"/>
              <a:ext cx="2286000" cy="237066"/>
            </a:xfrm>
            <a:prstGeom prst="rect">
              <a:avLst/>
            </a:prstGeom>
            <a:noFill/>
          </p:spPr>
          <p:txBody>
            <a:bodyPr wrap="square" lIns="54610" tIns="54610" rIns="54610" bIns="54610" rtlCol="0" anchor="ctr">
              <a:noAutofit/>
            </a:bodyPr>
            <a:lstStyle/>
            <a:p>
              <a:pPr algn="l" rtl="0">
                <a:spcAft>
                  <a:spcPts val="600"/>
                </a:spcAft>
              </a:pPr>
              <a:r>
                <a:rPr lang="en-US" sz="1000" noProof="0" dirty="0"/>
                <a:t>Dark Purple</a:t>
              </a:r>
            </a:p>
          </p:txBody>
        </p:sp>
        <p:sp>
          <p:nvSpPr>
            <p:cNvPr id="68" name="TextBox 67">
              <a:extLst>
                <a:ext uri="{FF2B5EF4-FFF2-40B4-BE49-F238E27FC236}">
                  <a16:creationId xmlns:a16="http://schemas.microsoft.com/office/drawing/2014/main" id="{712A9094-C141-4137-91C8-07CDF0270449}"/>
                </a:ext>
              </a:extLst>
            </p:cNvPr>
            <p:cNvSpPr txBox="1"/>
            <p:nvPr userDrawn="1"/>
          </p:nvSpPr>
          <p:spPr>
            <a:xfrm>
              <a:off x="2169429" y="3289479"/>
              <a:ext cx="2286000" cy="237066"/>
            </a:xfrm>
            <a:prstGeom prst="rect">
              <a:avLst/>
            </a:prstGeom>
            <a:noFill/>
          </p:spPr>
          <p:txBody>
            <a:bodyPr wrap="square" lIns="54610" tIns="54610" rIns="54610" bIns="54610" rtlCol="0" anchor="ctr">
              <a:noAutofit/>
            </a:bodyPr>
            <a:lstStyle/>
            <a:p>
              <a:pPr algn="l" rtl="0">
                <a:spcAft>
                  <a:spcPts val="600"/>
                </a:spcAft>
              </a:pPr>
              <a:r>
                <a:rPr lang="en-US" sz="1000" noProof="0" dirty="0"/>
                <a:t>Light Pink</a:t>
              </a:r>
            </a:p>
          </p:txBody>
        </p:sp>
        <p:sp>
          <p:nvSpPr>
            <p:cNvPr id="69" name="TextBox 68">
              <a:extLst>
                <a:ext uri="{FF2B5EF4-FFF2-40B4-BE49-F238E27FC236}">
                  <a16:creationId xmlns:a16="http://schemas.microsoft.com/office/drawing/2014/main" id="{A455B7B5-73DE-46AF-B400-88997B50AD80}"/>
                </a:ext>
              </a:extLst>
            </p:cNvPr>
            <p:cNvSpPr txBox="1"/>
            <p:nvPr userDrawn="1"/>
          </p:nvSpPr>
          <p:spPr>
            <a:xfrm>
              <a:off x="2169429" y="3800536"/>
              <a:ext cx="2286000" cy="237066"/>
            </a:xfrm>
            <a:prstGeom prst="rect">
              <a:avLst/>
            </a:prstGeom>
            <a:noFill/>
          </p:spPr>
          <p:txBody>
            <a:bodyPr wrap="square" lIns="54610" tIns="54610" rIns="54610" bIns="54610" rtlCol="0" anchor="ctr">
              <a:noAutofit/>
            </a:bodyPr>
            <a:lstStyle/>
            <a:p>
              <a:pPr algn="l" rtl="0">
                <a:spcAft>
                  <a:spcPts val="600"/>
                </a:spcAft>
              </a:pPr>
              <a:r>
                <a:rPr lang="en-US" sz="1000" noProof="0" dirty="0"/>
                <a:t>Dark Green</a:t>
              </a:r>
            </a:p>
          </p:txBody>
        </p:sp>
        <p:sp>
          <p:nvSpPr>
            <p:cNvPr id="70" name="TextBox 69">
              <a:extLst>
                <a:ext uri="{FF2B5EF4-FFF2-40B4-BE49-F238E27FC236}">
                  <a16:creationId xmlns:a16="http://schemas.microsoft.com/office/drawing/2014/main" id="{2B4C4881-6213-41A5-AC03-CCE78498A9AE}"/>
                </a:ext>
              </a:extLst>
            </p:cNvPr>
            <p:cNvSpPr txBox="1"/>
            <p:nvPr userDrawn="1"/>
          </p:nvSpPr>
          <p:spPr>
            <a:xfrm>
              <a:off x="2169429" y="2267365"/>
              <a:ext cx="2286000" cy="237066"/>
            </a:xfrm>
            <a:prstGeom prst="rect">
              <a:avLst/>
            </a:prstGeom>
            <a:noFill/>
          </p:spPr>
          <p:txBody>
            <a:bodyPr wrap="square" lIns="54610" tIns="54610" rIns="54610" bIns="54610" rtlCol="0" anchor="ctr">
              <a:noAutofit/>
            </a:bodyPr>
            <a:lstStyle/>
            <a:p>
              <a:pPr algn="l" rtl="0">
                <a:spcAft>
                  <a:spcPts val="600"/>
                </a:spcAft>
              </a:pPr>
              <a:r>
                <a:rPr lang="en-US" sz="1000" noProof="0" dirty="0"/>
                <a:t>Light Purple</a:t>
              </a:r>
            </a:p>
          </p:txBody>
        </p:sp>
        <p:sp>
          <p:nvSpPr>
            <p:cNvPr id="71" name="TextBox 70">
              <a:extLst>
                <a:ext uri="{FF2B5EF4-FFF2-40B4-BE49-F238E27FC236}">
                  <a16:creationId xmlns:a16="http://schemas.microsoft.com/office/drawing/2014/main" id="{940387EA-5FDE-4F6F-BAF2-604549CCD0F0}"/>
                </a:ext>
              </a:extLst>
            </p:cNvPr>
            <p:cNvSpPr txBox="1"/>
            <p:nvPr userDrawn="1"/>
          </p:nvSpPr>
          <p:spPr>
            <a:xfrm>
              <a:off x="2169429" y="4311593"/>
              <a:ext cx="2286000" cy="237066"/>
            </a:xfrm>
            <a:prstGeom prst="rect">
              <a:avLst/>
            </a:prstGeom>
            <a:noFill/>
          </p:spPr>
          <p:txBody>
            <a:bodyPr wrap="square" lIns="54610" tIns="54610" rIns="54610" bIns="54610" rtlCol="0" anchor="ctr">
              <a:noAutofit/>
            </a:bodyPr>
            <a:lstStyle/>
            <a:p>
              <a:pPr algn="l" rtl="0">
                <a:spcAft>
                  <a:spcPts val="600"/>
                </a:spcAft>
              </a:pPr>
              <a:r>
                <a:rPr lang="en-US" sz="1000" noProof="0" dirty="0"/>
                <a:t>Green</a:t>
              </a:r>
            </a:p>
          </p:txBody>
        </p:sp>
        <p:sp>
          <p:nvSpPr>
            <p:cNvPr id="72" name="TextBox 71">
              <a:extLst>
                <a:ext uri="{FF2B5EF4-FFF2-40B4-BE49-F238E27FC236}">
                  <a16:creationId xmlns:a16="http://schemas.microsoft.com/office/drawing/2014/main" id="{A92671DE-F6BD-48CB-B11C-208DD1F1CCB3}"/>
                </a:ext>
              </a:extLst>
            </p:cNvPr>
            <p:cNvSpPr txBox="1"/>
            <p:nvPr userDrawn="1"/>
          </p:nvSpPr>
          <p:spPr>
            <a:xfrm>
              <a:off x="2169429" y="4822650"/>
              <a:ext cx="2286000" cy="237066"/>
            </a:xfrm>
            <a:prstGeom prst="rect">
              <a:avLst/>
            </a:prstGeom>
            <a:noFill/>
          </p:spPr>
          <p:txBody>
            <a:bodyPr wrap="square" lIns="54610" tIns="54610" rIns="54610" bIns="54610" rtlCol="0" anchor="ctr">
              <a:noAutofit/>
            </a:bodyPr>
            <a:lstStyle/>
            <a:p>
              <a:pPr algn="l" rtl="0">
                <a:spcAft>
                  <a:spcPts val="600"/>
                </a:spcAft>
              </a:pPr>
              <a:r>
                <a:rPr lang="en-US" sz="1000" noProof="0" dirty="0"/>
                <a:t>Light Green</a:t>
              </a:r>
            </a:p>
          </p:txBody>
        </p:sp>
      </p:grpSp>
      <p:sp>
        <p:nvSpPr>
          <p:cNvPr id="74" name="Rectangle 73">
            <a:extLst>
              <a:ext uri="{FF2B5EF4-FFF2-40B4-BE49-F238E27FC236}">
                <a16:creationId xmlns:a16="http://schemas.microsoft.com/office/drawing/2014/main" id="{35C7B945-9627-4D94-B008-C987FEA96972}"/>
              </a:ext>
            </a:extLst>
          </p:cNvPr>
          <p:cNvSpPr/>
          <p:nvPr userDrawn="1"/>
        </p:nvSpPr>
        <p:spPr>
          <a:xfrm>
            <a:off x="5232206" y="1731973"/>
            <a:ext cx="839615" cy="411225"/>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1" tIns="54611" rIns="54611" bIns="54611" rtlCol="0" anchor="ctr"/>
          <a:lstStyle/>
          <a:p>
            <a:pPr algn="ctr" rtl="0"/>
            <a:r>
              <a:rPr lang="en-US" sz="800" noProof="0" dirty="0">
                <a:solidFill>
                  <a:schemeClr val="bg1"/>
                </a:solidFill>
              </a:rPr>
              <a:t>51</a:t>
            </a:r>
          </a:p>
          <a:p>
            <a:pPr algn="ctr" rtl="0"/>
            <a:r>
              <a:rPr lang="en-US" sz="800" noProof="0" dirty="0">
                <a:solidFill>
                  <a:schemeClr val="bg1"/>
                </a:solidFill>
              </a:rPr>
              <a:t>51</a:t>
            </a:r>
          </a:p>
          <a:p>
            <a:pPr algn="ctr" rtl="0"/>
            <a:r>
              <a:rPr lang="en-US" sz="800" noProof="0" dirty="0">
                <a:solidFill>
                  <a:schemeClr val="bg1"/>
                </a:solidFill>
              </a:rPr>
              <a:t>51</a:t>
            </a:r>
          </a:p>
        </p:txBody>
      </p:sp>
      <p:sp>
        <p:nvSpPr>
          <p:cNvPr id="75" name="Rectangle 74">
            <a:extLst>
              <a:ext uri="{FF2B5EF4-FFF2-40B4-BE49-F238E27FC236}">
                <a16:creationId xmlns:a16="http://schemas.microsoft.com/office/drawing/2014/main" id="{AEB1F170-4966-4AAF-ABAA-3D2A0369F7FA}"/>
              </a:ext>
            </a:extLst>
          </p:cNvPr>
          <p:cNvSpPr/>
          <p:nvPr userDrawn="1"/>
        </p:nvSpPr>
        <p:spPr>
          <a:xfrm>
            <a:off x="5232206" y="2246535"/>
            <a:ext cx="839615" cy="411225"/>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1" tIns="54611" rIns="54611" bIns="54611" rtlCol="0" anchor="ctr"/>
          <a:lstStyle/>
          <a:p>
            <a:pPr algn="ctr" rtl="0"/>
            <a:r>
              <a:rPr lang="en-US" sz="800" noProof="0" dirty="0">
                <a:solidFill>
                  <a:schemeClr val="bg1"/>
                </a:solidFill>
              </a:rPr>
              <a:t>102</a:t>
            </a:r>
          </a:p>
          <a:p>
            <a:pPr algn="ctr" rtl="0"/>
            <a:r>
              <a:rPr lang="en-US" sz="800" noProof="0" dirty="0">
                <a:solidFill>
                  <a:schemeClr val="bg1"/>
                </a:solidFill>
              </a:rPr>
              <a:t>102</a:t>
            </a:r>
          </a:p>
          <a:p>
            <a:pPr algn="ctr" rtl="0"/>
            <a:r>
              <a:rPr lang="en-US" sz="800" noProof="0" dirty="0">
                <a:solidFill>
                  <a:schemeClr val="bg1"/>
                </a:solidFill>
              </a:rPr>
              <a:t>102</a:t>
            </a:r>
          </a:p>
          <a:p>
            <a:pPr algn="ctr" rtl="0"/>
            <a:r>
              <a:rPr lang="en-US" sz="800" noProof="0" dirty="0">
                <a:solidFill>
                  <a:schemeClr val="bg1"/>
                </a:solidFill>
              </a:rPr>
              <a:t>102</a:t>
            </a:r>
          </a:p>
          <a:p>
            <a:pPr algn="ctr" rtl="0"/>
            <a:endParaRPr lang="en-US" sz="800" noProof="0" dirty="0">
              <a:solidFill>
                <a:schemeClr val="bg1"/>
              </a:solidFill>
            </a:endParaRPr>
          </a:p>
        </p:txBody>
      </p:sp>
      <p:sp>
        <p:nvSpPr>
          <p:cNvPr id="76" name="TextBox 75">
            <a:extLst>
              <a:ext uri="{FF2B5EF4-FFF2-40B4-BE49-F238E27FC236}">
                <a16:creationId xmlns:a16="http://schemas.microsoft.com/office/drawing/2014/main" id="{7033C2B2-E4D1-4420-8509-EC1E2C80321F}"/>
              </a:ext>
            </a:extLst>
          </p:cNvPr>
          <p:cNvSpPr txBox="1"/>
          <p:nvPr userDrawn="1"/>
        </p:nvSpPr>
        <p:spPr>
          <a:xfrm>
            <a:off x="5225412" y="1330326"/>
            <a:ext cx="1545229" cy="307777"/>
          </a:xfrm>
          <a:prstGeom prst="rect">
            <a:avLst/>
          </a:prstGeom>
          <a:noFill/>
        </p:spPr>
        <p:txBody>
          <a:bodyPr wrap="square" lIns="0" tIns="0" rIns="0" bIns="0" rtlCol="0">
            <a:spAutoFit/>
          </a:bodyPr>
          <a:lstStyle/>
          <a:p>
            <a:pPr algn="l" rtl="0">
              <a:spcAft>
                <a:spcPts val="600"/>
              </a:spcAft>
            </a:pPr>
            <a:r>
              <a:rPr lang="en-US" sz="1000" b="1" noProof="0" dirty="0">
                <a:solidFill>
                  <a:sysClr val="windowText" lastClr="000000"/>
                </a:solidFill>
              </a:rPr>
              <a:t>Neutrals for Infographics and charts only </a:t>
            </a:r>
          </a:p>
        </p:txBody>
      </p:sp>
      <p:sp>
        <p:nvSpPr>
          <p:cNvPr id="77" name="Rectangle 76">
            <a:extLst>
              <a:ext uri="{FF2B5EF4-FFF2-40B4-BE49-F238E27FC236}">
                <a16:creationId xmlns:a16="http://schemas.microsoft.com/office/drawing/2014/main" id="{9BFC6FF0-9D30-4829-A667-26B9E6467077}"/>
              </a:ext>
            </a:extLst>
          </p:cNvPr>
          <p:cNvSpPr/>
          <p:nvPr userDrawn="1"/>
        </p:nvSpPr>
        <p:spPr>
          <a:xfrm>
            <a:off x="5232206" y="2761096"/>
            <a:ext cx="839615" cy="411225"/>
          </a:xfrm>
          <a:prstGeom prst="rect">
            <a:avLst/>
          </a:prstGeom>
          <a:solidFill>
            <a:srgbClr val="989898"/>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1" tIns="54611" rIns="54611" bIns="54611" rtlCol="0" anchor="ctr"/>
          <a:lstStyle/>
          <a:p>
            <a:pPr algn="ctr" rtl="0"/>
            <a:r>
              <a:rPr lang="en-US" sz="800" noProof="0" dirty="0">
                <a:solidFill>
                  <a:schemeClr val="bg1"/>
                </a:solidFill>
              </a:rPr>
              <a:t>152</a:t>
            </a:r>
          </a:p>
          <a:p>
            <a:pPr algn="ctr" rtl="0"/>
            <a:r>
              <a:rPr lang="en-US" sz="800" noProof="0" dirty="0">
                <a:solidFill>
                  <a:schemeClr val="bg1"/>
                </a:solidFill>
              </a:rPr>
              <a:t>152</a:t>
            </a:r>
          </a:p>
          <a:p>
            <a:pPr algn="ctr" rtl="0"/>
            <a:r>
              <a:rPr lang="en-US" sz="800" noProof="0" dirty="0">
                <a:solidFill>
                  <a:schemeClr val="bg1"/>
                </a:solidFill>
              </a:rPr>
              <a:t>152</a:t>
            </a:r>
          </a:p>
        </p:txBody>
      </p:sp>
      <p:sp>
        <p:nvSpPr>
          <p:cNvPr id="78" name="Rectangle 77">
            <a:extLst>
              <a:ext uri="{FF2B5EF4-FFF2-40B4-BE49-F238E27FC236}">
                <a16:creationId xmlns:a16="http://schemas.microsoft.com/office/drawing/2014/main" id="{AF40F7A4-A491-46D0-AC78-F38FB368D987}"/>
              </a:ext>
            </a:extLst>
          </p:cNvPr>
          <p:cNvSpPr/>
          <p:nvPr userDrawn="1"/>
        </p:nvSpPr>
        <p:spPr>
          <a:xfrm>
            <a:off x="5232206" y="3275658"/>
            <a:ext cx="839615" cy="411225"/>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1" tIns="54611" rIns="54611" bIns="54611" rtlCol="0" anchor="ctr"/>
          <a:lstStyle/>
          <a:p>
            <a:pPr algn="ctr" rtl="0"/>
            <a:r>
              <a:rPr lang="en-US" sz="800" noProof="0" dirty="0">
                <a:solidFill>
                  <a:sysClr val="windowText" lastClr="000000"/>
                </a:solidFill>
              </a:rPr>
              <a:t>178</a:t>
            </a:r>
          </a:p>
          <a:p>
            <a:pPr algn="ctr" rtl="0"/>
            <a:r>
              <a:rPr lang="en-US" sz="800" noProof="0" dirty="0">
                <a:solidFill>
                  <a:sysClr val="windowText" lastClr="000000"/>
                </a:solidFill>
              </a:rPr>
              <a:t>178</a:t>
            </a:r>
          </a:p>
          <a:p>
            <a:pPr algn="ctr" rtl="0"/>
            <a:r>
              <a:rPr lang="en-US" sz="800" noProof="0" dirty="0">
                <a:solidFill>
                  <a:sysClr val="windowText" lastClr="000000"/>
                </a:solidFill>
              </a:rPr>
              <a:t>178</a:t>
            </a:r>
          </a:p>
        </p:txBody>
      </p:sp>
      <p:sp>
        <p:nvSpPr>
          <p:cNvPr id="79" name="Rectangle 78">
            <a:extLst>
              <a:ext uri="{FF2B5EF4-FFF2-40B4-BE49-F238E27FC236}">
                <a16:creationId xmlns:a16="http://schemas.microsoft.com/office/drawing/2014/main" id="{E22CE48C-CD62-438B-AF1B-E80398CE41CF}"/>
              </a:ext>
            </a:extLst>
          </p:cNvPr>
          <p:cNvSpPr/>
          <p:nvPr userDrawn="1"/>
        </p:nvSpPr>
        <p:spPr>
          <a:xfrm>
            <a:off x="5232206" y="3790218"/>
            <a:ext cx="839615" cy="41122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1" tIns="54611" rIns="54611" bIns="54611" rtlCol="0" anchor="ctr"/>
          <a:lstStyle/>
          <a:p>
            <a:pPr algn="ctr" rtl="0"/>
            <a:r>
              <a:rPr lang="en-US" sz="800" noProof="0" dirty="0">
                <a:solidFill>
                  <a:schemeClr val="tx1"/>
                </a:solidFill>
              </a:rPr>
              <a:t>229</a:t>
            </a:r>
          </a:p>
          <a:p>
            <a:pPr algn="ctr" rtl="0"/>
            <a:r>
              <a:rPr lang="en-US" sz="800" noProof="0" dirty="0">
                <a:solidFill>
                  <a:schemeClr val="tx1"/>
                </a:solidFill>
              </a:rPr>
              <a:t>229</a:t>
            </a:r>
          </a:p>
          <a:p>
            <a:pPr algn="ctr" rtl="0"/>
            <a:r>
              <a:rPr lang="en-US" sz="800" noProof="0" dirty="0">
                <a:solidFill>
                  <a:schemeClr val="tx1"/>
                </a:solidFill>
              </a:rPr>
              <a:t>229</a:t>
            </a:r>
          </a:p>
        </p:txBody>
      </p:sp>
      <p:sp>
        <p:nvSpPr>
          <p:cNvPr id="83" name="TextBox 82">
            <a:extLst>
              <a:ext uri="{FF2B5EF4-FFF2-40B4-BE49-F238E27FC236}">
                <a16:creationId xmlns:a16="http://schemas.microsoft.com/office/drawing/2014/main" id="{BFA814C9-BD96-4348-B664-2AD4A5DAAB12}"/>
              </a:ext>
            </a:extLst>
          </p:cNvPr>
          <p:cNvSpPr txBox="1"/>
          <p:nvPr userDrawn="1"/>
        </p:nvSpPr>
        <p:spPr>
          <a:xfrm>
            <a:off x="6203981" y="2852903"/>
            <a:ext cx="714476" cy="237066"/>
          </a:xfrm>
          <a:prstGeom prst="rect">
            <a:avLst/>
          </a:prstGeom>
          <a:noFill/>
        </p:spPr>
        <p:txBody>
          <a:bodyPr wrap="square" lIns="54611" tIns="54611" rIns="54611" bIns="54611" rtlCol="0" anchor="ctr">
            <a:noAutofit/>
          </a:bodyPr>
          <a:lstStyle/>
          <a:p>
            <a:pPr algn="l" rtl="0">
              <a:spcAft>
                <a:spcPts val="600"/>
              </a:spcAft>
            </a:pPr>
            <a:r>
              <a:rPr lang="en-US" sz="1000" noProof="0" dirty="0"/>
              <a:t>Grey 3</a:t>
            </a:r>
          </a:p>
        </p:txBody>
      </p:sp>
      <p:sp>
        <p:nvSpPr>
          <p:cNvPr id="84" name="TextBox 83">
            <a:extLst>
              <a:ext uri="{FF2B5EF4-FFF2-40B4-BE49-F238E27FC236}">
                <a16:creationId xmlns:a16="http://schemas.microsoft.com/office/drawing/2014/main" id="{B38E8C09-0782-4E70-887B-080A8FC240A9}"/>
              </a:ext>
            </a:extLst>
          </p:cNvPr>
          <p:cNvSpPr txBox="1"/>
          <p:nvPr userDrawn="1"/>
        </p:nvSpPr>
        <p:spPr>
          <a:xfrm>
            <a:off x="6203981" y="1830789"/>
            <a:ext cx="714476" cy="237066"/>
          </a:xfrm>
          <a:prstGeom prst="rect">
            <a:avLst/>
          </a:prstGeom>
          <a:noFill/>
        </p:spPr>
        <p:txBody>
          <a:bodyPr wrap="square" lIns="54611" tIns="54611" rIns="54611" bIns="54611" rtlCol="0" anchor="ctr">
            <a:noAutofit/>
          </a:bodyPr>
          <a:lstStyle/>
          <a:p>
            <a:pPr algn="l" rtl="0">
              <a:spcAft>
                <a:spcPts val="600"/>
              </a:spcAft>
            </a:pPr>
            <a:r>
              <a:rPr lang="en-US" sz="1000" noProof="0" dirty="0"/>
              <a:t>Grey 1</a:t>
            </a:r>
          </a:p>
        </p:txBody>
      </p:sp>
      <p:sp>
        <p:nvSpPr>
          <p:cNvPr id="85" name="TextBox 84">
            <a:extLst>
              <a:ext uri="{FF2B5EF4-FFF2-40B4-BE49-F238E27FC236}">
                <a16:creationId xmlns:a16="http://schemas.microsoft.com/office/drawing/2014/main" id="{7C3E17E9-EAB5-401D-99B5-E01BBCBAAE59}"/>
              </a:ext>
            </a:extLst>
          </p:cNvPr>
          <p:cNvSpPr txBox="1"/>
          <p:nvPr userDrawn="1"/>
        </p:nvSpPr>
        <p:spPr>
          <a:xfrm>
            <a:off x="6203981" y="3363960"/>
            <a:ext cx="714476" cy="237066"/>
          </a:xfrm>
          <a:prstGeom prst="rect">
            <a:avLst/>
          </a:prstGeom>
          <a:noFill/>
        </p:spPr>
        <p:txBody>
          <a:bodyPr wrap="square" lIns="54611" tIns="54611" rIns="54611" bIns="54611" rtlCol="0" anchor="ctr">
            <a:noAutofit/>
          </a:bodyPr>
          <a:lstStyle/>
          <a:p>
            <a:pPr algn="l" rtl="0">
              <a:spcAft>
                <a:spcPts val="600"/>
              </a:spcAft>
            </a:pPr>
            <a:r>
              <a:rPr lang="en-US" sz="1000" noProof="0" dirty="0"/>
              <a:t>Grey 4</a:t>
            </a:r>
          </a:p>
        </p:txBody>
      </p:sp>
      <p:sp>
        <p:nvSpPr>
          <p:cNvPr id="86" name="TextBox 85">
            <a:extLst>
              <a:ext uri="{FF2B5EF4-FFF2-40B4-BE49-F238E27FC236}">
                <a16:creationId xmlns:a16="http://schemas.microsoft.com/office/drawing/2014/main" id="{DA95C41B-9591-4042-8AC0-03DBDA91FD18}"/>
              </a:ext>
            </a:extLst>
          </p:cNvPr>
          <p:cNvSpPr txBox="1"/>
          <p:nvPr userDrawn="1"/>
        </p:nvSpPr>
        <p:spPr>
          <a:xfrm>
            <a:off x="6203981" y="3875017"/>
            <a:ext cx="714476" cy="237066"/>
          </a:xfrm>
          <a:prstGeom prst="rect">
            <a:avLst/>
          </a:prstGeom>
          <a:noFill/>
        </p:spPr>
        <p:txBody>
          <a:bodyPr wrap="square" lIns="54611" tIns="54611" rIns="54611" bIns="54611" rtlCol="0" anchor="ctr">
            <a:noAutofit/>
          </a:bodyPr>
          <a:lstStyle/>
          <a:p>
            <a:pPr algn="l" rtl="0">
              <a:spcAft>
                <a:spcPts val="600"/>
              </a:spcAft>
            </a:pPr>
            <a:r>
              <a:rPr lang="en-US" sz="1000" noProof="0" dirty="0"/>
              <a:t>Grey 5</a:t>
            </a:r>
          </a:p>
        </p:txBody>
      </p:sp>
      <p:sp>
        <p:nvSpPr>
          <p:cNvPr id="87" name="TextBox 86">
            <a:extLst>
              <a:ext uri="{FF2B5EF4-FFF2-40B4-BE49-F238E27FC236}">
                <a16:creationId xmlns:a16="http://schemas.microsoft.com/office/drawing/2014/main" id="{C924189F-5F86-46B9-810F-1AF60243011B}"/>
              </a:ext>
            </a:extLst>
          </p:cNvPr>
          <p:cNvSpPr txBox="1"/>
          <p:nvPr userDrawn="1"/>
        </p:nvSpPr>
        <p:spPr>
          <a:xfrm>
            <a:off x="6203981" y="2341846"/>
            <a:ext cx="714476" cy="237066"/>
          </a:xfrm>
          <a:prstGeom prst="rect">
            <a:avLst/>
          </a:prstGeom>
          <a:noFill/>
        </p:spPr>
        <p:txBody>
          <a:bodyPr wrap="square" lIns="54611" tIns="54611" rIns="54611" bIns="54611" rtlCol="0" anchor="ctr">
            <a:noAutofit/>
          </a:bodyPr>
          <a:lstStyle/>
          <a:p>
            <a:pPr algn="l" rtl="0">
              <a:spcAft>
                <a:spcPts val="600"/>
              </a:spcAft>
            </a:pPr>
            <a:r>
              <a:rPr lang="en-US" sz="1000" noProof="0" dirty="0"/>
              <a:t>Grey 2</a:t>
            </a:r>
          </a:p>
        </p:txBody>
      </p:sp>
      <p:sp>
        <p:nvSpPr>
          <p:cNvPr id="52" name="Rectangle 51">
            <a:extLst>
              <a:ext uri="{FF2B5EF4-FFF2-40B4-BE49-F238E27FC236}">
                <a16:creationId xmlns:a16="http://schemas.microsoft.com/office/drawing/2014/main" id="{4ACB48A6-B340-401D-8994-A0E53291AC9B}"/>
              </a:ext>
            </a:extLst>
          </p:cNvPr>
          <p:cNvSpPr/>
          <p:nvPr userDrawn="1"/>
        </p:nvSpPr>
        <p:spPr>
          <a:xfrm>
            <a:off x="7170486" y="2670085"/>
            <a:ext cx="839615" cy="411225"/>
          </a:xfrm>
          <a:prstGeom prst="rect">
            <a:avLst/>
          </a:prstGeom>
          <a:gradFill>
            <a:gsLst>
              <a:gs pos="100000">
                <a:schemeClr val="accent1"/>
              </a:gs>
              <a:gs pos="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1" tIns="54611" rIns="54611" bIns="54611" rtlCol="0" anchor="ctr"/>
          <a:lstStyle/>
          <a:p>
            <a:pPr algn="ctr" rtl="0"/>
            <a:endParaRPr lang="en-US" sz="800" noProof="0" dirty="0">
              <a:solidFill>
                <a:schemeClr val="bg1"/>
              </a:solidFill>
            </a:endParaRPr>
          </a:p>
        </p:txBody>
      </p:sp>
      <p:sp>
        <p:nvSpPr>
          <p:cNvPr id="53" name="Rectangle 52">
            <a:extLst>
              <a:ext uri="{FF2B5EF4-FFF2-40B4-BE49-F238E27FC236}">
                <a16:creationId xmlns:a16="http://schemas.microsoft.com/office/drawing/2014/main" id="{26F71474-A782-4BB1-8B9F-8DCCEAF88E0C}"/>
              </a:ext>
            </a:extLst>
          </p:cNvPr>
          <p:cNvSpPr/>
          <p:nvPr userDrawn="1"/>
        </p:nvSpPr>
        <p:spPr>
          <a:xfrm>
            <a:off x="9170078" y="2670085"/>
            <a:ext cx="839615" cy="411225"/>
          </a:xfrm>
          <a:prstGeom prst="rect">
            <a:avLst/>
          </a:prstGeom>
          <a:gradFill>
            <a:gsLst>
              <a:gs pos="100000">
                <a:srgbClr val="ACEAFF"/>
              </a:gs>
              <a:gs pos="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1" tIns="54611" rIns="54611" bIns="54611" rtlCol="0" anchor="ctr"/>
          <a:lstStyle/>
          <a:p>
            <a:pPr algn="ctr" rtl="0"/>
            <a:endParaRPr lang="en-US" sz="800" noProof="0" dirty="0">
              <a:solidFill>
                <a:schemeClr val="bg1"/>
              </a:solidFill>
            </a:endParaRPr>
          </a:p>
        </p:txBody>
      </p:sp>
      <p:sp>
        <p:nvSpPr>
          <p:cNvPr id="54" name="TextBox 53">
            <a:extLst>
              <a:ext uri="{FF2B5EF4-FFF2-40B4-BE49-F238E27FC236}">
                <a16:creationId xmlns:a16="http://schemas.microsoft.com/office/drawing/2014/main" id="{2102BFCC-8EF9-4273-ADB0-A655CD827F66}"/>
              </a:ext>
            </a:extLst>
          </p:cNvPr>
          <p:cNvSpPr txBox="1"/>
          <p:nvPr userDrawn="1"/>
        </p:nvSpPr>
        <p:spPr>
          <a:xfrm>
            <a:off x="8028291" y="2757773"/>
            <a:ext cx="1568421" cy="237066"/>
          </a:xfrm>
          <a:prstGeom prst="rect">
            <a:avLst/>
          </a:prstGeom>
          <a:noFill/>
        </p:spPr>
        <p:txBody>
          <a:bodyPr wrap="square" lIns="54611" tIns="54611" rIns="54611" bIns="54611" rtlCol="0" anchor="ctr">
            <a:noAutofit/>
          </a:bodyPr>
          <a:lstStyle/>
          <a:p>
            <a:pPr algn="l" rtl="0">
              <a:spcAft>
                <a:spcPts val="600"/>
              </a:spcAft>
            </a:pPr>
            <a:r>
              <a:rPr lang="en-US" sz="1000" noProof="0" dirty="0"/>
              <a:t>Purple/</a:t>
            </a:r>
            <a:br>
              <a:rPr lang="en-US" sz="1000" noProof="0" dirty="0"/>
            </a:br>
            <a:r>
              <a:rPr lang="en-US" sz="1000" noProof="0" dirty="0"/>
              <a:t>Cobalt gradient</a:t>
            </a:r>
          </a:p>
        </p:txBody>
      </p:sp>
      <p:sp>
        <p:nvSpPr>
          <p:cNvPr id="55" name="TextBox 54">
            <a:extLst>
              <a:ext uri="{FF2B5EF4-FFF2-40B4-BE49-F238E27FC236}">
                <a16:creationId xmlns:a16="http://schemas.microsoft.com/office/drawing/2014/main" id="{02D8D802-07C6-434C-B36C-582D2F2FAF7C}"/>
              </a:ext>
            </a:extLst>
          </p:cNvPr>
          <p:cNvSpPr txBox="1"/>
          <p:nvPr userDrawn="1"/>
        </p:nvSpPr>
        <p:spPr>
          <a:xfrm>
            <a:off x="10100205" y="2869887"/>
            <a:ext cx="1709099" cy="237066"/>
          </a:xfrm>
          <a:prstGeom prst="rect">
            <a:avLst/>
          </a:prstGeom>
          <a:noFill/>
        </p:spPr>
        <p:txBody>
          <a:bodyPr wrap="square" lIns="54611" tIns="54611" rIns="54611" bIns="54611" rtlCol="0" anchor="ctr">
            <a:noAutofit/>
          </a:bodyPr>
          <a:lstStyle/>
          <a:p>
            <a:pPr algn="l" rtl="0">
              <a:spcAft>
                <a:spcPts val="600"/>
              </a:spcAft>
            </a:pPr>
            <a:r>
              <a:rPr lang="en-US" sz="1000" noProof="0" dirty="0"/>
              <a:t>Pacific/</a:t>
            </a:r>
            <a:br>
              <a:rPr lang="en-US" sz="1000" noProof="0" dirty="0"/>
            </a:br>
            <a:r>
              <a:rPr lang="en-US" sz="1000" noProof="0" dirty="0"/>
              <a:t>Light Blue gradient</a:t>
            </a:r>
          </a:p>
        </p:txBody>
      </p:sp>
      <p:sp>
        <p:nvSpPr>
          <p:cNvPr id="56" name="TextBox 55">
            <a:extLst>
              <a:ext uri="{FF2B5EF4-FFF2-40B4-BE49-F238E27FC236}">
                <a16:creationId xmlns:a16="http://schemas.microsoft.com/office/drawing/2014/main" id="{F56630A0-1CC3-4558-99F3-72A9846C3FA4}"/>
              </a:ext>
            </a:extLst>
          </p:cNvPr>
          <p:cNvSpPr txBox="1"/>
          <p:nvPr userDrawn="1"/>
        </p:nvSpPr>
        <p:spPr>
          <a:xfrm>
            <a:off x="7146554" y="1298953"/>
            <a:ext cx="4047047" cy="1269578"/>
          </a:xfrm>
          <a:prstGeom prst="rect">
            <a:avLst/>
          </a:prstGeom>
          <a:noFill/>
        </p:spPr>
        <p:txBody>
          <a:bodyPr wrap="square" lIns="0" tIns="0" rIns="0" bIns="0" rtlCol="0">
            <a:spAutoFit/>
          </a:bodyPr>
          <a:lstStyle/>
          <a:p>
            <a:pPr algn="l" rtl="0">
              <a:spcAft>
                <a:spcPts val="300"/>
              </a:spcAft>
            </a:pPr>
            <a:r>
              <a:rPr lang="en-US" sz="1000" b="1" noProof="0" dirty="0">
                <a:solidFill>
                  <a:sysClr val="windowText" lastClr="000000"/>
                </a:solidFill>
              </a:rPr>
              <a:t>Gradients</a:t>
            </a:r>
          </a:p>
          <a:p>
            <a:pPr marL="171446" indent="-171446" algn="l" rtl="0">
              <a:spcAft>
                <a:spcPts val="300"/>
              </a:spcAft>
              <a:buFont typeface="Arial" panose="020B0604020202020204" pitchFamily="34" charset="0"/>
              <a:buChar char="•"/>
            </a:pPr>
            <a:r>
              <a:rPr lang="en-US" sz="1000" b="0" noProof="0" dirty="0">
                <a:solidFill>
                  <a:sysClr val="windowText" lastClr="000000"/>
                </a:solidFill>
              </a:rPr>
              <a:t>The colors are applied at both ends of the gradient. at 0% and 100% locations</a:t>
            </a:r>
          </a:p>
          <a:p>
            <a:pPr marL="171446" indent="-171446" algn="l" rtl="0">
              <a:spcAft>
                <a:spcPts val="300"/>
              </a:spcAft>
              <a:buFont typeface="Arial" panose="020B0604020202020204" pitchFamily="34" charset="0"/>
              <a:buChar char="•"/>
            </a:pPr>
            <a:r>
              <a:rPr lang="en-US" sz="1000" b="0" noProof="0" dirty="0">
                <a:solidFill>
                  <a:sysClr val="windowText" lastClr="000000"/>
                </a:solidFill>
              </a:rPr>
              <a:t>The mid-point is at 50%</a:t>
            </a:r>
          </a:p>
          <a:p>
            <a:pPr marL="171446" indent="-171446" algn="l" rtl="0">
              <a:spcAft>
                <a:spcPts val="300"/>
              </a:spcAft>
              <a:buFont typeface="Arial" panose="020B0604020202020204" pitchFamily="34" charset="0"/>
              <a:buChar char="•"/>
            </a:pPr>
            <a:r>
              <a:rPr lang="en-US" sz="1000" b="0" noProof="0" dirty="0">
                <a:solidFill>
                  <a:sysClr val="windowText" lastClr="000000"/>
                </a:solidFill>
              </a:rPr>
              <a:t>The gradients are used at a 0º angle</a:t>
            </a:r>
          </a:p>
          <a:p>
            <a:pPr marL="171446" indent="-171446" algn="l" rtl="0">
              <a:spcAft>
                <a:spcPts val="300"/>
              </a:spcAft>
              <a:buFont typeface="Arial" panose="020B0604020202020204" pitchFamily="34" charset="0"/>
              <a:buChar char="•"/>
            </a:pPr>
            <a:r>
              <a:rPr lang="en-US" sz="1000" b="0" noProof="0" dirty="0">
                <a:solidFill>
                  <a:sysClr val="windowText" lastClr="000000"/>
                </a:solidFill>
              </a:rPr>
              <a:t>Use the linear gradient. never radial</a:t>
            </a:r>
          </a:p>
          <a:p>
            <a:pPr marL="171446" indent="-171446" algn="l" rtl="0">
              <a:spcAft>
                <a:spcPts val="300"/>
              </a:spcAft>
              <a:buFont typeface="Arial" panose="020B0604020202020204" pitchFamily="34" charset="0"/>
              <a:buChar char="•"/>
            </a:pPr>
            <a:r>
              <a:rPr lang="en-US" sz="1000" b="0" noProof="0" dirty="0">
                <a:solidFill>
                  <a:sysClr val="windowText" lastClr="000000"/>
                </a:solidFill>
              </a:rPr>
              <a:t>Do not create new gradients; use only the gradients shown here</a:t>
            </a:r>
          </a:p>
        </p:txBody>
      </p:sp>
      <p:sp>
        <p:nvSpPr>
          <p:cNvPr id="57" name="Rectangle 56">
            <a:extLst>
              <a:ext uri="{FF2B5EF4-FFF2-40B4-BE49-F238E27FC236}">
                <a16:creationId xmlns:a16="http://schemas.microsoft.com/office/drawing/2014/main" id="{9D5AAA1F-BD76-48F7-8C50-6E5979B9537B}"/>
              </a:ext>
            </a:extLst>
          </p:cNvPr>
          <p:cNvSpPr>
            <a:spLocks/>
          </p:cNvSpPr>
          <p:nvPr userDrawn="1"/>
        </p:nvSpPr>
        <p:spPr>
          <a:xfrm>
            <a:off x="5225411" y="4304596"/>
            <a:ext cx="839615" cy="411225"/>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54611" tIns="54611" rIns="54611" bIns="54611" rtlCol="0" anchor="ctr"/>
          <a:lstStyle/>
          <a:p>
            <a:pPr algn="ctr" rtl="0"/>
            <a:r>
              <a:rPr lang="en-US" sz="800" noProof="0" dirty="0">
                <a:solidFill>
                  <a:schemeClr val="tx1"/>
                </a:solidFill>
              </a:rPr>
              <a:t>255</a:t>
            </a:r>
          </a:p>
          <a:p>
            <a:pPr algn="ctr" rtl="0"/>
            <a:r>
              <a:rPr lang="en-US" sz="800" noProof="0" dirty="0">
                <a:solidFill>
                  <a:schemeClr val="tx1"/>
                </a:solidFill>
              </a:rPr>
              <a:t>255</a:t>
            </a:r>
          </a:p>
          <a:p>
            <a:pPr algn="ctr" rtl="0"/>
            <a:r>
              <a:rPr lang="en-US" sz="800" noProof="0" dirty="0">
                <a:solidFill>
                  <a:schemeClr val="tx1"/>
                </a:solidFill>
              </a:rPr>
              <a:t>255</a:t>
            </a:r>
          </a:p>
        </p:txBody>
      </p:sp>
      <p:sp>
        <p:nvSpPr>
          <p:cNvPr id="58" name="TextBox 57">
            <a:extLst>
              <a:ext uri="{FF2B5EF4-FFF2-40B4-BE49-F238E27FC236}">
                <a16:creationId xmlns:a16="http://schemas.microsoft.com/office/drawing/2014/main" id="{3485E89C-C25F-4DDF-BA6F-8600323267FE}"/>
              </a:ext>
            </a:extLst>
          </p:cNvPr>
          <p:cNvSpPr txBox="1"/>
          <p:nvPr userDrawn="1"/>
        </p:nvSpPr>
        <p:spPr>
          <a:xfrm>
            <a:off x="6197186" y="4389395"/>
            <a:ext cx="714476" cy="237066"/>
          </a:xfrm>
          <a:prstGeom prst="rect">
            <a:avLst/>
          </a:prstGeom>
          <a:noFill/>
        </p:spPr>
        <p:txBody>
          <a:bodyPr wrap="square" lIns="54611" tIns="54611" rIns="54611" bIns="54611" rtlCol="0" anchor="ctr">
            <a:noAutofit/>
          </a:bodyPr>
          <a:lstStyle/>
          <a:p>
            <a:pPr algn="l" rtl="0">
              <a:spcAft>
                <a:spcPts val="600"/>
              </a:spcAft>
            </a:pPr>
            <a:r>
              <a:rPr lang="en-US" sz="1000" noProof="0" dirty="0"/>
              <a:t>White</a:t>
            </a:r>
          </a:p>
        </p:txBody>
      </p:sp>
      <p:sp>
        <p:nvSpPr>
          <p:cNvPr id="64" name="TextBox 63">
            <a:extLst>
              <a:ext uri="{FF2B5EF4-FFF2-40B4-BE49-F238E27FC236}">
                <a16:creationId xmlns:a16="http://schemas.microsoft.com/office/drawing/2014/main" id="{147E9F40-D028-425F-96B1-C73C59C9C8EF}"/>
              </a:ext>
            </a:extLst>
          </p:cNvPr>
          <p:cNvSpPr txBox="1"/>
          <p:nvPr userDrawn="1"/>
        </p:nvSpPr>
        <p:spPr>
          <a:xfrm>
            <a:off x="7146554" y="3336981"/>
            <a:ext cx="1194239" cy="153888"/>
          </a:xfrm>
          <a:prstGeom prst="rect">
            <a:avLst/>
          </a:prstGeom>
          <a:noFill/>
        </p:spPr>
        <p:txBody>
          <a:bodyPr wrap="none" lIns="0" tIns="0" rIns="0" bIns="0" rtlCol="0">
            <a:noAutofit/>
          </a:bodyPr>
          <a:lstStyle/>
          <a:p>
            <a:pPr algn="l" rtl="0">
              <a:spcAft>
                <a:spcPts val="600"/>
              </a:spcAft>
            </a:pPr>
            <a:r>
              <a:rPr lang="en-US" sz="1000" b="1" noProof="0" dirty="0">
                <a:solidFill>
                  <a:sysClr val="windowText" lastClr="000000"/>
                </a:solidFill>
              </a:rPr>
              <a:t>Traffic Light Palette</a:t>
            </a:r>
            <a:endParaRPr lang="en-US" sz="1000" b="0" noProof="0" dirty="0">
              <a:solidFill>
                <a:sysClr val="windowText" lastClr="000000"/>
              </a:solidFill>
            </a:endParaRPr>
          </a:p>
        </p:txBody>
      </p:sp>
      <p:sp>
        <p:nvSpPr>
          <p:cNvPr id="73" name="Rectangle 72">
            <a:extLst>
              <a:ext uri="{FF2B5EF4-FFF2-40B4-BE49-F238E27FC236}">
                <a16:creationId xmlns:a16="http://schemas.microsoft.com/office/drawing/2014/main" id="{A2E77BBC-829E-4B5B-9C1B-B9C1344A811F}"/>
              </a:ext>
            </a:extLst>
          </p:cNvPr>
          <p:cNvSpPr>
            <a:spLocks/>
          </p:cNvSpPr>
          <p:nvPr userDrawn="1"/>
        </p:nvSpPr>
        <p:spPr>
          <a:xfrm>
            <a:off x="9353777" y="3589583"/>
            <a:ext cx="839615" cy="411225"/>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1" tIns="54611" rIns="54611" bIns="54611" rtlCol="0" anchor="ctr"/>
          <a:lstStyle/>
          <a:p>
            <a:pPr algn="ctr" rtl="0"/>
            <a:r>
              <a:rPr lang="en-US" sz="800" noProof="0" dirty="0">
                <a:solidFill>
                  <a:schemeClr val="bg1"/>
                </a:solidFill>
              </a:rPr>
              <a:t>38</a:t>
            </a:r>
          </a:p>
          <a:p>
            <a:pPr algn="ctr" rtl="0"/>
            <a:r>
              <a:rPr lang="en-US" sz="800" noProof="0" dirty="0">
                <a:solidFill>
                  <a:schemeClr val="bg1"/>
                </a:solidFill>
              </a:rPr>
              <a:t>153</a:t>
            </a:r>
          </a:p>
          <a:p>
            <a:pPr algn="ctr" rtl="0"/>
            <a:r>
              <a:rPr lang="en-US" sz="800" noProof="0" dirty="0">
                <a:solidFill>
                  <a:schemeClr val="bg1"/>
                </a:solidFill>
              </a:rPr>
              <a:t>36</a:t>
            </a:r>
          </a:p>
        </p:txBody>
      </p:sp>
      <p:sp>
        <p:nvSpPr>
          <p:cNvPr id="80" name="Rectangle 79">
            <a:extLst>
              <a:ext uri="{FF2B5EF4-FFF2-40B4-BE49-F238E27FC236}">
                <a16:creationId xmlns:a16="http://schemas.microsoft.com/office/drawing/2014/main" id="{86053ADE-6CEF-4806-8C0F-B8BEED546A81}"/>
              </a:ext>
            </a:extLst>
          </p:cNvPr>
          <p:cNvSpPr>
            <a:spLocks/>
          </p:cNvSpPr>
          <p:nvPr userDrawn="1"/>
        </p:nvSpPr>
        <p:spPr>
          <a:xfrm>
            <a:off x="8262131" y="3589583"/>
            <a:ext cx="839615" cy="411225"/>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1" tIns="54611" rIns="54611" bIns="54611" rtlCol="0" anchor="ctr"/>
          <a:lstStyle/>
          <a:p>
            <a:pPr algn="ctr" rtl="0"/>
            <a:r>
              <a:rPr lang="en-US" sz="800" noProof="0" dirty="0">
                <a:solidFill>
                  <a:schemeClr val="bg1"/>
                </a:solidFill>
              </a:rPr>
              <a:t>241</a:t>
            </a:r>
          </a:p>
          <a:p>
            <a:pPr algn="ctr" rtl="0"/>
            <a:r>
              <a:rPr lang="en-US" sz="800" noProof="0" dirty="0">
                <a:solidFill>
                  <a:schemeClr val="bg1"/>
                </a:solidFill>
              </a:rPr>
              <a:t>196</a:t>
            </a:r>
          </a:p>
          <a:p>
            <a:pPr algn="ctr" rtl="0"/>
            <a:r>
              <a:rPr lang="en-US" sz="800" noProof="0" dirty="0">
                <a:solidFill>
                  <a:schemeClr val="bg1"/>
                </a:solidFill>
              </a:rPr>
              <a:t>77</a:t>
            </a:r>
          </a:p>
        </p:txBody>
      </p:sp>
      <p:sp>
        <p:nvSpPr>
          <p:cNvPr id="81" name="Rectangle 80">
            <a:extLst>
              <a:ext uri="{FF2B5EF4-FFF2-40B4-BE49-F238E27FC236}">
                <a16:creationId xmlns:a16="http://schemas.microsoft.com/office/drawing/2014/main" id="{1FEC18AD-6921-4293-966A-F31741528B23}"/>
              </a:ext>
            </a:extLst>
          </p:cNvPr>
          <p:cNvSpPr>
            <a:spLocks/>
          </p:cNvSpPr>
          <p:nvPr userDrawn="1"/>
        </p:nvSpPr>
        <p:spPr>
          <a:xfrm>
            <a:off x="7170486" y="3589583"/>
            <a:ext cx="839615" cy="411225"/>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1" tIns="54611" rIns="54611" bIns="54611" rtlCol="0" anchor="ctr"/>
          <a:lstStyle/>
          <a:p>
            <a:pPr algn="ctr" rtl="0"/>
            <a:r>
              <a:rPr lang="en-US" sz="800" noProof="0" dirty="0">
                <a:solidFill>
                  <a:schemeClr val="bg1"/>
                </a:solidFill>
              </a:rPr>
              <a:t>237</a:t>
            </a:r>
          </a:p>
          <a:p>
            <a:pPr algn="ctr" rtl="0"/>
            <a:r>
              <a:rPr lang="en-US" sz="800" noProof="0" dirty="0">
                <a:solidFill>
                  <a:schemeClr val="bg1"/>
                </a:solidFill>
              </a:rPr>
              <a:t>33</a:t>
            </a:r>
          </a:p>
          <a:p>
            <a:pPr algn="ctr" rtl="0"/>
            <a:r>
              <a:rPr lang="en-US" sz="800" noProof="0" dirty="0">
                <a:solidFill>
                  <a:schemeClr val="bg1"/>
                </a:solidFill>
              </a:rPr>
              <a:t>36</a:t>
            </a:r>
          </a:p>
        </p:txBody>
      </p:sp>
      <p:sp>
        <p:nvSpPr>
          <p:cNvPr id="88" name="TextBox 87">
            <a:extLst>
              <a:ext uri="{FF2B5EF4-FFF2-40B4-BE49-F238E27FC236}">
                <a16:creationId xmlns:a16="http://schemas.microsoft.com/office/drawing/2014/main" id="{BD3C657F-FD1E-40E0-B00F-F92EC3693861}"/>
              </a:ext>
            </a:extLst>
          </p:cNvPr>
          <p:cNvSpPr txBox="1"/>
          <p:nvPr userDrawn="1"/>
        </p:nvSpPr>
        <p:spPr>
          <a:xfrm>
            <a:off x="7146554" y="4285686"/>
            <a:ext cx="4159623" cy="626317"/>
          </a:xfrm>
          <a:prstGeom prst="rect">
            <a:avLst/>
          </a:prstGeom>
          <a:noFill/>
        </p:spPr>
        <p:txBody>
          <a:bodyPr wrap="square" lIns="0" tIns="0" rIns="0" bIns="0" rtlCol="0">
            <a:noAutofit/>
          </a:bodyPr>
          <a:lstStyle/>
          <a:p>
            <a:pPr algn="l" rtl="0">
              <a:spcAft>
                <a:spcPts val="600"/>
              </a:spcAft>
            </a:pPr>
            <a:r>
              <a:rPr lang="en-US" sz="1000" b="1" noProof="0" dirty="0">
                <a:solidFill>
                  <a:sysClr val="windowText" lastClr="000000"/>
                </a:solidFill>
              </a:rPr>
              <a:t>Potential chart color order</a:t>
            </a:r>
          </a:p>
          <a:p>
            <a:pPr marL="171446" indent="-171446" algn="l" rtl="0">
              <a:spcAft>
                <a:spcPts val="300"/>
              </a:spcAft>
              <a:buFont typeface="Arial" panose="020B0604020202020204" pitchFamily="34" charset="0"/>
              <a:buChar char="•"/>
            </a:pPr>
            <a:r>
              <a:rPr lang="en-US" sz="1000" b="0" noProof="0" dirty="0">
                <a:solidFill>
                  <a:sysClr val="windowText" lastClr="000000"/>
                </a:solidFill>
              </a:rPr>
              <a:t>Prioritize our blues. but they don’t have to be used all at once</a:t>
            </a:r>
          </a:p>
          <a:p>
            <a:pPr marL="171446" indent="-171446" algn="l" rtl="0">
              <a:spcAft>
                <a:spcPts val="300"/>
              </a:spcAft>
              <a:buFont typeface="Arial" panose="020B0604020202020204" pitchFamily="34" charset="0"/>
              <a:buChar char="•"/>
            </a:pPr>
            <a:r>
              <a:rPr lang="en-US" sz="1000" b="0" noProof="0" dirty="0">
                <a:solidFill>
                  <a:sysClr val="windowText" lastClr="000000"/>
                </a:solidFill>
              </a:rPr>
              <a:t>Mix light. mid and dark tones within data sets</a:t>
            </a:r>
          </a:p>
        </p:txBody>
      </p:sp>
      <p:cxnSp>
        <p:nvCxnSpPr>
          <p:cNvPr id="14" name="Straight Connector 13">
            <a:extLst>
              <a:ext uri="{FF2B5EF4-FFF2-40B4-BE49-F238E27FC236}">
                <a16:creationId xmlns:a16="http://schemas.microsoft.com/office/drawing/2014/main" id="{FF87E5F4-3A2B-41F8-A4AA-BA7FFC573394}"/>
              </a:ext>
            </a:extLst>
          </p:cNvPr>
          <p:cNvCxnSpPr/>
          <p:nvPr userDrawn="1"/>
        </p:nvCxnSpPr>
        <p:spPr>
          <a:xfrm>
            <a:off x="7170485" y="3242602"/>
            <a:ext cx="4023115"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18639F51-9F8C-4D36-8737-7A3DAC84F1DA}"/>
              </a:ext>
            </a:extLst>
          </p:cNvPr>
          <p:cNvCxnSpPr/>
          <p:nvPr userDrawn="1"/>
        </p:nvCxnSpPr>
        <p:spPr>
          <a:xfrm>
            <a:off x="7170485" y="4176642"/>
            <a:ext cx="4023115"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1B8890E6-18C7-479B-B73B-0C731D264307}"/>
              </a:ext>
            </a:extLst>
          </p:cNvPr>
          <p:cNvGrpSpPr/>
          <p:nvPr userDrawn="1"/>
        </p:nvGrpSpPr>
        <p:grpSpPr>
          <a:xfrm>
            <a:off x="7170485" y="5015319"/>
            <a:ext cx="4023115" cy="868052"/>
            <a:chOff x="6942744" y="5227726"/>
            <a:chExt cx="6397168" cy="1380293"/>
          </a:xfrm>
        </p:grpSpPr>
        <p:sp>
          <p:nvSpPr>
            <p:cNvPr id="89" name="Rectangle 88">
              <a:extLst>
                <a:ext uri="{FF2B5EF4-FFF2-40B4-BE49-F238E27FC236}">
                  <a16:creationId xmlns:a16="http://schemas.microsoft.com/office/drawing/2014/main" id="{D9642345-2D6B-4C6E-A9F2-A02D26D51DDD}"/>
                </a:ext>
              </a:extLst>
            </p:cNvPr>
            <p:cNvSpPr/>
            <p:nvPr userDrawn="1"/>
          </p:nvSpPr>
          <p:spPr>
            <a:xfrm>
              <a:off x="8821942" y="5227726"/>
              <a:ext cx="759576" cy="592341"/>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rtl="0"/>
              <a:r>
                <a:rPr lang="en-US" sz="800" noProof="0" dirty="0">
                  <a:solidFill>
                    <a:schemeClr val="bg1"/>
                  </a:solidFill>
                </a:rPr>
                <a:t>30</a:t>
              </a:r>
            </a:p>
            <a:p>
              <a:pPr algn="ctr" rtl="0"/>
              <a:r>
                <a:rPr lang="en-US" sz="800" noProof="0" dirty="0">
                  <a:solidFill>
                    <a:schemeClr val="bg1"/>
                  </a:solidFill>
                </a:rPr>
                <a:t>73</a:t>
              </a:r>
            </a:p>
            <a:p>
              <a:pPr algn="ctr" rtl="0"/>
              <a:r>
                <a:rPr lang="en-US" sz="800" noProof="0" dirty="0">
                  <a:solidFill>
                    <a:schemeClr val="bg1"/>
                  </a:solidFill>
                </a:rPr>
                <a:t>226</a:t>
              </a:r>
            </a:p>
          </p:txBody>
        </p:sp>
        <p:sp>
          <p:nvSpPr>
            <p:cNvPr id="90" name="Rectangle 89">
              <a:extLst>
                <a:ext uri="{FF2B5EF4-FFF2-40B4-BE49-F238E27FC236}">
                  <a16:creationId xmlns:a16="http://schemas.microsoft.com/office/drawing/2014/main" id="{54B75BE9-8F9E-40F1-AE85-B929BD14E4F6}"/>
                </a:ext>
              </a:extLst>
            </p:cNvPr>
            <p:cNvSpPr/>
            <p:nvPr userDrawn="1"/>
          </p:nvSpPr>
          <p:spPr>
            <a:xfrm>
              <a:off x="6942744" y="5227726"/>
              <a:ext cx="759576" cy="592341"/>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rtl="0"/>
              <a:r>
                <a:rPr lang="en-US" sz="800" noProof="0" dirty="0">
                  <a:solidFill>
                    <a:schemeClr val="bg1"/>
                  </a:solidFill>
                </a:rPr>
                <a:t>0</a:t>
              </a:r>
            </a:p>
            <a:p>
              <a:pPr algn="ctr" rtl="0"/>
              <a:r>
                <a:rPr lang="en-US" sz="800" noProof="0" dirty="0">
                  <a:solidFill>
                    <a:schemeClr val="bg1"/>
                  </a:solidFill>
                </a:rPr>
                <a:t>51</a:t>
              </a:r>
            </a:p>
            <a:p>
              <a:pPr algn="ctr" rtl="0"/>
              <a:r>
                <a:rPr lang="en-US" sz="800" noProof="0" dirty="0">
                  <a:solidFill>
                    <a:schemeClr val="bg1"/>
                  </a:solidFill>
                </a:rPr>
                <a:t>141</a:t>
              </a:r>
            </a:p>
          </p:txBody>
        </p:sp>
        <p:sp>
          <p:nvSpPr>
            <p:cNvPr id="91" name="Rectangle 90">
              <a:extLst>
                <a:ext uri="{FF2B5EF4-FFF2-40B4-BE49-F238E27FC236}">
                  <a16:creationId xmlns:a16="http://schemas.microsoft.com/office/drawing/2014/main" id="{403512C6-1015-4893-B421-D2CA83BB28B7}"/>
                </a:ext>
              </a:extLst>
            </p:cNvPr>
            <p:cNvSpPr/>
            <p:nvPr userDrawn="1"/>
          </p:nvSpPr>
          <p:spPr>
            <a:xfrm>
              <a:off x="9761541" y="5227726"/>
              <a:ext cx="759576" cy="592341"/>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rtl="0"/>
              <a:r>
                <a:rPr lang="en-US" sz="800" noProof="0" dirty="0">
                  <a:solidFill>
                    <a:sysClr val="windowText" lastClr="000000"/>
                  </a:solidFill>
                </a:rPr>
                <a:t>118</a:t>
              </a:r>
            </a:p>
            <a:p>
              <a:pPr algn="ctr" rtl="0"/>
              <a:r>
                <a:rPr lang="en-US" sz="800" noProof="0" dirty="0">
                  <a:solidFill>
                    <a:sysClr val="windowText" lastClr="000000"/>
                  </a:solidFill>
                </a:rPr>
                <a:t>210</a:t>
              </a:r>
            </a:p>
            <a:p>
              <a:pPr algn="ctr" rtl="0"/>
              <a:r>
                <a:rPr lang="en-US" sz="800" noProof="0" dirty="0">
                  <a:solidFill>
                    <a:sysClr val="windowText" lastClr="000000"/>
                  </a:solidFill>
                </a:rPr>
                <a:t>255</a:t>
              </a:r>
            </a:p>
          </p:txBody>
        </p:sp>
        <p:sp>
          <p:nvSpPr>
            <p:cNvPr id="92" name="Rectangle 91">
              <a:extLst>
                <a:ext uri="{FF2B5EF4-FFF2-40B4-BE49-F238E27FC236}">
                  <a16:creationId xmlns:a16="http://schemas.microsoft.com/office/drawing/2014/main" id="{8DF8AA28-67A9-4A84-A80F-52EFDEF62EC4}"/>
                </a:ext>
              </a:extLst>
            </p:cNvPr>
            <p:cNvSpPr/>
            <p:nvPr userDrawn="1"/>
          </p:nvSpPr>
          <p:spPr>
            <a:xfrm>
              <a:off x="11640737" y="5227726"/>
              <a:ext cx="759576" cy="592341"/>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rtl="0"/>
              <a:r>
                <a:rPr lang="en-US" sz="800" noProof="0" dirty="0">
                  <a:solidFill>
                    <a:schemeClr val="bg1"/>
                  </a:solidFill>
                </a:rPr>
                <a:t>180</a:t>
              </a:r>
            </a:p>
            <a:p>
              <a:pPr algn="ctr" rtl="0"/>
              <a:r>
                <a:rPr lang="en-US" sz="800" noProof="0" dirty="0">
                  <a:solidFill>
                    <a:schemeClr val="bg1"/>
                  </a:solidFill>
                </a:rPr>
                <a:t>151</a:t>
              </a:r>
            </a:p>
            <a:p>
              <a:pPr algn="ctr" rtl="0"/>
              <a:r>
                <a:rPr lang="en-US" sz="800" noProof="0" dirty="0">
                  <a:solidFill>
                    <a:schemeClr val="bg1"/>
                  </a:solidFill>
                </a:rPr>
                <a:t>255</a:t>
              </a:r>
            </a:p>
          </p:txBody>
        </p:sp>
        <p:sp>
          <p:nvSpPr>
            <p:cNvPr id="93" name="Rectangle 92">
              <a:extLst>
                <a:ext uri="{FF2B5EF4-FFF2-40B4-BE49-F238E27FC236}">
                  <a16:creationId xmlns:a16="http://schemas.microsoft.com/office/drawing/2014/main" id="{96ECD3EF-C613-49EC-B955-C33743E8DAF2}"/>
                </a:ext>
              </a:extLst>
            </p:cNvPr>
            <p:cNvSpPr/>
            <p:nvPr userDrawn="1"/>
          </p:nvSpPr>
          <p:spPr>
            <a:xfrm>
              <a:off x="8821942" y="6015678"/>
              <a:ext cx="759576" cy="592341"/>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rtl="0"/>
              <a:r>
                <a:rPr lang="en-US" sz="800" noProof="0" dirty="0">
                  <a:solidFill>
                    <a:schemeClr val="bg1"/>
                  </a:solidFill>
                </a:rPr>
                <a:t>253</a:t>
              </a:r>
            </a:p>
            <a:p>
              <a:pPr algn="ctr" rtl="0"/>
              <a:r>
                <a:rPr lang="en-US" sz="800" noProof="0" dirty="0">
                  <a:solidFill>
                    <a:schemeClr val="bg1"/>
                  </a:solidFill>
                </a:rPr>
                <a:t>52</a:t>
              </a:r>
            </a:p>
            <a:p>
              <a:pPr algn="ctr" rtl="0"/>
              <a:r>
                <a:rPr lang="en-US" sz="800" noProof="0" dirty="0">
                  <a:solidFill>
                    <a:schemeClr val="bg1"/>
                  </a:solidFill>
                </a:rPr>
                <a:t>156</a:t>
              </a:r>
            </a:p>
          </p:txBody>
        </p:sp>
        <p:sp>
          <p:nvSpPr>
            <p:cNvPr id="94" name="Rectangle 93">
              <a:extLst>
                <a:ext uri="{FF2B5EF4-FFF2-40B4-BE49-F238E27FC236}">
                  <a16:creationId xmlns:a16="http://schemas.microsoft.com/office/drawing/2014/main" id="{CEFF0E69-1303-4A97-A554-2617DBE38F85}"/>
                </a:ext>
              </a:extLst>
            </p:cNvPr>
            <p:cNvSpPr/>
            <p:nvPr userDrawn="1"/>
          </p:nvSpPr>
          <p:spPr>
            <a:xfrm>
              <a:off x="10701139" y="5227726"/>
              <a:ext cx="759576" cy="592341"/>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rtl="0"/>
              <a:r>
                <a:rPr lang="en-US" sz="800" noProof="0" dirty="0">
                  <a:solidFill>
                    <a:schemeClr val="bg1"/>
                  </a:solidFill>
                </a:rPr>
                <a:t>114</a:t>
              </a:r>
            </a:p>
            <a:p>
              <a:pPr algn="ctr" rtl="0"/>
              <a:r>
                <a:rPr lang="en-US" sz="800" noProof="0" dirty="0">
                  <a:solidFill>
                    <a:schemeClr val="bg1"/>
                  </a:solidFill>
                </a:rPr>
                <a:t>19</a:t>
              </a:r>
            </a:p>
            <a:p>
              <a:pPr algn="ctr" rtl="0"/>
              <a:r>
                <a:rPr lang="en-US" sz="800" noProof="0" dirty="0">
                  <a:solidFill>
                    <a:schemeClr val="bg1"/>
                  </a:solidFill>
                </a:rPr>
                <a:t>234</a:t>
              </a:r>
            </a:p>
          </p:txBody>
        </p:sp>
        <p:sp>
          <p:nvSpPr>
            <p:cNvPr id="95" name="Rectangle 94">
              <a:extLst>
                <a:ext uri="{FF2B5EF4-FFF2-40B4-BE49-F238E27FC236}">
                  <a16:creationId xmlns:a16="http://schemas.microsoft.com/office/drawing/2014/main" id="{D22E2F76-F5F9-4152-8B76-200BB23CF93D}"/>
                </a:ext>
              </a:extLst>
            </p:cNvPr>
            <p:cNvSpPr/>
            <p:nvPr userDrawn="1"/>
          </p:nvSpPr>
          <p:spPr>
            <a:xfrm>
              <a:off x="9761541" y="6015678"/>
              <a:ext cx="759576" cy="592341"/>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rtl="0"/>
              <a:r>
                <a:rPr lang="en-US" sz="800" noProof="0" dirty="0">
                  <a:solidFill>
                    <a:schemeClr val="bg1"/>
                  </a:solidFill>
                </a:rPr>
                <a:t>255</a:t>
              </a:r>
            </a:p>
            <a:p>
              <a:pPr algn="ctr" rtl="0"/>
              <a:r>
                <a:rPr lang="en-US" sz="800" noProof="0" dirty="0">
                  <a:solidFill>
                    <a:schemeClr val="bg1"/>
                  </a:solidFill>
                </a:rPr>
                <a:t>163</a:t>
              </a:r>
            </a:p>
            <a:p>
              <a:pPr algn="ctr" rtl="0"/>
              <a:r>
                <a:rPr lang="en-US" sz="800" noProof="0" dirty="0">
                  <a:solidFill>
                    <a:schemeClr val="bg1"/>
                  </a:solidFill>
                </a:rPr>
                <a:t>218</a:t>
              </a:r>
            </a:p>
          </p:txBody>
        </p:sp>
        <p:sp>
          <p:nvSpPr>
            <p:cNvPr id="96" name="Rectangle 95">
              <a:extLst>
                <a:ext uri="{FF2B5EF4-FFF2-40B4-BE49-F238E27FC236}">
                  <a16:creationId xmlns:a16="http://schemas.microsoft.com/office/drawing/2014/main" id="{F294A2C6-DAFC-45CD-86AD-3902D99F3B8E}"/>
                </a:ext>
              </a:extLst>
            </p:cNvPr>
            <p:cNvSpPr/>
            <p:nvPr userDrawn="1"/>
          </p:nvSpPr>
          <p:spPr>
            <a:xfrm>
              <a:off x="6942744" y="6015678"/>
              <a:ext cx="759576" cy="592341"/>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rtl="0"/>
              <a:r>
                <a:rPr lang="en-US" sz="800" noProof="0" dirty="0">
                  <a:solidFill>
                    <a:schemeClr val="bg1"/>
                  </a:solidFill>
                </a:rPr>
                <a:t>0</a:t>
              </a:r>
            </a:p>
            <a:p>
              <a:pPr algn="ctr" rtl="0"/>
              <a:r>
                <a:rPr lang="en-US" sz="800" noProof="0" dirty="0">
                  <a:solidFill>
                    <a:schemeClr val="bg1"/>
                  </a:solidFill>
                </a:rPr>
                <a:t>192</a:t>
              </a:r>
            </a:p>
            <a:p>
              <a:pPr algn="ctr" rtl="0"/>
              <a:r>
                <a:rPr lang="en-US" sz="800" noProof="0" dirty="0">
                  <a:solidFill>
                    <a:schemeClr val="bg1"/>
                  </a:solidFill>
                </a:rPr>
                <a:t>174</a:t>
              </a:r>
            </a:p>
          </p:txBody>
        </p:sp>
        <p:sp>
          <p:nvSpPr>
            <p:cNvPr id="97" name="Rectangle 96">
              <a:extLst>
                <a:ext uri="{FF2B5EF4-FFF2-40B4-BE49-F238E27FC236}">
                  <a16:creationId xmlns:a16="http://schemas.microsoft.com/office/drawing/2014/main" id="{E318800B-9E93-4883-840B-696F82170F32}"/>
                </a:ext>
              </a:extLst>
            </p:cNvPr>
            <p:cNvSpPr/>
            <p:nvPr userDrawn="1"/>
          </p:nvSpPr>
          <p:spPr>
            <a:xfrm>
              <a:off x="12580336" y="6015678"/>
              <a:ext cx="759576" cy="592341"/>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rtl="0"/>
              <a:r>
                <a:rPr lang="en-US" sz="800" noProof="0" dirty="0">
                  <a:solidFill>
                    <a:sysClr val="windowText" lastClr="000000"/>
                  </a:solidFill>
                </a:rPr>
                <a:t>99</a:t>
              </a:r>
            </a:p>
            <a:p>
              <a:pPr algn="ctr" rtl="0"/>
              <a:r>
                <a:rPr lang="en-US" sz="800" noProof="0" dirty="0">
                  <a:solidFill>
                    <a:sysClr val="windowText" lastClr="000000"/>
                  </a:solidFill>
                </a:rPr>
                <a:t>235</a:t>
              </a:r>
            </a:p>
            <a:p>
              <a:pPr algn="ctr" rtl="0"/>
              <a:r>
                <a:rPr lang="en-US" sz="800" noProof="0" dirty="0">
                  <a:solidFill>
                    <a:sysClr val="windowText" lastClr="000000"/>
                  </a:solidFill>
                </a:rPr>
                <a:t>218</a:t>
              </a:r>
            </a:p>
          </p:txBody>
        </p:sp>
        <p:sp>
          <p:nvSpPr>
            <p:cNvPr id="98" name="Rectangle 97">
              <a:extLst>
                <a:ext uri="{FF2B5EF4-FFF2-40B4-BE49-F238E27FC236}">
                  <a16:creationId xmlns:a16="http://schemas.microsoft.com/office/drawing/2014/main" id="{14443132-A6B3-4990-BA37-9E2D3DE1B105}"/>
                </a:ext>
              </a:extLst>
            </p:cNvPr>
            <p:cNvSpPr/>
            <p:nvPr userDrawn="1"/>
          </p:nvSpPr>
          <p:spPr>
            <a:xfrm>
              <a:off x="7882343" y="5227726"/>
              <a:ext cx="759576" cy="592341"/>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rtl="0"/>
              <a:r>
                <a:rPr lang="en-US" sz="800" noProof="0" dirty="0">
                  <a:solidFill>
                    <a:schemeClr val="bg1"/>
                  </a:solidFill>
                </a:rPr>
                <a:t>0</a:t>
              </a:r>
            </a:p>
            <a:p>
              <a:pPr algn="ctr" rtl="0"/>
              <a:r>
                <a:rPr lang="en-US" sz="800" noProof="0" dirty="0">
                  <a:solidFill>
                    <a:schemeClr val="bg1"/>
                  </a:solidFill>
                </a:rPr>
                <a:t>184</a:t>
              </a:r>
            </a:p>
            <a:p>
              <a:pPr algn="ctr" rtl="0"/>
              <a:r>
                <a:rPr lang="en-US" sz="800" noProof="0" dirty="0">
                  <a:solidFill>
                    <a:schemeClr val="bg1"/>
                  </a:solidFill>
                </a:rPr>
                <a:t>245</a:t>
              </a:r>
            </a:p>
          </p:txBody>
        </p:sp>
        <p:sp>
          <p:nvSpPr>
            <p:cNvPr id="99" name="Rectangle 98">
              <a:extLst>
                <a:ext uri="{FF2B5EF4-FFF2-40B4-BE49-F238E27FC236}">
                  <a16:creationId xmlns:a16="http://schemas.microsoft.com/office/drawing/2014/main" id="{6C79AFB4-7A51-4309-99F1-4015E9137C5F}"/>
                </a:ext>
              </a:extLst>
            </p:cNvPr>
            <p:cNvSpPr/>
            <p:nvPr userDrawn="1"/>
          </p:nvSpPr>
          <p:spPr>
            <a:xfrm>
              <a:off x="11640737" y="6015678"/>
              <a:ext cx="759576" cy="592341"/>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rtl="0"/>
              <a:r>
                <a:rPr lang="en-US" sz="800" noProof="0" dirty="0">
                  <a:solidFill>
                    <a:schemeClr val="bg1"/>
                  </a:solidFill>
                </a:rPr>
                <a:t>81</a:t>
              </a:r>
            </a:p>
            <a:p>
              <a:pPr algn="ctr" rtl="0"/>
              <a:r>
                <a:rPr lang="en-US" sz="800" noProof="0" dirty="0">
                  <a:solidFill>
                    <a:schemeClr val="bg1"/>
                  </a:solidFill>
                </a:rPr>
                <a:t>13</a:t>
              </a:r>
            </a:p>
            <a:p>
              <a:pPr algn="ctr" rtl="0"/>
              <a:r>
                <a:rPr lang="en-US" sz="800" noProof="0" dirty="0">
                  <a:solidFill>
                    <a:schemeClr val="bg1"/>
                  </a:solidFill>
                </a:rPr>
                <a:t>188</a:t>
              </a:r>
            </a:p>
          </p:txBody>
        </p:sp>
        <p:sp>
          <p:nvSpPr>
            <p:cNvPr id="100" name="Rectangle 99">
              <a:extLst>
                <a:ext uri="{FF2B5EF4-FFF2-40B4-BE49-F238E27FC236}">
                  <a16:creationId xmlns:a16="http://schemas.microsoft.com/office/drawing/2014/main" id="{CE4F02C0-8A76-4F89-8E59-9E7549909C2A}"/>
                </a:ext>
              </a:extLst>
            </p:cNvPr>
            <p:cNvSpPr/>
            <p:nvPr userDrawn="1"/>
          </p:nvSpPr>
          <p:spPr>
            <a:xfrm>
              <a:off x="12580336" y="5227726"/>
              <a:ext cx="759576" cy="592341"/>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rtl="0"/>
              <a:r>
                <a:rPr lang="en-US" sz="800" noProof="0" dirty="0">
                  <a:solidFill>
                    <a:schemeClr val="bg1"/>
                  </a:solidFill>
                </a:rPr>
                <a:t>9</a:t>
              </a:r>
            </a:p>
            <a:p>
              <a:pPr algn="ctr" rtl="0"/>
              <a:r>
                <a:rPr lang="en-US" sz="800" noProof="0" dirty="0">
                  <a:solidFill>
                    <a:schemeClr val="bg1"/>
                  </a:solidFill>
                </a:rPr>
                <a:t>142</a:t>
              </a:r>
            </a:p>
            <a:p>
              <a:pPr algn="ctr" rtl="0"/>
              <a:r>
                <a:rPr lang="en-US" sz="800" noProof="0" dirty="0">
                  <a:solidFill>
                    <a:schemeClr val="bg1"/>
                  </a:solidFill>
                </a:rPr>
                <a:t>126</a:t>
              </a:r>
            </a:p>
          </p:txBody>
        </p:sp>
        <p:sp>
          <p:nvSpPr>
            <p:cNvPr id="101" name="Rectangle 100">
              <a:extLst>
                <a:ext uri="{FF2B5EF4-FFF2-40B4-BE49-F238E27FC236}">
                  <a16:creationId xmlns:a16="http://schemas.microsoft.com/office/drawing/2014/main" id="{29198175-1C72-4E67-BB92-6595EEDA420A}"/>
                </a:ext>
              </a:extLst>
            </p:cNvPr>
            <p:cNvSpPr/>
            <p:nvPr userDrawn="1"/>
          </p:nvSpPr>
          <p:spPr>
            <a:xfrm>
              <a:off x="10701139" y="6015678"/>
              <a:ext cx="759576" cy="592341"/>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rtl="0"/>
              <a:r>
                <a:rPr lang="en-US" sz="800" noProof="0" dirty="0">
                  <a:solidFill>
                    <a:schemeClr val="bg1"/>
                  </a:solidFill>
                </a:rPr>
                <a:t>102</a:t>
              </a:r>
            </a:p>
            <a:p>
              <a:pPr algn="ctr" rtl="0"/>
              <a:r>
                <a:rPr lang="en-US" sz="800" noProof="0" dirty="0">
                  <a:solidFill>
                    <a:schemeClr val="bg1"/>
                  </a:solidFill>
                </a:rPr>
                <a:t>102</a:t>
              </a:r>
            </a:p>
            <a:p>
              <a:pPr algn="ctr" rtl="0"/>
              <a:r>
                <a:rPr lang="en-US" sz="800" noProof="0" dirty="0">
                  <a:solidFill>
                    <a:schemeClr val="bg1"/>
                  </a:solidFill>
                </a:rPr>
                <a:t>102</a:t>
              </a:r>
            </a:p>
          </p:txBody>
        </p:sp>
        <p:sp>
          <p:nvSpPr>
            <p:cNvPr id="102" name="Rectangle 101">
              <a:extLst>
                <a:ext uri="{FF2B5EF4-FFF2-40B4-BE49-F238E27FC236}">
                  <a16:creationId xmlns:a16="http://schemas.microsoft.com/office/drawing/2014/main" id="{BB592D94-A7C3-4005-BCCE-3C53AAD95748}"/>
                </a:ext>
              </a:extLst>
            </p:cNvPr>
            <p:cNvSpPr/>
            <p:nvPr userDrawn="1"/>
          </p:nvSpPr>
          <p:spPr>
            <a:xfrm>
              <a:off x="7882343" y="6015678"/>
              <a:ext cx="759576" cy="592341"/>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rtl="0"/>
              <a:r>
                <a:rPr lang="en-US" sz="800" noProof="0" dirty="0">
                  <a:solidFill>
                    <a:schemeClr val="bg1"/>
                  </a:solidFill>
                </a:rPr>
                <a:t>171</a:t>
              </a:r>
            </a:p>
            <a:p>
              <a:pPr algn="ctr" rtl="0"/>
              <a:r>
                <a:rPr lang="en-US" sz="800" noProof="0" dirty="0">
                  <a:solidFill>
                    <a:schemeClr val="bg1"/>
                  </a:solidFill>
                </a:rPr>
                <a:t>13</a:t>
              </a:r>
            </a:p>
            <a:p>
              <a:pPr algn="ctr" rtl="0"/>
              <a:r>
                <a:rPr lang="en-US" sz="800" noProof="0" dirty="0">
                  <a:solidFill>
                    <a:schemeClr val="bg1"/>
                  </a:solidFill>
                </a:rPr>
                <a:t>130</a:t>
              </a:r>
            </a:p>
          </p:txBody>
        </p:sp>
      </p:grpSp>
    </p:spTree>
    <p:extLst>
      <p:ext uri="{BB962C8B-B14F-4D97-AF65-F5344CB8AC3E}">
        <p14:creationId xmlns:p14="http://schemas.microsoft.com/office/powerpoint/2010/main" val="1656941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ags" Target="../tags/tag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ags" Target="../tags/tag5.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ags" Target="../tags/tag3.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oleObject" Target="../embeddings/oleObject1.bin"/><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ags" Target="../tags/tag4.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White">
      <p:bgPr>
        <a:solidFill>
          <a:schemeClr val="bg1"/>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01B0996-BFC6-4B32-A8FD-5FB86CF2B6C9}"/>
              </a:ext>
            </a:extLst>
          </p:cNvPr>
          <p:cNvGraphicFramePr>
            <a:graphicFrameLocks noChangeAspect="1"/>
          </p:cNvGraphicFramePr>
          <p:nvPr userDrawn="1">
            <p:custDataLst>
              <p:tags r:id="rId55"/>
            </p:custDataLst>
            <p:extLst>
              <p:ext uri="{D42A27DB-BD31-4B8C-83A1-F6EECF244321}">
                <p14:modId xmlns:p14="http://schemas.microsoft.com/office/powerpoint/2010/main" val="3214833249"/>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59" imgW="395" imgH="394" progId="TCLayout.ActiveDocument.1">
                  <p:embed/>
                </p:oleObj>
              </mc:Choice>
              <mc:Fallback>
                <p:oleObj name="think-cell Slide" r:id="rId59" imgW="395" imgH="394" progId="TCLayout.ActiveDocument.1">
                  <p:embed/>
                  <p:pic>
                    <p:nvPicPr>
                      <p:cNvPr id="5" name="Object 4" hidden="1">
                        <a:extLst>
                          <a:ext uri="{FF2B5EF4-FFF2-40B4-BE49-F238E27FC236}">
                            <a16:creationId xmlns:a16="http://schemas.microsoft.com/office/drawing/2014/main" id="{401B0996-BFC6-4B32-A8FD-5FB86CF2B6C9}"/>
                          </a:ext>
                        </a:extLst>
                      </p:cNvPr>
                      <p:cNvPicPr/>
                      <p:nvPr/>
                    </p:nvPicPr>
                    <p:blipFill>
                      <a:blip r:embed="rId60"/>
                      <a:stretch>
                        <a:fillRect/>
                      </a:stretch>
                    </p:blipFill>
                    <p:spPr>
                      <a:xfrm>
                        <a:off x="1589"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998400" y="431800"/>
            <a:ext cx="10195200" cy="533400"/>
          </a:xfrm>
          <a:prstGeom prst="rect">
            <a:avLst/>
          </a:prstGeom>
        </p:spPr>
        <p:txBody>
          <a:bodyPr vert="horz" lIns="0" tIns="0" rIns="0" bIns="0" rtlCol="0" anchor="t" anchorCtr="0">
            <a:noAutofit/>
          </a:bodyPr>
          <a:lstStyle/>
          <a:p>
            <a:r>
              <a:rPr lang="en-US" dirty="0"/>
              <a:t>Click to edit Master title style</a:t>
            </a:r>
          </a:p>
        </p:txBody>
      </p:sp>
      <p:sp>
        <p:nvSpPr>
          <p:cNvPr id="3" name="Text Placeholder 2"/>
          <p:cNvSpPr>
            <a:spLocks noGrp="1"/>
          </p:cNvSpPr>
          <p:nvPr>
            <p:ph type="body" idx="1"/>
          </p:nvPr>
        </p:nvSpPr>
        <p:spPr>
          <a:xfrm>
            <a:off x="997200" y="1179514"/>
            <a:ext cx="10194471" cy="4697412"/>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9" name="Shape 8"/>
          <p:cNvSpPr txBox="1">
            <a:spLocks/>
          </p:cNvSpPr>
          <p:nvPr userDrawn="1"/>
        </p:nvSpPr>
        <p:spPr>
          <a:xfrm>
            <a:off x="10946607" y="6266997"/>
            <a:ext cx="242487"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000" smtClean="0">
                <a:solidFill>
                  <a:schemeClr val="accent2"/>
                </a:solidFill>
                <a:latin typeface="+mn-lt"/>
                <a:ea typeface="Arial"/>
                <a:cs typeface="Arial" panose="020B0604020202020204" pitchFamily="34" charset="0"/>
              </a:rPr>
              <a:pPr algn="r"/>
              <a:t>‹#›</a:t>
            </a:fld>
            <a:endParaRPr lang="en-US" sz="1000">
              <a:solidFill>
                <a:schemeClr val="accent2"/>
              </a:solidFill>
              <a:latin typeface="+mn-lt"/>
              <a:ea typeface="Arial"/>
              <a:cs typeface="Arial" panose="020B0604020202020204" pitchFamily="34" charset="0"/>
            </a:endParaRPr>
          </a:p>
        </p:txBody>
      </p:sp>
      <p:sp>
        <p:nvSpPr>
          <p:cNvPr id="25" name="TextBox 24">
            <a:extLst>
              <a:ext uri="{C183D7F6-B498-43B3-948B-1728B52AA6E4}">
                <adec:decorative xmlns:adec="http://schemas.microsoft.com/office/drawing/2017/decorative" val="1"/>
              </a:ext>
            </a:extLst>
          </p:cNvPr>
          <p:cNvSpPr txBox="1"/>
          <p:nvPr userDrawn="1">
            <p:custDataLst>
              <p:tags r:id="rId56"/>
            </p:custDataLst>
          </p:nvPr>
        </p:nvSpPr>
        <p:spPr>
          <a:xfrm>
            <a:off x="8967795" y="6295536"/>
            <a:ext cx="1866200" cy="92333"/>
          </a:xfrm>
          <a:prstGeom prst="rect">
            <a:avLst/>
          </a:prstGeom>
          <a:noFill/>
        </p:spPr>
        <p:txBody>
          <a:bodyPr wrap="square" lIns="0" tIns="0" rIns="0" bIns="0" rtlCol="0">
            <a:spAutoFit/>
          </a:bodyPr>
          <a:lstStyle/>
          <a:p>
            <a:pPr marL="0" marR="0" lvl="0" indent="0" algn="r" defTabSz="914377" rtl="0" eaLnBrk="1" fontAlgn="auto" latinLnBrk="0" hangingPunct="1">
              <a:lnSpc>
                <a:spcPct val="100000"/>
              </a:lnSpc>
              <a:spcBef>
                <a:spcPts val="0"/>
              </a:spcBef>
              <a:spcAft>
                <a:spcPts val="0"/>
              </a:spcAft>
              <a:buClrTx/>
              <a:buSzTx/>
              <a:buFontTx/>
              <a:buNone/>
              <a:tabLst/>
              <a:defRPr/>
            </a:pPr>
            <a:r>
              <a:rPr lang="en-US" sz="600" b="0" kern="1200" noProof="0">
                <a:solidFill>
                  <a:schemeClr val="bg1">
                    <a:lumMod val="65000"/>
                  </a:schemeClr>
                </a:solidFill>
                <a:latin typeface="+mn-lt"/>
                <a:ea typeface="+mn-ea"/>
                <a:cs typeface="+mn-cs"/>
              </a:rPr>
              <a:t>Document Classification: KPMG Confidential</a:t>
            </a:r>
          </a:p>
        </p:txBody>
      </p:sp>
      <p:sp>
        <p:nvSpPr>
          <p:cNvPr id="26" name="Freeform 19">
            <a:extLst>
              <a:ext uri="{C183D7F6-B498-43B3-948B-1728B52AA6E4}">
                <adec:decorative xmlns:adec="http://schemas.microsoft.com/office/drawing/2017/decorative" val="1"/>
              </a:ext>
            </a:extLst>
          </p:cNvPr>
          <p:cNvSpPr>
            <a:spLocks noEditPoints="1"/>
          </p:cNvSpPr>
          <p:nvPr userDrawn="1"/>
        </p:nvSpPr>
        <p:spPr bwMode="auto">
          <a:xfrm>
            <a:off x="1003202" y="6266999"/>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GB" sz="1800"/>
          </a:p>
        </p:txBody>
      </p:sp>
      <p:cxnSp>
        <p:nvCxnSpPr>
          <p:cNvPr id="17" name="Straight Connector 16">
            <a:extLst>
              <a:ext uri="{FF2B5EF4-FFF2-40B4-BE49-F238E27FC236}">
                <a16:creationId xmlns:a16="http://schemas.microsoft.com/office/drawing/2014/main" id="{F024B3B3-3138-44BB-8DDD-6BDCEF24DEDC}"/>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C183D7F6-B498-43B3-948B-1728B52AA6E4}">
                <adec:decorative xmlns:adec="http://schemas.microsoft.com/office/drawing/2017/decorative" val="1"/>
              </a:ext>
            </a:extLst>
          </p:cNvPr>
          <p:cNvSpPr txBox="1"/>
          <p:nvPr userDrawn="1">
            <p:custDataLst>
              <p:tags r:id="rId57"/>
            </p:custDataLst>
          </p:nvPr>
        </p:nvSpPr>
        <p:spPr>
          <a:xfrm>
            <a:off x="1885684" y="6266997"/>
            <a:ext cx="6343200"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a:t>
            </a:r>
            <a:r>
              <a:rPr lang="en-US" sz="600" kern="1200" noProof="0">
                <a:solidFill>
                  <a:schemeClr val="accent6"/>
                </a:solidFill>
                <a:latin typeface="+mn-lt"/>
                <a:ea typeface="+mn-ea"/>
                <a:cs typeface="+mn-cs"/>
              </a:rPr>
              <a:t>year</a:t>
            </a:r>
            <a:r>
              <a:rPr lang="en-US" sz="600" kern="1200" noProof="0">
                <a:solidFill>
                  <a:schemeClr val="bg1">
                    <a:lumMod val="65000"/>
                  </a:schemeClr>
                </a:solidFill>
                <a:latin typeface="+mn-lt"/>
                <a:ea typeface="+mn-ea"/>
                <a:cs typeface="+mn-cs"/>
              </a:rPr>
              <a:t>] [</a:t>
            </a:r>
            <a:r>
              <a:rPr lang="en-US" sz="600" kern="1200" noProof="0">
                <a:solidFill>
                  <a:schemeClr val="accent6"/>
                </a:solidFill>
                <a:latin typeface="+mn-lt"/>
                <a:ea typeface="+mn-ea"/>
                <a:cs typeface="+mn-cs"/>
              </a:rPr>
              <a:t>legal member firm name</a:t>
            </a:r>
            <a:r>
              <a:rPr lang="en-US" sz="600" kern="1200" noProof="0">
                <a:solidFill>
                  <a:schemeClr val="bg1">
                    <a:lumMod val="65000"/>
                  </a:schemeClr>
                </a:solidFill>
                <a:latin typeface="+mn-lt"/>
                <a:ea typeface="+mn-ea"/>
                <a:cs typeface="+mn-cs"/>
              </a:rPr>
              <a:t>], a [</a:t>
            </a:r>
            <a:r>
              <a:rPr lang="en-US" sz="600" kern="1200" noProof="0">
                <a:solidFill>
                  <a:schemeClr val="accent6"/>
                </a:solidFill>
                <a:latin typeface="+mn-lt"/>
                <a:ea typeface="+mn-ea"/>
                <a:cs typeface="+mn-cs"/>
              </a:rPr>
              <a:t>jurisdiction</a:t>
            </a:r>
            <a:r>
              <a:rPr lang="en-US" sz="600" kern="1200" noProof="0">
                <a:solidFill>
                  <a:schemeClr val="bg1">
                    <a:lumMod val="65000"/>
                  </a:schemeClr>
                </a:solidFill>
                <a:latin typeface="+mn-lt"/>
                <a:ea typeface="+mn-ea"/>
                <a:cs typeface="+mn-cs"/>
              </a:rPr>
              <a:t>] [</a:t>
            </a:r>
            <a:r>
              <a:rPr lang="en-US" sz="600" kern="1200" noProof="0">
                <a:solidFill>
                  <a:schemeClr val="accent6"/>
                </a:solidFill>
                <a:latin typeface="+mn-lt"/>
                <a:ea typeface="+mn-ea"/>
                <a:cs typeface="+mn-cs"/>
              </a:rPr>
              <a:t>legal structure</a:t>
            </a:r>
            <a:r>
              <a:rPr lang="en-US" sz="600" kern="1200" noProof="0">
                <a:solidFill>
                  <a:schemeClr val="bg1">
                    <a:lumMod val="65000"/>
                  </a:schemeClr>
                </a:solidFill>
                <a:latin typeface="+mn-lt"/>
                <a:ea typeface="+mn-ea"/>
                <a:cs typeface="+mn-cs"/>
              </a:rPr>
              <a:t>] and a member firm of the KPMG global organization of independent member firms affiliated with KPMG International Limited, a private English company limited by guarantee. All rights reserved.</a:t>
            </a:r>
          </a:p>
        </p:txBody>
      </p:sp>
      <p:grpSp>
        <p:nvGrpSpPr>
          <p:cNvPr id="22" name="Group 21">
            <a:extLst>
              <a:ext uri="{FF2B5EF4-FFF2-40B4-BE49-F238E27FC236}">
                <a16:creationId xmlns:a16="http://schemas.microsoft.com/office/drawing/2014/main" id="{951C7400-5B8A-A106-61AA-9B0A1E2FA2C2}"/>
              </a:ext>
            </a:extLst>
          </p:cNvPr>
          <p:cNvGrpSpPr/>
          <p:nvPr userDrawn="1"/>
        </p:nvGrpSpPr>
        <p:grpSpPr>
          <a:xfrm>
            <a:off x="12310911" y="3572613"/>
            <a:ext cx="421432" cy="3081302"/>
            <a:chOff x="-373985" y="3219460"/>
            <a:chExt cx="421432" cy="3081302"/>
          </a:xfrm>
        </p:grpSpPr>
        <p:sp>
          <p:nvSpPr>
            <p:cNvPr id="6" name="Rectangle 5">
              <a:extLst>
                <a:ext uri="{FF2B5EF4-FFF2-40B4-BE49-F238E27FC236}">
                  <a16:creationId xmlns:a16="http://schemas.microsoft.com/office/drawing/2014/main" id="{4F011DA4-ABF1-1036-F45B-53F430030634}"/>
                </a:ext>
              </a:extLst>
            </p:cNvPr>
            <p:cNvSpPr/>
            <p:nvPr userDrawn="1"/>
          </p:nvSpPr>
          <p:spPr>
            <a:xfrm rot="5400000" flipV="1">
              <a:off x="-355985" y="5598029"/>
              <a:ext cx="216000" cy="252000"/>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sz="500">
                <a:solidFill>
                  <a:schemeClr val="bg1"/>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C66A29CA-3442-54C3-C6AA-6F0CB8FB5925}"/>
                </a:ext>
              </a:extLst>
            </p:cNvPr>
            <p:cNvSpPr/>
            <p:nvPr userDrawn="1"/>
          </p:nvSpPr>
          <p:spPr>
            <a:xfrm rot="5400000" flipV="1">
              <a:off x="-355985" y="5832396"/>
              <a:ext cx="216000" cy="252000"/>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sz="500">
                <a:solidFill>
                  <a:schemeClr val="bg1"/>
                </a:solidFill>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DD01AC55-E440-6C01-0723-4ABD58D0BBFB}"/>
                </a:ext>
              </a:extLst>
            </p:cNvPr>
            <p:cNvSpPr/>
            <p:nvPr userDrawn="1"/>
          </p:nvSpPr>
          <p:spPr>
            <a:xfrm rot="5400000" flipV="1">
              <a:off x="-355985" y="6066762"/>
              <a:ext cx="216000" cy="252000"/>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GB" sz="500">
                <a:solidFill>
                  <a:schemeClr val="bg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B4D416E3-27E1-B998-6950-0193015AE943}"/>
                </a:ext>
              </a:extLst>
            </p:cNvPr>
            <p:cNvSpPr txBox="1"/>
            <p:nvPr userDrawn="1"/>
          </p:nvSpPr>
          <p:spPr>
            <a:xfrm rot="16200000" flipV="1">
              <a:off x="-1208810" y="4348703"/>
              <a:ext cx="2385500" cy="127014"/>
            </a:xfrm>
            <a:prstGeom prst="rect">
              <a:avLst/>
            </a:prstGeom>
            <a:solidFill>
              <a:schemeClr val="bg1"/>
            </a:solidFill>
            <a:ln w="3175">
              <a:solidFill>
                <a:srgbClr val="00338D"/>
              </a:solidFill>
            </a:ln>
            <a:effectLst>
              <a:outerShdw dist="12700" dir="5400000" algn="t" rotWithShape="0">
                <a:schemeClr val="tx2"/>
              </a:outerShdw>
            </a:effectLst>
          </p:spPr>
          <p:txBody>
            <a:bodyPr wrap="square" lIns="36000" tIns="36000" rIns="36000" bIns="36000" rtlCol="0" anchor="ctr" anchorCtr="0">
              <a:noAutofit/>
            </a:bodyPr>
            <a:lstStyle/>
            <a:p>
              <a:pPr algn="ctr"/>
              <a:r>
                <a:rPr lang="en-US" sz="600">
                  <a:solidFill>
                    <a:srgbClr val="00338D"/>
                  </a:solidFill>
                  <a:latin typeface="Arial" panose="020B0604020202020204" pitchFamily="34" charset="0"/>
                  <a:cs typeface="Arial" panose="020B0604020202020204" pitchFamily="34" charset="0"/>
                </a:rPr>
                <a:t>PRIMARY COLORS</a:t>
              </a:r>
              <a:endParaRPr lang="en-US" sz="600" b="0">
                <a:solidFill>
                  <a:srgbClr val="00338D"/>
                </a:solidFill>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7BFD0A76-914A-545B-98CC-9E02862B517E}"/>
                </a:ext>
              </a:extLst>
            </p:cNvPr>
            <p:cNvSpPr/>
            <p:nvPr userDrawn="1"/>
          </p:nvSpPr>
          <p:spPr>
            <a:xfrm rot="16200000" flipV="1">
              <a:off x="-409985" y="3255460"/>
              <a:ext cx="324000" cy="252000"/>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500">
                  <a:solidFill>
                    <a:schemeClr val="bg1"/>
                  </a:solidFill>
                  <a:latin typeface="Arial" panose="020B0604020202020204" pitchFamily="34" charset="0"/>
                  <a:cs typeface="Arial" panose="020B0604020202020204" pitchFamily="34" charset="0"/>
                </a:rPr>
                <a:t>KPMG Blue</a:t>
              </a:r>
            </a:p>
          </p:txBody>
        </p:sp>
        <p:sp>
          <p:nvSpPr>
            <p:cNvPr id="13" name="Rectangle 12">
              <a:extLst>
                <a:ext uri="{FF2B5EF4-FFF2-40B4-BE49-F238E27FC236}">
                  <a16:creationId xmlns:a16="http://schemas.microsoft.com/office/drawing/2014/main" id="{DC301F28-D5AE-6D23-108D-397EE81D681D}"/>
                </a:ext>
              </a:extLst>
            </p:cNvPr>
            <p:cNvSpPr/>
            <p:nvPr userDrawn="1"/>
          </p:nvSpPr>
          <p:spPr>
            <a:xfrm rot="16200000" flipV="1">
              <a:off x="-409985" y="3597827"/>
              <a:ext cx="324000" cy="252000"/>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500">
                  <a:solidFill>
                    <a:schemeClr val="bg1"/>
                  </a:solidFill>
                  <a:latin typeface="Arial" panose="020B0604020202020204" pitchFamily="34" charset="0"/>
                  <a:cs typeface="Arial" panose="020B0604020202020204" pitchFamily="34" charset="0"/>
                </a:rPr>
                <a:t>Cobalt Blue</a:t>
              </a:r>
            </a:p>
          </p:txBody>
        </p:sp>
        <p:sp>
          <p:nvSpPr>
            <p:cNvPr id="14" name="Rectangle 13">
              <a:extLst>
                <a:ext uri="{FF2B5EF4-FFF2-40B4-BE49-F238E27FC236}">
                  <a16:creationId xmlns:a16="http://schemas.microsoft.com/office/drawing/2014/main" id="{0F989223-537E-C5DC-F324-F9E48052A672}"/>
                </a:ext>
              </a:extLst>
            </p:cNvPr>
            <p:cNvSpPr/>
            <p:nvPr userDrawn="1"/>
          </p:nvSpPr>
          <p:spPr>
            <a:xfrm rot="16200000" flipV="1">
              <a:off x="-409985" y="3940194"/>
              <a:ext cx="324000" cy="252000"/>
            </a:xfrm>
            <a:prstGeom prst="rect">
              <a:avLst/>
            </a:prstGeom>
            <a:solidFill>
              <a:srgbClr val="0C233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500">
                  <a:solidFill>
                    <a:schemeClr val="bg1"/>
                  </a:solidFill>
                  <a:latin typeface="Arial" panose="020B0604020202020204" pitchFamily="34" charset="0"/>
                  <a:cs typeface="Arial" panose="020B0604020202020204" pitchFamily="34" charset="0"/>
                </a:rPr>
                <a:t> Spectrum Blue</a:t>
              </a:r>
            </a:p>
          </p:txBody>
        </p:sp>
        <p:sp>
          <p:nvSpPr>
            <p:cNvPr id="15" name="Rectangle 14">
              <a:extLst>
                <a:ext uri="{FF2B5EF4-FFF2-40B4-BE49-F238E27FC236}">
                  <a16:creationId xmlns:a16="http://schemas.microsoft.com/office/drawing/2014/main" id="{EF6221F0-DCFE-D462-4172-E2877BCCFDB3}"/>
                </a:ext>
              </a:extLst>
            </p:cNvPr>
            <p:cNvSpPr/>
            <p:nvPr userDrawn="1"/>
          </p:nvSpPr>
          <p:spPr>
            <a:xfrm rot="16200000" flipV="1">
              <a:off x="-409985" y="4624928"/>
              <a:ext cx="324000" cy="252000"/>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500">
                  <a:solidFill>
                    <a:schemeClr val="bg1"/>
                  </a:solidFill>
                  <a:latin typeface="Arial" panose="020B0604020202020204" pitchFamily="34" charset="0"/>
                  <a:cs typeface="Arial" panose="020B0604020202020204" pitchFamily="34" charset="0"/>
                </a:rPr>
                <a:t>Pacific Blue</a:t>
              </a:r>
            </a:p>
          </p:txBody>
        </p:sp>
        <p:sp>
          <p:nvSpPr>
            <p:cNvPr id="16" name="TextBox 15">
              <a:extLst>
                <a:ext uri="{FF2B5EF4-FFF2-40B4-BE49-F238E27FC236}">
                  <a16:creationId xmlns:a16="http://schemas.microsoft.com/office/drawing/2014/main" id="{0510D960-B3A1-2D0F-A6CB-B16466E162F1}"/>
                </a:ext>
              </a:extLst>
            </p:cNvPr>
            <p:cNvSpPr txBox="1"/>
            <p:nvPr userDrawn="1"/>
          </p:nvSpPr>
          <p:spPr>
            <a:xfrm rot="16200000" flipV="1">
              <a:off x="-355816" y="5892276"/>
              <a:ext cx="679507" cy="127014"/>
            </a:xfrm>
            <a:prstGeom prst="rect">
              <a:avLst/>
            </a:prstGeom>
            <a:solidFill>
              <a:schemeClr val="bg1"/>
            </a:solidFill>
            <a:ln w="3175">
              <a:solidFill>
                <a:srgbClr val="00338D"/>
              </a:solidFill>
            </a:ln>
            <a:effectLst>
              <a:outerShdw dist="12700" dir="5400000" algn="t" rotWithShape="0">
                <a:schemeClr val="tx2"/>
              </a:outerShdw>
            </a:effectLst>
          </p:spPr>
          <p:txBody>
            <a:bodyPr wrap="square" lIns="36000" tIns="36000" rIns="36000" bIns="36000" rtlCol="0" anchor="ctr" anchorCtr="0">
              <a:noAutofit/>
            </a:bodyPr>
            <a:lstStyle>
              <a:defPPr>
                <a:defRPr lang="en-US"/>
              </a:defPPr>
              <a:lvl1pPr algn="ctr">
                <a:defRPr sz="600">
                  <a:solidFill>
                    <a:srgbClr val="00338D"/>
                  </a:solidFill>
                  <a:latin typeface="Arial" panose="020B0604020202020204" pitchFamily="34" charset="0"/>
                  <a:cs typeface="Arial" panose="020B0604020202020204" pitchFamily="34" charset="0"/>
                </a:defRPr>
              </a:lvl1pPr>
            </a:lstStyle>
            <a:p>
              <a:r>
                <a:rPr lang="en-US"/>
                <a:t>TRAFFIC LIGHT</a:t>
              </a:r>
            </a:p>
          </p:txBody>
        </p:sp>
        <p:sp>
          <p:nvSpPr>
            <p:cNvPr id="18" name="Rectangle 17">
              <a:extLst>
                <a:ext uri="{FF2B5EF4-FFF2-40B4-BE49-F238E27FC236}">
                  <a16:creationId xmlns:a16="http://schemas.microsoft.com/office/drawing/2014/main" id="{E28E1B01-2B56-3F20-9FB7-52853D1CD505}"/>
                </a:ext>
              </a:extLst>
            </p:cNvPr>
            <p:cNvSpPr/>
            <p:nvPr userDrawn="1"/>
          </p:nvSpPr>
          <p:spPr>
            <a:xfrm rot="16200000" flipV="1">
              <a:off x="-409985" y="4967295"/>
              <a:ext cx="324000" cy="252000"/>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500">
                  <a:solidFill>
                    <a:schemeClr val="bg1"/>
                  </a:solidFill>
                  <a:latin typeface="Arial" panose="020B0604020202020204" pitchFamily="34" charset="0"/>
                  <a:cs typeface="Arial" panose="020B0604020202020204" pitchFamily="34" charset="0"/>
                </a:rPr>
                <a:t>Purple</a:t>
              </a:r>
            </a:p>
          </p:txBody>
        </p:sp>
        <p:sp>
          <p:nvSpPr>
            <p:cNvPr id="19" name="Rectangle 18">
              <a:extLst>
                <a:ext uri="{FF2B5EF4-FFF2-40B4-BE49-F238E27FC236}">
                  <a16:creationId xmlns:a16="http://schemas.microsoft.com/office/drawing/2014/main" id="{B5DBCBAF-F944-8F14-C687-9059B1406598}"/>
                </a:ext>
              </a:extLst>
            </p:cNvPr>
            <p:cNvSpPr/>
            <p:nvPr userDrawn="1"/>
          </p:nvSpPr>
          <p:spPr>
            <a:xfrm rot="16200000" flipV="1">
              <a:off x="-409985" y="5309662"/>
              <a:ext cx="324000" cy="252000"/>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500">
                  <a:solidFill>
                    <a:schemeClr val="bg1"/>
                  </a:solidFill>
                  <a:latin typeface="Arial" panose="020B0604020202020204" pitchFamily="34" charset="0"/>
                  <a:cs typeface="Arial" panose="020B0604020202020204" pitchFamily="34" charset="0"/>
                </a:rPr>
                <a:t>Pink</a:t>
              </a:r>
            </a:p>
          </p:txBody>
        </p:sp>
        <p:sp>
          <p:nvSpPr>
            <p:cNvPr id="20" name="Rectangle 19">
              <a:extLst>
                <a:ext uri="{FF2B5EF4-FFF2-40B4-BE49-F238E27FC236}">
                  <a16:creationId xmlns:a16="http://schemas.microsoft.com/office/drawing/2014/main" id="{C1EFAEC1-2158-664A-2D01-2BFD9B2CAEF4}"/>
                </a:ext>
              </a:extLst>
            </p:cNvPr>
            <p:cNvSpPr/>
            <p:nvPr userDrawn="1"/>
          </p:nvSpPr>
          <p:spPr>
            <a:xfrm rot="16200000" flipV="1">
              <a:off x="-409985" y="4282561"/>
              <a:ext cx="324000" cy="252000"/>
            </a:xfrm>
            <a:prstGeom prst="rect">
              <a:avLst/>
            </a:prstGeom>
            <a:solidFill>
              <a:srgbClr val="ACEA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500">
                  <a:solidFill>
                    <a:schemeClr val="tx1"/>
                  </a:solidFill>
                  <a:latin typeface="Arial" panose="020B0604020202020204" pitchFamily="34" charset="0"/>
                  <a:cs typeface="Arial" panose="020B0604020202020204" pitchFamily="34" charset="0"/>
                </a:rPr>
                <a:t>Light Blue</a:t>
              </a:r>
            </a:p>
          </p:txBody>
        </p:sp>
      </p:grpSp>
      <p:sp>
        <p:nvSpPr>
          <p:cNvPr id="11" name="Text Box 4">
            <a:extLst>
              <a:ext uri="{FF2B5EF4-FFF2-40B4-BE49-F238E27FC236}">
                <a16:creationId xmlns:a16="http://schemas.microsoft.com/office/drawing/2014/main" id="{76D07119-9E03-025A-A60E-825D4E9E62B1}"/>
              </a:ext>
            </a:extLst>
          </p:cNvPr>
          <p:cNvSpPr txBox="1">
            <a:spLocks noChangeArrowheads="1"/>
          </p:cNvSpPr>
          <p:nvPr userDrawn="1">
            <p:custDataLst>
              <p:tags r:id="rId58"/>
            </p:custDataLst>
          </p:nvPr>
        </p:nvSpPr>
        <p:spPr bwMode="gray">
          <a:xfrm>
            <a:off x="11297265" y="6597445"/>
            <a:ext cx="776748" cy="169453"/>
          </a:xfrm>
          <a:prstGeom prst="rect">
            <a:avLst/>
          </a:prstGeom>
          <a:noFill/>
          <a:ln w="6350" algn="ctr">
            <a:noFill/>
            <a:miter lim="800000"/>
            <a:headEnd/>
            <a:tailEnd/>
          </a:ln>
          <a:effectLst/>
        </p:spPr>
        <p:txBody>
          <a:bodyPr wrap="square" lIns="0" tIns="36000" rIns="0" bIns="0" anchor="ctr" anchorCtr="0">
            <a:noAutofit/>
          </a:bodyPr>
          <a:lstStyle/>
          <a:p>
            <a:pPr algn="r" defTabSz="762000" eaLnBrk="0" hangingPunct="0">
              <a:lnSpc>
                <a:spcPct val="80000"/>
              </a:lnSpc>
              <a:spcBef>
                <a:spcPct val="20000"/>
              </a:spcBef>
            </a:pPr>
            <a:r>
              <a:rPr lang="en-GB" sz="1400" b="1" dirty="0">
                <a:solidFill>
                  <a:schemeClr val="accent6"/>
                </a:solidFill>
              </a:rPr>
              <a:t>DRAFT</a:t>
            </a:r>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882" r:id="rId1"/>
    <p:sldLayoutId id="2147483887" r:id="rId2"/>
    <p:sldLayoutId id="2147483888" r:id="rId3"/>
    <p:sldLayoutId id="2147483889" r:id="rId4"/>
    <p:sldLayoutId id="2147483890" r:id="rId5"/>
    <p:sldLayoutId id="2147483682" r:id="rId6"/>
    <p:sldLayoutId id="2147483883" r:id="rId7"/>
    <p:sldLayoutId id="2147483884" r:id="rId8"/>
    <p:sldLayoutId id="2147483898" r:id="rId9"/>
    <p:sldLayoutId id="2147483899" r:id="rId10"/>
    <p:sldLayoutId id="2147483901" r:id="rId11"/>
    <p:sldLayoutId id="2147483862" r:id="rId12"/>
    <p:sldLayoutId id="2147483841" r:id="rId13"/>
    <p:sldLayoutId id="2147483880" r:id="rId14"/>
    <p:sldLayoutId id="2147483879" r:id="rId15"/>
    <p:sldLayoutId id="2147483842" r:id="rId16"/>
    <p:sldLayoutId id="2147483860" r:id="rId17"/>
    <p:sldLayoutId id="2147483854" r:id="rId18"/>
    <p:sldLayoutId id="2147483856" r:id="rId19"/>
    <p:sldLayoutId id="2147483897" r:id="rId20"/>
    <p:sldLayoutId id="2147483820" r:id="rId21"/>
    <p:sldLayoutId id="2147483892" r:id="rId22"/>
    <p:sldLayoutId id="2147483824" r:id="rId23"/>
    <p:sldLayoutId id="2147483893" r:id="rId24"/>
    <p:sldLayoutId id="2147483821" r:id="rId25"/>
    <p:sldLayoutId id="2147483894" r:id="rId26"/>
    <p:sldLayoutId id="2147483822" r:id="rId27"/>
    <p:sldLayoutId id="2147483895" r:id="rId28"/>
    <p:sldLayoutId id="2147483823" r:id="rId29"/>
    <p:sldLayoutId id="2147483896" r:id="rId30"/>
    <p:sldLayoutId id="2147483830" r:id="rId31"/>
    <p:sldLayoutId id="2147483825" r:id="rId32"/>
    <p:sldLayoutId id="2147483877" r:id="rId33"/>
    <p:sldLayoutId id="2147483827" r:id="rId34"/>
    <p:sldLayoutId id="2147483832" r:id="rId35"/>
    <p:sldLayoutId id="2147483826" r:id="rId36"/>
    <p:sldLayoutId id="2147483829" r:id="rId37"/>
    <p:sldLayoutId id="2147483878" r:id="rId38"/>
    <p:sldLayoutId id="2147483828" r:id="rId39"/>
    <p:sldLayoutId id="2147483847" r:id="rId40"/>
    <p:sldLayoutId id="2147483848" r:id="rId41"/>
    <p:sldLayoutId id="2147483891" r:id="rId42"/>
    <p:sldLayoutId id="2147483851" r:id="rId43"/>
    <p:sldLayoutId id="2147483876" r:id="rId44"/>
    <p:sldLayoutId id="2147483874" r:id="rId45"/>
    <p:sldLayoutId id="2147483689" r:id="rId46"/>
    <p:sldLayoutId id="2147483886" r:id="rId47"/>
    <p:sldLayoutId id="2147483873" r:id="rId48"/>
    <p:sldLayoutId id="2147483666" r:id="rId49"/>
    <p:sldLayoutId id="2147483875" r:id="rId50"/>
    <p:sldLayoutId id="2147483667" r:id="rId51"/>
    <p:sldLayoutId id="2147483885" r:id="rId52"/>
    <p:sldLayoutId id="2147483773" r:id="rId53"/>
  </p:sldLayoutIdLst>
  <p:txStyles>
    <p:titleStyle>
      <a:lvl1pPr algn="l" defTabSz="914377"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627" userDrawn="1">
          <p15:clr>
            <a:srgbClr val="F26B43"/>
          </p15:clr>
        </p15:guide>
        <p15:guide id="3" pos="7055" userDrawn="1">
          <p15:clr>
            <a:srgbClr val="F26B43"/>
          </p15:clr>
        </p15:guide>
        <p15:guide id="4" orient="horz" pos="838" userDrawn="1">
          <p15:clr>
            <a:srgbClr val="F26B43"/>
          </p15:clr>
        </p15:guide>
        <p15:guide id="5" orient="horz" pos="612" userDrawn="1">
          <p15:clr>
            <a:srgbClr val="F26B43"/>
          </p15:clr>
        </p15:guide>
        <p15:guide id="6" orient="horz" pos="187" userDrawn="1">
          <p15:clr>
            <a:srgbClr val="F26B43"/>
          </p15:clr>
        </p15:guide>
        <p15:guide id="7" orient="horz" pos="370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4.xml"/><Relationship Id="rId1" Type="http://schemas.openxmlformats.org/officeDocument/2006/relationships/tags" Target="../tags/tag46.xml"/><Relationship Id="rId5" Type="http://schemas.openxmlformats.org/officeDocument/2006/relationships/image" Target="../media/image20.jpeg"/><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80.png"/><Relationship Id="rId3" Type="http://schemas.openxmlformats.org/officeDocument/2006/relationships/oleObject" Target="../embeddings/oleObject41.bin"/><Relationship Id="rId7" Type="http://schemas.openxmlformats.org/officeDocument/2006/relationships/image" Target="../media/image260.png"/><Relationship Id="rId12" Type="http://schemas.openxmlformats.org/officeDocument/2006/relationships/slide" Target="slide81.xml"/><Relationship Id="rId2" Type="http://schemas.openxmlformats.org/officeDocument/2006/relationships/slideLayout" Target="../slideLayouts/slideLayout12.xml"/><Relationship Id="rId1" Type="http://schemas.openxmlformats.org/officeDocument/2006/relationships/tags" Target="../tags/tag47.xml"/><Relationship Id="rId6" Type="http://schemas.openxmlformats.org/officeDocument/2006/relationships/slide" Target="slide41.xml"/><Relationship Id="rId11" Type="http://schemas.openxmlformats.org/officeDocument/2006/relationships/image" Target="../media/image23.png"/><Relationship Id="rId5" Type="http://schemas.openxmlformats.org/officeDocument/2006/relationships/image" Target="../media/image21.png"/><Relationship Id="rId10" Type="http://schemas.openxmlformats.org/officeDocument/2006/relationships/image" Target="../media/image270.png"/><Relationship Id="rId4" Type="http://schemas.openxmlformats.org/officeDocument/2006/relationships/image" Target="../media/image1.emf"/><Relationship Id="rId9" Type="http://schemas.openxmlformats.org/officeDocument/2006/relationships/slide" Target="slide43.xml"/></Relationships>
</file>

<file path=ppt/slides/_rels/slide3.xml.rels><?xml version="1.0" encoding="UTF-8" standalone="yes"?>
<Relationships xmlns="http://schemas.openxmlformats.org/package/2006/relationships"><Relationship Id="rId13" Type="http://schemas.openxmlformats.org/officeDocument/2006/relationships/slide" Target="slide14.xml"/><Relationship Id="rId18" Type="http://schemas.openxmlformats.org/officeDocument/2006/relationships/slide" Target="slide11.xml"/><Relationship Id="rId26" Type="http://schemas.openxmlformats.org/officeDocument/2006/relationships/slide" Target="slide38.xml"/><Relationship Id="rId21" Type="http://schemas.openxmlformats.org/officeDocument/2006/relationships/slide" Target="slide18.xml"/><Relationship Id="rId34" Type="http://schemas.openxmlformats.org/officeDocument/2006/relationships/slide" Target="slide27.xml"/><Relationship Id="rId7" Type="http://schemas.openxmlformats.org/officeDocument/2006/relationships/image" Target="../media/image24.jpeg"/><Relationship Id="rId12" Type="http://schemas.openxmlformats.org/officeDocument/2006/relationships/slide" Target="slide20.xml"/><Relationship Id="rId17" Type="http://schemas.openxmlformats.org/officeDocument/2006/relationships/slide" Target="slide10.xml"/><Relationship Id="rId25" Type="http://schemas.openxmlformats.org/officeDocument/2006/relationships/slide" Target="slide35.xml"/><Relationship Id="rId33" Type="http://schemas.openxmlformats.org/officeDocument/2006/relationships/slide" Target="slide29.xml"/><Relationship Id="rId38" Type="http://schemas.openxmlformats.org/officeDocument/2006/relationships/slide" Target="slide34.xml"/><Relationship Id="rId2" Type="http://schemas.openxmlformats.org/officeDocument/2006/relationships/tags" Target="../tags/tag49.xml"/><Relationship Id="rId16" Type="http://schemas.openxmlformats.org/officeDocument/2006/relationships/slide" Target="slide4.xml"/><Relationship Id="rId20" Type="http://schemas.openxmlformats.org/officeDocument/2006/relationships/slide" Target="slide8.xml"/><Relationship Id="rId29" Type="http://schemas.openxmlformats.org/officeDocument/2006/relationships/slide" Target="slide25.xml"/><Relationship Id="rId1" Type="http://schemas.openxmlformats.org/officeDocument/2006/relationships/tags" Target="../tags/tag48.xml"/><Relationship Id="rId6" Type="http://schemas.openxmlformats.org/officeDocument/2006/relationships/image" Target="../media/image1.emf"/><Relationship Id="rId11" Type="http://schemas.openxmlformats.org/officeDocument/2006/relationships/slide" Target="slide9.xml"/><Relationship Id="rId24" Type="http://schemas.openxmlformats.org/officeDocument/2006/relationships/slide" Target="slide32.xml"/><Relationship Id="rId32" Type="http://schemas.openxmlformats.org/officeDocument/2006/relationships/slide" Target="slide28.xml"/><Relationship Id="rId37" Type="http://schemas.openxmlformats.org/officeDocument/2006/relationships/slide" Target="slide39.xml"/><Relationship Id="rId5" Type="http://schemas.openxmlformats.org/officeDocument/2006/relationships/oleObject" Target="../embeddings/oleObject42.bin"/><Relationship Id="rId15" Type="http://schemas.openxmlformats.org/officeDocument/2006/relationships/slide" Target="slide31.xml"/><Relationship Id="rId23" Type="http://schemas.openxmlformats.org/officeDocument/2006/relationships/slide" Target="slide30.xml"/><Relationship Id="rId28" Type="http://schemas.openxmlformats.org/officeDocument/2006/relationships/slide" Target="slide24.xml"/><Relationship Id="rId36" Type="http://schemas.openxmlformats.org/officeDocument/2006/relationships/slide" Target="slide33.xml"/><Relationship Id="rId10" Type="http://schemas.openxmlformats.org/officeDocument/2006/relationships/slide" Target="slide5.xml"/><Relationship Id="rId19" Type="http://schemas.openxmlformats.org/officeDocument/2006/relationships/slide" Target="slide13.xml"/><Relationship Id="rId31" Type="http://schemas.openxmlformats.org/officeDocument/2006/relationships/slide" Target="slide19.xml"/><Relationship Id="rId4" Type="http://schemas.openxmlformats.org/officeDocument/2006/relationships/slideLayout" Target="../slideLayouts/slideLayout49.xml"/><Relationship Id="rId9" Type="http://schemas.openxmlformats.org/officeDocument/2006/relationships/image" Target="../media/image25.jpeg"/><Relationship Id="rId14" Type="http://schemas.openxmlformats.org/officeDocument/2006/relationships/slide" Target="slide16.xml"/><Relationship Id="rId22" Type="http://schemas.openxmlformats.org/officeDocument/2006/relationships/slide" Target="slide26.xml"/><Relationship Id="rId27" Type="http://schemas.openxmlformats.org/officeDocument/2006/relationships/slide" Target="slide22.xml"/><Relationship Id="rId30" Type="http://schemas.openxmlformats.org/officeDocument/2006/relationships/slide" Target="slide21.xml"/><Relationship Id="rId35" Type="http://schemas.openxmlformats.org/officeDocument/2006/relationships/slide" Target="slide40.xml"/><Relationship Id="rId8" Type="http://schemas.openxmlformats.org/officeDocument/2006/relationships/slide" Target="slide44.xml"/><Relationship Id="rId3" Type="http://schemas.openxmlformats.org/officeDocument/2006/relationships/tags" Target="../tags/tag50.xml"/></Relationships>
</file>

<file path=ppt/slides/_rels/slide4.xml.rels><?xml version="1.0" encoding="UTF-8" standalone="yes"?>
<Relationships xmlns="http://schemas.openxmlformats.org/package/2006/relationships"><Relationship Id="rId8" Type="http://schemas.openxmlformats.org/officeDocument/2006/relationships/slide" Target="slide16.xml"/><Relationship Id="rId3" Type="http://schemas.openxmlformats.org/officeDocument/2006/relationships/oleObject" Target="../embeddings/oleObject43.bin"/><Relationship Id="rId7" Type="http://schemas.openxmlformats.org/officeDocument/2006/relationships/slide" Target="slide14.xml"/><Relationship Id="rId2" Type="http://schemas.openxmlformats.org/officeDocument/2006/relationships/slideLayout" Target="../slideLayouts/slideLayout10.xml"/><Relationship Id="rId1" Type="http://schemas.openxmlformats.org/officeDocument/2006/relationships/tags" Target="../tags/tag51.xml"/><Relationship Id="rId6" Type="http://schemas.openxmlformats.org/officeDocument/2006/relationships/slide" Target="slide9.xml"/><Relationship Id="rId5" Type="http://schemas.openxmlformats.org/officeDocument/2006/relationships/slide" Target="slide5.xml"/><Relationship Id="rId10" Type="http://schemas.openxmlformats.org/officeDocument/2006/relationships/slide" Target="slide31.xml"/><Relationship Id="rId4" Type="http://schemas.openxmlformats.org/officeDocument/2006/relationships/image" Target="../media/image1.emf"/><Relationship Id="rId9" Type="http://schemas.openxmlformats.org/officeDocument/2006/relationships/slide" Target="slide20.xml"/></Relationships>
</file>

<file path=ppt/slides/_rels/slide5.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5.xml"/><Relationship Id="rId3" Type="http://schemas.openxmlformats.org/officeDocument/2006/relationships/notesSlide" Target="../notesSlides/notesSlide1.xml"/><Relationship Id="rId7" Type="http://schemas.openxmlformats.org/officeDocument/2006/relationships/slide" Target="slide8.xml"/><Relationship Id="rId12" Type="http://schemas.openxmlformats.org/officeDocument/2006/relationships/slide" Target="slide32.xml"/><Relationship Id="rId2" Type="http://schemas.openxmlformats.org/officeDocument/2006/relationships/slideLayout" Target="../slideLayouts/slideLayout46.xml"/><Relationship Id="rId1" Type="http://schemas.openxmlformats.org/officeDocument/2006/relationships/tags" Target="../tags/tag52.xml"/><Relationship Id="rId6" Type="http://schemas.openxmlformats.org/officeDocument/2006/relationships/slide" Target="slide38.xml"/><Relationship Id="rId11" Type="http://schemas.openxmlformats.org/officeDocument/2006/relationships/slide" Target="slide18.xml"/><Relationship Id="rId5" Type="http://schemas.openxmlformats.org/officeDocument/2006/relationships/image" Target="../media/image1.emf"/><Relationship Id="rId10" Type="http://schemas.openxmlformats.org/officeDocument/2006/relationships/slide" Target="slide4.xml"/><Relationship Id="rId4" Type="http://schemas.openxmlformats.org/officeDocument/2006/relationships/oleObject" Target="../embeddings/oleObject44.bin"/><Relationship Id="rId9" Type="http://schemas.openxmlformats.org/officeDocument/2006/relationships/slide" Target="slide30.xml"/></Relationships>
</file>

<file path=ppt/slides/_rels/slide6.xml.rels><?xml version="1.0" encoding="UTF-8" standalone="yes"?>
<Relationships xmlns="http://schemas.openxmlformats.org/package/2006/relationships"><Relationship Id="rId8" Type="http://schemas.openxmlformats.org/officeDocument/2006/relationships/slide" Target="slide30.xml"/><Relationship Id="rId3" Type="http://schemas.openxmlformats.org/officeDocument/2006/relationships/oleObject" Target="../embeddings/oleObject45.bin"/><Relationship Id="rId7" Type="http://schemas.openxmlformats.org/officeDocument/2006/relationships/slide" Target="slide26.xml"/><Relationship Id="rId12" Type="http://schemas.openxmlformats.org/officeDocument/2006/relationships/slide" Target="slide35.xml"/><Relationship Id="rId2" Type="http://schemas.openxmlformats.org/officeDocument/2006/relationships/slideLayout" Target="../slideLayouts/slideLayout15.xml"/><Relationship Id="rId1" Type="http://schemas.openxmlformats.org/officeDocument/2006/relationships/tags" Target="../tags/tag53.xml"/><Relationship Id="rId6" Type="http://schemas.openxmlformats.org/officeDocument/2006/relationships/slide" Target="slide8.xml"/><Relationship Id="rId11" Type="http://schemas.openxmlformats.org/officeDocument/2006/relationships/slide" Target="slide32.xml"/><Relationship Id="rId5" Type="http://schemas.openxmlformats.org/officeDocument/2006/relationships/slide" Target="slide38.xml"/><Relationship Id="rId10" Type="http://schemas.openxmlformats.org/officeDocument/2006/relationships/slide" Target="slide18.xml"/><Relationship Id="rId4" Type="http://schemas.openxmlformats.org/officeDocument/2006/relationships/image" Target="../media/image1.emf"/><Relationship Id="rId9" Type="http://schemas.openxmlformats.org/officeDocument/2006/relationships/slide" Target="slide4.xml"/></Relationships>
</file>

<file path=ppt/slides/_rels/slide7.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5.xml"/><Relationship Id="rId3" Type="http://schemas.openxmlformats.org/officeDocument/2006/relationships/slideLayout" Target="../slideLayouts/slideLayout23.xml"/><Relationship Id="rId7" Type="http://schemas.openxmlformats.org/officeDocument/2006/relationships/slide" Target="slide8.xml"/><Relationship Id="rId12" Type="http://schemas.openxmlformats.org/officeDocument/2006/relationships/slide" Target="slide32.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slide" Target="slide38.xml"/><Relationship Id="rId11" Type="http://schemas.openxmlformats.org/officeDocument/2006/relationships/slide" Target="slide18.xml"/><Relationship Id="rId5" Type="http://schemas.openxmlformats.org/officeDocument/2006/relationships/image" Target="../media/image1.emf"/><Relationship Id="rId10" Type="http://schemas.openxmlformats.org/officeDocument/2006/relationships/slide" Target="slide4.xml"/><Relationship Id="rId4" Type="http://schemas.openxmlformats.org/officeDocument/2006/relationships/oleObject" Target="../embeddings/oleObject46.bin"/><Relationship Id="rId9" Type="http://schemas.openxmlformats.org/officeDocument/2006/relationships/slide" Target="slide30.xml"/></Relationships>
</file>

<file path=ppt/slides/_rels/slide8.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oleObject" Target="../embeddings/oleObject47.bin"/><Relationship Id="rId7" Type="http://schemas.openxmlformats.org/officeDocument/2006/relationships/slide" Target="slide11.xml"/><Relationship Id="rId2" Type="http://schemas.openxmlformats.org/officeDocument/2006/relationships/slideLayout" Target="../slideLayouts/slideLayout10.xml"/><Relationship Id="rId1" Type="http://schemas.openxmlformats.org/officeDocument/2006/relationships/tags" Target="../tags/tag56.xml"/><Relationship Id="rId6" Type="http://schemas.openxmlformats.org/officeDocument/2006/relationships/slide" Target="slide10.xml"/><Relationship Id="rId5" Type="http://schemas.openxmlformats.org/officeDocument/2006/relationships/slide" Target="slide9.xml"/><Relationship Id="rId4" Type="http://schemas.openxmlformats.org/officeDocument/2006/relationships/image" Target="../media/image1.emf"/><Relationship Id="rId9" Type="http://schemas.openxmlformats.org/officeDocument/2006/relationships/slide" Target="slide16.xml"/></Relationships>
</file>

<file path=ppt/slides/_rels/slide9.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5.xml"/><Relationship Id="rId3" Type="http://schemas.openxmlformats.org/officeDocument/2006/relationships/slideLayout" Target="../slideLayouts/slideLayout32.xml"/><Relationship Id="rId7" Type="http://schemas.openxmlformats.org/officeDocument/2006/relationships/slide" Target="slide8.xml"/><Relationship Id="rId12" Type="http://schemas.openxmlformats.org/officeDocument/2006/relationships/slide" Target="slide32.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slide" Target="slide38.xml"/><Relationship Id="rId11" Type="http://schemas.openxmlformats.org/officeDocument/2006/relationships/slide" Target="slide18.xml"/><Relationship Id="rId5" Type="http://schemas.openxmlformats.org/officeDocument/2006/relationships/image" Target="../media/image1.emf"/><Relationship Id="rId10" Type="http://schemas.openxmlformats.org/officeDocument/2006/relationships/slide" Target="slide4.xml"/><Relationship Id="rId4" Type="http://schemas.openxmlformats.org/officeDocument/2006/relationships/oleObject" Target="../embeddings/oleObject48.bin"/><Relationship Id="rId9" Type="http://schemas.openxmlformats.org/officeDocument/2006/relationships/slide" Target="slide30.xml"/></Relationships>
</file>

<file path=ppt/slides/_rels/slide10.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5.xml"/><Relationship Id="rId3" Type="http://schemas.openxmlformats.org/officeDocument/2006/relationships/slideLayout" Target="../slideLayouts/slideLayout34.xml"/><Relationship Id="rId7" Type="http://schemas.openxmlformats.org/officeDocument/2006/relationships/slide" Target="slide8.xml"/><Relationship Id="rId12" Type="http://schemas.openxmlformats.org/officeDocument/2006/relationships/slide" Target="slide32.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 Target="slide38.xml"/><Relationship Id="rId11" Type="http://schemas.openxmlformats.org/officeDocument/2006/relationships/slide" Target="slide18.xml"/><Relationship Id="rId5" Type="http://schemas.openxmlformats.org/officeDocument/2006/relationships/image" Target="../media/image1.emf"/><Relationship Id="rId10" Type="http://schemas.openxmlformats.org/officeDocument/2006/relationships/slide" Target="slide4.xml"/><Relationship Id="rId4" Type="http://schemas.openxmlformats.org/officeDocument/2006/relationships/oleObject" Target="../embeddings/oleObject49.bin"/><Relationship Id="rId9" Type="http://schemas.openxmlformats.org/officeDocument/2006/relationships/slide" Target="slide30.xml"/></Relationships>
</file>

<file path=ppt/slides/_rels/slide11.xml.rels><?xml version="1.0" encoding="UTF-8" standalone="yes"?>
<Relationships xmlns="http://schemas.openxmlformats.org/package/2006/relationships"><Relationship Id="rId8" Type="http://schemas.openxmlformats.org/officeDocument/2006/relationships/slide" Target="slide8.xml"/><Relationship Id="rId13" Type="http://schemas.openxmlformats.org/officeDocument/2006/relationships/slide" Target="slide32.xml"/><Relationship Id="rId3" Type="http://schemas.openxmlformats.org/officeDocument/2006/relationships/slideLayout" Target="../slideLayouts/slideLayout40.xml"/><Relationship Id="rId7" Type="http://schemas.openxmlformats.org/officeDocument/2006/relationships/slide" Target="slide38.xml"/><Relationship Id="rId12" Type="http://schemas.openxmlformats.org/officeDocument/2006/relationships/slide" Target="slide18.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image" Target="../media/image1.emf"/><Relationship Id="rId11" Type="http://schemas.openxmlformats.org/officeDocument/2006/relationships/slide" Target="slide4.xml"/><Relationship Id="rId5" Type="http://schemas.openxmlformats.org/officeDocument/2006/relationships/oleObject" Target="../embeddings/oleObject50.bin"/><Relationship Id="rId10" Type="http://schemas.openxmlformats.org/officeDocument/2006/relationships/slide" Target="slide30.xml"/><Relationship Id="rId4" Type="http://schemas.openxmlformats.org/officeDocument/2006/relationships/notesSlide" Target="../notesSlides/notesSlide2.xml"/><Relationship Id="rId9" Type="http://schemas.openxmlformats.org/officeDocument/2006/relationships/slide" Target="slide26.xml"/><Relationship Id="rId14" Type="http://schemas.openxmlformats.org/officeDocument/2006/relationships/slide" Target="slide35.xml"/></Relationships>
</file>

<file path=ppt/slides/_rels/slide12.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5.xml"/><Relationship Id="rId3" Type="http://schemas.openxmlformats.org/officeDocument/2006/relationships/slideLayout" Target="../slideLayouts/slideLayout40.xml"/><Relationship Id="rId7" Type="http://schemas.openxmlformats.org/officeDocument/2006/relationships/slide" Target="slide8.xml"/><Relationship Id="rId12" Type="http://schemas.openxmlformats.org/officeDocument/2006/relationships/slide" Target="slide32.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slide" Target="slide38.xml"/><Relationship Id="rId11" Type="http://schemas.openxmlformats.org/officeDocument/2006/relationships/slide" Target="slide18.xml"/><Relationship Id="rId5" Type="http://schemas.openxmlformats.org/officeDocument/2006/relationships/image" Target="../media/image1.emf"/><Relationship Id="rId10" Type="http://schemas.openxmlformats.org/officeDocument/2006/relationships/slide" Target="slide4.xml"/><Relationship Id="rId4" Type="http://schemas.openxmlformats.org/officeDocument/2006/relationships/oleObject" Target="../embeddings/oleObject50.bin"/><Relationship Id="rId9" Type="http://schemas.openxmlformats.org/officeDocument/2006/relationships/slide" Target="slide30.xml"/></Relationships>
</file>

<file path=ppt/slides/_rels/slide13.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5.xml"/><Relationship Id="rId3" Type="http://schemas.openxmlformats.org/officeDocument/2006/relationships/slideLayout" Target="../slideLayouts/slideLayout31.xml"/><Relationship Id="rId7" Type="http://schemas.openxmlformats.org/officeDocument/2006/relationships/slide" Target="slide8.xml"/><Relationship Id="rId12" Type="http://schemas.openxmlformats.org/officeDocument/2006/relationships/slide" Target="slide32.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slide" Target="slide38.xml"/><Relationship Id="rId11" Type="http://schemas.openxmlformats.org/officeDocument/2006/relationships/slide" Target="slide18.xml"/><Relationship Id="rId5" Type="http://schemas.openxmlformats.org/officeDocument/2006/relationships/image" Target="../media/image1.emf"/><Relationship Id="rId10" Type="http://schemas.openxmlformats.org/officeDocument/2006/relationships/slide" Target="slide4.xml"/><Relationship Id="rId4" Type="http://schemas.openxmlformats.org/officeDocument/2006/relationships/oleObject" Target="../embeddings/oleObject51.bin"/><Relationship Id="rId9" Type="http://schemas.openxmlformats.org/officeDocument/2006/relationships/slide" Target="slide30.xml"/></Relationships>
</file>

<file path=ppt/slides/_rels/slide14.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5.xml"/><Relationship Id="rId3" Type="http://schemas.openxmlformats.org/officeDocument/2006/relationships/slideLayout" Target="../slideLayouts/slideLayout31.xml"/><Relationship Id="rId7" Type="http://schemas.openxmlformats.org/officeDocument/2006/relationships/slide" Target="slide8.xml"/><Relationship Id="rId12" Type="http://schemas.openxmlformats.org/officeDocument/2006/relationships/slide" Target="slide32.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slide" Target="slide38.xml"/><Relationship Id="rId11" Type="http://schemas.openxmlformats.org/officeDocument/2006/relationships/slide" Target="slide18.xml"/><Relationship Id="rId5" Type="http://schemas.openxmlformats.org/officeDocument/2006/relationships/image" Target="../media/image1.emf"/><Relationship Id="rId10" Type="http://schemas.openxmlformats.org/officeDocument/2006/relationships/slide" Target="slide4.xml"/><Relationship Id="rId4" Type="http://schemas.openxmlformats.org/officeDocument/2006/relationships/oleObject" Target="../embeddings/oleObject51.bin"/><Relationship Id="rId9" Type="http://schemas.openxmlformats.org/officeDocument/2006/relationships/slide" Target="slide30.xml"/></Relationships>
</file>

<file path=ppt/slides/_rels/slide15.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5.xml"/><Relationship Id="rId3" Type="http://schemas.openxmlformats.org/officeDocument/2006/relationships/slideLayout" Target="../slideLayouts/slideLayout31.xml"/><Relationship Id="rId7" Type="http://schemas.openxmlformats.org/officeDocument/2006/relationships/slide" Target="slide8.xml"/><Relationship Id="rId12" Type="http://schemas.openxmlformats.org/officeDocument/2006/relationships/slide" Target="slide32.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slide" Target="slide38.xml"/><Relationship Id="rId11" Type="http://schemas.openxmlformats.org/officeDocument/2006/relationships/slide" Target="slide18.xml"/><Relationship Id="rId5" Type="http://schemas.openxmlformats.org/officeDocument/2006/relationships/image" Target="../media/image1.emf"/><Relationship Id="rId10" Type="http://schemas.openxmlformats.org/officeDocument/2006/relationships/slide" Target="slide4.xml"/><Relationship Id="rId4" Type="http://schemas.openxmlformats.org/officeDocument/2006/relationships/oleObject" Target="../embeddings/oleObject51.bin"/><Relationship Id="rId9" Type="http://schemas.openxmlformats.org/officeDocument/2006/relationships/slide" Target="slide30.xml"/></Relationships>
</file>

<file path=ppt/slides/_rels/slide16.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5.xml"/><Relationship Id="rId3" Type="http://schemas.openxmlformats.org/officeDocument/2006/relationships/slideLayout" Target="../slideLayouts/slideLayout31.xml"/><Relationship Id="rId7" Type="http://schemas.openxmlformats.org/officeDocument/2006/relationships/slide" Target="slide8.xml"/><Relationship Id="rId12" Type="http://schemas.openxmlformats.org/officeDocument/2006/relationships/slide" Target="slide32.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slide" Target="slide38.xml"/><Relationship Id="rId11" Type="http://schemas.openxmlformats.org/officeDocument/2006/relationships/slide" Target="slide18.xml"/><Relationship Id="rId5" Type="http://schemas.openxmlformats.org/officeDocument/2006/relationships/image" Target="../media/image1.emf"/><Relationship Id="rId10" Type="http://schemas.openxmlformats.org/officeDocument/2006/relationships/slide" Target="slide4.xml"/><Relationship Id="rId4" Type="http://schemas.openxmlformats.org/officeDocument/2006/relationships/oleObject" Target="../embeddings/oleObject51.bin"/><Relationship Id="rId9" Type="http://schemas.openxmlformats.org/officeDocument/2006/relationships/slide" Target="slide30.xml"/></Relationships>
</file>

<file path=ppt/slides/_rels/slide17.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5.xml"/><Relationship Id="rId3" Type="http://schemas.openxmlformats.org/officeDocument/2006/relationships/slideLayout" Target="../slideLayouts/slideLayout31.xml"/><Relationship Id="rId7" Type="http://schemas.openxmlformats.org/officeDocument/2006/relationships/slide" Target="slide8.xml"/><Relationship Id="rId12" Type="http://schemas.openxmlformats.org/officeDocument/2006/relationships/slide" Target="slide32.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slide" Target="slide38.xml"/><Relationship Id="rId11" Type="http://schemas.openxmlformats.org/officeDocument/2006/relationships/slide" Target="slide18.xml"/><Relationship Id="rId5" Type="http://schemas.openxmlformats.org/officeDocument/2006/relationships/image" Target="../media/image1.emf"/><Relationship Id="rId10" Type="http://schemas.openxmlformats.org/officeDocument/2006/relationships/slide" Target="slide4.xml"/><Relationship Id="rId4" Type="http://schemas.openxmlformats.org/officeDocument/2006/relationships/oleObject" Target="../embeddings/oleObject51.bin"/><Relationship Id="rId9" Type="http://schemas.openxmlformats.org/officeDocument/2006/relationships/slide" Target="slide30.xml"/></Relationships>
</file>

<file path=ppt/slides/_rels/slide18.xml.rels><?xml version="1.0" encoding="UTF-8" standalone="yes"?>
<Relationships xmlns="http://schemas.openxmlformats.org/package/2006/relationships"><Relationship Id="rId8" Type="http://schemas.openxmlformats.org/officeDocument/2006/relationships/slide" Target="slide22.xml"/><Relationship Id="rId3" Type="http://schemas.openxmlformats.org/officeDocument/2006/relationships/oleObject" Target="../embeddings/oleObject52.bin"/><Relationship Id="rId7" Type="http://schemas.openxmlformats.org/officeDocument/2006/relationships/slide" Target="slide21.xml"/><Relationship Id="rId2" Type="http://schemas.openxmlformats.org/officeDocument/2006/relationships/slideLayout" Target="../slideLayouts/slideLayout10.xml"/><Relationship Id="rId1" Type="http://schemas.openxmlformats.org/officeDocument/2006/relationships/tags" Target="../tags/tag75.xml"/><Relationship Id="rId6" Type="http://schemas.openxmlformats.org/officeDocument/2006/relationships/slide" Target="slide20.xml"/><Relationship Id="rId5" Type="http://schemas.openxmlformats.org/officeDocument/2006/relationships/slide" Target="slide19.xml"/><Relationship Id="rId10" Type="http://schemas.openxmlformats.org/officeDocument/2006/relationships/slide" Target="slide25.xml"/><Relationship Id="rId4" Type="http://schemas.openxmlformats.org/officeDocument/2006/relationships/image" Target="../media/image1.emf"/><Relationship Id="rId9" Type="http://schemas.openxmlformats.org/officeDocument/2006/relationships/slide" Target="slide24.xml"/></Relationships>
</file>

<file path=ppt/slides/_rels/slide19.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5.xml"/><Relationship Id="rId3" Type="http://schemas.openxmlformats.org/officeDocument/2006/relationships/slideLayout" Target="../slideLayouts/slideLayout35.xml"/><Relationship Id="rId7" Type="http://schemas.openxmlformats.org/officeDocument/2006/relationships/slide" Target="slide8.xml"/><Relationship Id="rId12" Type="http://schemas.openxmlformats.org/officeDocument/2006/relationships/slide" Target="slide32.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slide" Target="slide38.xml"/><Relationship Id="rId11" Type="http://schemas.openxmlformats.org/officeDocument/2006/relationships/slide" Target="slide18.xml"/><Relationship Id="rId5" Type="http://schemas.openxmlformats.org/officeDocument/2006/relationships/image" Target="../media/image1.emf"/><Relationship Id="rId10" Type="http://schemas.openxmlformats.org/officeDocument/2006/relationships/slide" Target="slide4.xml"/><Relationship Id="rId4" Type="http://schemas.openxmlformats.org/officeDocument/2006/relationships/oleObject" Target="../embeddings/oleObject51.bin"/><Relationship Id="rId9" Type="http://schemas.openxmlformats.org/officeDocument/2006/relationships/slide" Target="slide30.xml"/></Relationships>
</file>

<file path=ppt/slides/_rels/slide20.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5.xml"/><Relationship Id="rId3" Type="http://schemas.openxmlformats.org/officeDocument/2006/relationships/slideLayout" Target="../slideLayouts/slideLayout35.xml"/><Relationship Id="rId7" Type="http://schemas.openxmlformats.org/officeDocument/2006/relationships/slide" Target="slide8.xml"/><Relationship Id="rId12" Type="http://schemas.openxmlformats.org/officeDocument/2006/relationships/slide" Target="slide32.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slide" Target="slide38.xml"/><Relationship Id="rId11" Type="http://schemas.openxmlformats.org/officeDocument/2006/relationships/slide" Target="slide18.xml"/><Relationship Id="rId5" Type="http://schemas.openxmlformats.org/officeDocument/2006/relationships/image" Target="../media/image1.emf"/><Relationship Id="rId10" Type="http://schemas.openxmlformats.org/officeDocument/2006/relationships/slide" Target="slide4.xml"/><Relationship Id="rId4" Type="http://schemas.openxmlformats.org/officeDocument/2006/relationships/oleObject" Target="../embeddings/oleObject51.bin"/><Relationship Id="rId9" Type="http://schemas.openxmlformats.org/officeDocument/2006/relationships/slide" Target="slide30.xml"/></Relationships>
</file>

<file path=ppt/slides/_rels/slide21.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5.xml"/><Relationship Id="rId3" Type="http://schemas.openxmlformats.org/officeDocument/2006/relationships/slideLayout" Target="../slideLayouts/slideLayout35.xml"/><Relationship Id="rId7" Type="http://schemas.openxmlformats.org/officeDocument/2006/relationships/slide" Target="slide8.xml"/><Relationship Id="rId12" Type="http://schemas.openxmlformats.org/officeDocument/2006/relationships/slide" Target="slide32.xml"/><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slide" Target="slide38.xml"/><Relationship Id="rId11" Type="http://schemas.openxmlformats.org/officeDocument/2006/relationships/slide" Target="slide18.xml"/><Relationship Id="rId5" Type="http://schemas.openxmlformats.org/officeDocument/2006/relationships/image" Target="../media/image1.emf"/><Relationship Id="rId10" Type="http://schemas.openxmlformats.org/officeDocument/2006/relationships/slide" Target="slide4.xml"/><Relationship Id="rId4" Type="http://schemas.openxmlformats.org/officeDocument/2006/relationships/oleObject" Target="../embeddings/oleObject51.bin"/><Relationship Id="rId9" Type="http://schemas.openxmlformats.org/officeDocument/2006/relationships/slide" Target="slide30.xml"/></Relationships>
</file>

<file path=ppt/slides/_rels/slide22.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5.xml"/><Relationship Id="rId3" Type="http://schemas.openxmlformats.org/officeDocument/2006/relationships/slideLayout" Target="../slideLayouts/slideLayout40.xml"/><Relationship Id="rId7" Type="http://schemas.openxmlformats.org/officeDocument/2006/relationships/slide" Target="slide8.xml"/><Relationship Id="rId12" Type="http://schemas.openxmlformats.org/officeDocument/2006/relationships/slide" Target="slide32.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slide" Target="slide38.xml"/><Relationship Id="rId11" Type="http://schemas.openxmlformats.org/officeDocument/2006/relationships/slide" Target="slide18.xml"/><Relationship Id="rId5" Type="http://schemas.openxmlformats.org/officeDocument/2006/relationships/image" Target="../media/image1.emf"/><Relationship Id="rId10" Type="http://schemas.openxmlformats.org/officeDocument/2006/relationships/slide" Target="slide4.xml"/><Relationship Id="rId4" Type="http://schemas.openxmlformats.org/officeDocument/2006/relationships/oleObject" Target="../embeddings/oleObject50.bin"/><Relationship Id="rId9" Type="http://schemas.openxmlformats.org/officeDocument/2006/relationships/slide" Target="slide30.xml"/></Relationships>
</file>

<file path=ppt/slides/_rels/slide23.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5.xml"/><Relationship Id="rId3" Type="http://schemas.openxmlformats.org/officeDocument/2006/relationships/slideLayout" Target="../slideLayouts/slideLayout40.xml"/><Relationship Id="rId7" Type="http://schemas.openxmlformats.org/officeDocument/2006/relationships/slide" Target="slide8.xml"/><Relationship Id="rId12" Type="http://schemas.openxmlformats.org/officeDocument/2006/relationships/slide" Target="slide32.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slide" Target="slide38.xml"/><Relationship Id="rId11" Type="http://schemas.openxmlformats.org/officeDocument/2006/relationships/slide" Target="slide18.xml"/><Relationship Id="rId5" Type="http://schemas.openxmlformats.org/officeDocument/2006/relationships/image" Target="../media/image1.emf"/><Relationship Id="rId10" Type="http://schemas.openxmlformats.org/officeDocument/2006/relationships/slide" Target="slide4.xml"/><Relationship Id="rId4" Type="http://schemas.openxmlformats.org/officeDocument/2006/relationships/oleObject" Target="../embeddings/oleObject53.bin"/><Relationship Id="rId9" Type="http://schemas.openxmlformats.org/officeDocument/2006/relationships/slide" Target="slide30.xml"/></Relationships>
</file>

<file path=ppt/slides/_rels/slide24.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5.xml"/><Relationship Id="rId3" Type="http://schemas.openxmlformats.org/officeDocument/2006/relationships/slideLayout" Target="../slideLayouts/slideLayout49.xml"/><Relationship Id="rId7" Type="http://schemas.openxmlformats.org/officeDocument/2006/relationships/slide" Target="slide8.xml"/><Relationship Id="rId12" Type="http://schemas.openxmlformats.org/officeDocument/2006/relationships/slide" Target="slide32.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slide" Target="slide38.xml"/><Relationship Id="rId11" Type="http://schemas.openxmlformats.org/officeDocument/2006/relationships/slide" Target="slide18.xml"/><Relationship Id="rId5" Type="http://schemas.openxmlformats.org/officeDocument/2006/relationships/image" Target="../media/image1.emf"/><Relationship Id="rId10" Type="http://schemas.openxmlformats.org/officeDocument/2006/relationships/slide" Target="slide4.xml"/><Relationship Id="rId4" Type="http://schemas.openxmlformats.org/officeDocument/2006/relationships/oleObject" Target="../embeddings/oleObject54.bin"/><Relationship Id="rId9" Type="http://schemas.openxmlformats.org/officeDocument/2006/relationships/slide" Target="slide30.xml"/></Relationships>
</file>

<file path=ppt/slides/_rels/slide25.xml.rels><?xml version="1.0" encoding="UTF-8" standalone="yes"?>
<Relationships xmlns="http://schemas.openxmlformats.org/package/2006/relationships"><Relationship Id="rId8" Type="http://schemas.openxmlformats.org/officeDocument/2006/relationships/slide" Target="slide8.xml"/><Relationship Id="rId13" Type="http://schemas.openxmlformats.org/officeDocument/2006/relationships/slide" Target="slide32.xml"/><Relationship Id="rId3" Type="http://schemas.openxmlformats.org/officeDocument/2006/relationships/slideLayout" Target="../slideLayouts/slideLayout48.xml"/><Relationship Id="rId7" Type="http://schemas.openxmlformats.org/officeDocument/2006/relationships/slide" Target="slide38.xml"/><Relationship Id="rId12" Type="http://schemas.openxmlformats.org/officeDocument/2006/relationships/slide" Target="slide18.xml"/><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image" Target="../media/image1.emf"/><Relationship Id="rId11" Type="http://schemas.openxmlformats.org/officeDocument/2006/relationships/slide" Target="slide4.xml"/><Relationship Id="rId5" Type="http://schemas.openxmlformats.org/officeDocument/2006/relationships/oleObject" Target="../embeddings/oleObject55.bin"/><Relationship Id="rId10" Type="http://schemas.openxmlformats.org/officeDocument/2006/relationships/slide" Target="slide30.xml"/><Relationship Id="rId4" Type="http://schemas.openxmlformats.org/officeDocument/2006/relationships/notesSlide" Target="../notesSlides/notesSlide3.xml"/><Relationship Id="rId9" Type="http://schemas.openxmlformats.org/officeDocument/2006/relationships/slide" Target="slide26.xml"/><Relationship Id="rId14" Type="http://schemas.openxmlformats.org/officeDocument/2006/relationships/slide" Target="slide35.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56.bin"/><Relationship Id="rId7" Type="http://schemas.openxmlformats.org/officeDocument/2006/relationships/slide" Target="slide29.xml"/><Relationship Id="rId2" Type="http://schemas.openxmlformats.org/officeDocument/2006/relationships/slideLayout" Target="../slideLayouts/slideLayout10.xml"/><Relationship Id="rId1" Type="http://schemas.openxmlformats.org/officeDocument/2006/relationships/tags" Target="../tags/tag90.xml"/><Relationship Id="rId6" Type="http://schemas.openxmlformats.org/officeDocument/2006/relationships/slide" Target="slide28.xml"/><Relationship Id="rId5" Type="http://schemas.openxmlformats.org/officeDocument/2006/relationships/slide" Target="slide27.xml"/><Relationship Id="rId4" Type="http://schemas.openxmlformats.org/officeDocument/2006/relationships/image" Target="../media/image1.emf"/></Relationships>
</file>

<file path=ppt/slides/_rels/slide27.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5.xml"/><Relationship Id="rId3" Type="http://schemas.openxmlformats.org/officeDocument/2006/relationships/slideLayout" Target="../slideLayouts/slideLayout36.xml"/><Relationship Id="rId7" Type="http://schemas.openxmlformats.org/officeDocument/2006/relationships/slide" Target="slide8.xml"/><Relationship Id="rId12" Type="http://schemas.openxmlformats.org/officeDocument/2006/relationships/slide" Target="slide32.xml"/><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slide" Target="slide38.xml"/><Relationship Id="rId11" Type="http://schemas.openxmlformats.org/officeDocument/2006/relationships/slide" Target="slide18.xml"/><Relationship Id="rId5" Type="http://schemas.openxmlformats.org/officeDocument/2006/relationships/image" Target="../media/image1.emf"/><Relationship Id="rId10" Type="http://schemas.openxmlformats.org/officeDocument/2006/relationships/slide" Target="slide4.xml"/><Relationship Id="rId4" Type="http://schemas.openxmlformats.org/officeDocument/2006/relationships/oleObject" Target="../embeddings/oleObject53.bin"/><Relationship Id="rId9" Type="http://schemas.openxmlformats.org/officeDocument/2006/relationships/slide" Target="slide30.xml"/></Relationships>
</file>

<file path=ppt/slides/_rels/slide28.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5.xml"/><Relationship Id="rId3" Type="http://schemas.openxmlformats.org/officeDocument/2006/relationships/slideLayout" Target="../slideLayouts/slideLayout36.xml"/><Relationship Id="rId7" Type="http://schemas.openxmlformats.org/officeDocument/2006/relationships/slide" Target="slide8.xml"/><Relationship Id="rId12" Type="http://schemas.openxmlformats.org/officeDocument/2006/relationships/slide" Target="slide32.xml"/><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slide" Target="slide38.xml"/><Relationship Id="rId11" Type="http://schemas.openxmlformats.org/officeDocument/2006/relationships/slide" Target="slide18.xml"/><Relationship Id="rId5" Type="http://schemas.openxmlformats.org/officeDocument/2006/relationships/image" Target="../media/image1.emf"/><Relationship Id="rId10" Type="http://schemas.openxmlformats.org/officeDocument/2006/relationships/slide" Target="slide4.xml"/><Relationship Id="rId4" Type="http://schemas.openxmlformats.org/officeDocument/2006/relationships/oleObject" Target="../embeddings/oleObject48.bin"/><Relationship Id="rId9" Type="http://schemas.openxmlformats.org/officeDocument/2006/relationships/slide" Target="slide30.xml"/></Relationships>
</file>

<file path=ppt/slides/_rels/slide29.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5.xml"/><Relationship Id="rId3" Type="http://schemas.openxmlformats.org/officeDocument/2006/relationships/slideLayout" Target="../slideLayouts/slideLayout32.xml"/><Relationship Id="rId7" Type="http://schemas.openxmlformats.org/officeDocument/2006/relationships/slide" Target="slide8.xml"/><Relationship Id="rId12" Type="http://schemas.openxmlformats.org/officeDocument/2006/relationships/slide" Target="slide32.xml"/><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slide" Target="slide38.xml"/><Relationship Id="rId11" Type="http://schemas.openxmlformats.org/officeDocument/2006/relationships/slide" Target="slide18.xml"/><Relationship Id="rId5" Type="http://schemas.openxmlformats.org/officeDocument/2006/relationships/image" Target="../media/image1.emf"/><Relationship Id="rId10" Type="http://schemas.openxmlformats.org/officeDocument/2006/relationships/slide" Target="slide4.xml"/><Relationship Id="rId4" Type="http://schemas.openxmlformats.org/officeDocument/2006/relationships/oleObject" Target="../embeddings/oleObject57.bin"/><Relationship Id="rId9" Type="http://schemas.openxmlformats.org/officeDocument/2006/relationships/slide" Target="slide30.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Layout" Target="../slideLayouts/slideLayout10.xml"/><Relationship Id="rId1" Type="http://schemas.openxmlformats.org/officeDocument/2006/relationships/tags" Target="../tags/tag97.xml"/><Relationship Id="rId5" Type="http://schemas.openxmlformats.org/officeDocument/2006/relationships/slide" Target="slide31.xml"/><Relationship Id="rId4" Type="http://schemas.openxmlformats.org/officeDocument/2006/relationships/image" Target="../media/image1.emf"/></Relationships>
</file>

<file path=ppt/slides/_rels/slide31.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5.xml"/><Relationship Id="rId3" Type="http://schemas.openxmlformats.org/officeDocument/2006/relationships/slideLayout" Target="../slideLayouts/slideLayout39.xml"/><Relationship Id="rId7" Type="http://schemas.openxmlformats.org/officeDocument/2006/relationships/slide" Target="slide8.xml"/><Relationship Id="rId12" Type="http://schemas.openxmlformats.org/officeDocument/2006/relationships/slide" Target="slide32.xml"/><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slide" Target="slide38.xml"/><Relationship Id="rId11" Type="http://schemas.openxmlformats.org/officeDocument/2006/relationships/slide" Target="slide18.xml"/><Relationship Id="rId5" Type="http://schemas.openxmlformats.org/officeDocument/2006/relationships/image" Target="../media/image1.emf"/><Relationship Id="rId10" Type="http://schemas.openxmlformats.org/officeDocument/2006/relationships/slide" Target="slide4.xml"/><Relationship Id="rId4" Type="http://schemas.openxmlformats.org/officeDocument/2006/relationships/oleObject" Target="../embeddings/oleObject59.bin"/><Relationship Id="rId9" Type="http://schemas.openxmlformats.org/officeDocument/2006/relationships/slide" Target="slide30.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Layout" Target="../slideLayouts/slideLayout10.xml"/><Relationship Id="rId1" Type="http://schemas.openxmlformats.org/officeDocument/2006/relationships/tags" Target="../tags/tag100.xml"/><Relationship Id="rId6" Type="http://schemas.openxmlformats.org/officeDocument/2006/relationships/slide" Target="slide34.xml"/><Relationship Id="rId5" Type="http://schemas.openxmlformats.org/officeDocument/2006/relationships/slide" Target="slide33.xml"/><Relationship Id="rId4" Type="http://schemas.openxmlformats.org/officeDocument/2006/relationships/image" Target="../media/image1.emf"/></Relationships>
</file>

<file path=ppt/slides/_rels/slide33.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5.xml"/><Relationship Id="rId3" Type="http://schemas.openxmlformats.org/officeDocument/2006/relationships/slideLayout" Target="../slideLayouts/slideLayout41.xml"/><Relationship Id="rId7" Type="http://schemas.openxmlformats.org/officeDocument/2006/relationships/slide" Target="slide8.xml"/><Relationship Id="rId12" Type="http://schemas.openxmlformats.org/officeDocument/2006/relationships/slide" Target="slide32.xml"/><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slide" Target="slide38.xml"/><Relationship Id="rId11" Type="http://schemas.openxmlformats.org/officeDocument/2006/relationships/slide" Target="slide18.xml"/><Relationship Id="rId5" Type="http://schemas.openxmlformats.org/officeDocument/2006/relationships/image" Target="../media/image1.emf"/><Relationship Id="rId10" Type="http://schemas.openxmlformats.org/officeDocument/2006/relationships/slide" Target="slide4.xml"/><Relationship Id="rId4" Type="http://schemas.openxmlformats.org/officeDocument/2006/relationships/oleObject" Target="../embeddings/oleObject61.bin"/><Relationship Id="rId9" Type="http://schemas.openxmlformats.org/officeDocument/2006/relationships/slide" Target="slide30.xml"/></Relationships>
</file>

<file path=ppt/slides/_rels/slide34.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5.xml"/><Relationship Id="rId3" Type="http://schemas.openxmlformats.org/officeDocument/2006/relationships/slideLayout" Target="../slideLayouts/slideLayout46.xml"/><Relationship Id="rId7" Type="http://schemas.openxmlformats.org/officeDocument/2006/relationships/slide" Target="slide8.xml"/><Relationship Id="rId12" Type="http://schemas.openxmlformats.org/officeDocument/2006/relationships/slide" Target="slide32.xml"/><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slide" Target="slide38.xml"/><Relationship Id="rId11" Type="http://schemas.openxmlformats.org/officeDocument/2006/relationships/slide" Target="slide18.xml"/><Relationship Id="rId5" Type="http://schemas.openxmlformats.org/officeDocument/2006/relationships/image" Target="../media/image1.emf"/><Relationship Id="rId10" Type="http://schemas.openxmlformats.org/officeDocument/2006/relationships/slide" Target="slide4.xml"/><Relationship Id="rId4" Type="http://schemas.openxmlformats.org/officeDocument/2006/relationships/oleObject" Target="../embeddings/oleObject62.bin"/><Relationship Id="rId9" Type="http://schemas.openxmlformats.org/officeDocument/2006/relationships/slide" Target="slide30.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Layout" Target="../slideLayouts/slideLayout10.xml"/><Relationship Id="rId1" Type="http://schemas.openxmlformats.org/officeDocument/2006/relationships/tags" Target="../tags/tag105.xml"/><Relationship Id="rId4" Type="http://schemas.openxmlformats.org/officeDocument/2006/relationships/image" Target="../media/image1.emf"/></Relationships>
</file>

<file path=ppt/slides/_rels/slide36.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5.xml"/><Relationship Id="rId3" Type="http://schemas.openxmlformats.org/officeDocument/2006/relationships/slideLayout" Target="../slideLayouts/slideLayout37.xml"/><Relationship Id="rId7" Type="http://schemas.openxmlformats.org/officeDocument/2006/relationships/slide" Target="slide8.xml"/><Relationship Id="rId12" Type="http://schemas.openxmlformats.org/officeDocument/2006/relationships/slide" Target="slide32.xml"/><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slide" Target="slide38.xml"/><Relationship Id="rId11" Type="http://schemas.openxmlformats.org/officeDocument/2006/relationships/slide" Target="slide18.xml"/><Relationship Id="rId5" Type="http://schemas.openxmlformats.org/officeDocument/2006/relationships/image" Target="../media/image1.emf"/><Relationship Id="rId10" Type="http://schemas.openxmlformats.org/officeDocument/2006/relationships/slide" Target="slide4.xml"/><Relationship Id="rId4" Type="http://schemas.openxmlformats.org/officeDocument/2006/relationships/oleObject" Target="../embeddings/oleObject59.bin"/><Relationship Id="rId9" Type="http://schemas.openxmlformats.org/officeDocument/2006/relationships/slide" Target="slide30.xml"/></Relationships>
</file>

<file path=ppt/slides/_rels/slide37.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5.xml"/><Relationship Id="rId3" Type="http://schemas.openxmlformats.org/officeDocument/2006/relationships/slideLayout" Target="../slideLayouts/slideLayout37.xml"/><Relationship Id="rId7" Type="http://schemas.openxmlformats.org/officeDocument/2006/relationships/slide" Target="slide8.xml"/><Relationship Id="rId12" Type="http://schemas.openxmlformats.org/officeDocument/2006/relationships/slide" Target="slide32.xml"/><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slide" Target="slide38.xml"/><Relationship Id="rId11" Type="http://schemas.openxmlformats.org/officeDocument/2006/relationships/slide" Target="slide18.xml"/><Relationship Id="rId5" Type="http://schemas.openxmlformats.org/officeDocument/2006/relationships/image" Target="../media/image1.emf"/><Relationship Id="rId10" Type="http://schemas.openxmlformats.org/officeDocument/2006/relationships/slide" Target="slide4.xml"/><Relationship Id="rId4" Type="http://schemas.openxmlformats.org/officeDocument/2006/relationships/oleObject" Target="../embeddings/oleObject53.bin"/><Relationship Id="rId9" Type="http://schemas.openxmlformats.org/officeDocument/2006/relationships/slide" Target="slide30.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Layout" Target="../slideLayouts/slideLayout10.xml"/><Relationship Id="rId1" Type="http://schemas.openxmlformats.org/officeDocument/2006/relationships/tags" Target="../tags/tag110.xml"/><Relationship Id="rId5" Type="http://schemas.openxmlformats.org/officeDocument/2006/relationships/slide" Target="slide39.xml"/><Relationship Id="rId4" Type="http://schemas.openxmlformats.org/officeDocument/2006/relationships/image" Target="../media/image1.emf"/></Relationships>
</file>

<file path=ppt/slides/_rels/slide39.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5.xml"/><Relationship Id="rId3" Type="http://schemas.openxmlformats.org/officeDocument/2006/relationships/slideLayout" Target="../slideLayouts/slideLayout49.xml"/><Relationship Id="rId7" Type="http://schemas.openxmlformats.org/officeDocument/2006/relationships/slide" Target="slide8.xml"/><Relationship Id="rId12" Type="http://schemas.openxmlformats.org/officeDocument/2006/relationships/slide" Target="slide32.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slide" Target="slide38.xml"/><Relationship Id="rId11" Type="http://schemas.openxmlformats.org/officeDocument/2006/relationships/slide" Target="slide18.xml"/><Relationship Id="rId5" Type="http://schemas.openxmlformats.org/officeDocument/2006/relationships/image" Target="../media/image1.emf"/><Relationship Id="rId10" Type="http://schemas.openxmlformats.org/officeDocument/2006/relationships/slide" Target="slide4.xml"/><Relationship Id="rId4" Type="http://schemas.openxmlformats.org/officeDocument/2006/relationships/oleObject" Target="../embeddings/oleObject65.bin"/><Relationship Id="rId9" Type="http://schemas.openxmlformats.org/officeDocument/2006/relationships/slide" Target="slide30.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Layout" Target="../slideLayouts/slideLayout10.xml"/><Relationship Id="rId1" Type="http://schemas.openxmlformats.org/officeDocument/2006/relationships/tags" Target="../tags/tag113.xml"/><Relationship Id="rId6" Type="http://schemas.openxmlformats.org/officeDocument/2006/relationships/slide" Target="slide43.xml"/><Relationship Id="rId5" Type="http://schemas.openxmlformats.org/officeDocument/2006/relationships/slide" Target="slide41.xml"/><Relationship Id="rId4" Type="http://schemas.openxmlformats.org/officeDocument/2006/relationships/image" Target="../media/image1.emf"/></Relationships>
</file>

<file path=ppt/slides/_rels/slide41.xml.rels><?xml version="1.0" encoding="UTF-8" standalone="yes"?>
<Relationships xmlns="http://schemas.openxmlformats.org/package/2006/relationships"><Relationship Id="rId8" Type="http://schemas.openxmlformats.org/officeDocument/2006/relationships/slide" Target="slide30.xml"/><Relationship Id="rId3" Type="http://schemas.openxmlformats.org/officeDocument/2006/relationships/oleObject" Target="../embeddings/oleObject67.bin"/><Relationship Id="rId7" Type="http://schemas.openxmlformats.org/officeDocument/2006/relationships/slide" Target="slide26.xml"/><Relationship Id="rId12" Type="http://schemas.openxmlformats.org/officeDocument/2006/relationships/slide" Target="slide35.xml"/><Relationship Id="rId2" Type="http://schemas.openxmlformats.org/officeDocument/2006/relationships/slideLayout" Target="../slideLayouts/slideLayout46.xml"/><Relationship Id="rId1" Type="http://schemas.openxmlformats.org/officeDocument/2006/relationships/tags" Target="../tags/tag114.xml"/><Relationship Id="rId6" Type="http://schemas.openxmlformats.org/officeDocument/2006/relationships/slide" Target="slide8.xml"/><Relationship Id="rId11" Type="http://schemas.openxmlformats.org/officeDocument/2006/relationships/slide" Target="slide32.xml"/><Relationship Id="rId5" Type="http://schemas.openxmlformats.org/officeDocument/2006/relationships/slide" Target="slide38.xml"/><Relationship Id="rId10" Type="http://schemas.openxmlformats.org/officeDocument/2006/relationships/slide" Target="slide18.xml"/><Relationship Id="rId4" Type="http://schemas.openxmlformats.org/officeDocument/2006/relationships/image" Target="../media/image1.emf"/><Relationship Id="rId9" Type="http://schemas.openxmlformats.org/officeDocument/2006/relationships/slide" Target="slide4.xml"/></Relationships>
</file>

<file path=ppt/slides/_rels/slide42.xml.rels><?xml version="1.0" encoding="UTF-8" standalone="yes"?>
<Relationships xmlns="http://schemas.openxmlformats.org/package/2006/relationships"><Relationship Id="rId8" Type="http://schemas.openxmlformats.org/officeDocument/2006/relationships/slide" Target="slide30.xml"/><Relationship Id="rId3" Type="http://schemas.openxmlformats.org/officeDocument/2006/relationships/oleObject" Target="../embeddings/oleObject67.bin"/><Relationship Id="rId7" Type="http://schemas.openxmlformats.org/officeDocument/2006/relationships/slide" Target="slide26.xml"/><Relationship Id="rId12" Type="http://schemas.openxmlformats.org/officeDocument/2006/relationships/slide" Target="slide35.xml"/><Relationship Id="rId2" Type="http://schemas.openxmlformats.org/officeDocument/2006/relationships/slideLayout" Target="../slideLayouts/slideLayout46.xml"/><Relationship Id="rId1" Type="http://schemas.openxmlformats.org/officeDocument/2006/relationships/tags" Target="../tags/tag115.xml"/><Relationship Id="rId6" Type="http://schemas.openxmlformats.org/officeDocument/2006/relationships/slide" Target="slide8.xml"/><Relationship Id="rId11" Type="http://schemas.openxmlformats.org/officeDocument/2006/relationships/slide" Target="slide32.xml"/><Relationship Id="rId5" Type="http://schemas.openxmlformats.org/officeDocument/2006/relationships/slide" Target="slide38.xml"/><Relationship Id="rId10" Type="http://schemas.openxmlformats.org/officeDocument/2006/relationships/slide" Target="slide18.xml"/><Relationship Id="rId4" Type="http://schemas.openxmlformats.org/officeDocument/2006/relationships/image" Target="../media/image1.emf"/><Relationship Id="rId9" Type="http://schemas.openxmlformats.org/officeDocument/2006/relationships/slide" Target="slide4.xml"/></Relationships>
</file>

<file path=ppt/slides/_rels/slide43.xml.rels><?xml version="1.0" encoding="UTF-8" standalone="yes"?>
<Relationships xmlns="http://schemas.openxmlformats.org/package/2006/relationships"><Relationship Id="rId8" Type="http://schemas.openxmlformats.org/officeDocument/2006/relationships/slide" Target="slide32.xml"/><Relationship Id="rId3" Type="http://schemas.openxmlformats.org/officeDocument/2006/relationships/slide" Target="slide8.xml"/><Relationship Id="rId7" Type="http://schemas.openxmlformats.org/officeDocument/2006/relationships/slide" Target="slide18.xml"/><Relationship Id="rId2" Type="http://schemas.openxmlformats.org/officeDocument/2006/relationships/slide" Target="slide38.xml"/><Relationship Id="rId1" Type="http://schemas.openxmlformats.org/officeDocument/2006/relationships/slideLayout" Target="../slideLayouts/slideLayout50.xml"/><Relationship Id="rId6" Type="http://schemas.openxmlformats.org/officeDocument/2006/relationships/slide" Target="slide4.xml"/><Relationship Id="rId5" Type="http://schemas.openxmlformats.org/officeDocument/2006/relationships/slide" Target="slide30.xml"/><Relationship Id="rId4" Type="http://schemas.openxmlformats.org/officeDocument/2006/relationships/slide" Target="slide26.xml"/><Relationship Id="rId9" Type="http://schemas.openxmlformats.org/officeDocument/2006/relationships/slide" Target="slide35.xml"/></Relationships>
</file>

<file path=ppt/slides/_rels/slide4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52.xml"/></Relationships>
</file>

<file path=ppt/slides/_rels/slide45.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80.png"/><Relationship Id="rId3" Type="http://schemas.openxmlformats.org/officeDocument/2006/relationships/oleObject" Target="../embeddings/oleObject68.bin"/><Relationship Id="rId7" Type="http://schemas.openxmlformats.org/officeDocument/2006/relationships/image" Target="../media/image260.png"/><Relationship Id="rId12" Type="http://schemas.openxmlformats.org/officeDocument/2006/relationships/slide" Target="slide81.xml"/><Relationship Id="rId2" Type="http://schemas.openxmlformats.org/officeDocument/2006/relationships/slideLayout" Target="../slideLayouts/slideLayout12.xml"/><Relationship Id="rId1" Type="http://schemas.openxmlformats.org/officeDocument/2006/relationships/tags" Target="../tags/tag116.xml"/><Relationship Id="rId6" Type="http://schemas.openxmlformats.org/officeDocument/2006/relationships/slide" Target="slide41.xml"/><Relationship Id="rId11" Type="http://schemas.openxmlformats.org/officeDocument/2006/relationships/image" Target="../media/image23.png"/><Relationship Id="rId5" Type="http://schemas.openxmlformats.org/officeDocument/2006/relationships/image" Target="../media/image21.png"/><Relationship Id="rId10" Type="http://schemas.openxmlformats.org/officeDocument/2006/relationships/image" Target="../media/image270.png"/><Relationship Id="rId4" Type="http://schemas.openxmlformats.org/officeDocument/2006/relationships/image" Target="../media/image1.emf"/><Relationship Id="rId9" Type="http://schemas.openxmlformats.org/officeDocument/2006/relationships/slide" Target="slide43.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84.bin"/><Relationship Id="rId7" Type="http://schemas.openxmlformats.org/officeDocument/2006/relationships/slide" Target="slide65.xml"/><Relationship Id="rId2" Type="http://schemas.openxmlformats.org/officeDocument/2006/relationships/slideLayout" Target="../slideLayouts/slideLayout10.xml"/><Relationship Id="rId1" Type="http://schemas.openxmlformats.org/officeDocument/2006/relationships/tags" Target="../tags/tag406.xml"/><Relationship Id="rId6" Type="http://schemas.openxmlformats.org/officeDocument/2006/relationships/slide" Target="slide63.xml"/><Relationship Id="rId5" Type="http://schemas.openxmlformats.org/officeDocument/2006/relationships/slide" Target="slide61.xml"/><Relationship Id="rId4" Type="http://schemas.openxmlformats.org/officeDocument/2006/relationships/image" Target="../media/image1.emf"/></Relationships>
</file>

<file path=ppt/slides/_rels/slide61.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2.xml"/><Relationship Id="rId3" Type="http://schemas.openxmlformats.org/officeDocument/2006/relationships/slideLayout" Target="../slideLayouts/slideLayout49.xml"/><Relationship Id="rId7" Type="http://schemas.openxmlformats.org/officeDocument/2006/relationships/slide" Target="slide8.xml"/><Relationship Id="rId12" Type="http://schemas.openxmlformats.org/officeDocument/2006/relationships/slide" Target="slide18.xml"/><Relationship Id="rId2" Type="http://schemas.openxmlformats.org/officeDocument/2006/relationships/tags" Target="../tags/tag408.xml"/><Relationship Id="rId1" Type="http://schemas.openxmlformats.org/officeDocument/2006/relationships/tags" Target="../tags/tag407.xml"/><Relationship Id="rId6" Type="http://schemas.openxmlformats.org/officeDocument/2006/relationships/slide" Target="slide38.xml"/><Relationship Id="rId11" Type="http://schemas.openxmlformats.org/officeDocument/2006/relationships/slide" Target="slide4.xml"/><Relationship Id="rId5" Type="http://schemas.openxmlformats.org/officeDocument/2006/relationships/image" Target="../media/image1.emf"/><Relationship Id="rId15" Type="http://schemas.openxmlformats.org/officeDocument/2006/relationships/slide" Target="slide35.xml"/><Relationship Id="rId10" Type="http://schemas.openxmlformats.org/officeDocument/2006/relationships/slide" Target="slide30.xml"/><Relationship Id="rId4" Type="http://schemas.openxmlformats.org/officeDocument/2006/relationships/oleObject" Target="../embeddings/oleObject85.bin"/><Relationship Id="rId9" Type="http://schemas.openxmlformats.org/officeDocument/2006/relationships/slide" Target="slide67.xml"/><Relationship Id="rId14" Type="http://schemas.openxmlformats.org/officeDocument/2006/relationships/slide" Target="slide60.xml"/></Relationships>
</file>

<file path=ppt/slides/_rels/slide63.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2.xml"/><Relationship Id="rId3" Type="http://schemas.openxmlformats.org/officeDocument/2006/relationships/slideLayout" Target="../slideLayouts/slideLayout44.xml"/><Relationship Id="rId7" Type="http://schemas.openxmlformats.org/officeDocument/2006/relationships/slide" Target="slide8.xml"/><Relationship Id="rId12" Type="http://schemas.openxmlformats.org/officeDocument/2006/relationships/slide" Target="slide18.xml"/><Relationship Id="rId2" Type="http://schemas.openxmlformats.org/officeDocument/2006/relationships/tags" Target="../tags/tag412.xml"/><Relationship Id="rId1" Type="http://schemas.openxmlformats.org/officeDocument/2006/relationships/tags" Target="../tags/tag411.xml"/><Relationship Id="rId6" Type="http://schemas.openxmlformats.org/officeDocument/2006/relationships/slide" Target="slide38.xml"/><Relationship Id="rId11" Type="http://schemas.openxmlformats.org/officeDocument/2006/relationships/slide" Target="slide4.xml"/><Relationship Id="rId5" Type="http://schemas.openxmlformats.org/officeDocument/2006/relationships/image" Target="../media/image1.emf"/><Relationship Id="rId15" Type="http://schemas.openxmlformats.org/officeDocument/2006/relationships/slide" Target="slide35.xml"/><Relationship Id="rId10" Type="http://schemas.openxmlformats.org/officeDocument/2006/relationships/slide" Target="slide30.xml"/><Relationship Id="rId4" Type="http://schemas.openxmlformats.org/officeDocument/2006/relationships/oleObject" Target="../embeddings/oleObject87.bin"/><Relationship Id="rId9" Type="http://schemas.openxmlformats.org/officeDocument/2006/relationships/slide" Target="slide67.xml"/><Relationship Id="rId14" Type="http://schemas.openxmlformats.org/officeDocument/2006/relationships/slide" Target="slide60.xml"/></Relationships>
</file>

<file path=ppt/slides/_rels/slide65.xml.rels><?xml version="1.0" encoding="UTF-8" standalone="yes"?>
<Relationships xmlns="http://schemas.openxmlformats.org/package/2006/relationships"><Relationship Id="rId13" Type="http://schemas.openxmlformats.org/officeDocument/2006/relationships/tags" Target="../tags/tag427.xml"/><Relationship Id="rId18" Type="http://schemas.openxmlformats.org/officeDocument/2006/relationships/tags" Target="../tags/tag432.xml"/><Relationship Id="rId26" Type="http://schemas.openxmlformats.org/officeDocument/2006/relationships/oleObject" Target="../embeddings/oleObject88.bin"/><Relationship Id="rId21" Type="http://schemas.openxmlformats.org/officeDocument/2006/relationships/tags" Target="../tags/tag435.xml"/><Relationship Id="rId34" Type="http://schemas.openxmlformats.org/officeDocument/2006/relationships/slide" Target="slide4.xml"/><Relationship Id="rId7" Type="http://schemas.openxmlformats.org/officeDocument/2006/relationships/tags" Target="../tags/tag421.xml"/><Relationship Id="rId12" Type="http://schemas.openxmlformats.org/officeDocument/2006/relationships/tags" Target="../tags/tag426.xml"/><Relationship Id="rId17" Type="http://schemas.openxmlformats.org/officeDocument/2006/relationships/tags" Target="../tags/tag431.xml"/><Relationship Id="rId25" Type="http://schemas.openxmlformats.org/officeDocument/2006/relationships/slideLayout" Target="../slideLayouts/slideLayout49.xml"/><Relationship Id="rId33" Type="http://schemas.openxmlformats.org/officeDocument/2006/relationships/slide" Target="slide30.xml"/><Relationship Id="rId38" Type="http://schemas.openxmlformats.org/officeDocument/2006/relationships/slide" Target="slide35.xml"/><Relationship Id="rId2" Type="http://schemas.openxmlformats.org/officeDocument/2006/relationships/tags" Target="../tags/tag416.xml"/><Relationship Id="rId16" Type="http://schemas.openxmlformats.org/officeDocument/2006/relationships/tags" Target="../tags/tag430.xml"/><Relationship Id="rId20" Type="http://schemas.openxmlformats.org/officeDocument/2006/relationships/tags" Target="../tags/tag434.xml"/><Relationship Id="rId29" Type="http://schemas.openxmlformats.org/officeDocument/2006/relationships/slide" Target="slide38.xml"/><Relationship Id="rId1" Type="http://schemas.openxmlformats.org/officeDocument/2006/relationships/tags" Target="../tags/tag415.xml"/><Relationship Id="rId6" Type="http://schemas.openxmlformats.org/officeDocument/2006/relationships/tags" Target="../tags/tag420.xml"/><Relationship Id="rId11" Type="http://schemas.openxmlformats.org/officeDocument/2006/relationships/tags" Target="../tags/tag425.xml"/><Relationship Id="rId24" Type="http://schemas.openxmlformats.org/officeDocument/2006/relationships/tags" Target="../tags/tag438.xml"/><Relationship Id="rId32" Type="http://schemas.openxmlformats.org/officeDocument/2006/relationships/slide" Target="slide67.xml"/><Relationship Id="rId37" Type="http://schemas.openxmlformats.org/officeDocument/2006/relationships/slide" Target="slide60.xml"/><Relationship Id="rId5" Type="http://schemas.openxmlformats.org/officeDocument/2006/relationships/tags" Target="../tags/tag419.xml"/><Relationship Id="rId15" Type="http://schemas.openxmlformats.org/officeDocument/2006/relationships/tags" Target="../tags/tag429.xml"/><Relationship Id="rId23" Type="http://schemas.openxmlformats.org/officeDocument/2006/relationships/tags" Target="../tags/tag437.xml"/><Relationship Id="rId28" Type="http://schemas.openxmlformats.org/officeDocument/2006/relationships/chart" Target="../charts/chart21.xml"/><Relationship Id="rId36" Type="http://schemas.openxmlformats.org/officeDocument/2006/relationships/slide" Target="slide32.xml"/><Relationship Id="rId10" Type="http://schemas.openxmlformats.org/officeDocument/2006/relationships/tags" Target="../tags/tag424.xml"/><Relationship Id="rId19" Type="http://schemas.openxmlformats.org/officeDocument/2006/relationships/tags" Target="../tags/tag433.xml"/><Relationship Id="rId31" Type="http://schemas.openxmlformats.org/officeDocument/2006/relationships/slide" Target="slide26.xml"/><Relationship Id="rId4" Type="http://schemas.openxmlformats.org/officeDocument/2006/relationships/tags" Target="../tags/tag418.xml"/><Relationship Id="rId9" Type="http://schemas.openxmlformats.org/officeDocument/2006/relationships/tags" Target="../tags/tag423.xml"/><Relationship Id="rId14" Type="http://schemas.openxmlformats.org/officeDocument/2006/relationships/tags" Target="../tags/tag428.xml"/><Relationship Id="rId22" Type="http://schemas.openxmlformats.org/officeDocument/2006/relationships/tags" Target="../tags/tag436.xml"/><Relationship Id="rId27" Type="http://schemas.openxmlformats.org/officeDocument/2006/relationships/image" Target="../media/image1.emf"/><Relationship Id="rId30" Type="http://schemas.openxmlformats.org/officeDocument/2006/relationships/slide" Target="slide8.xml"/><Relationship Id="rId35" Type="http://schemas.openxmlformats.org/officeDocument/2006/relationships/slide" Target="slide18.xml"/><Relationship Id="rId8" Type="http://schemas.openxmlformats.org/officeDocument/2006/relationships/tags" Target="../tags/tag422.xml"/><Relationship Id="rId3" Type="http://schemas.openxmlformats.org/officeDocument/2006/relationships/tags" Target="../tags/tag417.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90.bin"/><Relationship Id="rId7" Type="http://schemas.openxmlformats.org/officeDocument/2006/relationships/hyperlink" Target="https://spo-global.kpmg.com/sites/GO-ValuationPlus/SitePages/Transaction%20Services.aspx" TargetMode="External"/><Relationship Id="rId2" Type="http://schemas.openxmlformats.org/officeDocument/2006/relationships/slideLayout" Target="../slideLayouts/slideLayout10.xml"/><Relationship Id="rId1" Type="http://schemas.openxmlformats.org/officeDocument/2006/relationships/tags" Target="../tags/tag468.xml"/><Relationship Id="rId6" Type="http://schemas.openxmlformats.org/officeDocument/2006/relationships/slide" Target="slide69.xml"/><Relationship Id="rId5" Type="http://schemas.openxmlformats.org/officeDocument/2006/relationships/slide" Target="slide68.xml"/><Relationship Id="rId4" Type="http://schemas.openxmlformats.org/officeDocument/2006/relationships/image" Target="../media/image1.emf"/></Relationships>
</file>

<file path=ppt/slides/_rels/slide68.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2.xml"/><Relationship Id="rId3" Type="http://schemas.openxmlformats.org/officeDocument/2006/relationships/slideLayout" Target="../slideLayouts/slideLayout37.xml"/><Relationship Id="rId7" Type="http://schemas.openxmlformats.org/officeDocument/2006/relationships/slide" Target="slide8.xml"/><Relationship Id="rId12" Type="http://schemas.openxmlformats.org/officeDocument/2006/relationships/slide" Target="slide18.xml"/><Relationship Id="rId2" Type="http://schemas.openxmlformats.org/officeDocument/2006/relationships/tags" Target="../tags/tag470.xml"/><Relationship Id="rId16" Type="http://schemas.openxmlformats.org/officeDocument/2006/relationships/hyperlink" Target="https://spo-global.kpmg.com/sites/GO-ValuationPlus/SitePages/Transaction%20Services.aspx" TargetMode="External"/><Relationship Id="rId1" Type="http://schemas.openxmlformats.org/officeDocument/2006/relationships/tags" Target="../tags/tag469.xml"/><Relationship Id="rId6" Type="http://schemas.openxmlformats.org/officeDocument/2006/relationships/slide" Target="slide38.xml"/><Relationship Id="rId11" Type="http://schemas.openxmlformats.org/officeDocument/2006/relationships/slide" Target="slide4.xml"/><Relationship Id="rId5" Type="http://schemas.openxmlformats.org/officeDocument/2006/relationships/image" Target="../media/image1.emf"/><Relationship Id="rId15" Type="http://schemas.openxmlformats.org/officeDocument/2006/relationships/slide" Target="slide35.xml"/><Relationship Id="rId10" Type="http://schemas.openxmlformats.org/officeDocument/2006/relationships/slide" Target="slide30.xml"/><Relationship Id="rId4" Type="http://schemas.openxmlformats.org/officeDocument/2006/relationships/oleObject" Target="../embeddings/oleObject86.bin"/><Relationship Id="rId9" Type="http://schemas.openxmlformats.org/officeDocument/2006/relationships/slide" Target="slide67.xml"/><Relationship Id="rId14" Type="http://schemas.openxmlformats.org/officeDocument/2006/relationships/slide" Target="slide60.xml"/></Relationships>
</file>

<file path=ppt/slides/_rels/slide69.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2.xml"/><Relationship Id="rId3" Type="http://schemas.openxmlformats.org/officeDocument/2006/relationships/slideLayout" Target="../slideLayouts/slideLayout37.xml"/><Relationship Id="rId7" Type="http://schemas.openxmlformats.org/officeDocument/2006/relationships/slide" Target="slide8.xml"/><Relationship Id="rId12" Type="http://schemas.openxmlformats.org/officeDocument/2006/relationships/slide" Target="slide18.xml"/><Relationship Id="rId2" Type="http://schemas.openxmlformats.org/officeDocument/2006/relationships/tags" Target="../tags/tag472.xml"/><Relationship Id="rId16" Type="http://schemas.openxmlformats.org/officeDocument/2006/relationships/hyperlink" Target="https://spo-global.kpmg.com/sites/GO-ValuationPlus/SitePages/Transaction%20Services.aspx" TargetMode="External"/><Relationship Id="rId1" Type="http://schemas.openxmlformats.org/officeDocument/2006/relationships/tags" Target="../tags/tag471.xml"/><Relationship Id="rId6" Type="http://schemas.openxmlformats.org/officeDocument/2006/relationships/slide" Target="slide38.xml"/><Relationship Id="rId11" Type="http://schemas.openxmlformats.org/officeDocument/2006/relationships/slide" Target="slide4.xml"/><Relationship Id="rId5" Type="http://schemas.openxmlformats.org/officeDocument/2006/relationships/image" Target="../media/image1.emf"/><Relationship Id="rId15" Type="http://schemas.openxmlformats.org/officeDocument/2006/relationships/slide" Target="slide35.xml"/><Relationship Id="rId10" Type="http://schemas.openxmlformats.org/officeDocument/2006/relationships/slide" Target="slide30.xml"/><Relationship Id="rId4" Type="http://schemas.openxmlformats.org/officeDocument/2006/relationships/oleObject" Target="../embeddings/oleObject91.bin"/><Relationship Id="rId9" Type="http://schemas.openxmlformats.org/officeDocument/2006/relationships/slide" Target="slide67.xml"/><Relationship Id="rId14" Type="http://schemas.openxmlformats.org/officeDocument/2006/relationships/slide" Target="slide60.xml"/></Relationships>
</file>

<file path=ppt/slides/_rels/slide81.xml.rels><?xml version="1.0" encoding="UTF-8" standalone="yes"?>
<Relationships xmlns="http://schemas.openxmlformats.org/package/2006/relationships"><Relationship Id="rId8" Type="http://schemas.openxmlformats.org/officeDocument/2006/relationships/slide" Target="slide26.xml"/><Relationship Id="rId13" Type="http://schemas.openxmlformats.org/officeDocument/2006/relationships/slide" Target="slide32.xml"/><Relationship Id="rId3" Type="http://schemas.openxmlformats.org/officeDocument/2006/relationships/slideLayout" Target="../slideLayouts/slideLayout49.xml"/><Relationship Id="rId7" Type="http://schemas.openxmlformats.org/officeDocument/2006/relationships/slide" Target="slide8.xml"/><Relationship Id="rId12" Type="http://schemas.openxmlformats.org/officeDocument/2006/relationships/slide" Target="slide18.xml"/><Relationship Id="rId2" Type="http://schemas.openxmlformats.org/officeDocument/2006/relationships/tags" Target="../tags/tag489.xml"/><Relationship Id="rId1" Type="http://schemas.openxmlformats.org/officeDocument/2006/relationships/tags" Target="../tags/tag488.xml"/><Relationship Id="rId6" Type="http://schemas.openxmlformats.org/officeDocument/2006/relationships/slide" Target="slide38.xml"/><Relationship Id="rId11" Type="http://schemas.openxmlformats.org/officeDocument/2006/relationships/slide" Target="slide4.xml"/><Relationship Id="rId5" Type="http://schemas.openxmlformats.org/officeDocument/2006/relationships/image" Target="../media/image1.emf"/><Relationship Id="rId15" Type="http://schemas.openxmlformats.org/officeDocument/2006/relationships/slide" Target="slide35.xml"/><Relationship Id="rId10" Type="http://schemas.openxmlformats.org/officeDocument/2006/relationships/slide" Target="slide30.xml"/><Relationship Id="rId4" Type="http://schemas.openxmlformats.org/officeDocument/2006/relationships/oleObject" Target="../embeddings/oleObject98.bin"/><Relationship Id="rId9" Type="http://schemas.openxmlformats.org/officeDocument/2006/relationships/slide" Target="slide67.xml"/><Relationship Id="rId14" Type="http://schemas.openxmlformats.org/officeDocument/2006/relationships/slide" Target="slide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8ED5221F-6008-CD72-9412-1B437B6A4ACB}"/>
              </a:ext>
            </a:extLst>
          </p:cNvPr>
          <p:cNvGraphicFramePr>
            <a:graphicFrameLocks noChangeAspect="1"/>
          </p:cNvGraphicFramePr>
          <p:nvPr>
            <p:custDataLst>
              <p:tags r:id="rId1"/>
            </p:custDataLst>
            <p:extLst>
              <p:ext uri="{D42A27DB-BD31-4B8C-83A1-F6EECF244321}">
                <p14:modId xmlns:p14="http://schemas.microsoft.com/office/powerpoint/2010/main" val="14137420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18" name="think-cell data - do not delete" hidden="1">
                        <a:extLst>
                          <a:ext uri="{FF2B5EF4-FFF2-40B4-BE49-F238E27FC236}">
                            <a16:creationId xmlns:a16="http://schemas.microsoft.com/office/drawing/2014/main" id="{8ED5221F-6008-CD72-9412-1B437B6A4AC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5" name="Title 14">
            <a:extLst>
              <a:ext uri="{FF2B5EF4-FFF2-40B4-BE49-F238E27FC236}">
                <a16:creationId xmlns:a16="http://schemas.microsoft.com/office/drawing/2014/main" id="{F84085BE-A3DA-E67D-0D86-F35027EC68A2}"/>
              </a:ext>
            </a:extLst>
          </p:cNvPr>
          <p:cNvSpPr>
            <a:spLocks noGrp="1"/>
          </p:cNvSpPr>
          <p:nvPr>
            <p:ph type="ctrTitle"/>
          </p:nvPr>
        </p:nvSpPr>
        <p:spPr/>
        <p:txBody>
          <a:bodyPr vert="horz"/>
          <a:lstStyle/>
          <a:p>
            <a:r>
              <a:rPr lang="en-US" dirty="0"/>
              <a:t>Title slide </a:t>
            </a:r>
            <a:br>
              <a:rPr lang="en-US" dirty="0"/>
            </a:br>
            <a:br>
              <a:rPr lang="en-US" sz="2000" dirty="0"/>
            </a:br>
            <a:r>
              <a:rPr lang="en-US" sz="4800" dirty="0"/>
              <a:t>DRAFT</a:t>
            </a:r>
            <a:endParaRPr lang="en-US" sz="5400" dirty="0"/>
          </a:p>
        </p:txBody>
      </p:sp>
      <p:sp>
        <p:nvSpPr>
          <p:cNvPr id="16" name="Text Placeholder 15">
            <a:extLst>
              <a:ext uri="{FF2B5EF4-FFF2-40B4-BE49-F238E27FC236}">
                <a16:creationId xmlns:a16="http://schemas.microsoft.com/office/drawing/2014/main" id="{65ED3B82-856F-BD89-AD84-CCBEDDCBDF69}"/>
              </a:ext>
            </a:extLst>
          </p:cNvPr>
          <p:cNvSpPr>
            <a:spLocks noGrp="1"/>
          </p:cNvSpPr>
          <p:nvPr>
            <p:ph type="body" sz="quarter" idx="11"/>
          </p:nvPr>
        </p:nvSpPr>
        <p:spPr/>
        <p:txBody>
          <a:bodyPr/>
          <a:lstStyle/>
          <a:p>
            <a:r>
              <a:rPr lang="en-US" dirty="0"/>
              <a:t>Subtitle goes here</a:t>
            </a:r>
          </a:p>
          <a:p>
            <a:pPr lvl="1"/>
            <a:r>
              <a:rPr lang="en-US" dirty="0"/>
              <a:t>—</a:t>
            </a:r>
          </a:p>
          <a:p>
            <a:pPr lvl="1"/>
            <a:r>
              <a:rPr lang="en-US" dirty="0"/>
              <a:t>Date</a:t>
            </a:r>
          </a:p>
        </p:txBody>
      </p:sp>
      <p:pic>
        <p:nvPicPr>
          <p:cNvPr id="19" name="Picture Placeholder 18" descr="A blue swirly object with white lines&#10;&#10;AI-generated content may be incorrect.">
            <a:extLst>
              <a:ext uri="{FF2B5EF4-FFF2-40B4-BE49-F238E27FC236}">
                <a16:creationId xmlns:a16="http://schemas.microsoft.com/office/drawing/2014/main" id="{D486A9F5-2863-4B9B-F2AE-5F80B692083C}"/>
              </a:ext>
            </a:extLst>
          </p:cNvPr>
          <p:cNvPicPr>
            <a:picLocks noGrp="1" noChangeAspect="1"/>
          </p:cNvPicPr>
          <p:nvPr>
            <p:ph type="pic" sz="quarter" idx="12"/>
          </p:nvPr>
        </p:nvPicPr>
        <p:blipFill>
          <a:blip r:embed="rId5" cstate="print">
            <a:extLst>
              <a:ext uri="{28A0092B-C50C-407E-A947-70E740481C1C}">
                <a14:useLocalDpi xmlns:a14="http://schemas.microsoft.com/office/drawing/2010/main"/>
              </a:ext>
            </a:extLst>
          </a:blip>
          <a:srcRect l="4996" r="4996"/>
          <a:stretch/>
        </p:blipFill>
        <p:spPr>
          <a:xfrm>
            <a:off x="4916488" y="1455738"/>
            <a:ext cx="6283325" cy="4365625"/>
          </a:xfrm>
          <a:prstGeom prst="rect">
            <a:avLst/>
          </a:prstGeom>
        </p:spPr>
      </p:pic>
    </p:spTree>
    <p:extLst>
      <p:ext uri="{BB962C8B-B14F-4D97-AF65-F5344CB8AC3E}">
        <p14:creationId xmlns:p14="http://schemas.microsoft.com/office/powerpoint/2010/main" val="496051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A06412F6-0309-4332-A566-6033AAD60CD2}"/>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9" name="Object 18" hidden="1">
                        <a:extLst>
                          <a:ext uri="{FF2B5EF4-FFF2-40B4-BE49-F238E27FC236}">
                            <a16:creationId xmlns:a16="http://schemas.microsoft.com/office/drawing/2014/main" id="{A06412F6-0309-4332-A566-6033AAD60CD2}"/>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20" name="Text Placeholder 19">
            <a:extLst>
              <a:ext uri="{FF2B5EF4-FFF2-40B4-BE49-F238E27FC236}">
                <a16:creationId xmlns:a16="http://schemas.microsoft.com/office/drawing/2014/main" id="{0831F2B2-9907-96AA-9802-A9E552123F11}"/>
              </a:ext>
            </a:extLst>
          </p:cNvPr>
          <p:cNvSpPr>
            <a:spLocks noGrp="1"/>
          </p:cNvSpPr>
          <p:nvPr>
            <p:ph type="body" sz="quarter" idx="13"/>
          </p:nvPr>
        </p:nvSpPr>
        <p:spPr/>
        <p:txBody>
          <a:bodyPr/>
          <a:lstStyle/>
          <a:p>
            <a:r>
              <a:rPr lang="en-US" sz="900" spc="-20">
                <a:latin typeface="Arial"/>
              </a:rPr>
              <a:t>[</a:t>
            </a:r>
            <a:r>
              <a:rPr lang="en-US" sz="900" spc="-20">
                <a:solidFill>
                  <a:schemeClr val="accent6"/>
                </a:solidFill>
                <a:latin typeface="Arial"/>
              </a:rPr>
              <a:t>date</a:t>
            </a:r>
            <a:r>
              <a:rPr lang="en-US" sz="900" spc="-20">
                <a:latin typeface="Arial"/>
              </a:rPr>
              <a:t>]</a:t>
            </a:r>
          </a:p>
          <a:p>
            <a:endParaRPr lang="en-US" sz="900"/>
          </a:p>
        </p:txBody>
      </p:sp>
      <p:sp>
        <p:nvSpPr>
          <p:cNvPr id="16" name="Text Placeholder 15">
            <a:extLst>
              <a:ext uri="{FF2B5EF4-FFF2-40B4-BE49-F238E27FC236}">
                <a16:creationId xmlns:a16="http://schemas.microsoft.com/office/drawing/2014/main" id="{42B15302-8FB0-28D0-9DA8-7EC44E297460}"/>
              </a:ext>
            </a:extLst>
          </p:cNvPr>
          <p:cNvSpPr>
            <a:spLocks noGrp="1"/>
          </p:cNvSpPr>
          <p:nvPr>
            <p:ph type="body" sz="quarter" idx="14"/>
          </p:nvPr>
        </p:nvSpPr>
        <p:spPr>
          <a:xfrm>
            <a:off x="995361" y="2194560"/>
            <a:ext cx="5036400" cy="3683726"/>
          </a:xfrm>
        </p:spPr>
        <p:txBody>
          <a:bodyPr/>
          <a:lstStyle/>
          <a:p>
            <a:r>
              <a:rPr lang="en-US" b="1" spc="-20">
                <a:solidFill>
                  <a:srgbClr val="00338D"/>
                </a:solidFill>
              </a:rPr>
              <a:t>Project [</a:t>
            </a:r>
            <a:r>
              <a:rPr lang="en-US" b="1" spc="-20">
                <a:solidFill>
                  <a:srgbClr val="FD349C"/>
                </a:solidFill>
              </a:rPr>
              <a:t>Project name</a:t>
            </a:r>
            <a:r>
              <a:rPr lang="en-US" b="1" spc="-20">
                <a:solidFill>
                  <a:srgbClr val="00338D"/>
                </a:solidFill>
              </a:rPr>
              <a:t>] — Financial and Tax [</a:t>
            </a:r>
            <a:r>
              <a:rPr lang="en-US" b="1" spc="-20">
                <a:solidFill>
                  <a:schemeClr val="accent6"/>
                </a:solidFill>
              </a:rPr>
              <a:t>, HR, IT, etc.</a:t>
            </a:r>
            <a:r>
              <a:rPr lang="en-US" b="1" spc="-20">
                <a:solidFill>
                  <a:srgbClr val="00338D"/>
                </a:solidFill>
              </a:rPr>
              <a:t>] due diligence</a:t>
            </a:r>
          </a:p>
          <a:p>
            <a:r>
              <a:rPr lang="en-US" spc="-20"/>
              <a:t>In accordance with the terms of reference set out in our engagement letter dated [</a:t>
            </a:r>
            <a:r>
              <a:rPr lang="en-US" spc="-20">
                <a:solidFill>
                  <a:schemeClr val="accent6"/>
                </a:solidFill>
              </a:rPr>
              <a:t>date</a:t>
            </a:r>
            <a:r>
              <a:rPr lang="en-US" spc="-20"/>
              <a:t>] (“Engagement Letter”), we enclose a copy of our draft financial and tax [</a:t>
            </a:r>
            <a:r>
              <a:rPr lang="en-US" spc="-20">
                <a:solidFill>
                  <a:schemeClr val="accent6"/>
                </a:solidFill>
              </a:rPr>
              <a:t>HR, IT etc.</a:t>
            </a:r>
            <a:r>
              <a:rPr lang="en-US" spc="-20"/>
              <a:t>] due diligence report (“report”) on [</a:t>
            </a:r>
            <a:r>
              <a:rPr lang="en-US" spc="-20">
                <a:solidFill>
                  <a:schemeClr val="accent6"/>
                </a:solidFill>
              </a:rPr>
              <a:t>Target name</a:t>
            </a:r>
            <a:r>
              <a:rPr lang="en-US" spc="-20"/>
              <a:t>] (“Target”) based on the scope of work agreed with you. Our work commenced on [</a:t>
            </a:r>
            <a:r>
              <a:rPr lang="en-US" spc="-20">
                <a:solidFill>
                  <a:schemeClr val="accent6"/>
                </a:solidFill>
              </a:rPr>
              <a:t>date</a:t>
            </a:r>
            <a:r>
              <a:rPr lang="en-US" spc="-20"/>
              <a:t>] and our fieldwork for this draft report was completed on [</a:t>
            </a:r>
            <a:r>
              <a:rPr lang="en-US" spc="-20">
                <a:solidFill>
                  <a:schemeClr val="accent6"/>
                </a:solidFill>
              </a:rPr>
              <a:t>date</a:t>
            </a:r>
            <a:r>
              <a:rPr lang="en-US" spc="-20"/>
              <a:t>]. We have not undertaken to update our report for events or circumstances arising after that date.</a:t>
            </a:r>
            <a:endParaRPr lang="en-US" spc="-20">
              <a:cs typeface="Arial"/>
            </a:endParaRPr>
          </a:p>
          <a:p>
            <a:r>
              <a:rPr lang="en-US" spc="-20"/>
              <a:t>We draw your attention to the following matters:</a:t>
            </a:r>
            <a:endParaRPr lang="en-US" spc="-20">
              <a:cs typeface="Arial"/>
            </a:endParaRPr>
          </a:p>
          <a:p>
            <a:pPr marL="170815" indent="-170815">
              <a:buFont typeface="Arial" panose="020B0604020202020204" pitchFamily="34" charset="0"/>
              <a:buChar char="•"/>
            </a:pPr>
            <a:r>
              <a:rPr lang="en-US" spc="-20"/>
              <a:t>Our work on historical trading comprises the financial years ended [</a:t>
            </a:r>
            <a:r>
              <a:rPr lang="en-US" spc="-20">
                <a:solidFill>
                  <a:srgbClr val="FD349C"/>
                </a:solidFill>
              </a:rPr>
              <a:t>31 December 2022 and 2023, and year-to-date period until 30 June 2024</a:t>
            </a:r>
            <a:r>
              <a:rPr lang="en-US" spc="-20"/>
              <a:t>]. With respect to prospective financial trading, our scope of work includes [</a:t>
            </a:r>
            <a:r>
              <a:rPr lang="en-US" spc="-20">
                <a:solidFill>
                  <a:srgbClr val="FD349C"/>
                </a:solidFill>
              </a:rPr>
              <a:t>2024</a:t>
            </a:r>
            <a:r>
              <a:rPr lang="en-US" spc="-20"/>
              <a:t>] budget and [</a:t>
            </a:r>
            <a:r>
              <a:rPr lang="en-US" spc="-20">
                <a:solidFill>
                  <a:schemeClr val="accent6"/>
                </a:solidFill>
              </a:rPr>
              <a:t>2025-2026</a:t>
            </a:r>
            <a:r>
              <a:rPr lang="en-US" spc="-20"/>
              <a:t>] forecast.</a:t>
            </a:r>
            <a:endParaRPr lang="en-US" spc="-20">
              <a:cs typeface="Arial"/>
            </a:endParaRPr>
          </a:p>
          <a:p>
            <a:pPr marL="170815" indent="-170815">
              <a:buFont typeface="Arial" panose="020B0604020202020204" pitchFamily="34" charset="0"/>
              <a:buChar char="•"/>
            </a:pPr>
            <a:r>
              <a:rPr lang="en-US" spc="-20"/>
              <a:t>We have only covered the specific financial and tax issues agreed in the scope of work. We have not covered e.g., commercial, operational, environmental or legal matters [</a:t>
            </a:r>
            <a:r>
              <a:rPr lang="en-US" spc="-20">
                <a:solidFill>
                  <a:schemeClr val="accent6"/>
                </a:solidFill>
              </a:rPr>
              <a:t>define the coverage</a:t>
            </a:r>
            <a:r>
              <a:rPr lang="en-US" spc="-20"/>
              <a:t>].</a:t>
            </a:r>
            <a:endParaRPr lang="en-US" spc="-20">
              <a:cs typeface="Arial"/>
            </a:endParaRPr>
          </a:p>
          <a:p>
            <a:pPr marL="170815" indent="-170815">
              <a:buFont typeface="Arial" panose="020B0604020202020204" pitchFamily="34" charset="0"/>
              <a:buChar char="•"/>
            </a:pPr>
            <a:r>
              <a:rPr lang="en-US" spc="-20"/>
              <a:t>The value creation opportunities shown are indicative estimates only and are based on limited information, high-level analysis and assumptions. The analysis have been carried out using limited data and do not comprise a detailed diagnostic. Accordingly, the analysis needs to be interpreted with caution.</a:t>
            </a:r>
            <a:endParaRPr lang="en-US" spc="-20">
              <a:cs typeface="Arial"/>
            </a:endParaRPr>
          </a:p>
          <a:p>
            <a:r>
              <a:rPr lang="en-US" spc="-20"/>
              <a:t>Please review the following documents in the appendices, which set out the basis and limitations of our work performed:</a:t>
            </a:r>
            <a:endParaRPr lang="en-US" spc="-20">
              <a:cs typeface="Arial"/>
            </a:endParaRPr>
          </a:p>
          <a:p>
            <a:endParaRPr lang="en-US"/>
          </a:p>
        </p:txBody>
      </p:sp>
      <p:sp>
        <p:nvSpPr>
          <p:cNvPr id="18" name="Text Placeholder 17">
            <a:extLst>
              <a:ext uri="{FF2B5EF4-FFF2-40B4-BE49-F238E27FC236}">
                <a16:creationId xmlns:a16="http://schemas.microsoft.com/office/drawing/2014/main" id="{68F0A918-882A-1045-C15C-7A807015FBAC}"/>
              </a:ext>
            </a:extLst>
          </p:cNvPr>
          <p:cNvSpPr>
            <a:spLocks noGrp="1"/>
          </p:cNvSpPr>
          <p:nvPr>
            <p:ph type="body" sz="quarter" idx="15"/>
          </p:nvPr>
        </p:nvSpPr>
        <p:spPr>
          <a:xfrm>
            <a:off x="6157200" y="2194560"/>
            <a:ext cx="5036400" cy="3683726"/>
          </a:xfrm>
        </p:spPr>
        <p:txBody>
          <a:bodyPr/>
          <a:lstStyle/>
          <a:p>
            <a:r>
              <a:rPr lang="en-US" spc="-20"/>
              <a:t>In accordance with our Engagement Letter and its attachments, you have agreed that our final report shall take precedence over this draft, and that no reliance will be placed by you on any draft report other than at your own risk</a:t>
            </a:r>
            <a:r>
              <a:rPr lang="en-US" spc="-20">
                <a:solidFill>
                  <a:srgbClr val="00338D"/>
                </a:solidFill>
              </a:rPr>
              <a:t>.</a:t>
            </a:r>
          </a:p>
          <a:p>
            <a:pPr>
              <a:defRPr/>
            </a:pPr>
            <a:r>
              <a:rPr lang="en-US" spc="-20"/>
              <a:t>[</a:t>
            </a:r>
            <a:r>
              <a:rPr lang="en-US" spc="-20">
                <a:solidFill>
                  <a:schemeClr val="accent6"/>
                </a:solidFill>
              </a:rPr>
              <a:t>You will be aware that we have not yet completed the work required to enable us to report in accordance with the terms of reference set out in our Engagement Letter. You should, therefore, bear in mind when considering the draft report that the information contained within it and our preliminary conclusions based thereon may alter or be refined as our work progresses</a:t>
            </a:r>
            <a:r>
              <a:rPr lang="en-US" spc="-20"/>
              <a:t>.] You should note that our findings do not constitute recommendations to you as to whether or not you should proceed with the proposed transaction.</a:t>
            </a:r>
          </a:p>
          <a:p>
            <a:pPr>
              <a:defRPr/>
            </a:pPr>
            <a:r>
              <a:rPr lang="en-US" spc="-20"/>
              <a:t>Our report is confidential and is released to you on the basis that it is not to be copied, referred to or disclosed, in whole or in part, to any other party without our prior written consent, except as specifically provided in our Engagement Letter. In accordance with the Engagement Letter, you may disclose our report to your legal and other professional advisers in order to seek advice in relation to our work for you, provided that when doing so you inform them that, to the fullest extent permitted by law, we accept no responsibility or liability to them in connection with our report and our work for you.</a:t>
            </a:r>
          </a:p>
          <a:p>
            <a:pPr>
              <a:defRPr/>
            </a:pPr>
            <a:r>
              <a:rPr lang="en-US" spc="-20"/>
              <a:t>We would be pleased to receive your observations on our report. Please feel free to contact us to discuss.</a:t>
            </a:r>
          </a:p>
          <a:p>
            <a:pPr>
              <a:defRPr/>
            </a:pPr>
            <a:endParaRPr lang="en-US" spc="-20"/>
          </a:p>
          <a:p>
            <a:pPr>
              <a:defRPr/>
            </a:pPr>
            <a:r>
              <a:rPr lang="en-US" spc="-20"/>
              <a:t>Yours sincerely</a:t>
            </a:r>
          </a:p>
          <a:p>
            <a:pPr>
              <a:defRPr/>
            </a:pPr>
            <a:r>
              <a:rPr lang="en-US" spc="-20"/>
              <a:t>KPMG [</a:t>
            </a:r>
            <a:r>
              <a:rPr lang="en-US" spc="-20">
                <a:solidFill>
                  <a:schemeClr val="accent6"/>
                </a:solidFill>
              </a:rPr>
              <a:t>legal name</a:t>
            </a:r>
            <a:r>
              <a:rPr lang="en-US" spc="-20"/>
              <a:t>]</a:t>
            </a:r>
            <a:br>
              <a:rPr lang="en-US" spc="-20"/>
            </a:br>
            <a:endParaRPr lang="en-US" spc="-20"/>
          </a:p>
          <a:p>
            <a:pPr>
              <a:defRPr/>
            </a:pPr>
            <a:r>
              <a:rPr lang="en-US" spc="-20"/>
              <a:t>[</a:t>
            </a:r>
            <a:r>
              <a:rPr lang="en-US" spc="-20">
                <a:solidFill>
                  <a:schemeClr val="accent6"/>
                </a:solidFill>
              </a:rPr>
              <a:t>Partner name</a:t>
            </a:r>
            <a:r>
              <a:rPr lang="en-US" spc="-20"/>
              <a:t>]</a:t>
            </a:r>
          </a:p>
          <a:p>
            <a:pPr>
              <a:defRPr/>
            </a:pPr>
            <a:r>
              <a:rPr lang="en-US" spc="-20"/>
              <a:t>Partner, Deal Advisory</a:t>
            </a:r>
          </a:p>
          <a:p>
            <a:endParaRPr lang="en-US"/>
          </a:p>
        </p:txBody>
      </p:sp>
      <p:sp>
        <p:nvSpPr>
          <p:cNvPr id="2" name="Text Placeholder 1">
            <a:extLst>
              <a:ext uri="{FF2B5EF4-FFF2-40B4-BE49-F238E27FC236}">
                <a16:creationId xmlns:a16="http://schemas.microsoft.com/office/drawing/2014/main" id="{3C22EE0A-B29E-4E1A-92EA-7AE6615D29CE}"/>
              </a:ext>
            </a:extLst>
          </p:cNvPr>
          <p:cNvSpPr>
            <a:spLocks noGrp="1"/>
          </p:cNvSpPr>
          <p:nvPr>
            <p:ph type="body" sz="quarter" idx="17"/>
          </p:nvPr>
        </p:nvSpPr>
        <p:spPr/>
        <p:txBody>
          <a:bodyPr/>
          <a:lstStyle/>
          <a:p>
            <a:pPr>
              <a:lnSpc>
                <a:spcPct val="100000"/>
              </a:lnSpc>
              <a:defRPr/>
            </a:pPr>
            <a:r>
              <a:rPr lang="en-US" spc="-20">
                <a:latin typeface="Arial"/>
              </a:rPr>
              <a:t>[</a:t>
            </a:r>
            <a:r>
              <a:rPr lang="en-US" spc="-20">
                <a:solidFill>
                  <a:srgbClr val="FD349C"/>
                </a:solidFill>
                <a:latin typeface="Arial"/>
              </a:rPr>
              <a:t>Company name</a:t>
            </a:r>
            <a:r>
              <a:rPr lang="en-US" spc="-20">
                <a:latin typeface="Arial"/>
              </a:rPr>
              <a:t>]</a:t>
            </a:r>
          </a:p>
          <a:p>
            <a:pPr>
              <a:lnSpc>
                <a:spcPct val="100000"/>
              </a:lnSpc>
              <a:defRPr/>
            </a:pPr>
            <a:r>
              <a:rPr lang="en-US" spc="-20" err="1">
                <a:latin typeface="Arial"/>
              </a:rPr>
              <a:t>Att</a:t>
            </a:r>
            <a:r>
              <a:rPr lang="en-US" spc="-20">
                <a:latin typeface="Arial"/>
              </a:rPr>
              <a:t>: [</a:t>
            </a:r>
            <a:r>
              <a:rPr lang="en-US" spc="-20">
                <a:solidFill>
                  <a:srgbClr val="FD349C"/>
                </a:solidFill>
                <a:latin typeface="Arial"/>
              </a:rPr>
              <a:t>client name</a:t>
            </a:r>
            <a:r>
              <a:rPr lang="en-US" spc="-20">
                <a:latin typeface="Arial"/>
              </a:rPr>
              <a:t>]</a:t>
            </a:r>
          </a:p>
          <a:p>
            <a:pPr>
              <a:lnSpc>
                <a:spcPct val="100000"/>
              </a:lnSpc>
              <a:defRPr/>
            </a:pPr>
            <a:r>
              <a:rPr lang="en-US" spc="-20">
                <a:latin typeface="Arial"/>
              </a:rPr>
              <a:t>[</a:t>
            </a:r>
            <a:r>
              <a:rPr lang="en-US" spc="-20">
                <a:solidFill>
                  <a:srgbClr val="FD349C"/>
                </a:solidFill>
                <a:latin typeface="Arial"/>
              </a:rPr>
              <a:t>Address line 1</a:t>
            </a:r>
            <a:r>
              <a:rPr lang="en-US" spc="-20">
                <a:latin typeface="Arial"/>
              </a:rPr>
              <a:t>]</a:t>
            </a:r>
          </a:p>
          <a:p>
            <a:pPr>
              <a:lnSpc>
                <a:spcPct val="100000"/>
              </a:lnSpc>
              <a:defRPr/>
            </a:pPr>
            <a:r>
              <a:rPr lang="en-US" spc="-20">
                <a:latin typeface="Arial"/>
              </a:rPr>
              <a:t>[</a:t>
            </a:r>
            <a:r>
              <a:rPr lang="en-US" spc="-20">
                <a:solidFill>
                  <a:srgbClr val="FD349C"/>
                </a:solidFill>
                <a:latin typeface="Arial"/>
              </a:rPr>
              <a:t>Address line 2</a:t>
            </a:r>
            <a:r>
              <a:rPr lang="en-US" spc="-20">
                <a:latin typeface="Arial"/>
              </a:rPr>
              <a:t>]</a:t>
            </a:r>
            <a:endParaRPr lang="en-US">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E202935-381F-4AA5-9A5A-24E571AE50D6}"/>
              </a:ext>
            </a:extLst>
          </p:cNvPr>
          <p:cNvSpPr txBox="1">
            <a:spLocks/>
          </p:cNvSpPr>
          <p:nvPr/>
        </p:nvSpPr>
        <p:spPr>
          <a:xfrm>
            <a:off x="1003201" y="5040827"/>
            <a:ext cx="1495999" cy="140488"/>
          </a:xfrm>
          <a:prstGeom prst="rect">
            <a:avLst/>
          </a:prstGeom>
          <a:noFill/>
        </p:spPr>
        <p:txBody>
          <a:bodyPr wrap="square" lIns="0" tIns="0" rIns="0" bIns="0" anchor="t">
            <a:spAutoFit/>
          </a:bodyPr>
          <a:lstStyle/>
          <a:p>
            <a:pPr defTabSz="914377">
              <a:lnSpc>
                <a:spcPct val="110000"/>
              </a:lnSpc>
              <a:spcAft>
                <a:spcPts val="600"/>
              </a:spcAft>
              <a:defRPr/>
            </a:pPr>
            <a:r>
              <a:rPr lang="en-US" sz="900" b="1">
                <a:solidFill>
                  <a:srgbClr val="00338D"/>
                </a:solidFill>
                <a:latin typeface="Arial"/>
              </a:rPr>
              <a:t>Important notice</a:t>
            </a:r>
          </a:p>
        </p:txBody>
      </p:sp>
      <p:sp>
        <p:nvSpPr>
          <p:cNvPr id="12" name="TextBox 11">
            <a:extLst>
              <a:ext uri="{FF2B5EF4-FFF2-40B4-BE49-F238E27FC236}">
                <a16:creationId xmlns:a16="http://schemas.microsoft.com/office/drawing/2014/main" id="{2C2B4922-C9A9-4839-918C-9FC530A58F61}"/>
              </a:ext>
            </a:extLst>
          </p:cNvPr>
          <p:cNvSpPr txBox="1">
            <a:spLocks/>
          </p:cNvSpPr>
          <p:nvPr/>
        </p:nvSpPr>
        <p:spPr>
          <a:xfrm>
            <a:off x="2560685" y="5040827"/>
            <a:ext cx="1495999" cy="140488"/>
          </a:xfrm>
          <a:prstGeom prst="rect">
            <a:avLst/>
          </a:prstGeom>
          <a:noFill/>
        </p:spPr>
        <p:txBody>
          <a:bodyPr wrap="square" lIns="0" tIns="0" rIns="0" bIns="0" anchor="t">
            <a:spAutoFit/>
          </a:bodyPr>
          <a:lstStyle/>
          <a:p>
            <a:pPr defTabSz="914377">
              <a:lnSpc>
                <a:spcPct val="110000"/>
              </a:lnSpc>
              <a:spcAft>
                <a:spcPts val="600"/>
              </a:spcAft>
              <a:defRPr/>
            </a:pPr>
            <a:r>
              <a:rPr lang="en-US" sz="900" b="1">
                <a:solidFill>
                  <a:srgbClr val="00338D"/>
                </a:solidFill>
                <a:latin typeface="Arial"/>
              </a:rPr>
              <a:t>Basis of preparation</a:t>
            </a:r>
          </a:p>
        </p:txBody>
      </p:sp>
      <p:sp>
        <p:nvSpPr>
          <p:cNvPr id="14" name="TextBox 13">
            <a:extLst>
              <a:ext uri="{FF2B5EF4-FFF2-40B4-BE49-F238E27FC236}">
                <a16:creationId xmlns:a16="http://schemas.microsoft.com/office/drawing/2014/main" id="{8F85CD3C-4334-4AC3-B5F2-E8D51DB115CA}"/>
              </a:ext>
            </a:extLst>
          </p:cNvPr>
          <p:cNvSpPr txBox="1">
            <a:spLocks/>
          </p:cNvSpPr>
          <p:nvPr/>
        </p:nvSpPr>
        <p:spPr>
          <a:xfrm>
            <a:off x="4300123" y="5040827"/>
            <a:ext cx="1661524" cy="140488"/>
          </a:xfrm>
          <a:prstGeom prst="rect">
            <a:avLst/>
          </a:prstGeom>
          <a:noFill/>
        </p:spPr>
        <p:txBody>
          <a:bodyPr wrap="square" lIns="0" tIns="0" rIns="0" bIns="0" anchor="t">
            <a:spAutoFit/>
          </a:bodyPr>
          <a:lstStyle/>
          <a:p>
            <a:pPr defTabSz="914377">
              <a:lnSpc>
                <a:spcPct val="110000"/>
              </a:lnSpc>
              <a:spcAft>
                <a:spcPts val="600"/>
              </a:spcAft>
              <a:defRPr/>
            </a:pPr>
            <a:r>
              <a:rPr lang="en-US" sz="900" b="1">
                <a:solidFill>
                  <a:srgbClr val="00338D"/>
                </a:solidFill>
                <a:latin typeface="Arial"/>
              </a:rPr>
              <a:t>Scope of work</a:t>
            </a:r>
          </a:p>
        </p:txBody>
      </p:sp>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BD62FAC4-8E0D-43BC-B727-88026D1FCFA8}"/>
                  </a:ext>
                </a:extLst>
              </p:cNvPr>
              <p:cNvGraphicFramePr>
                <a:graphicFrameLocks noChangeAspect="1"/>
              </p:cNvGraphicFramePr>
              <p:nvPr>
                <p:extLst>
                  <p:ext uri="{D42A27DB-BD31-4B8C-83A1-F6EECF244321}">
                    <p14:modId xmlns:p14="http://schemas.microsoft.com/office/powerpoint/2010/main" val="223255018"/>
                  </p:ext>
                </p:extLst>
              </p:nvPr>
            </p:nvGraphicFramePr>
            <p:xfrm>
              <a:off x="1003200" y="5243646"/>
              <a:ext cx="896000" cy="504000"/>
            </p:xfrm>
            <a:graphic>
              <a:graphicData uri="http://schemas.microsoft.com/office/powerpoint/2016/slidezoom">
                <pslz:sldZm>
                  <pslz:sldZmObj sldId="651" cId="1704508770">
                    <pslz:zmPr id="{AE37B2F7-2F81-4834-8F75-52B4575EAB71}" returnToParent="0" transitionDur="1000">
                      <p166:blipFill xmlns:p166="http://schemas.microsoft.com/office/powerpoint/2016/6/main">
                        <a:blip r:embed="rId5"/>
                        <a:stretch>
                          <a:fillRect/>
                        </a:stretch>
                      </p166:blipFill>
                      <p166:spPr xmlns:p166="http://schemas.microsoft.com/office/powerpoint/2016/6/main">
                        <a:xfrm>
                          <a:off x="0" y="0"/>
                          <a:ext cx="896000" cy="504000"/>
                        </a:xfrm>
                        <a:prstGeom prst="rect">
                          <a:avLst/>
                        </a:prstGeom>
                        <a:ln w="6350">
                          <a:solidFill>
                            <a:schemeClr val="tx1"/>
                          </a:solidFill>
                        </a:ln>
                      </p166:spPr>
                    </pslz:zmPr>
                  </pslz:sldZmObj>
                </pslz:sldZm>
              </a:graphicData>
            </a:graphic>
          </p:graphicFrame>
        </mc:Choice>
        <mc:Fallback xmlns="">
          <p:pic>
            <p:nvPicPr>
              <p:cNvPr id="5" name="Slide Zoom 4">
                <a:hlinkClick r:id="rId6" action="ppaction://hlinksldjump"/>
                <a:extLst>
                  <a:ext uri="{FF2B5EF4-FFF2-40B4-BE49-F238E27FC236}">
                    <a16:creationId xmlns:a16="http://schemas.microsoft.com/office/drawing/2014/main" id="{BD62FAC4-8E0D-43BC-B727-88026D1FCFA8}"/>
                  </a:ext>
                </a:extLst>
              </p:cNvPr>
              <p:cNvPicPr>
                <a:picLocks noGrp="1" noRot="1" noChangeAspect="1" noMove="1" noResize="1" noEditPoints="1" noAdjustHandles="1" noChangeArrowheads="1" noChangeShapeType="1"/>
              </p:cNvPicPr>
              <p:nvPr/>
            </p:nvPicPr>
            <p:blipFill>
              <a:blip r:embed="rId7"/>
              <a:stretch>
                <a:fillRect/>
              </a:stretch>
            </p:blipFill>
            <p:spPr>
              <a:xfrm>
                <a:off x="1003200" y="5243646"/>
                <a:ext cx="896000" cy="504000"/>
              </a:xfrm>
              <a:prstGeom prst="rect">
                <a:avLst/>
              </a:prstGeom>
              <a:ln w="6350">
                <a:solidFill>
                  <a:schemeClr val="tx1"/>
                </a:solidFill>
              </a:ln>
            </p:spPr>
          </p:pic>
        </mc:Fallback>
      </mc:AlternateContent>
      <mc:AlternateContent xmlns:mc="http://schemas.openxmlformats.org/markup-compatibility/2006" xmlns:pslz="http://schemas.microsoft.com/office/powerpoint/2016/slidezoom">
        <mc:Choice Requires="pslz">
          <p:graphicFrame>
            <p:nvGraphicFramePr>
              <p:cNvPr id="9" name="Slide Zoom 8">
                <a:extLst>
                  <a:ext uri="{FF2B5EF4-FFF2-40B4-BE49-F238E27FC236}">
                    <a16:creationId xmlns:a16="http://schemas.microsoft.com/office/drawing/2014/main" id="{C92CD030-A512-4CE3-9016-1A17F77924B4}"/>
                  </a:ext>
                </a:extLst>
              </p:cNvPr>
              <p:cNvGraphicFramePr>
                <a:graphicFrameLocks noChangeAspect="1"/>
              </p:cNvGraphicFramePr>
              <p:nvPr>
                <p:extLst>
                  <p:ext uri="{D42A27DB-BD31-4B8C-83A1-F6EECF244321}">
                    <p14:modId xmlns:p14="http://schemas.microsoft.com/office/powerpoint/2010/main" val="2992024791"/>
                  </p:ext>
                </p:extLst>
              </p:nvPr>
            </p:nvGraphicFramePr>
            <p:xfrm>
              <a:off x="2560685" y="5243646"/>
              <a:ext cx="896000" cy="504000"/>
            </p:xfrm>
            <a:graphic>
              <a:graphicData uri="http://schemas.microsoft.com/office/powerpoint/2016/slidezoom">
                <pslz:sldZm>
                  <pslz:sldZmObj sldId="836" cId="3326983360">
                    <pslz:zmPr id="{64A51F5A-A264-49C8-B0D2-94EC341145F4}" returnToParent="0" transitionDur="1000">
                      <p166:blipFill xmlns:p166="http://schemas.microsoft.com/office/powerpoint/2016/6/main">
                        <a:blip r:embed="rId8"/>
                        <a:stretch>
                          <a:fillRect/>
                        </a:stretch>
                      </p166:blipFill>
                      <p166:spPr xmlns:p166="http://schemas.microsoft.com/office/powerpoint/2016/6/main">
                        <a:xfrm>
                          <a:off x="0" y="0"/>
                          <a:ext cx="896000" cy="504000"/>
                        </a:xfrm>
                        <a:prstGeom prst="rect">
                          <a:avLst/>
                        </a:prstGeom>
                        <a:ln w="6350">
                          <a:solidFill>
                            <a:schemeClr val="tx1"/>
                          </a:solidFill>
                        </a:ln>
                      </p166:spPr>
                    </pslz:zmPr>
                  </pslz:sldZmObj>
                </pslz:sldZm>
              </a:graphicData>
            </a:graphic>
          </p:graphicFrame>
        </mc:Choice>
        <mc:Fallback xmlns="">
          <p:pic>
            <p:nvPicPr>
              <p:cNvPr id="9" name="Slide Zoom 8">
                <a:hlinkClick r:id="rId9" action="ppaction://hlinksldjump"/>
                <a:extLst>
                  <a:ext uri="{FF2B5EF4-FFF2-40B4-BE49-F238E27FC236}">
                    <a16:creationId xmlns:a16="http://schemas.microsoft.com/office/drawing/2014/main" id="{C92CD030-A512-4CE3-9016-1A17F77924B4}"/>
                  </a:ext>
                </a:extLst>
              </p:cNvPr>
              <p:cNvPicPr>
                <a:picLocks noGrp="1" noRot="1" noChangeAspect="1" noMove="1" noResize="1" noEditPoints="1" noAdjustHandles="1" noChangeArrowheads="1" noChangeShapeType="1"/>
              </p:cNvPicPr>
              <p:nvPr/>
            </p:nvPicPr>
            <p:blipFill>
              <a:blip r:embed="rId10"/>
              <a:stretch>
                <a:fillRect/>
              </a:stretch>
            </p:blipFill>
            <p:spPr>
              <a:xfrm>
                <a:off x="2560685" y="5243646"/>
                <a:ext cx="896000" cy="504000"/>
              </a:xfrm>
              <a:prstGeom prst="rect">
                <a:avLst/>
              </a:prstGeom>
              <a:ln w="6350">
                <a:solidFill>
                  <a:schemeClr val="tx1"/>
                </a:solidFill>
              </a:ln>
            </p:spPr>
          </p:pic>
        </mc:Fallback>
      </mc:AlternateContent>
      <mc:AlternateContent xmlns:mc="http://schemas.openxmlformats.org/markup-compatibility/2006" xmlns:pslz="http://schemas.microsoft.com/office/powerpoint/2016/slidezoom">
        <mc:Choice Requires="pslz">
          <p:graphicFrame>
            <p:nvGraphicFramePr>
              <p:cNvPr id="13" name="Slide Zoom 12">
                <a:extLst>
                  <a:ext uri="{FF2B5EF4-FFF2-40B4-BE49-F238E27FC236}">
                    <a16:creationId xmlns:a16="http://schemas.microsoft.com/office/drawing/2014/main" id="{A1883988-0749-433F-B6DC-E9124B684984}"/>
                  </a:ext>
                </a:extLst>
              </p:cNvPr>
              <p:cNvGraphicFramePr>
                <a:graphicFrameLocks noChangeAspect="1"/>
              </p:cNvGraphicFramePr>
              <p:nvPr>
                <p:extLst>
                  <p:ext uri="{D42A27DB-BD31-4B8C-83A1-F6EECF244321}">
                    <p14:modId xmlns:p14="http://schemas.microsoft.com/office/powerpoint/2010/main" val="1379044446"/>
                  </p:ext>
                </p:extLst>
              </p:nvPr>
            </p:nvGraphicFramePr>
            <p:xfrm>
              <a:off x="4300123" y="5243646"/>
              <a:ext cx="896000" cy="504000"/>
            </p:xfrm>
            <a:graphic>
              <a:graphicData uri="http://schemas.microsoft.com/office/powerpoint/2016/slidezoom">
                <pslz:sldZm>
                  <pslz:sldZmObj sldId="691" cId="4137788745">
                    <pslz:zmPr id="{E6E943C9-AA5D-4D2F-A112-C4E4C07BB2CB}" returnToParent="0" transitionDur="1000">
                      <p166:blipFill xmlns:p166="http://schemas.microsoft.com/office/powerpoint/2016/6/main">
                        <a:blip r:embed="rId11"/>
                        <a:stretch>
                          <a:fillRect/>
                        </a:stretch>
                      </p166:blipFill>
                      <p166:spPr xmlns:p166="http://schemas.microsoft.com/office/powerpoint/2016/6/main">
                        <a:xfrm>
                          <a:off x="0" y="0"/>
                          <a:ext cx="896000" cy="504000"/>
                        </a:xfrm>
                        <a:prstGeom prst="rect">
                          <a:avLst/>
                        </a:prstGeom>
                        <a:ln w="6350">
                          <a:solidFill>
                            <a:schemeClr val="tx1"/>
                          </a:solidFill>
                        </a:ln>
                      </p166:spPr>
                    </pslz:zmPr>
                  </pslz:sldZmObj>
                </pslz:sldZm>
              </a:graphicData>
            </a:graphic>
          </p:graphicFrame>
        </mc:Choice>
        <mc:Fallback xmlns="">
          <p:pic>
            <p:nvPicPr>
              <p:cNvPr id="13" name="Slide Zoom 12">
                <a:hlinkClick r:id="rId12" action="ppaction://hlinksldjump"/>
                <a:extLst>
                  <a:ext uri="{FF2B5EF4-FFF2-40B4-BE49-F238E27FC236}">
                    <a16:creationId xmlns:a16="http://schemas.microsoft.com/office/drawing/2014/main" id="{A1883988-0749-433F-B6DC-E9124B684984}"/>
                  </a:ext>
                </a:extLst>
              </p:cNvPr>
              <p:cNvPicPr>
                <a:picLocks noGrp="1" noRot="1" noChangeAspect="1" noMove="1" noResize="1" noEditPoints="1" noAdjustHandles="1" noChangeArrowheads="1" noChangeShapeType="1"/>
              </p:cNvPicPr>
              <p:nvPr/>
            </p:nvPicPr>
            <p:blipFill>
              <a:blip r:embed="rId13"/>
              <a:stretch>
                <a:fillRect/>
              </a:stretch>
            </p:blipFill>
            <p:spPr>
              <a:xfrm>
                <a:off x="4300123" y="5243646"/>
                <a:ext cx="896000" cy="504000"/>
              </a:xfrm>
              <a:prstGeom prst="rect">
                <a:avLst/>
              </a:prstGeom>
              <a:ln w="6350">
                <a:solidFill>
                  <a:schemeClr val="tx1"/>
                </a:solidFill>
              </a:ln>
            </p:spPr>
          </p:pic>
        </mc:Fallback>
      </mc:AlternateContent>
    </p:spTree>
    <p:extLst>
      <p:ext uri="{BB962C8B-B14F-4D97-AF65-F5344CB8AC3E}">
        <p14:creationId xmlns:p14="http://schemas.microsoft.com/office/powerpoint/2010/main" val="1197118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06A05ED-B49C-461C-A6B4-BBEE05F94E2E}"/>
              </a:ext>
            </a:extLst>
          </p:cNvPr>
          <p:cNvGraphicFramePr>
            <a:graphicFrameLocks noChangeAspect="1"/>
          </p:cNvGraphicFramePr>
          <p:nvPr>
            <p:custDataLst>
              <p:tags r:id="rId1"/>
            </p:custDataLst>
            <p:extLst>
              <p:ext uri="{D42A27DB-BD31-4B8C-83A1-F6EECF244321}">
                <p14:modId xmlns:p14="http://schemas.microsoft.com/office/powerpoint/2010/main" val="3485912588"/>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4" name="Object 3" hidden="1">
                        <a:extLst>
                          <a:ext uri="{FF2B5EF4-FFF2-40B4-BE49-F238E27FC236}">
                            <a16:creationId xmlns:a16="http://schemas.microsoft.com/office/drawing/2014/main" id="{806A05ED-B49C-461C-A6B4-BBEE05F94E2E}"/>
                          </a:ext>
                        </a:extLst>
                      </p:cNvPr>
                      <p:cNvPicPr/>
                      <p:nvPr/>
                    </p:nvPicPr>
                    <p:blipFill>
                      <a:blip r:embed="rId6"/>
                      <a:stretch>
                        <a:fillRect/>
                      </a:stretch>
                    </p:blipFill>
                    <p:spPr>
                      <a:xfrm>
                        <a:off x="1589" y="1589"/>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DF8A72C0-583D-4D16-AB11-052DCAA4F242}"/>
              </a:ext>
            </a:extLst>
          </p:cNvPr>
          <p:cNvSpPr>
            <a:spLocks noGrp="1"/>
          </p:cNvSpPr>
          <p:nvPr>
            <p:ph type="title"/>
          </p:nvPr>
        </p:nvSpPr>
        <p:spPr/>
        <p:txBody>
          <a:bodyPr vert="horz"/>
          <a:lstStyle/>
          <a:p>
            <a:r>
              <a:rPr lang="en-US">
                <a:solidFill>
                  <a:schemeClr val="tx2"/>
                </a:solidFill>
              </a:rPr>
              <a:t>Contents</a:t>
            </a:r>
            <a:endParaRPr lang="en-US"/>
          </a:p>
        </p:txBody>
      </p:sp>
      <p:sp>
        <p:nvSpPr>
          <p:cNvPr id="53" name="Rectangle 52">
            <a:extLst>
              <a:ext uri="{FF2B5EF4-FFF2-40B4-BE49-F238E27FC236}">
                <a16:creationId xmlns:a16="http://schemas.microsoft.com/office/drawing/2014/main" id="{9A65A69F-62C3-40C0-8FCC-D2E0DA0E86CD}"/>
              </a:ext>
            </a:extLst>
          </p:cNvPr>
          <p:cNvSpPr/>
          <p:nvPr/>
        </p:nvSpPr>
        <p:spPr>
          <a:xfrm>
            <a:off x="11206083" y="476071"/>
            <a:ext cx="504945" cy="153888"/>
          </a:xfrm>
          <a:prstGeom prst="rect">
            <a:avLst/>
          </a:prstGeom>
        </p:spPr>
        <p:txBody>
          <a:bodyPr wrap="none" lIns="0" tIns="0" rIns="0" bIns="0" anchor="ctr">
            <a:spAutoFit/>
          </a:bodyPr>
          <a:lstStyle/>
          <a:p>
            <a:pPr algn="r"/>
            <a:r>
              <a:rPr lang="en-US" sz="1000">
                <a:solidFill>
                  <a:srgbClr val="00338D"/>
                </a:solidFill>
              </a:rPr>
              <a:t>Glossary</a:t>
            </a:r>
          </a:p>
        </p:txBody>
      </p:sp>
      <p:pic>
        <p:nvPicPr>
          <p:cNvPr id="55" name="Picture 54">
            <a:hlinkClick r:id="" action="ppaction://noaction"/>
            <a:extLst>
              <a:ext uri="{FF2B5EF4-FFF2-40B4-BE49-F238E27FC236}">
                <a16:creationId xmlns:a16="http://schemas.microsoft.com/office/drawing/2014/main" id="{01CE7626-A22E-42A2-A115-AAB08AB20873}"/>
              </a:ext>
            </a:extLst>
          </p:cNvPr>
          <p:cNvPicPr>
            <a:picLocks noChangeAspect="1"/>
          </p:cNvPicPr>
          <p:nvPr/>
        </p:nvPicPr>
        <p:blipFill>
          <a:blip r:embed="rId7"/>
          <a:stretch>
            <a:fillRect/>
          </a:stretch>
        </p:blipFill>
        <p:spPr>
          <a:xfrm>
            <a:off x="11799232" y="425678"/>
            <a:ext cx="254677" cy="254677"/>
          </a:xfrm>
          <a:prstGeom prst="rect">
            <a:avLst/>
          </a:prstGeom>
        </p:spPr>
      </p:pic>
      <p:sp>
        <p:nvSpPr>
          <p:cNvPr id="279" name="Rectangle 278">
            <a:extLst>
              <a:ext uri="{FF2B5EF4-FFF2-40B4-BE49-F238E27FC236}">
                <a16:creationId xmlns:a16="http://schemas.microsoft.com/office/drawing/2014/main" id="{C9391713-9FBD-4570-B322-788704880C1E}"/>
              </a:ext>
            </a:extLst>
          </p:cNvPr>
          <p:cNvSpPr/>
          <p:nvPr/>
        </p:nvSpPr>
        <p:spPr>
          <a:xfrm>
            <a:off x="10824567" y="765267"/>
            <a:ext cx="886460" cy="153888"/>
          </a:xfrm>
          <a:prstGeom prst="rect">
            <a:avLst/>
          </a:prstGeom>
        </p:spPr>
        <p:txBody>
          <a:bodyPr wrap="none" lIns="0" tIns="0" rIns="0" bIns="0" anchor="ctr">
            <a:spAutoFit/>
          </a:bodyPr>
          <a:lstStyle/>
          <a:p>
            <a:pPr algn="r"/>
            <a:r>
              <a:rPr lang="en-US" sz="1000">
                <a:solidFill>
                  <a:srgbClr val="00338D"/>
                </a:solidFill>
              </a:rPr>
              <a:t>KPMG contacts</a:t>
            </a:r>
          </a:p>
        </p:txBody>
      </p:sp>
      <p:pic>
        <p:nvPicPr>
          <p:cNvPr id="280" name="Picture 279">
            <a:hlinkClick r:id="rId8" action="ppaction://hlinksldjump"/>
            <a:extLst>
              <a:ext uri="{FF2B5EF4-FFF2-40B4-BE49-F238E27FC236}">
                <a16:creationId xmlns:a16="http://schemas.microsoft.com/office/drawing/2014/main" id="{65D4E6BA-D09F-436C-BF34-4D8057393E9A}"/>
              </a:ext>
            </a:extLst>
          </p:cNvPr>
          <p:cNvPicPr>
            <a:picLocks noChangeAspect="1"/>
          </p:cNvPicPr>
          <p:nvPr/>
        </p:nvPicPr>
        <p:blipFill>
          <a:blip r:embed="rId9"/>
          <a:stretch>
            <a:fillRect/>
          </a:stretch>
        </p:blipFill>
        <p:spPr>
          <a:xfrm>
            <a:off x="11799232" y="716684"/>
            <a:ext cx="254677" cy="254677"/>
          </a:xfrm>
          <a:prstGeom prst="rect">
            <a:avLst/>
          </a:prstGeom>
        </p:spPr>
      </p:pic>
      <p:graphicFrame>
        <p:nvGraphicFramePr>
          <p:cNvPr id="25" name="Table 24">
            <a:extLst>
              <a:ext uri="{FF2B5EF4-FFF2-40B4-BE49-F238E27FC236}">
                <a16:creationId xmlns:a16="http://schemas.microsoft.com/office/drawing/2014/main" id="{D078FC77-246B-3704-4DF5-02712F6D493A}"/>
              </a:ext>
            </a:extLst>
          </p:cNvPr>
          <p:cNvGraphicFramePr>
            <a:graphicFrameLocks noGrp="1"/>
          </p:cNvGraphicFramePr>
          <p:nvPr>
            <p:custDataLst>
              <p:tags r:id="rId2"/>
            </p:custDataLst>
            <p:extLst>
              <p:ext uri="{D42A27DB-BD31-4B8C-83A1-F6EECF244321}">
                <p14:modId xmlns:p14="http://schemas.microsoft.com/office/powerpoint/2010/main" val="2926075580"/>
              </p:ext>
            </p:extLst>
          </p:nvPr>
        </p:nvGraphicFramePr>
        <p:xfrm>
          <a:off x="1003199" y="1112409"/>
          <a:ext cx="10201780" cy="2474083"/>
        </p:xfrm>
        <a:graphic>
          <a:graphicData uri="http://schemas.openxmlformats.org/drawingml/2006/table">
            <a:tbl>
              <a:tblPr firstRow="1" bandRow="1">
                <a:tableStyleId>{5C22544A-7EE6-4342-B048-85BDC9FD1C3A}</a:tableStyleId>
              </a:tblPr>
              <a:tblGrid>
                <a:gridCol w="2040356">
                  <a:extLst>
                    <a:ext uri="{9D8B030D-6E8A-4147-A177-3AD203B41FA5}">
                      <a16:colId xmlns:a16="http://schemas.microsoft.com/office/drawing/2014/main" val="20000"/>
                    </a:ext>
                  </a:extLst>
                </a:gridCol>
                <a:gridCol w="2040356">
                  <a:extLst>
                    <a:ext uri="{9D8B030D-6E8A-4147-A177-3AD203B41FA5}">
                      <a16:colId xmlns:a16="http://schemas.microsoft.com/office/drawing/2014/main" val="2098462165"/>
                    </a:ext>
                  </a:extLst>
                </a:gridCol>
                <a:gridCol w="2040356">
                  <a:extLst>
                    <a:ext uri="{9D8B030D-6E8A-4147-A177-3AD203B41FA5}">
                      <a16:colId xmlns:a16="http://schemas.microsoft.com/office/drawing/2014/main" val="337732981"/>
                    </a:ext>
                  </a:extLst>
                </a:gridCol>
                <a:gridCol w="2040356">
                  <a:extLst>
                    <a:ext uri="{9D8B030D-6E8A-4147-A177-3AD203B41FA5}">
                      <a16:colId xmlns:a16="http://schemas.microsoft.com/office/drawing/2014/main" val="3743751222"/>
                    </a:ext>
                  </a:extLst>
                </a:gridCol>
                <a:gridCol w="2040356">
                  <a:extLst>
                    <a:ext uri="{9D8B030D-6E8A-4147-A177-3AD203B41FA5}">
                      <a16:colId xmlns:a16="http://schemas.microsoft.com/office/drawing/2014/main" val="3759386704"/>
                    </a:ext>
                  </a:extLst>
                </a:gridCol>
              </a:tblGrid>
              <a:tr h="0">
                <a:tc>
                  <a:txBody>
                    <a:bodyPr/>
                    <a:lstStyle/>
                    <a:p>
                      <a:r>
                        <a:rPr lang="en-US" sz="4500" b="0" u="none" kern="1200">
                          <a:solidFill>
                            <a:schemeClr val="tx2"/>
                          </a:solidFill>
                          <a:latin typeface="+mj-lt"/>
                          <a:ea typeface="+mn-ea"/>
                          <a:cs typeface="+mn-cs"/>
                        </a:rPr>
                        <a:t>01</a:t>
                      </a: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4500" b="0" i="0" u="none" strike="noStrike" kern="1200" cap="none" spc="0" normalizeH="0" baseline="0" noProof="0" dirty="0">
                          <a:ln>
                            <a:noFill/>
                          </a:ln>
                          <a:solidFill>
                            <a:srgbClr val="00338D"/>
                          </a:solidFill>
                          <a:effectLst/>
                          <a:uLnTx/>
                          <a:uFillTx/>
                          <a:latin typeface="+mj-lt"/>
                          <a:ea typeface="+mn-ea"/>
                          <a:cs typeface="+mn-cs"/>
                        </a:rPr>
                        <a:t>02</a:t>
                      </a: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0" lang="en-US" sz="4500" b="0" i="0" u="none" strike="noStrike" kern="1200" cap="none" spc="0" normalizeH="0" baseline="0" noProof="0">
                          <a:ln>
                            <a:noFill/>
                          </a:ln>
                          <a:solidFill>
                            <a:srgbClr val="00338D"/>
                          </a:solidFill>
                          <a:effectLst/>
                          <a:uLnTx/>
                          <a:uFillTx/>
                          <a:latin typeface="+mj-lt"/>
                          <a:ea typeface="+mn-ea"/>
                          <a:cs typeface="+mn-cs"/>
                        </a:rPr>
                        <a:t>03</a:t>
                      </a:r>
                      <a:endParaRPr lang="en-US" sz="1300">
                        <a:latin typeface="+mj-lt"/>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0" lang="en-US" sz="4500" b="0" i="0" u="none" strike="noStrike" kern="1200" cap="none" spc="0" normalizeH="0" baseline="0" noProof="0">
                          <a:ln>
                            <a:noFill/>
                          </a:ln>
                          <a:solidFill>
                            <a:srgbClr val="00338D"/>
                          </a:solidFill>
                          <a:effectLst/>
                          <a:uLnTx/>
                          <a:uFillTx/>
                          <a:latin typeface="+mj-lt"/>
                          <a:ea typeface="+mn-ea"/>
                          <a:cs typeface="+mn-cs"/>
                        </a:rPr>
                        <a:t>04</a:t>
                      </a:r>
                      <a:endParaRPr lang="en-US" sz="1300">
                        <a:latin typeface="+mj-lt"/>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0" lang="en-US" sz="4500" b="0" i="0" u="none" strike="noStrike" kern="1200" cap="none" spc="0" normalizeH="0" baseline="0" noProof="0">
                          <a:ln>
                            <a:noFill/>
                          </a:ln>
                          <a:solidFill>
                            <a:srgbClr val="00338D"/>
                          </a:solidFill>
                          <a:effectLst/>
                          <a:uLnTx/>
                          <a:uFillTx/>
                          <a:latin typeface="+mj-lt"/>
                          <a:ea typeface="+mn-ea"/>
                          <a:cs typeface="+mn-cs"/>
                        </a:rPr>
                        <a:t>05</a:t>
                      </a:r>
                      <a:endParaRPr lang="en-US" sz="1300">
                        <a:latin typeface="+mj-lt"/>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734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338D"/>
                          </a:solidFill>
                          <a:effectLst/>
                          <a:uLnTx/>
                          <a:uFillTx/>
                          <a:latin typeface="+mn-lt"/>
                          <a:ea typeface="+mn-ea"/>
                          <a:cs typeface="+mn-cs"/>
                        </a:rPr>
                        <a:t>Executive summary</a:t>
                      </a:r>
                      <a:br>
                        <a:rPr kumimoji="0" lang="en-US" sz="1000" b="1" i="0" u="none" strike="noStrike" kern="1200" cap="none" spc="0" normalizeH="0" baseline="0" noProof="0">
                          <a:ln>
                            <a:noFill/>
                          </a:ln>
                          <a:solidFill>
                            <a:srgbClr val="00338D"/>
                          </a:solidFill>
                          <a:effectLst/>
                          <a:uLnTx/>
                          <a:uFillTx/>
                          <a:latin typeface="+mn-lt"/>
                          <a:ea typeface="+mn-ea"/>
                          <a:cs typeface="+mn-cs"/>
                        </a:rPr>
                      </a:br>
                      <a:r>
                        <a:rPr kumimoji="0" lang="en-US" sz="1000" b="1" i="0" u="none" strike="noStrike" kern="1200" cap="none" spc="0" normalizeH="0" baseline="0" noProof="0">
                          <a:ln>
                            <a:noFill/>
                          </a:ln>
                          <a:solidFill>
                            <a:srgbClr val="00338D"/>
                          </a:solidFill>
                          <a:effectLst/>
                          <a:uLnTx/>
                          <a:uFillTx/>
                          <a:latin typeface="+mn-lt"/>
                          <a:ea typeface="+mn-ea"/>
                          <a:cs typeface="+mn-cs"/>
                        </a:rPr>
                        <a:t>(p. 3–25)</a:t>
                      </a:r>
                    </a:p>
                  </a:txBody>
                  <a:tcPr marL="0" marR="108000" marT="54610" marB="5461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1" i="0" u="none" strike="noStrike" kern="1200" cap="none" spc="0" normalizeH="0" baseline="0" noProof="0" dirty="0">
                          <a:ln>
                            <a:noFill/>
                          </a:ln>
                          <a:solidFill>
                            <a:srgbClr val="00338D"/>
                          </a:solidFill>
                          <a:effectLst/>
                          <a:uLnTx/>
                          <a:uFillTx/>
                          <a:latin typeface="+mn-lt"/>
                          <a:ea typeface="+mn-ea"/>
                          <a:cs typeface="+mn-cs"/>
                        </a:rPr>
                        <a:t>Historical trading</a:t>
                      </a:r>
                      <a:br>
                        <a:rPr kumimoji="0" lang="en-US" sz="1000" b="1" i="0" u="none" strike="noStrike" kern="1200" cap="none" spc="0" normalizeH="0" baseline="0" noProof="0" dirty="0">
                          <a:ln>
                            <a:noFill/>
                          </a:ln>
                          <a:solidFill>
                            <a:srgbClr val="00338D"/>
                          </a:solidFill>
                          <a:effectLst/>
                          <a:uLnTx/>
                          <a:uFillTx/>
                          <a:latin typeface="+mn-lt"/>
                          <a:ea typeface="+mn-ea"/>
                          <a:cs typeface="+mn-cs"/>
                        </a:rPr>
                      </a:br>
                      <a:r>
                        <a:rPr kumimoji="0" lang="en-US" sz="1000" b="1" i="0" u="none" strike="noStrike" kern="1200" cap="none" spc="0" normalizeH="0" baseline="0" noProof="0" dirty="0">
                          <a:ln>
                            <a:noFill/>
                          </a:ln>
                          <a:solidFill>
                            <a:srgbClr val="00338D"/>
                          </a:solidFill>
                          <a:effectLst/>
                          <a:uLnTx/>
                          <a:uFillTx/>
                          <a:latin typeface="+mn-lt"/>
                          <a:ea typeface="+mn-ea"/>
                          <a:cs typeface="+mn-cs"/>
                        </a:rPr>
                        <a:t>(p. 26–35)</a:t>
                      </a:r>
                    </a:p>
                  </a:txBody>
                  <a:tcPr marL="0" marR="108000" marT="54610" marB="5461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338D"/>
                          </a:solidFill>
                          <a:effectLst/>
                          <a:uLnTx/>
                          <a:uFillTx/>
                          <a:latin typeface="+mn-lt"/>
                          <a:ea typeface="+mn-ea"/>
                          <a:cs typeface="+mn-cs"/>
                        </a:rPr>
                        <a:t>Forecast trading</a:t>
                      </a:r>
                      <a:br>
                        <a:rPr kumimoji="0" lang="en-US" sz="1000" b="1" i="0" u="none" strike="noStrike" kern="1200" cap="none" spc="0" normalizeH="0" baseline="0" noProof="0">
                          <a:ln>
                            <a:noFill/>
                          </a:ln>
                          <a:solidFill>
                            <a:srgbClr val="00338D"/>
                          </a:solidFill>
                          <a:effectLst/>
                          <a:uLnTx/>
                          <a:uFillTx/>
                          <a:latin typeface="+mn-lt"/>
                          <a:ea typeface="+mn-ea"/>
                          <a:cs typeface="+mn-cs"/>
                        </a:rPr>
                      </a:br>
                      <a:r>
                        <a:rPr kumimoji="0" lang="en-US" sz="1000" b="1" i="0" u="none" strike="noStrike" kern="1200" cap="none" spc="0" normalizeH="0" baseline="0" noProof="0">
                          <a:ln>
                            <a:noFill/>
                          </a:ln>
                          <a:solidFill>
                            <a:srgbClr val="00338D"/>
                          </a:solidFill>
                          <a:effectLst/>
                          <a:uLnTx/>
                          <a:uFillTx/>
                          <a:latin typeface="+mn-lt"/>
                          <a:ea typeface="+mn-ea"/>
                          <a:cs typeface="+mn-cs"/>
                        </a:rPr>
                        <a:t>(p. 36–43)</a:t>
                      </a:r>
                    </a:p>
                  </a:txBody>
                  <a:tcPr marL="0" marR="108000" marT="54610" marB="5461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338D"/>
                          </a:solidFill>
                          <a:effectLst/>
                          <a:uLnTx/>
                          <a:uFillTx/>
                          <a:latin typeface="+mn-lt"/>
                          <a:ea typeface="+mn-ea"/>
                          <a:cs typeface="+mn-cs"/>
                        </a:rPr>
                        <a:t>Balance sheet</a:t>
                      </a:r>
                      <a:br>
                        <a:rPr kumimoji="0" lang="en-US" sz="1000" b="1" i="0" u="none" strike="noStrike" kern="1200" cap="none" spc="0" normalizeH="0" baseline="0" noProof="0">
                          <a:ln>
                            <a:noFill/>
                          </a:ln>
                          <a:solidFill>
                            <a:srgbClr val="00338D"/>
                          </a:solidFill>
                          <a:effectLst/>
                          <a:uLnTx/>
                          <a:uFillTx/>
                          <a:latin typeface="+mn-lt"/>
                          <a:ea typeface="+mn-ea"/>
                          <a:cs typeface="+mn-cs"/>
                        </a:rPr>
                      </a:br>
                      <a:r>
                        <a:rPr kumimoji="0" lang="en-US" sz="1000" b="1" i="0" u="none" strike="noStrike" kern="1200" cap="none" spc="0" normalizeH="0" baseline="0" noProof="0">
                          <a:ln>
                            <a:noFill/>
                          </a:ln>
                          <a:solidFill>
                            <a:srgbClr val="00338D"/>
                          </a:solidFill>
                          <a:effectLst/>
                          <a:uLnTx/>
                          <a:uFillTx/>
                          <a:latin typeface="+mn-lt"/>
                          <a:ea typeface="+mn-ea"/>
                          <a:cs typeface="+mn-cs"/>
                        </a:rPr>
                        <a:t>(p. 44–48)</a:t>
                      </a:r>
                    </a:p>
                  </a:txBody>
                  <a:tcPr marL="0" marR="108000" marT="54610" marB="5461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338D"/>
                          </a:solidFill>
                          <a:effectLst/>
                          <a:uLnTx/>
                          <a:uFillTx/>
                          <a:latin typeface="+mn-lt"/>
                          <a:ea typeface="+mn-ea"/>
                          <a:cs typeface="+mn-cs"/>
                        </a:rPr>
                        <a:t>Cash flows</a:t>
                      </a:r>
                      <a:br>
                        <a:rPr kumimoji="0" lang="en-US" sz="1000" b="1" i="0" u="none" strike="noStrike" kern="1200" cap="none" spc="0" normalizeH="0" baseline="0" noProof="0">
                          <a:ln>
                            <a:noFill/>
                          </a:ln>
                          <a:solidFill>
                            <a:srgbClr val="00338D"/>
                          </a:solidFill>
                          <a:effectLst/>
                          <a:uLnTx/>
                          <a:uFillTx/>
                          <a:latin typeface="+mn-lt"/>
                          <a:ea typeface="+mn-ea"/>
                          <a:cs typeface="+mn-cs"/>
                        </a:rPr>
                      </a:br>
                      <a:r>
                        <a:rPr kumimoji="0" lang="en-US" sz="1000" b="1" i="0" u="none" strike="noStrike" kern="1200" cap="none" spc="0" normalizeH="0" baseline="0" noProof="0">
                          <a:ln>
                            <a:noFill/>
                          </a:ln>
                          <a:solidFill>
                            <a:srgbClr val="00338D"/>
                          </a:solidFill>
                          <a:effectLst/>
                          <a:uLnTx/>
                          <a:uFillTx/>
                          <a:latin typeface="+mn-lt"/>
                          <a:ea typeface="+mn-ea"/>
                          <a:cs typeface="+mn-cs"/>
                        </a:rPr>
                        <a:t>(p. 49–50)</a:t>
                      </a:r>
                    </a:p>
                  </a:txBody>
                  <a:tcPr marL="0" marR="108000" marT="54610" marB="5461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130300">
                <a:tc>
                  <a:txBody>
                    <a:bodyPr/>
                    <a:lstStyle/>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Business overview</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Summary financials</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Key financial drivers</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Headlines</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Key findings</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Key deal considerations</a:t>
                      </a:r>
                      <a:endParaRPr lang="en-US" sz="1300" b="1">
                        <a:solidFill>
                          <a:schemeClr val="tx2"/>
                        </a:solidFill>
                      </a:endParaRPr>
                    </a:p>
                  </a:txBody>
                  <a:tcPr marL="0" marR="36000" marT="36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Profit &amp; loss overview</a:t>
                      </a:r>
                    </a:p>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Quality of earnings</a:t>
                      </a:r>
                    </a:p>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Revenue and EBITDA bridge</a:t>
                      </a:r>
                    </a:p>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Business drivers</a:t>
                      </a:r>
                    </a:p>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Cost breakdown</a:t>
                      </a:r>
                      <a:endParaRPr lang="en-US" sz="1300" b="1">
                        <a:solidFill>
                          <a:schemeClr val="tx2"/>
                        </a:solidFill>
                      </a:endParaRPr>
                    </a:p>
                  </a:txBody>
                  <a:tcPr marL="0" marR="36000" marT="36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Current trading and run rate</a:t>
                      </a:r>
                    </a:p>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Historical forecasting accuracy</a:t>
                      </a:r>
                    </a:p>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Forecast overview</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Forecast revenue and EBITDA bridge</a:t>
                      </a:r>
                    </a:p>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Forecast assumptions</a:t>
                      </a:r>
                    </a:p>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Upsides and sensitivities</a:t>
                      </a:r>
                      <a:endParaRPr lang="en-US" sz="1300" b="1">
                        <a:solidFill>
                          <a:schemeClr val="tx2"/>
                        </a:solidFill>
                      </a:endParaRPr>
                    </a:p>
                  </a:txBody>
                  <a:tcPr marL="0" marR="36000" marT="36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Balance sheet overview</a:t>
                      </a:r>
                    </a:p>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Net working capital</a:t>
                      </a:r>
                    </a:p>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Net debt</a:t>
                      </a:r>
                      <a:endParaRPr lang="en-US" sz="1300" b="1">
                        <a:solidFill>
                          <a:schemeClr val="tx2"/>
                        </a:solidFill>
                      </a:endParaRPr>
                    </a:p>
                  </a:txBody>
                  <a:tcPr marL="0" marR="36000" marT="36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dirty="0">
                          <a:ln>
                            <a:noFill/>
                          </a:ln>
                          <a:solidFill>
                            <a:srgbClr val="000000"/>
                          </a:solidFill>
                          <a:effectLst/>
                          <a:uLnTx/>
                          <a:uFillTx/>
                          <a:latin typeface="+mn-lt"/>
                          <a:ea typeface="+mn-ea"/>
                          <a:cs typeface="+mn-cs"/>
                        </a:rPr>
                        <a:t>Operating cash flows</a:t>
                      </a:r>
                      <a:endParaRPr lang="en-US" sz="1300" b="1" dirty="0">
                        <a:solidFill>
                          <a:schemeClr val="tx2"/>
                        </a:solidFill>
                      </a:endParaRPr>
                    </a:p>
                  </a:txBody>
                  <a:tcPr marL="0" marR="36000" marT="36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graphicFrame>
        <p:nvGraphicFramePr>
          <p:cNvPr id="29" name="Table 28">
            <a:extLst>
              <a:ext uri="{FF2B5EF4-FFF2-40B4-BE49-F238E27FC236}">
                <a16:creationId xmlns:a16="http://schemas.microsoft.com/office/drawing/2014/main" id="{AA381687-B57D-F7F3-88E1-40D6FFA2BC55}"/>
              </a:ext>
            </a:extLst>
          </p:cNvPr>
          <p:cNvGraphicFramePr>
            <a:graphicFrameLocks noGrp="1"/>
          </p:cNvGraphicFramePr>
          <p:nvPr>
            <p:custDataLst>
              <p:tags r:id="rId3"/>
            </p:custDataLst>
            <p:extLst>
              <p:ext uri="{D42A27DB-BD31-4B8C-83A1-F6EECF244321}">
                <p14:modId xmlns:p14="http://schemas.microsoft.com/office/powerpoint/2010/main" val="3574144376"/>
              </p:ext>
            </p:extLst>
          </p:nvPr>
        </p:nvGraphicFramePr>
        <p:xfrm>
          <a:off x="1003200" y="3528012"/>
          <a:ext cx="10201780" cy="2247583"/>
        </p:xfrm>
        <a:graphic>
          <a:graphicData uri="http://schemas.openxmlformats.org/drawingml/2006/table">
            <a:tbl>
              <a:tblPr firstRow="1" bandRow="1">
                <a:tableStyleId>{5C22544A-7EE6-4342-B048-85BDC9FD1C3A}</a:tableStyleId>
              </a:tblPr>
              <a:tblGrid>
                <a:gridCol w="2040356">
                  <a:extLst>
                    <a:ext uri="{9D8B030D-6E8A-4147-A177-3AD203B41FA5}">
                      <a16:colId xmlns:a16="http://schemas.microsoft.com/office/drawing/2014/main" val="20000"/>
                    </a:ext>
                  </a:extLst>
                </a:gridCol>
                <a:gridCol w="2040356">
                  <a:extLst>
                    <a:ext uri="{9D8B030D-6E8A-4147-A177-3AD203B41FA5}">
                      <a16:colId xmlns:a16="http://schemas.microsoft.com/office/drawing/2014/main" val="2098462165"/>
                    </a:ext>
                  </a:extLst>
                </a:gridCol>
                <a:gridCol w="2040356">
                  <a:extLst>
                    <a:ext uri="{9D8B030D-6E8A-4147-A177-3AD203B41FA5}">
                      <a16:colId xmlns:a16="http://schemas.microsoft.com/office/drawing/2014/main" val="337732981"/>
                    </a:ext>
                  </a:extLst>
                </a:gridCol>
                <a:gridCol w="2040356">
                  <a:extLst>
                    <a:ext uri="{9D8B030D-6E8A-4147-A177-3AD203B41FA5}">
                      <a16:colId xmlns:a16="http://schemas.microsoft.com/office/drawing/2014/main" val="3743751222"/>
                    </a:ext>
                  </a:extLst>
                </a:gridCol>
                <a:gridCol w="2040356">
                  <a:extLst>
                    <a:ext uri="{9D8B030D-6E8A-4147-A177-3AD203B41FA5}">
                      <a16:colId xmlns:a16="http://schemas.microsoft.com/office/drawing/2014/main" val="3759386704"/>
                    </a:ext>
                  </a:extLst>
                </a:gridCol>
              </a:tblGrid>
              <a:tr h="0">
                <a:tc>
                  <a:txBody>
                    <a:bodyPr/>
                    <a:lstStyle/>
                    <a:p>
                      <a:r>
                        <a:rPr lang="en-US" sz="4500" b="0" u="none" kern="1200">
                          <a:solidFill>
                            <a:schemeClr val="tx2"/>
                          </a:solidFill>
                          <a:latin typeface="+mj-lt"/>
                          <a:ea typeface="+mn-ea"/>
                          <a:cs typeface="+mn-cs"/>
                        </a:rPr>
                        <a:t>06</a:t>
                      </a: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4500" b="0" i="0" u="none" strike="noStrike" kern="1200" cap="none" spc="0" normalizeH="0" baseline="0" noProof="0">
                          <a:ln>
                            <a:noFill/>
                          </a:ln>
                          <a:solidFill>
                            <a:srgbClr val="00338D"/>
                          </a:solidFill>
                          <a:effectLst/>
                          <a:uLnTx/>
                          <a:uFillTx/>
                          <a:latin typeface="+mj-lt"/>
                          <a:ea typeface="+mn-ea"/>
                          <a:cs typeface="+mn-cs"/>
                        </a:rPr>
                        <a:t>07</a:t>
                      </a: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0" lang="en-US" sz="4500" b="0" i="0" u="none" strike="noStrike" kern="1200" cap="none" spc="0" normalizeH="0" baseline="0" noProof="0">
                          <a:ln>
                            <a:noFill/>
                          </a:ln>
                          <a:solidFill>
                            <a:srgbClr val="00338D"/>
                          </a:solidFill>
                          <a:effectLst/>
                          <a:uLnTx/>
                          <a:uFillTx/>
                          <a:latin typeface="+mj-lt"/>
                          <a:ea typeface="+mn-ea"/>
                          <a:cs typeface="+mn-cs"/>
                        </a:rPr>
                        <a:t>08</a:t>
                      </a:r>
                      <a:endParaRPr lang="en-US" sz="1300">
                        <a:latin typeface="+mj-lt"/>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0" lang="en-US" sz="4500" b="0" i="0" u="none" strike="noStrike" kern="1200" cap="none" spc="0" normalizeH="0" baseline="0" noProof="0">
                          <a:ln>
                            <a:noFill/>
                          </a:ln>
                          <a:solidFill>
                            <a:srgbClr val="00338D"/>
                          </a:solidFill>
                          <a:effectLst/>
                          <a:uLnTx/>
                          <a:uFillTx/>
                          <a:latin typeface="+mj-lt"/>
                          <a:ea typeface="+mn-ea"/>
                          <a:cs typeface="+mn-cs"/>
                        </a:rPr>
                        <a:t>09</a:t>
                      </a:r>
                      <a:endParaRPr lang="en-US" sz="1300">
                        <a:latin typeface="+mj-lt"/>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0" lang="en-US" sz="4500" b="0" i="0" u="none" strike="noStrike" kern="1200" cap="none" spc="0" normalizeH="0" baseline="0" noProof="0">
                          <a:ln>
                            <a:noFill/>
                          </a:ln>
                          <a:solidFill>
                            <a:srgbClr val="00338D"/>
                          </a:solidFill>
                          <a:effectLst/>
                          <a:uLnTx/>
                          <a:uFillTx/>
                          <a:latin typeface="+mj-lt"/>
                          <a:ea typeface="+mn-ea"/>
                          <a:cs typeface="+mn-cs"/>
                        </a:rPr>
                        <a:t>10</a:t>
                      </a:r>
                      <a:endParaRPr lang="en-US" sz="1300">
                        <a:latin typeface="+mj-lt"/>
                      </a:endParaRP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734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338D"/>
                          </a:solidFill>
                          <a:effectLst/>
                          <a:uLnTx/>
                          <a:uFillTx/>
                          <a:latin typeface="+mn-lt"/>
                          <a:ea typeface="+mn-ea"/>
                          <a:cs typeface="+mn-cs"/>
                        </a:rPr>
                        <a:t>Reporting environment</a:t>
                      </a:r>
                      <a:br>
                        <a:rPr kumimoji="0" lang="en-US" sz="1000" b="1" i="0" u="none" strike="noStrike" kern="1200" cap="none" spc="0" normalizeH="0" baseline="0" noProof="0">
                          <a:ln>
                            <a:noFill/>
                          </a:ln>
                          <a:solidFill>
                            <a:srgbClr val="00338D"/>
                          </a:solidFill>
                          <a:effectLst/>
                          <a:uLnTx/>
                          <a:uFillTx/>
                          <a:latin typeface="+mn-lt"/>
                          <a:ea typeface="+mn-ea"/>
                          <a:cs typeface="+mn-cs"/>
                        </a:rPr>
                      </a:br>
                      <a:r>
                        <a:rPr kumimoji="0" lang="en-US" sz="1000" b="1" i="0" u="none" strike="noStrike" kern="1200" cap="none" spc="0" normalizeH="0" baseline="0" noProof="0">
                          <a:ln>
                            <a:noFill/>
                          </a:ln>
                          <a:solidFill>
                            <a:srgbClr val="00338D"/>
                          </a:solidFill>
                          <a:effectLst/>
                          <a:uLnTx/>
                          <a:uFillTx/>
                          <a:latin typeface="+mn-lt"/>
                          <a:ea typeface="+mn-ea"/>
                          <a:cs typeface="+mn-cs"/>
                        </a:rPr>
                        <a:t>(p. 51–53)</a:t>
                      </a:r>
                    </a:p>
                  </a:txBody>
                  <a:tcPr marL="0" marR="108000" marT="54610" marB="5461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338D"/>
                          </a:solidFill>
                          <a:effectLst/>
                          <a:uLnTx/>
                          <a:uFillTx/>
                          <a:latin typeface="+mn-lt"/>
                          <a:ea typeface="+mn-ea"/>
                          <a:cs typeface="+mn-cs"/>
                        </a:rPr>
                        <a:t>Value creation potential</a:t>
                      </a:r>
                      <a:br>
                        <a:rPr kumimoji="0" lang="en-US" sz="1000" b="1" i="0" u="none" strike="noStrike" kern="1200" cap="none" spc="0" normalizeH="0" baseline="0" noProof="0">
                          <a:ln>
                            <a:noFill/>
                          </a:ln>
                          <a:solidFill>
                            <a:srgbClr val="00338D"/>
                          </a:solidFill>
                          <a:effectLst/>
                          <a:uLnTx/>
                          <a:uFillTx/>
                          <a:latin typeface="+mn-lt"/>
                          <a:ea typeface="+mn-ea"/>
                          <a:cs typeface="+mn-cs"/>
                        </a:rPr>
                      </a:br>
                      <a:r>
                        <a:rPr kumimoji="0" lang="en-US" sz="1000" b="1" i="0" u="none" strike="noStrike" kern="1200" cap="none" spc="0" normalizeH="0" baseline="0" noProof="0">
                          <a:ln>
                            <a:noFill/>
                          </a:ln>
                          <a:solidFill>
                            <a:srgbClr val="00338D"/>
                          </a:solidFill>
                          <a:effectLst/>
                          <a:uLnTx/>
                          <a:uFillTx/>
                          <a:latin typeface="+mn-lt"/>
                          <a:ea typeface="+mn-ea"/>
                          <a:cs typeface="+mn-cs"/>
                        </a:rPr>
                        <a:t>(p. 54–60)</a:t>
                      </a:r>
                    </a:p>
                  </a:txBody>
                  <a:tcPr marL="0" marR="108000" marT="54610" marB="5461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338D"/>
                          </a:solidFill>
                          <a:effectLst/>
                          <a:uLnTx/>
                          <a:uFillTx/>
                          <a:latin typeface="+mn-lt"/>
                          <a:ea typeface="+mn-ea"/>
                          <a:cs typeface="+mn-cs"/>
                        </a:rPr>
                        <a:t>Pre-Deal PPA benchmarking</a:t>
                      </a:r>
                      <a:br>
                        <a:rPr kumimoji="0" lang="en-US" sz="1000" b="1" i="0" u="none" strike="noStrike" kern="1200" cap="none" spc="0" normalizeH="0" baseline="0" noProof="0">
                          <a:ln>
                            <a:noFill/>
                          </a:ln>
                          <a:solidFill>
                            <a:srgbClr val="00338D"/>
                          </a:solidFill>
                          <a:effectLst/>
                          <a:uLnTx/>
                          <a:uFillTx/>
                          <a:latin typeface="+mn-lt"/>
                          <a:ea typeface="+mn-ea"/>
                          <a:cs typeface="+mn-cs"/>
                        </a:rPr>
                      </a:br>
                      <a:r>
                        <a:rPr kumimoji="0" lang="en-US" sz="1000" b="1" i="0" u="none" strike="noStrike" kern="1200" cap="none" spc="0" normalizeH="0" baseline="0" noProof="0">
                          <a:ln>
                            <a:noFill/>
                          </a:ln>
                          <a:solidFill>
                            <a:srgbClr val="00338D"/>
                          </a:solidFill>
                          <a:effectLst/>
                          <a:uLnTx/>
                          <a:uFillTx/>
                          <a:latin typeface="+mn-lt"/>
                          <a:ea typeface="+mn-ea"/>
                          <a:cs typeface="+mn-cs"/>
                        </a:rPr>
                        <a:t>(p. 61–65)</a:t>
                      </a:r>
                    </a:p>
                  </a:txBody>
                  <a:tcPr marL="0" marR="108000" marT="54610" marB="5461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338D"/>
                          </a:solidFill>
                          <a:effectLst/>
                          <a:uLnTx/>
                          <a:uFillTx/>
                          <a:latin typeface="+mn-lt"/>
                          <a:ea typeface="+mn-ea"/>
                          <a:cs typeface="+mn-cs"/>
                        </a:rPr>
                        <a:t>Taxation [</a:t>
                      </a:r>
                      <a:r>
                        <a:rPr kumimoji="0" lang="en-US" sz="1000" b="1" i="1" u="none" strike="noStrike" kern="1200" cap="none" spc="0" normalizeH="0" baseline="0" noProof="0">
                          <a:ln>
                            <a:noFill/>
                          </a:ln>
                          <a:solidFill>
                            <a:srgbClr val="00338D"/>
                          </a:solidFill>
                          <a:effectLst/>
                          <a:uLnTx/>
                          <a:uFillTx/>
                          <a:latin typeface="+mn-lt"/>
                          <a:ea typeface="+mn-ea"/>
                          <a:cs typeface="+mn-cs"/>
                        </a:rPr>
                        <a:t>HR/ESG/IT/Cyber etc.</a:t>
                      </a:r>
                      <a:r>
                        <a:rPr kumimoji="0" lang="en-US" sz="1000" b="1" i="0" u="none" strike="noStrike" kern="1200" cap="none" spc="0" normalizeH="0" baseline="0" noProof="0">
                          <a:ln>
                            <a:noFill/>
                          </a:ln>
                          <a:solidFill>
                            <a:srgbClr val="00338D"/>
                          </a:solidFill>
                          <a:effectLst/>
                          <a:uLnTx/>
                          <a:uFillTx/>
                          <a:latin typeface="+mn-lt"/>
                          <a:ea typeface="+mn-ea"/>
                          <a:cs typeface="+mn-cs"/>
                        </a:rPr>
                        <a:t>]</a:t>
                      </a:r>
                      <a:br>
                        <a:rPr kumimoji="0" lang="en-US" sz="1000" b="1" i="0" u="none" strike="noStrike" kern="1200" cap="none" spc="0" normalizeH="0" baseline="0" noProof="0">
                          <a:ln>
                            <a:noFill/>
                          </a:ln>
                          <a:solidFill>
                            <a:srgbClr val="00338D"/>
                          </a:solidFill>
                          <a:effectLst/>
                          <a:uLnTx/>
                          <a:uFillTx/>
                          <a:latin typeface="+mn-lt"/>
                          <a:ea typeface="+mn-ea"/>
                          <a:cs typeface="+mn-cs"/>
                        </a:rPr>
                      </a:br>
                      <a:r>
                        <a:rPr kumimoji="0" lang="en-US" sz="1000" b="1" i="0" u="none" strike="noStrike" kern="1200" cap="none" spc="0" normalizeH="0" baseline="0" noProof="0">
                          <a:ln>
                            <a:noFill/>
                          </a:ln>
                          <a:solidFill>
                            <a:srgbClr val="00338D"/>
                          </a:solidFill>
                          <a:effectLst/>
                          <a:uLnTx/>
                          <a:uFillTx/>
                          <a:latin typeface="+mn-lt"/>
                          <a:ea typeface="+mn-ea"/>
                          <a:cs typeface="+mn-cs"/>
                        </a:rPr>
                        <a:t>(p. 66–68)</a:t>
                      </a:r>
                    </a:p>
                  </a:txBody>
                  <a:tcPr marL="0" marR="108000" marT="54610" marB="5461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338D"/>
                          </a:solidFill>
                          <a:effectLst/>
                          <a:uLnTx/>
                          <a:uFillTx/>
                          <a:latin typeface="+mn-lt"/>
                          <a:ea typeface="+mn-ea"/>
                          <a:cs typeface="+mn-cs"/>
                        </a:rPr>
                        <a:t>Appendices</a:t>
                      </a:r>
                      <a:br>
                        <a:rPr kumimoji="0" lang="en-US" sz="1000" b="1" i="0" u="none" strike="noStrike" kern="1200" cap="none" spc="0" normalizeH="0" baseline="0" noProof="0">
                          <a:ln>
                            <a:noFill/>
                          </a:ln>
                          <a:solidFill>
                            <a:srgbClr val="00338D"/>
                          </a:solidFill>
                          <a:effectLst/>
                          <a:uLnTx/>
                          <a:uFillTx/>
                          <a:latin typeface="+mn-lt"/>
                          <a:ea typeface="+mn-ea"/>
                          <a:cs typeface="+mn-cs"/>
                        </a:rPr>
                      </a:br>
                      <a:r>
                        <a:rPr kumimoji="0" lang="en-US" sz="1000" b="1" i="0" u="none" strike="noStrike" kern="1200" cap="none" spc="0" normalizeH="0" baseline="0" noProof="0">
                          <a:ln>
                            <a:noFill/>
                          </a:ln>
                          <a:solidFill>
                            <a:srgbClr val="00338D"/>
                          </a:solidFill>
                          <a:effectLst/>
                          <a:uLnTx/>
                          <a:uFillTx/>
                          <a:latin typeface="+mn-lt"/>
                          <a:ea typeface="+mn-ea"/>
                          <a:cs typeface="+mn-cs"/>
                        </a:rPr>
                        <a:t>(p. 69–77)</a:t>
                      </a:r>
                    </a:p>
                  </a:txBody>
                  <a:tcPr marL="0" marR="108000" marT="54610" marB="5461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130300">
                <a:tc>
                  <a:txBody>
                    <a:bodyPr/>
                    <a:lstStyle/>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Financial reporting environment</a:t>
                      </a:r>
                    </a:p>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Key accounting principles</a:t>
                      </a:r>
                      <a:endParaRPr lang="en-US" sz="1300" b="1">
                        <a:solidFill>
                          <a:schemeClr val="tx2"/>
                        </a:solidFill>
                      </a:endParaRPr>
                    </a:p>
                  </a:txBody>
                  <a:tcPr marL="0" marR="36000" marT="36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Financial benchmarking</a:t>
                      </a:r>
                    </a:p>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Indicative upside potential by area</a:t>
                      </a:r>
                    </a:p>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Summary of upside potential</a:t>
                      </a:r>
                    </a:p>
                  </a:txBody>
                  <a:tcPr marL="0" marR="36000" marT="36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Methodology &amp; procedures</a:t>
                      </a:r>
                    </a:p>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Results</a:t>
                      </a:r>
                      <a:endParaRPr lang="en-US" sz="1300" b="1">
                        <a:solidFill>
                          <a:schemeClr val="tx2"/>
                        </a:solidFill>
                      </a:endParaRPr>
                    </a:p>
                  </a:txBody>
                  <a:tcPr marL="0" marR="36000" marT="36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Add title</a:t>
                      </a:r>
                    </a:p>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Add title</a:t>
                      </a:r>
                      <a:endParaRPr lang="en-US" sz="1300" b="1">
                        <a:solidFill>
                          <a:schemeClr val="tx2"/>
                        </a:solidFill>
                      </a:endParaRPr>
                    </a:p>
                  </a:txBody>
                  <a:tcPr marL="0" marR="36000" marT="36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Management to statutory accounts reconciliation</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Engagement appendices</a:t>
                      </a:r>
                      <a:endParaRPr lang="en-US" sz="1300" b="1" dirty="0">
                        <a:solidFill>
                          <a:schemeClr val="tx2"/>
                        </a:solidFill>
                      </a:endParaRPr>
                    </a:p>
                  </a:txBody>
                  <a:tcPr marL="0" marR="36000" marT="3600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cxnSp>
        <p:nvCxnSpPr>
          <p:cNvPr id="30" name="Straight Connector 29">
            <a:extLst>
              <a:ext uri="{FF2B5EF4-FFF2-40B4-BE49-F238E27FC236}">
                <a16:creationId xmlns:a16="http://schemas.microsoft.com/office/drawing/2014/main" id="{342E364A-EC49-CF51-A790-BB78B92A299B}"/>
              </a:ext>
            </a:extLst>
          </p:cNvPr>
          <p:cNvCxnSpPr>
            <a:cxnSpLocks/>
          </p:cNvCxnSpPr>
          <p:nvPr/>
        </p:nvCxnSpPr>
        <p:spPr>
          <a:xfrm>
            <a:off x="999119" y="1799560"/>
            <a:ext cx="477837" cy="0"/>
          </a:xfrm>
          <a:prstGeom prst="line">
            <a:avLst/>
          </a:prstGeom>
          <a:ln w="28575"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36FEE4E-315B-5555-B585-B3086EDFD100}"/>
              </a:ext>
            </a:extLst>
          </p:cNvPr>
          <p:cNvCxnSpPr>
            <a:cxnSpLocks/>
          </p:cNvCxnSpPr>
          <p:nvPr/>
        </p:nvCxnSpPr>
        <p:spPr>
          <a:xfrm>
            <a:off x="3038665" y="1799560"/>
            <a:ext cx="477837" cy="0"/>
          </a:xfrm>
          <a:prstGeom prst="line">
            <a:avLst/>
          </a:prstGeom>
          <a:ln w="28575"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550FD4D-13BE-709F-6CF9-1C9DE0CAC68F}"/>
              </a:ext>
            </a:extLst>
          </p:cNvPr>
          <p:cNvCxnSpPr>
            <a:cxnSpLocks/>
          </p:cNvCxnSpPr>
          <p:nvPr/>
        </p:nvCxnSpPr>
        <p:spPr>
          <a:xfrm>
            <a:off x="7117757" y="1799560"/>
            <a:ext cx="477837" cy="0"/>
          </a:xfrm>
          <a:prstGeom prst="line">
            <a:avLst/>
          </a:prstGeom>
          <a:ln w="28575"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15C0D56-BA7C-A25F-8034-61FF23FBA520}"/>
              </a:ext>
            </a:extLst>
          </p:cNvPr>
          <p:cNvCxnSpPr>
            <a:cxnSpLocks/>
          </p:cNvCxnSpPr>
          <p:nvPr/>
        </p:nvCxnSpPr>
        <p:spPr>
          <a:xfrm>
            <a:off x="9157302" y="1799560"/>
            <a:ext cx="477837" cy="0"/>
          </a:xfrm>
          <a:prstGeom prst="line">
            <a:avLst/>
          </a:prstGeom>
          <a:ln w="28575"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1AFBABE-35A9-4E52-07ED-E59498E05BF6}"/>
              </a:ext>
            </a:extLst>
          </p:cNvPr>
          <p:cNvCxnSpPr>
            <a:cxnSpLocks/>
          </p:cNvCxnSpPr>
          <p:nvPr/>
        </p:nvCxnSpPr>
        <p:spPr>
          <a:xfrm>
            <a:off x="5078211" y="4204439"/>
            <a:ext cx="477837" cy="0"/>
          </a:xfrm>
          <a:prstGeom prst="line">
            <a:avLst/>
          </a:prstGeom>
          <a:ln w="28575"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3E982FA-D8E6-AE36-A8EE-E5E16BAD8D04}"/>
              </a:ext>
            </a:extLst>
          </p:cNvPr>
          <p:cNvCxnSpPr>
            <a:cxnSpLocks/>
          </p:cNvCxnSpPr>
          <p:nvPr/>
        </p:nvCxnSpPr>
        <p:spPr>
          <a:xfrm>
            <a:off x="7117757" y="4204439"/>
            <a:ext cx="477837" cy="0"/>
          </a:xfrm>
          <a:prstGeom prst="line">
            <a:avLst/>
          </a:prstGeom>
          <a:ln w="28575"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981DD27-03E4-726C-529B-7B92A8D614A2}"/>
              </a:ext>
            </a:extLst>
          </p:cNvPr>
          <p:cNvCxnSpPr>
            <a:cxnSpLocks/>
          </p:cNvCxnSpPr>
          <p:nvPr/>
        </p:nvCxnSpPr>
        <p:spPr>
          <a:xfrm>
            <a:off x="5078211" y="1799560"/>
            <a:ext cx="477837" cy="0"/>
          </a:xfrm>
          <a:prstGeom prst="line">
            <a:avLst/>
          </a:prstGeom>
          <a:ln w="28575"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98CD667-5B07-4D52-F877-8FE2798B037B}"/>
              </a:ext>
            </a:extLst>
          </p:cNvPr>
          <p:cNvCxnSpPr>
            <a:cxnSpLocks/>
          </p:cNvCxnSpPr>
          <p:nvPr/>
        </p:nvCxnSpPr>
        <p:spPr>
          <a:xfrm>
            <a:off x="999119" y="4204439"/>
            <a:ext cx="477837" cy="0"/>
          </a:xfrm>
          <a:prstGeom prst="line">
            <a:avLst/>
          </a:prstGeom>
          <a:ln w="28575"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F6BB156-AA50-AEA6-B1D8-C9E501BCD27F}"/>
              </a:ext>
            </a:extLst>
          </p:cNvPr>
          <p:cNvCxnSpPr>
            <a:cxnSpLocks/>
          </p:cNvCxnSpPr>
          <p:nvPr/>
        </p:nvCxnSpPr>
        <p:spPr>
          <a:xfrm>
            <a:off x="3038665" y="4204439"/>
            <a:ext cx="477837" cy="0"/>
          </a:xfrm>
          <a:prstGeom prst="line">
            <a:avLst/>
          </a:prstGeom>
          <a:ln w="28575" cap="rnd">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4DF524E-97EC-6C6D-465B-213D53641CA3}"/>
              </a:ext>
            </a:extLst>
          </p:cNvPr>
          <p:cNvCxnSpPr>
            <a:cxnSpLocks/>
          </p:cNvCxnSpPr>
          <p:nvPr/>
        </p:nvCxnSpPr>
        <p:spPr>
          <a:xfrm>
            <a:off x="9157302" y="4204439"/>
            <a:ext cx="477837" cy="0"/>
          </a:xfrm>
          <a:prstGeom prst="line">
            <a:avLst/>
          </a:prstGeom>
          <a:ln w="28575" cap="rnd">
            <a:solidFill>
              <a:schemeClr val="tx2"/>
            </a:solidFill>
          </a:ln>
        </p:spPr>
        <p:style>
          <a:lnRef idx="1">
            <a:schemeClr val="accent1"/>
          </a:lnRef>
          <a:fillRef idx="0">
            <a:schemeClr val="accent1"/>
          </a:fillRef>
          <a:effectRef idx="0">
            <a:schemeClr val="accent1"/>
          </a:effectRef>
          <a:fontRef idx="minor">
            <a:schemeClr val="tx1"/>
          </a:fontRef>
        </p:style>
      </p:cxnSp>
      <p:sp>
        <p:nvSpPr>
          <p:cNvPr id="44" name="Rectangle 43">
            <a:hlinkClick r:id="rId10" action="ppaction://hlinksldjump"/>
            <a:extLst>
              <a:ext uri="{FF2B5EF4-FFF2-40B4-BE49-F238E27FC236}">
                <a16:creationId xmlns:a16="http://schemas.microsoft.com/office/drawing/2014/main" id="{E18D2180-1944-9717-5027-86245504FA31}"/>
              </a:ext>
            </a:extLst>
          </p:cNvPr>
          <p:cNvSpPr/>
          <p:nvPr/>
        </p:nvSpPr>
        <p:spPr>
          <a:xfrm>
            <a:off x="987020" y="2270967"/>
            <a:ext cx="15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tx1"/>
              </a:solidFill>
            </a:endParaRPr>
          </a:p>
        </p:txBody>
      </p:sp>
      <p:sp>
        <p:nvSpPr>
          <p:cNvPr id="47" name="Rectangle 46">
            <a:hlinkClick r:id="rId11" action="ppaction://hlinksldjump"/>
            <a:extLst>
              <a:ext uri="{FF2B5EF4-FFF2-40B4-BE49-F238E27FC236}">
                <a16:creationId xmlns:a16="http://schemas.microsoft.com/office/drawing/2014/main" id="{89169057-6561-6B60-6458-B36BA3BACFD2}"/>
              </a:ext>
            </a:extLst>
          </p:cNvPr>
          <p:cNvSpPr/>
          <p:nvPr/>
        </p:nvSpPr>
        <p:spPr>
          <a:xfrm>
            <a:off x="987020" y="2479203"/>
            <a:ext cx="15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tx1"/>
              </a:solidFill>
            </a:endParaRPr>
          </a:p>
        </p:txBody>
      </p:sp>
      <p:sp>
        <p:nvSpPr>
          <p:cNvPr id="49" name="Rectangle 48">
            <a:hlinkClick r:id="rId12" action="ppaction://hlinksldjump"/>
            <a:extLst>
              <a:ext uri="{FF2B5EF4-FFF2-40B4-BE49-F238E27FC236}">
                <a16:creationId xmlns:a16="http://schemas.microsoft.com/office/drawing/2014/main" id="{EED27030-545F-4E9A-9AAC-FE093A4C85D2}"/>
              </a:ext>
            </a:extLst>
          </p:cNvPr>
          <p:cNvSpPr/>
          <p:nvPr/>
        </p:nvSpPr>
        <p:spPr>
          <a:xfrm>
            <a:off x="987020" y="3084783"/>
            <a:ext cx="15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tx1"/>
              </a:solidFill>
            </a:endParaRPr>
          </a:p>
        </p:txBody>
      </p:sp>
      <p:sp>
        <p:nvSpPr>
          <p:cNvPr id="50" name="Rectangle 49">
            <a:hlinkClick r:id="rId13" action="ppaction://hlinksldjump"/>
            <a:extLst>
              <a:ext uri="{FF2B5EF4-FFF2-40B4-BE49-F238E27FC236}">
                <a16:creationId xmlns:a16="http://schemas.microsoft.com/office/drawing/2014/main" id="{5ED472EB-59E7-9DC2-E17E-E46633DD5C1C}"/>
              </a:ext>
            </a:extLst>
          </p:cNvPr>
          <p:cNvSpPr/>
          <p:nvPr/>
        </p:nvSpPr>
        <p:spPr>
          <a:xfrm>
            <a:off x="987020" y="2675257"/>
            <a:ext cx="15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tx1"/>
              </a:solidFill>
            </a:endParaRPr>
          </a:p>
        </p:txBody>
      </p:sp>
      <p:sp>
        <p:nvSpPr>
          <p:cNvPr id="51" name="Rectangle 50">
            <a:hlinkClick r:id="rId14" action="ppaction://hlinksldjump"/>
            <a:extLst>
              <a:ext uri="{FF2B5EF4-FFF2-40B4-BE49-F238E27FC236}">
                <a16:creationId xmlns:a16="http://schemas.microsoft.com/office/drawing/2014/main" id="{C51517E2-2AA3-2651-DCBE-62749F1D37A8}"/>
              </a:ext>
            </a:extLst>
          </p:cNvPr>
          <p:cNvSpPr/>
          <p:nvPr/>
        </p:nvSpPr>
        <p:spPr>
          <a:xfrm>
            <a:off x="987020" y="2880020"/>
            <a:ext cx="15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tx1"/>
              </a:solidFill>
            </a:endParaRPr>
          </a:p>
        </p:txBody>
      </p:sp>
      <p:sp>
        <p:nvSpPr>
          <p:cNvPr id="52" name="Rectangle 51">
            <a:hlinkClick r:id="rId15" action="ppaction://hlinksldjump"/>
            <a:extLst>
              <a:ext uri="{FF2B5EF4-FFF2-40B4-BE49-F238E27FC236}">
                <a16:creationId xmlns:a16="http://schemas.microsoft.com/office/drawing/2014/main" id="{C62599F8-CE06-0CA5-5B57-EBCECD517F87}"/>
              </a:ext>
            </a:extLst>
          </p:cNvPr>
          <p:cNvSpPr/>
          <p:nvPr/>
        </p:nvSpPr>
        <p:spPr>
          <a:xfrm>
            <a:off x="987020" y="3289548"/>
            <a:ext cx="15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tx1"/>
              </a:solidFill>
            </a:endParaRPr>
          </a:p>
        </p:txBody>
      </p:sp>
      <p:sp>
        <p:nvSpPr>
          <p:cNvPr id="54" name="Rectangle 53">
            <a:hlinkClick r:id="rId16" action="ppaction://hlinksldjump"/>
            <a:extLst>
              <a:ext uri="{FF2B5EF4-FFF2-40B4-BE49-F238E27FC236}">
                <a16:creationId xmlns:a16="http://schemas.microsoft.com/office/drawing/2014/main" id="{16F320D7-1413-703C-D4F0-A7C36EAED2E5}"/>
              </a:ext>
            </a:extLst>
          </p:cNvPr>
          <p:cNvSpPr/>
          <p:nvPr/>
        </p:nvSpPr>
        <p:spPr>
          <a:xfrm>
            <a:off x="987020" y="1852078"/>
            <a:ext cx="1548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tx1"/>
              </a:solidFill>
            </a:endParaRPr>
          </a:p>
        </p:txBody>
      </p:sp>
      <p:sp>
        <p:nvSpPr>
          <p:cNvPr id="56" name="Rectangle 55">
            <a:hlinkClick r:id="rId11" action="ppaction://hlinksldjump"/>
            <a:extLst>
              <a:ext uri="{FF2B5EF4-FFF2-40B4-BE49-F238E27FC236}">
                <a16:creationId xmlns:a16="http://schemas.microsoft.com/office/drawing/2014/main" id="{D405D5C9-4E0F-3E33-9F41-77FA47A27518}"/>
              </a:ext>
            </a:extLst>
          </p:cNvPr>
          <p:cNvSpPr/>
          <p:nvPr/>
        </p:nvSpPr>
        <p:spPr>
          <a:xfrm>
            <a:off x="3030908" y="2270967"/>
            <a:ext cx="169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57" name="Rectangle 56">
            <a:hlinkClick r:id="rId17" action="ppaction://hlinksldjump"/>
            <a:extLst>
              <a:ext uri="{FF2B5EF4-FFF2-40B4-BE49-F238E27FC236}">
                <a16:creationId xmlns:a16="http://schemas.microsoft.com/office/drawing/2014/main" id="{DC6D8162-9085-F45F-6860-01CB2270D308}"/>
              </a:ext>
            </a:extLst>
          </p:cNvPr>
          <p:cNvSpPr/>
          <p:nvPr/>
        </p:nvSpPr>
        <p:spPr>
          <a:xfrm>
            <a:off x="3030908" y="2479203"/>
            <a:ext cx="169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58" name="Rectangle 57">
            <a:hlinkClick r:id="rId18" action="ppaction://hlinksldjump"/>
            <a:extLst>
              <a:ext uri="{FF2B5EF4-FFF2-40B4-BE49-F238E27FC236}">
                <a16:creationId xmlns:a16="http://schemas.microsoft.com/office/drawing/2014/main" id="{51743C58-6342-36A8-4EC0-ACCB8BA746D2}"/>
              </a:ext>
            </a:extLst>
          </p:cNvPr>
          <p:cNvSpPr/>
          <p:nvPr/>
        </p:nvSpPr>
        <p:spPr>
          <a:xfrm>
            <a:off x="3030908" y="2675257"/>
            <a:ext cx="169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59" name="Rectangle 58">
            <a:hlinkClick r:id="rId19" action="ppaction://hlinksldjump"/>
            <a:extLst>
              <a:ext uri="{FF2B5EF4-FFF2-40B4-BE49-F238E27FC236}">
                <a16:creationId xmlns:a16="http://schemas.microsoft.com/office/drawing/2014/main" id="{996AF17B-FC3C-62F8-4A27-ED8D5E23EF9B}"/>
              </a:ext>
            </a:extLst>
          </p:cNvPr>
          <p:cNvSpPr/>
          <p:nvPr/>
        </p:nvSpPr>
        <p:spPr>
          <a:xfrm>
            <a:off x="3030908" y="2880020"/>
            <a:ext cx="169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60" name="Rectangle 59">
            <a:hlinkClick r:id="rId14" action="ppaction://hlinksldjump"/>
            <a:extLst>
              <a:ext uri="{FF2B5EF4-FFF2-40B4-BE49-F238E27FC236}">
                <a16:creationId xmlns:a16="http://schemas.microsoft.com/office/drawing/2014/main" id="{150CB3A2-0B01-F451-7648-C254B602CC7A}"/>
              </a:ext>
            </a:extLst>
          </p:cNvPr>
          <p:cNvSpPr/>
          <p:nvPr/>
        </p:nvSpPr>
        <p:spPr>
          <a:xfrm>
            <a:off x="3030908" y="3084783"/>
            <a:ext cx="169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61" name="Rectangle 60">
            <a:hlinkClick r:id="rId20" action="ppaction://hlinksldjump"/>
            <a:extLst>
              <a:ext uri="{FF2B5EF4-FFF2-40B4-BE49-F238E27FC236}">
                <a16:creationId xmlns:a16="http://schemas.microsoft.com/office/drawing/2014/main" id="{A83DD2BE-A9C6-7DC9-5D8E-1BC634A92BFA}"/>
              </a:ext>
            </a:extLst>
          </p:cNvPr>
          <p:cNvSpPr/>
          <p:nvPr/>
        </p:nvSpPr>
        <p:spPr>
          <a:xfrm>
            <a:off x="3030908" y="1852078"/>
            <a:ext cx="1548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tx1"/>
              </a:solidFill>
            </a:endParaRPr>
          </a:p>
        </p:txBody>
      </p:sp>
      <p:sp>
        <p:nvSpPr>
          <p:cNvPr id="62" name="Rectangle 61">
            <a:hlinkClick r:id="rId21" action="ppaction://hlinksldjump"/>
            <a:extLst>
              <a:ext uri="{FF2B5EF4-FFF2-40B4-BE49-F238E27FC236}">
                <a16:creationId xmlns:a16="http://schemas.microsoft.com/office/drawing/2014/main" id="{D68C949E-9C79-98BB-54BB-8C3AFDCE81C3}"/>
              </a:ext>
            </a:extLst>
          </p:cNvPr>
          <p:cNvSpPr/>
          <p:nvPr/>
        </p:nvSpPr>
        <p:spPr>
          <a:xfrm>
            <a:off x="5080695" y="1852078"/>
            <a:ext cx="1548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tx1"/>
              </a:solidFill>
            </a:endParaRPr>
          </a:p>
        </p:txBody>
      </p:sp>
      <p:sp>
        <p:nvSpPr>
          <p:cNvPr id="63" name="Rectangle 62">
            <a:hlinkClick r:id="rId22" action="ppaction://hlinksldjump"/>
            <a:extLst>
              <a:ext uri="{FF2B5EF4-FFF2-40B4-BE49-F238E27FC236}">
                <a16:creationId xmlns:a16="http://schemas.microsoft.com/office/drawing/2014/main" id="{79B65CFB-F769-33CF-C4E3-77705433A823}"/>
              </a:ext>
            </a:extLst>
          </p:cNvPr>
          <p:cNvSpPr/>
          <p:nvPr/>
        </p:nvSpPr>
        <p:spPr>
          <a:xfrm>
            <a:off x="7117388" y="1852078"/>
            <a:ext cx="1548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tx1"/>
              </a:solidFill>
            </a:endParaRPr>
          </a:p>
        </p:txBody>
      </p:sp>
      <p:sp>
        <p:nvSpPr>
          <p:cNvPr id="64" name="Rectangle 63">
            <a:hlinkClick r:id="rId23" action="ppaction://hlinksldjump"/>
            <a:extLst>
              <a:ext uri="{FF2B5EF4-FFF2-40B4-BE49-F238E27FC236}">
                <a16:creationId xmlns:a16="http://schemas.microsoft.com/office/drawing/2014/main" id="{41F79FE7-E9DA-9A28-6F88-E04967E027A5}"/>
              </a:ext>
            </a:extLst>
          </p:cNvPr>
          <p:cNvSpPr/>
          <p:nvPr/>
        </p:nvSpPr>
        <p:spPr>
          <a:xfrm>
            <a:off x="9151871" y="1852078"/>
            <a:ext cx="1548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tx1"/>
              </a:solidFill>
            </a:endParaRPr>
          </a:p>
        </p:txBody>
      </p:sp>
      <p:sp>
        <p:nvSpPr>
          <p:cNvPr id="65" name="Rectangle 64">
            <a:hlinkClick r:id="rId15" action="ppaction://hlinksldjump"/>
            <a:extLst>
              <a:ext uri="{FF2B5EF4-FFF2-40B4-BE49-F238E27FC236}">
                <a16:creationId xmlns:a16="http://schemas.microsoft.com/office/drawing/2014/main" id="{419768E2-20BF-F476-E104-A0F0EC243903}"/>
              </a:ext>
            </a:extLst>
          </p:cNvPr>
          <p:cNvSpPr/>
          <p:nvPr/>
        </p:nvSpPr>
        <p:spPr>
          <a:xfrm>
            <a:off x="9151871" y="2270967"/>
            <a:ext cx="15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66" name="Rectangle 65">
            <a:hlinkClick r:id="rId24" action="ppaction://hlinksldjump"/>
            <a:extLst>
              <a:ext uri="{FF2B5EF4-FFF2-40B4-BE49-F238E27FC236}">
                <a16:creationId xmlns:a16="http://schemas.microsoft.com/office/drawing/2014/main" id="{F44D4FE9-8540-801C-D626-16383F663223}"/>
              </a:ext>
            </a:extLst>
          </p:cNvPr>
          <p:cNvSpPr/>
          <p:nvPr/>
        </p:nvSpPr>
        <p:spPr>
          <a:xfrm>
            <a:off x="987020" y="4260004"/>
            <a:ext cx="1548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tx1"/>
              </a:solidFill>
            </a:endParaRPr>
          </a:p>
        </p:txBody>
      </p:sp>
      <p:sp>
        <p:nvSpPr>
          <p:cNvPr id="67" name="Rectangle 66">
            <a:hlinkClick r:id="" action="ppaction://noaction"/>
            <a:extLst>
              <a:ext uri="{FF2B5EF4-FFF2-40B4-BE49-F238E27FC236}">
                <a16:creationId xmlns:a16="http://schemas.microsoft.com/office/drawing/2014/main" id="{E09F6F0B-AD85-F0BE-0A93-58A008129EBE}"/>
              </a:ext>
            </a:extLst>
          </p:cNvPr>
          <p:cNvSpPr/>
          <p:nvPr/>
        </p:nvSpPr>
        <p:spPr>
          <a:xfrm>
            <a:off x="3030908" y="4260004"/>
            <a:ext cx="1548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tx1"/>
              </a:solidFill>
            </a:endParaRPr>
          </a:p>
        </p:txBody>
      </p:sp>
      <p:sp>
        <p:nvSpPr>
          <p:cNvPr id="68" name="Rectangle 67">
            <a:hlinkClick r:id="" action="ppaction://noaction"/>
            <a:extLst>
              <a:ext uri="{FF2B5EF4-FFF2-40B4-BE49-F238E27FC236}">
                <a16:creationId xmlns:a16="http://schemas.microsoft.com/office/drawing/2014/main" id="{049F8398-3502-3011-BB21-4F3DEAE88F55}"/>
              </a:ext>
            </a:extLst>
          </p:cNvPr>
          <p:cNvSpPr/>
          <p:nvPr/>
        </p:nvSpPr>
        <p:spPr>
          <a:xfrm>
            <a:off x="5080694" y="4260004"/>
            <a:ext cx="1781659"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tx1"/>
              </a:solidFill>
            </a:endParaRPr>
          </a:p>
        </p:txBody>
      </p:sp>
      <p:sp>
        <p:nvSpPr>
          <p:cNvPr id="69" name="Rectangle 68">
            <a:hlinkClick r:id="rId25" action="ppaction://hlinksldjump"/>
            <a:extLst>
              <a:ext uri="{FF2B5EF4-FFF2-40B4-BE49-F238E27FC236}">
                <a16:creationId xmlns:a16="http://schemas.microsoft.com/office/drawing/2014/main" id="{22DF1495-AF1F-BC75-A419-7BB304650931}"/>
              </a:ext>
            </a:extLst>
          </p:cNvPr>
          <p:cNvSpPr/>
          <p:nvPr/>
        </p:nvSpPr>
        <p:spPr>
          <a:xfrm>
            <a:off x="7117387" y="4260004"/>
            <a:ext cx="1922109"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tx1"/>
              </a:solidFill>
            </a:endParaRPr>
          </a:p>
        </p:txBody>
      </p:sp>
      <p:sp>
        <p:nvSpPr>
          <p:cNvPr id="70" name="Rectangle 69">
            <a:hlinkClick r:id="rId26" action="ppaction://hlinksldjump"/>
            <a:extLst>
              <a:ext uri="{FF2B5EF4-FFF2-40B4-BE49-F238E27FC236}">
                <a16:creationId xmlns:a16="http://schemas.microsoft.com/office/drawing/2014/main" id="{DB10F3D3-4B5C-EBD9-B744-CC8B357FE7FF}"/>
              </a:ext>
            </a:extLst>
          </p:cNvPr>
          <p:cNvSpPr/>
          <p:nvPr/>
        </p:nvSpPr>
        <p:spPr>
          <a:xfrm>
            <a:off x="9151871" y="4260004"/>
            <a:ext cx="1548000" cy="36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tx1"/>
              </a:solidFill>
            </a:endParaRPr>
          </a:p>
        </p:txBody>
      </p:sp>
      <p:sp>
        <p:nvSpPr>
          <p:cNvPr id="71" name="Rectangle 70">
            <a:hlinkClick r:id="rId27" action="ppaction://hlinksldjump"/>
            <a:extLst>
              <a:ext uri="{FF2B5EF4-FFF2-40B4-BE49-F238E27FC236}">
                <a16:creationId xmlns:a16="http://schemas.microsoft.com/office/drawing/2014/main" id="{C40355B0-EE11-1F79-9267-E1B8FE07CA93}"/>
              </a:ext>
            </a:extLst>
          </p:cNvPr>
          <p:cNvSpPr/>
          <p:nvPr/>
        </p:nvSpPr>
        <p:spPr>
          <a:xfrm>
            <a:off x="5080695" y="2880020"/>
            <a:ext cx="1980000" cy="3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72" name="Rectangle 71">
            <a:hlinkClick r:id="rId28" action="ppaction://hlinksldjump"/>
            <a:extLst>
              <a:ext uri="{FF2B5EF4-FFF2-40B4-BE49-F238E27FC236}">
                <a16:creationId xmlns:a16="http://schemas.microsoft.com/office/drawing/2014/main" id="{93127B32-52F7-017B-8D79-30788895807C}"/>
              </a:ext>
            </a:extLst>
          </p:cNvPr>
          <p:cNvSpPr/>
          <p:nvPr/>
        </p:nvSpPr>
        <p:spPr>
          <a:xfrm>
            <a:off x="5080695" y="3235306"/>
            <a:ext cx="19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74" name="Rectangle 73">
            <a:hlinkClick r:id="rId29" action="ppaction://hlinksldjump"/>
            <a:extLst>
              <a:ext uri="{FF2B5EF4-FFF2-40B4-BE49-F238E27FC236}">
                <a16:creationId xmlns:a16="http://schemas.microsoft.com/office/drawing/2014/main" id="{77C11156-57D1-891B-4FCD-DFFDE887B905}"/>
              </a:ext>
            </a:extLst>
          </p:cNvPr>
          <p:cNvSpPr/>
          <p:nvPr/>
        </p:nvSpPr>
        <p:spPr>
          <a:xfrm>
            <a:off x="5080695" y="3433216"/>
            <a:ext cx="19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75" name="Rectangle 74">
            <a:hlinkClick r:id="rId30" action="ppaction://hlinksldjump"/>
            <a:extLst>
              <a:ext uri="{FF2B5EF4-FFF2-40B4-BE49-F238E27FC236}">
                <a16:creationId xmlns:a16="http://schemas.microsoft.com/office/drawing/2014/main" id="{7C8E151B-423B-F855-95AE-F1FFD5F07CFC}"/>
              </a:ext>
            </a:extLst>
          </p:cNvPr>
          <p:cNvSpPr/>
          <p:nvPr/>
        </p:nvSpPr>
        <p:spPr>
          <a:xfrm>
            <a:off x="5080695" y="2675257"/>
            <a:ext cx="19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82" name="Rectangle 81">
            <a:hlinkClick r:id="rId12" action="ppaction://hlinksldjump"/>
            <a:extLst>
              <a:ext uri="{FF2B5EF4-FFF2-40B4-BE49-F238E27FC236}">
                <a16:creationId xmlns:a16="http://schemas.microsoft.com/office/drawing/2014/main" id="{990B36A4-8221-B014-B630-18FCF574C507}"/>
              </a:ext>
            </a:extLst>
          </p:cNvPr>
          <p:cNvSpPr/>
          <p:nvPr/>
        </p:nvSpPr>
        <p:spPr>
          <a:xfrm>
            <a:off x="5080695" y="2479203"/>
            <a:ext cx="19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83" name="Rectangle 82">
            <a:hlinkClick r:id="rId31" action="ppaction://hlinksldjump"/>
            <a:extLst>
              <a:ext uri="{FF2B5EF4-FFF2-40B4-BE49-F238E27FC236}">
                <a16:creationId xmlns:a16="http://schemas.microsoft.com/office/drawing/2014/main" id="{5CE5730C-0D32-1875-8C50-69928AD820C6}"/>
              </a:ext>
            </a:extLst>
          </p:cNvPr>
          <p:cNvSpPr/>
          <p:nvPr/>
        </p:nvSpPr>
        <p:spPr>
          <a:xfrm>
            <a:off x="5080695" y="2270967"/>
            <a:ext cx="19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86" name="Rectangle 85">
            <a:hlinkClick r:id="rId32" action="ppaction://hlinksldjump"/>
            <a:extLst>
              <a:ext uri="{FF2B5EF4-FFF2-40B4-BE49-F238E27FC236}">
                <a16:creationId xmlns:a16="http://schemas.microsoft.com/office/drawing/2014/main" id="{DCF9EEA6-406C-CCA4-C51A-2E80B106E577}"/>
              </a:ext>
            </a:extLst>
          </p:cNvPr>
          <p:cNvSpPr/>
          <p:nvPr/>
        </p:nvSpPr>
        <p:spPr>
          <a:xfrm>
            <a:off x="7117388" y="2479203"/>
            <a:ext cx="15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87" name="Rectangle 86">
            <a:hlinkClick r:id="rId33" action="ppaction://hlinksldjump"/>
            <a:extLst>
              <a:ext uri="{FF2B5EF4-FFF2-40B4-BE49-F238E27FC236}">
                <a16:creationId xmlns:a16="http://schemas.microsoft.com/office/drawing/2014/main" id="{05873D46-E217-CE0F-CE6A-E6C65256005F}"/>
              </a:ext>
            </a:extLst>
          </p:cNvPr>
          <p:cNvSpPr/>
          <p:nvPr/>
        </p:nvSpPr>
        <p:spPr>
          <a:xfrm>
            <a:off x="7117388" y="2675257"/>
            <a:ext cx="15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88" name="Rectangle 87">
            <a:hlinkClick r:id="rId34" action="ppaction://hlinksldjump"/>
            <a:extLst>
              <a:ext uri="{FF2B5EF4-FFF2-40B4-BE49-F238E27FC236}">
                <a16:creationId xmlns:a16="http://schemas.microsoft.com/office/drawing/2014/main" id="{30B0891B-53D7-708E-91BF-AE635F0B1EE1}"/>
              </a:ext>
            </a:extLst>
          </p:cNvPr>
          <p:cNvSpPr/>
          <p:nvPr/>
        </p:nvSpPr>
        <p:spPr>
          <a:xfrm>
            <a:off x="7117388" y="2270967"/>
            <a:ext cx="15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90" name="Rectangle 89">
            <a:hlinkClick r:id="" action="ppaction://noaction"/>
            <a:extLst>
              <a:ext uri="{FF2B5EF4-FFF2-40B4-BE49-F238E27FC236}">
                <a16:creationId xmlns:a16="http://schemas.microsoft.com/office/drawing/2014/main" id="{BCDB7DD4-C702-4DD7-39AB-F7840AE0EFAD}"/>
              </a:ext>
            </a:extLst>
          </p:cNvPr>
          <p:cNvSpPr/>
          <p:nvPr/>
        </p:nvSpPr>
        <p:spPr>
          <a:xfrm>
            <a:off x="3030908" y="4898181"/>
            <a:ext cx="19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91" name="Rectangle 90">
            <a:hlinkClick r:id="" action="ppaction://noaction"/>
            <a:extLst>
              <a:ext uri="{FF2B5EF4-FFF2-40B4-BE49-F238E27FC236}">
                <a16:creationId xmlns:a16="http://schemas.microsoft.com/office/drawing/2014/main" id="{65F694AD-B188-5D3B-C619-3D75851E955E}"/>
              </a:ext>
            </a:extLst>
          </p:cNvPr>
          <p:cNvSpPr/>
          <p:nvPr/>
        </p:nvSpPr>
        <p:spPr>
          <a:xfrm>
            <a:off x="3030908" y="5098723"/>
            <a:ext cx="16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92" name="Rectangle 91">
            <a:hlinkClick r:id="rId35" action="ppaction://hlinksldjump"/>
            <a:extLst>
              <a:ext uri="{FF2B5EF4-FFF2-40B4-BE49-F238E27FC236}">
                <a16:creationId xmlns:a16="http://schemas.microsoft.com/office/drawing/2014/main" id="{E10FDFCF-E58B-9967-E7EC-8DD692841C62}"/>
              </a:ext>
            </a:extLst>
          </p:cNvPr>
          <p:cNvSpPr/>
          <p:nvPr/>
        </p:nvSpPr>
        <p:spPr>
          <a:xfrm>
            <a:off x="9151871" y="5042627"/>
            <a:ext cx="15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96" name="Rectangle 95">
            <a:hlinkClick r:id="rId36" action="ppaction://hlinksldjump"/>
            <a:extLst>
              <a:ext uri="{FF2B5EF4-FFF2-40B4-BE49-F238E27FC236}">
                <a16:creationId xmlns:a16="http://schemas.microsoft.com/office/drawing/2014/main" id="{81986D87-D97A-2C9D-77B4-3BF24E8795A8}"/>
              </a:ext>
            </a:extLst>
          </p:cNvPr>
          <p:cNvSpPr/>
          <p:nvPr/>
        </p:nvSpPr>
        <p:spPr>
          <a:xfrm>
            <a:off x="987020" y="4684757"/>
            <a:ext cx="18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97" name="Rectangle 96">
            <a:hlinkClick r:id="" action="ppaction://noaction"/>
            <a:extLst>
              <a:ext uri="{FF2B5EF4-FFF2-40B4-BE49-F238E27FC236}">
                <a16:creationId xmlns:a16="http://schemas.microsoft.com/office/drawing/2014/main" id="{AE6A163F-64E6-7F2A-0BB9-F531059CCD5A}"/>
              </a:ext>
            </a:extLst>
          </p:cNvPr>
          <p:cNvSpPr/>
          <p:nvPr/>
        </p:nvSpPr>
        <p:spPr>
          <a:xfrm>
            <a:off x="3030908" y="4684757"/>
            <a:ext cx="16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100" name="Rectangle 99">
            <a:hlinkClick r:id="rId37" action="ppaction://hlinksldjump"/>
            <a:extLst>
              <a:ext uri="{FF2B5EF4-FFF2-40B4-BE49-F238E27FC236}">
                <a16:creationId xmlns:a16="http://schemas.microsoft.com/office/drawing/2014/main" id="{502D7E03-9FC9-0F41-FC23-4D743B6A90AE}"/>
              </a:ext>
            </a:extLst>
          </p:cNvPr>
          <p:cNvSpPr/>
          <p:nvPr/>
        </p:nvSpPr>
        <p:spPr>
          <a:xfrm>
            <a:off x="9151871" y="4684757"/>
            <a:ext cx="1995097" cy="324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101" name="Rectangle 100">
            <a:hlinkClick r:id="rId38" action="ppaction://hlinksldjump"/>
            <a:extLst>
              <a:ext uri="{FF2B5EF4-FFF2-40B4-BE49-F238E27FC236}">
                <a16:creationId xmlns:a16="http://schemas.microsoft.com/office/drawing/2014/main" id="{EA8C8C8B-9FD6-6F36-B521-E54329E7D199}"/>
              </a:ext>
            </a:extLst>
          </p:cNvPr>
          <p:cNvSpPr/>
          <p:nvPr/>
        </p:nvSpPr>
        <p:spPr>
          <a:xfrm>
            <a:off x="987020" y="4898181"/>
            <a:ext cx="18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 name="Rectangle 1">
            <a:hlinkClick r:id="" action="ppaction://noaction"/>
            <a:extLst>
              <a:ext uri="{FF2B5EF4-FFF2-40B4-BE49-F238E27FC236}">
                <a16:creationId xmlns:a16="http://schemas.microsoft.com/office/drawing/2014/main" id="{A6FAA7A7-9656-C65D-F5BD-4E046ADE666E}"/>
              </a:ext>
            </a:extLst>
          </p:cNvPr>
          <p:cNvSpPr/>
          <p:nvPr/>
        </p:nvSpPr>
        <p:spPr>
          <a:xfrm>
            <a:off x="5080695" y="4898181"/>
            <a:ext cx="16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5" name="Rectangle 4">
            <a:hlinkClick r:id="" action="ppaction://noaction"/>
            <a:extLst>
              <a:ext uri="{FF2B5EF4-FFF2-40B4-BE49-F238E27FC236}">
                <a16:creationId xmlns:a16="http://schemas.microsoft.com/office/drawing/2014/main" id="{E69E8274-F7DE-D142-6189-B038D3B52C77}"/>
              </a:ext>
            </a:extLst>
          </p:cNvPr>
          <p:cNvSpPr/>
          <p:nvPr/>
        </p:nvSpPr>
        <p:spPr>
          <a:xfrm>
            <a:off x="5080695" y="4684757"/>
            <a:ext cx="16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Tree>
    <p:extLst>
      <p:ext uri="{BB962C8B-B14F-4D97-AF65-F5344CB8AC3E}">
        <p14:creationId xmlns:p14="http://schemas.microsoft.com/office/powerpoint/2010/main" val="35945233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66C5109-0111-4E17-8D7D-F69D2B2B94DC}"/>
              </a:ext>
            </a:extLst>
          </p:cNvPr>
          <p:cNvGraphicFramePr>
            <a:graphicFrameLocks noChangeAspect="1"/>
          </p:cNvGraphicFramePr>
          <p:nvPr>
            <p:custDataLst>
              <p:tags r:id="rId1"/>
            </p:custDataLst>
            <p:extLst>
              <p:ext uri="{D42A27DB-BD31-4B8C-83A1-F6EECF244321}">
                <p14:modId xmlns:p14="http://schemas.microsoft.com/office/powerpoint/2010/main" val="2270778323"/>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466C5109-0111-4E17-8D7D-F69D2B2B94DC}"/>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A97AF671-F83C-4C73-B887-334A69D8A375}"/>
              </a:ext>
            </a:extLst>
          </p:cNvPr>
          <p:cNvSpPr>
            <a:spLocks noGrp="1"/>
          </p:cNvSpPr>
          <p:nvPr>
            <p:ph type="body" sz="quarter" idx="14"/>
          </p:nvPr>
        </p:nvSpPr>
        <p:spPr/>
        <p:txBody>
          <a:bodyPr/>
          <a:lstStyle/>
          <a:p>
            <a:r>
              <a:rPr lang="en-US"/>
              <a:t>01</a:t>
            </a:r>
          </a:p>
        </p:txBody>
      </p:sp>
      <p:graphicFrame>
        <p:nvGraphicFramePr>
          <p:cNvPr id="22" name="Table 7">
            <a:extLst>
              <a:ext uri="{FF2B5EF4-FFF2-40B4-BE49-F238E27FC236}">
                <a16:creationId xmlns:a16="http://schemas.microsoft.com/office/drawing/2014/main" id="{EA20AB62-AB33-FB0E-BBC6-3018B647F986}"/>
              </a:ext>
            </a:extLst>
          </p:cNvPr>
          <p:cNvGraphicFramePr>
            <a:graphicFrameLocks noGrp="1"/>
          </p:cNvGraphicFramePr>
          <p:nvPr>
            <p:ph type="tbl" sz="quarter" idx="13"/>
            <p:extLst>
              <p:ext uri="{D42A27DB-BD31-4B8C-83A1-F6EECF244321}">
                <p14:modId xmlns:p14="http://schemas.microsoft.com/office/powerpoint/2010/main" val="281953402"/>
              </p:ext>
            </p:extLst>
          </p:nvPr>
        </p:nvGraphicFramePr>
        <p:xfrm>
          <a:off x="1293813" y="3022600"/>
          <a:ext cx="6323011" cy="2743200"/>
        </p:xfrm>
        <a:graphic>
          <a:graphicData uri="http://schemas.openxmlformats.org/drawingml/2006/table">
            <a:tbl>
              <a:tblPr firstRow="1" bandRow="1">
                <a:tableStyleId>{5C22544A-7EE6-4342-B048-85BDC9FD1C3A}</a:tableStyleId>
              </a:tblPr>
              <a:tblGrid>
                <a:gridCol w="995612">
                  <a:extLst>
                    <a:ext uri="{9D8B030D-6E8A-4147-A177-3AD203B41FA5}">
                      <a16:colId xmlns:a16="http://schemas.microsoft.com/office/drawing/2014/main" val="742544998"/>
                    </a:ext>
                  </a:extLst>
                </a:gridCol>
                <a:gridCol w="4522336">
                  <a:extLst>
                    <a:ext uri="{9D8B030D-6E8A-4147-A177-3AD203B41FA5}">
                      <a16:colId xmlns:a16="http://schemas.microsoft.com/office/drawing/2014/main" val="1401308672"/>
                    </a:ext>
                  </a:extLst>
                </a:gridCol>
                <a:gridCol w="805063">
                  <a:extLst>
                    <a:ext uri="{9D8B030D-6E8A-4147-A177-3AD203B41FA5}">
                      <a16:colId xmlns:a16="http://schemas.microsoft.com/office/drawing/2014/main" val="4196980023"/>
                    </a:ext>
                  </a:extLst>
                </a:gridCol>
              </a:tblGrid>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0" u="none" kern="1200">
                          <a:solidFill>
                            <a:schemeClr val="bg1"/>
                          </a:solidFill>
                          <a:latin typeface="+mj-lt"/>
                          <a:ea typeface="+mn-ea"/>
                          <a:cs typeface="+mn-cs"/>
                        </a:rPr>
                        <a:t>01</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u="none">
                          <a:solidFill>
                            <a:schemeClr val="bg1"/>
                          </a:solidFill>
                        </a:rPr>
                        <a:t>Business overview</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sz="1600" b="0" u="none">
                          <a:solidFill>
                            <a:schemeClr val="bg1"/>
                          </a:solidFill>
                        </a:rPr>
                        <a:t>4–5</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93307755"/>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02</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u="none">
                          <a:solidFill>
                            <a:schemeClr val="bg1"/>
                          </a:solidFill>
                        </a:rPr>
                        <a:t>Summary financials</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u="none">
                          <a:solidFill>
                            <a:schemeClr val="bg1"/>
                          </a:solidFill>
                        </a:rPr>
                        <a:t>6–10</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88271"/>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03</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u="none">
                          <a:solidFill>
                            <a:schemeClr val="bg1"/>
                          </a:solidFill>
                        </a:rPr>
                        <a:t>Key financial drivers</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u="none" kern="1200">
                          <a:solidFill>
                            <a:schemeClr val="bg1"/>
                          </a:solidFill>
                          <a:latin typeface="+mn-lt"/>
                          <a:ea typeface="+mn-ea"/>
                          <a:cs typeface="+mn-cs"/>
                        </a:rPr>
                        <a:t>11–12</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9013508"/>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04</a:t>
                      </a: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u="none">
                          <a:solidFill>
                            <a:schemeClr val="bg1"/>
                          </a:solidFill>
                        </a:rPr>
                        <a:t>Headlines</a:t>
                      </a: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a:r>
                        <a:rPr lang="en-US" sz="1600" u="none">
                          <a:solidFill>
                            <a:schemeClr val="bg1"/>
                          </a:solidFill>
                        </a:rPr>
                        <a:t>13–16</a:t>
                      </a: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30954912"/>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dirty="0">
                          <a:solidFill>
                            <a:schemeClr val="bg1"/>
                          </a:solidFill>
                          <a:latin typeface="+mj-lt"/>
                          <a:ea typeface="+mn-ea"/>
                          <a:cs typeface="+mn-cs"/>
                        </a:rPr>
                        <a:t>05</a:t>
                      </a: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u="none">
                          <a:solidFill>
                            <a:schemeClr val="bg1"/>
                          </a:solidFill>
                        </a:rPr>
                        <a:t>Key findings</a:t>
                      </a: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lang="en-US" sz="1600" u="none">
                          <a:solidFill>
                            <a:schemeClr val="bg1"/>
                          </a:solidFill>
                        </a:rPr>
                        <a:t>17–24</a:t>
                      </a: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57734648"/>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06</a:t>
                      </a: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u="none">
                          <a:solidFill>
                            <a:schemeClr val="bg1"/>
                          </a:solidFill>
                        </a:rPr>
                        <a:t>Key deal considerations</a:t>
                      </a: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u="none" dirty="0">
                          <a:solidFill>
                            <a:schemeClr val="bg1"/>
                          </a:solidFill>
                        </a:rPr>
                        <a:t>25</a:t>
                      </a: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915418"/>
                  </a:ext>
                </a:extLst>
              </a:tr>
            </a:tbl>
          </a:graphicData>
        </a:graphic>
      </p:graphicFrame>
      <p:sp>
        <p:nvSpPr>
          <p:cNvPr id="21" name="Title 20">
            <a:extLst>
              <a:ext uri="{FF2B5EF4-FFF2-40B4-BE49-F238E27FC236}">
                <a16:creationId xmlns:a16="http://schemas.microsoft.com/office/drawing/2014/main" id="{E0BC67A1-2D80-4012-876C-C240F33CB99E}"/>
              </a:ext>
            </a:extLst>
          </p:cNvPr>
          <p:cNvSpPr>
            <a:spLocks noGrp="1"/>
          </p:cNvSpPr>
          <p:nvPr>
            <p:ph type="ctrTitle"/>
          </p:nvPr>
        </p:nvSpPr>
        <p:spPr/>
        <p:txBody>
          <a:bodyPr vert="horz"/>
          <a:lstStyle/>
          <a:p>
            <a:r>
              <a:rPr lang="en-US" dirty="0"/>
              <a:t>Executive summary</a:t>
            </a:r>
          </a:p>
        </p:txBody>
      </p:sp>
      <p:sp>
        <p:nvSpPr>
          <p:cNvPr id="23" name="Rectangle 22">
            <a:hlinkClick r:id="rId5" action="ppaction://hlinksldjump"/>
            <a:extLst>
              <a:ext uri="{FF2B5EF4-FFF2-40B4-BE49-F238E27FC236}">
                <a16:creationId xmlns:a16="http://schemas.microsoft.com/office/drawing/2014/main" id="{2D6F1BF6-AC07-CC92-5373-51B7558A3F6B}"/>
              </a:ext>
            </a:extLst>
          </p:cNvPr>
          <p:cNvSpPr/>
          <p:nvPr/>
        </p:nvSpPr>
        <p:spPr>
          <a:xfrm>
            <a:off x="1312805" y="3059814"/>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a:solidFill>
                <a:schemeClr val="bg1"/>
              </a:solidFill>
            </a:endParaRPr>
          </a:p>
        </p:txBody>
      </p:sp>
      <p:sp>
        <p:nvSpPr>
          <p:cNvPr id="30" name="Rectangle 29">
            <a:hlinkClick r:id="rId6" action="ppaction://hlinksldjump"/>
            <a:extLst>
              <a:ext uri="{FF2B5EF4-FFF2-40B4-BE49-F238E27FC236}">
                <a16:creationId xmlns:a16="http://schemas.microsoft.com/office/drawing/2014/main" id="{E268F0E8-E661-B8E5-507C-4C02EEE47852}"/>
              </a:ext>
            </a:extLst>
          </p:cNvPr>
          <p:cNvSpPr/>
          <p:nvPr/>
        </p:nvSpPr>
        <p:spPr>
          <a:xfrm>
            <a:off x="1312805" y="3530139"/>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err="1">
              <a:solidFill>
                <a:schemeClr val="bg1"/>
              </a:solidFill>
            </a:endParaRPr>
          </a:p>
        </p:txBody>
      </p:sp>
      <p:sp>
        <p:nvSpPr>
          <p:cNvPr id="31" name="Rectangle 30">
            <a:hlinkClick r:id="rId7" action="ppaction://hlinksldjump"/>
            <a:extLst>
              <a:ext uri="{FF2B5EF4-FFF2-40B4-BE49-F238E27FC236}">
                <a16:creationId xmlns:a16="http://schemas.microsoft.com/office/drawing/2014/main" id="{681087A3-6F40-216F-F6E0-5E129D78E63F}"/>
              </a:ext>
            </a:extLst>
          </p:cNvPr>
          <p:cNvSpPr/>
          <p:nvPr/>
        </p:nvSpPr>
        <p:spPr>
          <a:xfrm>
            <a:off x="1312805" y="3994372"/>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err="1">
              <a:solidFill>
                <a:schemeClr val="bg1"/>
              </a:solidFill>
            </a:endParaRPr>
          </a:p>
        </p:txBody>
      </p:sp>
      <p:sp>
        <p:nvSpPr>
          <p:cNvPr id="32" name="Rectangle 31">
            <a:hlinkClick r:id="rId8" action="ppaction://hlinksldjump"/>
            <a:extLst>
              <a:ext uri="{FF2B5EF4-FFF2-40B4-BE49-F238E27FC236}">
                <a16:creationId xmlns:a16="http://schemas.microsoft.com/office/drawing/2014/main" id="{8565CF57-7CB9-9C81-7A72-BA5F707FBFC6}"/>
              </a:ext>
            </a:extLst>
          </p:cNvPr>
          <p:cNvSpPr/>
          <p:nvPr/>
        </p:nvSpPr>
        <p:spPr>
          <a:xfrm>
            <a:off x="1312805" y="4458606"/>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err="1">
              <a:solidFill>
                <a:schemeClr val="bg1"/>
              </a:solidFill>
            </a:endParaRPr>
          </a:p>
        </p:txBody>
      </p:sp>
      <p:sp>
        <p:nvSpPr>
          <p:cNvPr id="33" name="Rectangle 32">
            <a:hlinkClick r:id="rId9" action="ppaction://hlinksldjump"/>
            <a:extLst>
              <a:ext uri="{FF2B5EF4-FFF2-40B4-BE49-F238E27FC236}">
                <a16:creationId xmlns:a16="http://schemas.microsoft.com/office/drawing/2014/main" id="{B7A0CDAE-0A28-19A4-76DD-CC34E4931590}"/>
              </a:ext>
            </a:extLst>
          </p:cNvPr>
          <p:cNvSpPr/>
          <p:nvPr/>
        </p:nvSpPr>
        <p:spPr>
          <a:xfrm>
            <a:off x="1312805" y="4919320"/>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err="1">
              <a:solidFill>
                <a:schemeClr val="bg1"/>
              </a:solidFill>
            </a:endParaRPr>
          </a:p>
        </p:txBody>
      </p:sp>
      <p:sp>
        <p:nvSpPr>
          <p:cNvPr id="34" name="Rectangle 33">
            <a:hlinkClick r:id="rId10" action="ppaction://hlinksldjump"/>
            <a:extLst>
              <a:ext uri="{FF2B5EF4-FFF2-40B4-BE49-F238E27FC236}">
                <a16:creationId xmlns:a16="http://schemas.microsoft.com/office/drawing/2014/main" id="{11FB5130-CC7D-4C47-F5AA-DEB9B82EBFAD}"/>
              </a:ext>
            </a:extLst>
          </p:cNvPr>
          <p:cNvSpPr/>
          <p:nvPr/>
        </p:nvSpPr>
        <p:spPr>
          <a:xfrm>
            <a:off x="1312805" y="5367082"/>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err="1">
              <a:solidFill>
                <a:schemeClr val="bg1"/>
              </a:solidFill>
            </a:endParaRPr>
          </a:p>
        </p:txBody>
      </p:sp>
    </p:spTree>
    <p:extLst>
      <p:ext uri="{BB962C8B-B14F-4D97-AF65-F5344CB8AC3E}">
        <p14:creationId xmlns:p14="http://schemas.microsoft.com/office/powerpoint/2010/main" val="733886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7BDC983-3651-4649-8E2C-9EADB38B53F8}"/>
              </a:ext>
            </a:extLst>
          </p:cNvPr>
          <p:cNvGraphicFramePr>
            <a:graphicFrameLocks noChangeAspect="1"/>
          </p:cNvGraphicFramePr>
          <p:nvPr>
            <p:custDataLst>
              <p:tags r:id="rId1"/>
            </p:custDataLst>
            <p:extLst>
              <p:ext uri="{D42A27DB-BD31-4B8C-83A1-F6EECF244321}">
                <p14:modId xmlns:p14="http://schemas.microsoft.com/office/powerpoint/2010/main" val="2303541721"/>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7" name="Object 6" hidden="1">
                        <a:extLst>
                          <a:ext uri="{FF2B5EF4-FFF2-40B4-BE49-F238E27FC236}">
                            <a16:creationId xmlns:a16="http://schemas.microsoft.com/office/drawing/2014/main" id="{17BDC983-3651-4649-8E2C-9EADB38B53F8}"/>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graphicFrame>
        <p:nvGraphicFramePr>
          <p:cNvPr id="2" name="Table 10">
            <a:extLst>
              <a:ext uri="{FF2B5EF4-FFF2-40B4-BE49-F238E27FC236}">
                <a16:creationId xmlns:a16="http://schemas.microsoft.com/office/drawing/2014/main" id="{76FCA8EE-467E-067F-D07F-3C37A3E5BFA1}"/>
              </a:ext>
            </a:extLst>
          </p:cNvPr>
          <p:cNvGraphicFramePr>
            <a:graphicFrameLocks noGrp="1"/>
          </p:cNvGraphicFramePr>
          <p:nvPr>
            <p:extLst>
              <p:ext uri="{D42A27DB-BD31-4B8C-83A1-F6EECF244321}">
                <p14:modId xmlns:p14="http://schemas.microsoft.com/office/powerpoint/2010/main" val="3273301689"/>
              </p:ext>
            </p:extLst>
          </p:nvPr>
        </p:nvGraphicFramePr>
        <p:xfrm>
          <a:off x="931838" y="142211"/>
          <a:ext cx="9248845" cy="154623"/>
        </p:xfrm>
        <a:graphic>
          <a:graphicData uri="http://schemas.openxmlformats.org/drawingml/2006/table">
            <a:tbl>
              <a:tblPr firstRow="1" bandRow="1">
                <a:tableStyleId>{5C22544A-7EE6-4342-B048-85BDC9FD1C3A}</a:tableStyleId>
              </a:tblPr>
              <a:tblGrid>
                <a:gridCol w="1336760">
                  <a:extLst>
                    <a:ext uri="{9D8B030D-6E8A-4147-A177-3AD203B41FA5}">
                      <a16:colId xmlns:a16="http://schemas.microsoft.com/office/drawing/2014/main" val="4194968147"/>
                    </a:ext>
                  </a:extLst>
                </a:gridCol>
                <a:gridCol w="1097280">
                  <a:extLst>
                    <a:ext uri="{9D8B030D-6E8A-4147-A177-3AD203B41FA5}">
                      <a16:colId xmlns:a16="http://schemas.microsoft.com/office/drawing/2014/main" val="3480804512"/>
                    </a:ext>
                  </a:extLst>
                </a:gridCol>
                <a:gridCol w="1059180">
                  <a:extLst>
                    <a:ext uri="{9D8B030D-6E8A-4147-A177-3AD203B41FA5}">
                      <a16:colId xmlns:a16="http://schemas.microsoft.com/office/drawing/2014/main" val="1508802548"/>
                    </a:ext>
                  </a:extLst>
                </a:gridCol>
                <a:gridCol w="944880">
                  <a:extLst>
                    <a:ext uri="{9D8B030D-6E8A-4147-A177-3AD203B41FA5}">
                      <a16:colId xmlns:a16="http://schemas.microsoft.com/office/drawing/2014/main" val="1380669789"/>
                    </a:ext>
                  </a:extLst>
                </a:gridCol>
                <a:gridCol w="769620">
                  <a:extLst>
                    <a:ext uri="{9D8B030D-6E8A-4147-A177-3AD203B41FA5}">
                      <a16:colId xmlns:a16="http://schemas.microsoft.com/office/drawing/2014/main" val="3717172380"/>
                    </a:ext>
                  </a:extLst>
                </a:gridCol>
                <a:gridCol w="693420">
                  <a:extLst>
                    <a:ext uri="{9D8B030D-6E8A-4147-A177-3AD203B41FA5}">
                      <a16:colId xmlns:a16="http://schemas.microsoft.com/office/drawing/2014/main" val="2348796435"/>
                    </a:ext>
                  </a:extLst>
                </a:gridCol>
                <a:gridCol w="952500">
                  <a:extLst>
                    <a:ext uri="{9D8B030D-6E8A-4147-A177-3AD203B41FA5}">
                      <a16:colId xmlns:a16="http://schemas.microsoft.com/office/drawing/2014/main" val="3209140028"/>
                    </a:ext>
                  </a:extLst>
                </a:gridCol>
                <a:gridCol w="944880">
                  <a:extLst>
                    <a:ext uri="{9D8B030D-6E8A-4147-A177-3AD203B41FA5}">
                      <a16:colId xmlns:a16="http://schemas.microsoft.com/office/drawing/2014/main" val="2651425576"/>
                    </a:ext>
                  </a:extLst>
                </a:gridCol>
                <a:gridCol w="632460">
                  <a:extLst>
                    <a:ext uri="{9D8B030D-6E8A-4147-A177-3AD203B41FA5}">
                      <a16:colId xmlns:a16="http://schemas.microsoft.com/office/drawing/2014/main" val="3903366463"/>
                    </a:ext>
                  </a:extLst>
                </a:gridCol>
                <a:gridCol w="817865">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338D"/>
                          </a:solidFill>
                          <a:effectLst/>
                          <a:uLnTx/>
                          <a:uFillTx/>
                          <a:latin typeface="+mn-lt"/>
                          <a:ea typeface="+mn-ea"/>
                          <a:cs typeface="+mn-cs"/>
                        </a:rPr>
                        <a:t>Executive summary</a:t>
                      </a:r>
                      <a:endParaRPr lang="en-US" sz="1000">
                        <a:ln>
                          <a:noFill/>
                        </a:ln>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27" name="Title 26">
            <a:extLst>
              <a:ext uri="{FF2B5EF4-FFF2-40B4-BE49-F238E27FC236}">
                <a16:creationId xmlns:a16="http://schemas.microsoft.com/office/drawing/2014/main" id="{061C000C-7977-4446-9E6E-613EE37E9228}"/>
              </a:ext>
            </a:extLst>
          </p:cNvPr>
          <p:cNvSpPr>
            <a:spLocks noGrp="1"/>
          </p:cNvSpPr>
          <p:nvPr>
            <p:ph type="title"/>
          </p:nvPr>
        </p:nvSpPr>
        <p:spPr/>
        <p:txBody>
          <a:bodyPr vert="horz"/>
          <a:lstStyle/>
          <a:p>
            <a:r>
              <a:rPr lang="en-US"/>
              <a:t>Business overview</a:t>
            </a:r>
          </a:p>
        </p:txBody>
      </p:sp>
      <p:sp>
        <p:nvSpPr>
          <p:cNvPr id="111" name="TextBox 110">
            <a:extLst>
              <a:ext uri="{FF2B5EF4-FFF2-40B4-BE49-F238E27FC236}">
                <a16:creationId xmlns:a16="http://schemas.microsoft.com/office/drawing/2014/main" id="{A094B44C-E05D-46CA-A0A7-445F7B646197}"/>
              </a:ext>
            </a:extLst>
          </p:cNvPr>
          <p:cNvSpPr txBox="1">
            <a:spLocks/>
          </p:cNvSpPr>
          <p:nvPr/>
        </p:nvSpPr>
        <p:spPr>
          <a:xfrm>
            <a:off x="6123257" y="966061"/>
            <a:ext cx="5036400" cy="295466"/>
          </a:xfrm>
          <a:prstGeom prst="rect">
            <a:avLst/>
          </a:prstGeom>
          <a:noFill/>
        </p:spPr>
        <p:txBody>
          <a:bodyPr wrap="square" lIns="72000" tIns="0" rIns="72000" bIns="0" anchor="t">
            <a:spAutoFit/>
          </a:bodyPr>
          <a:lstStyle>
            <a:defPPr>
              <a:defRPr lang="en-US"/>
            </a:defPPr>
            <a:lvl1pPr>
              <a:lnSpc>
                <a:spcPct val="80000"/>
              </a:lnSpc>
              <a:defRPr sz="2400">
                <a:solidFill>
                  <a:schemeClr val="accent1"/>
                </a:solidFill>
                <a:latin typeface="+mj-lt"/>
              </a:defRPr>
            </a:lvl1pPr>
          </a:lstStyle>
          <a:p>
            <a:r>
              <a:rPr lang="en-US" dirty="0"/>
              <a:t>Company overview</a:t>
            </a:r>
          </a:p>
        </p:txBody>
      </p:sp>
      <p:sp>
        <p:nvSpPr>
          <p:cNvPr id="114" name="TextBox 113">
            <a:extLst>
              <a:ext uri="{FF2B5EF4-FFF2-40B4-BE49-F238E27FC236}">
                <a16:creationId xmlns:a16="http://schemas.microsoft.com/office/drawing/2014/main" id="{9D2A0BBE-D695-498E-BC75-36129E83C172}"/>
              </a:ext>
            </a:extLst>
          </p:cNvPr>
          <p:cNvSpPr txBox="1">
            <a:spLocks/>
          </p:cNvSpPr>
          <p:nvPr/>
        </p:nvSpPr>
        <p:spPr>
          <a:xfrm>
            <a:off x="6114137" y="1421477"/>
            <a:ext cx="5036400" cy="1100098"/>
          </a:xfrm>
          <a:prstGeom prst="rect">
            <a:avLst/>
          </a:prstGeom>
          <a:noFill/>
        </p:spPr>
        <p:txBody>
          <a:bodyPr wrap="square" lIns="72000" tIns="36000" rIns="0" bIns="0">
            <a:noAutofit/>
          </a:bodyPr>
          <a:lstStyle/>
          <a:p>
            <a:pPr defTabSz="914377">
              <a:lnSpc>
                <a:spcPts val="1200"/>
              </a:lnSpc>
              <a:spcAft>
                <a:spcPts val="600"/>
              </a:spcAft>
              <a:defRPr/>
            </a:pPr>
            <a:r>
              <a:rPr lang="en-US" sz="1000" dirty="0" err="1">
                <a:latin typeface="Arial"/>
              </a:rPr>
              <a:t>Consectetur</a:t>
            </a:r>
            <a:r>
              <a:rPr lang="en-US" sz="1000" dirty="0">
                <a:latin typeface="Arial"/>
              </a:rPr>
              <a:t> met </a:t>
            </a:r>
            <a:r>
              <a:rPr lang="en-US" sz="1000" dirty="0" err="1">
                <a:latin typeface="Arial"/>
              </a:rPr>
              <a:t>adipiscing</a:t>
            </a:r>
            <a:r>
              <a:rPr lang="en-US" sz="1000" dirty="0">
                <a:latin typeface="Arial"/>
              </a:rPr>
              <a:t> </a:t>
            </a:r>
            <a:r>
              <a:rPr lang="en-US" sz="1000" dirty="0" err="1">
                <a:latin typeface="Arial"/>
              </a:rPr>
              <a:t>elit</a:t>
            </a:r>
            <a:r>
              <a:rPr lang="en-US" sz="1000" dirty="0">
                <a:latin typeface="Arial"/>
              </a:rPr>
              <a:t>. Aenean ac </a:t>
            </a:r>
            <a:r>
              <a:rPr lang="en-US" sz="1000" dirty="0" err="1">
                <a:latin typeface="Arial"/>
              </a:rPr>
              <a:t>elit</a:t>
            </a:r>
            <a:r>
              <a:rPr lang="en-US" sz="1000" dirty="0">
                <a:latin typeface="Arial"/>
              </a:rPr>
              <a:t> a </a:t>
            </a:r>
            <a:r>
              <a:rPr lang="en-US" sz="1000" dirty="0" err="1">
                <a:latin typeface="Arial"/>
              </a:rPr>
              <a:t>felis</a:t>
            </a:r>
            <a:r>
              <a:rPr lang="en-US" sz="1000" dirty="0">
                <a:latin typeface="Arial"/>
              </a:rPr>
              <a:t> pharetra Met </a:t>
            </a:r>
            <a:r>
              <a:rPr lang="en-US" sz="1000" dirty="0" err="1">
                <a:latin typeface="Arial"/>
              </a:rPr>
              <a:t>adipiscing</a:t>
            </a:r>
            <a:r>
              <a:rPr lang="en-US" sz="1000" dirty="0">
                <a:latin typeface="Arial"/>
              </a:rPr>
              <a:t>. Nam </a:t>
            </a:r>
            <a:r>
              <a:rPr lang="en-US" sz="1000" dirty="0" err="1">
                <a:latin typeface="Arial"/>
              </a:rPr>
              <a:t>tincidunt</a:t>
            </a:r>
            <a:r>
              <a:rPr lang="en-US" sz="1000" dirty="0">
                <a:latin typeface="Arial"/>
              </a:rPr>
              <a:t> </a:t>
            </a:r>
            <a:r>
              <a:rPr lang="en-US" sz="1000" dirty="0" err="1">
                <a:latin typeface="Arial"/>
              </a:rPr>
              <a:t>enim</a:t>
            </a:r>
            <a:r>
              <a:rPr lang="en-US" sz="1000" dirty="0">
                <a:latin typeface="Arial"/>
              </a:rPr>
              <a:t> sit </a:t>
            </a:r>
            <a:r>
              <a:rPr lang="en-US" sz="1000" dirty="0" err="1">
                <a:latin typeface="Arial"/>
              </a:rPr>
              <a:t>Amet</a:t>
            </a:r>
            <a:r>
              <a:rPr lang="en-US" sz="1000" dirty="0">
                <a:latin typeface="Arial"/>
              </a:rPr>
              <a:t> Gravida </a:t>
            </a:r>
            <a:r>
              <a:rPr lang="en-US" sz="1000" dirty="0" err="1">
                <a:latin typeface="Arial"/>
              </a:rPr>
              <a:t>nunc</a:t>
            </a:r>
            <a:r>
              <a:rPr lang="en-US" sz="1000" dirty="0">
                <a:latin typeface="Arial"/>
              </a:rPr>
              <a:t> vel Fringilla </a:t>
            </a:r>
            <a:r>
              <a:rPr lang="en-US" sz="1000" dirty="0" err="1">
                <a:latin typeface="Arial"/>
              </a:rPr>
              <a:t>elit</a:t>
            </a:r>
            <a:r>
              <a:rPr lang="en-US" sz="1000" dirty="0">
                <a:latin typeface="Arial"/>
              </a:rPr>
              <a:t>. </a:t>
            </a:r>
            <a:r>
              <a:rPr lang="en-US" sz="1000" dirty="0" err="1">
                <a:latin typeface="Arial"/>
              </a:rPr>
              <a:t>Consequat</a:t>
            </a:r>
            <a:r>
              <a:rPr lang="en-US" sz="1000" dirty="0">
                <a:latin typeface="Arial"/>
              </a:rPr>
              <a:t> met </a:t>
            </a:r>
            <a:r>
              <a:rPr lang="en-US" sz="1000" dirty="0" err="1">
                <a:latin typeface="Arial"/>
              </a:rPr>
              <a:t>adipiscing</a:t>
            </a:r>
            <a:r>
              <a:rPr lang="en-US" sz="1000" dirty="0">
                <a:latin typeface="Arial"/>
              </a:rPr>
              <a:t> </a:t>
            </a:r>
            <a:r>
              <a:rPr lang="en-US" sz="1000" dirty="0" err="1">
                <a:latin typeface="Arial"/>
              </a:rPr>
              <a:t>elit</a:t>
            </a:r>
            <a:r>
              <a:rPr lang="en-US" sz="1000" dirty="0">
                <a:latin typeface="Arial"/>
              </a:rPr>
              <a:t>. Aenean ac </a:t>
            </a:r>
            <a:r>
              <a:rPr lang="en-US" sz="1000" dirty="0" err="1">
                <a:latin typeface="Arial"/>
              </a:rPr>
              <a:t>elit</a:t>
            </a:r>
            <a:r>
              <a:rPr lang="en-US" sz="1000" dirty="0">
                <a:latin typeface="Arial"/>
              </a:rPr>
              <a:t> a </a:t>
            </a:r>
            <a:r>
              <a:rPr lang="en-US" sz="1000" dirty="0" err="1">
                <a:latin typeface="Arial"/>
              </a:rPr>
              <a:t>felis</a:t>
            </a:r>
            <a:r>
              <a:rPr lang="en-US" sz="1000" dirty="0">
                <a:latin typeface="Arial"/>
              </a:rPr>
              <a:t> pharetra.</a:t>
            </a:r>
          </a:p>
          <a:p>
            <a:pPr defTabSz="914377">
              <a:lnSpc>
                <a:spcPts val="1200"/>
              </a:lnSpc>
              <a:spcAft>
                <a:spcPts val="600"/>
              </a:spcAft>
              <a:defRPr/>
            </a:pPr>
            <a:r>
              <a:rPr lang="en-US" sz="1000" dirty="0" err="1">
                <a:latin typeface="Arial"/>
              </a:rPr>
              <a:t>Consectetur</a:t>
            </a:r>
            <a:r>
              <a:rPr lang="en-US" sz="1000" dirty="0">
                <a:latin typeface="Arial"/>
              </a:rPr>
              <a:t> met </a:t>
            </a:r>
            <a:r>
              <a:rPr lang="en-US" sz="1000" dirty="0" err="1">
                <a:latin typeface="Arial"/>
              </a:rPr>
              <a:t>adipiscing</a:t>
            </a:r>
            <a:r>
              <a:rPr lang="en-US" sz="1000" dirty="0">
                <a:latin typeface="Arial"/>
              </a:rPr>
              <a:t> </a:t>
            </a:r>
            <a:r>
              <a:rPr lang="en-US" sz="1000" dirty="0" err="1">
                <a:latin typeface="Arial"/>
              </a:rPr>
              <a:t>elit</a:t>
            </a:r>
            <a:r>
              <a:rPr lang="en-US" sz="1000" dirty="0">
                <a:latin typeface="Arial"/>
              </a:rPr>
              <a:t>. Aenean ac </a:t>
            </a:r>
            <a:r>
              <a:rPr lang="en-US" sz="1000" dirty="0" err="1">
                <a:latin typeface="Arial"/>
              </a:rPr>
              <a:t>elit</a:t>
            </a:r>
            <a:r>
              <a:rPr lang="en-US" sz="1000" dirty="0">
                <a:latin typeface="Arial"/>
              </a:rPr>
              <a:t> a </a:t>
            </a:r>
            <a:r>
              <a:rPr lang="en-US" sz="1000" dirty="0" err="1">
                <a:latin typeface="Arial"/>
              </a:rPr>
              <a:t>felis</a:t>
            </a:r>
            <a:r>
              <a:rPr lang="en-US" sz="1000" dirty="0">
                <a:latin typeface="Arial"/>
              </a:rPr>
              <a:t> pharetra Met </a:t>
            </a:r>
            <a:r>
              <a:rPr lang="en-US" sz="1000" dirty="0" err="1">
                <a:latin typeface="Arial"/>
              </a:rPr>
              <a:t>adipiscing</a:t>
            </a:r>
            <a:r>
              <a:rPr lang="en-US" sz="1000" dirty="0">
                <a:latin typeface="Arial"/>
              </a:rPr>
              <a:t>. Nam </a:t>
            </a:r>
            <a:r>
              <a:rPr lang="en-US" sz="1000" dirty="0" err="1">
                <a:latin typeface="Arial"/>
              </a:rPr>
              <a:t>tincidunt</a:t>
            </a:r>
            <a:r>
              <a:rPr lang="en-US" sz="1000" dirty="0">
                <a:latin typeface="Arial"/>
              </a:rPr>
              <a:t> </a:t>
            </a:r>
            <a:r>
              <a:rPr lang="en-US" sz="1000" dirty="0" err="1">
                <a:latin typeface="Arial"/>
              </a:rPr>
              <a:t>nunc</a:t>
            </a:r>
            <a:r>
              <a:rPr lang="en-US" sz="1000" dirty="0">
                <a:latin typeface="Arial"/>
              </a:rPr>
              <a:t> vel Fringilla </a:t>
            </a:r>
            <a:r>
              <a:rPr lang="en-US" sz="1000" dirty="0" err="1">
                <a:latin typeface="Arial"/>
              </a:rPr>
              <a:t>elit</a:t>
            </a:r>
            <a:r>
              <a:rPr lang="en-US" sz="1000" dirty="0">
                <a:latin typeface="Arial"/>
              </a:rPr>
              <a:t>. </a:t>
            </a:r>
            <a:r>
              <a:rPr lang="en-US" sz="1000" dirty="0" err="1">
                <a:latin typeface="Arial"/>
              </a:rPr>
              <a:t>Consequat</a:t>
            </a:r>
            <a:r>
              <a:rPr lang="en-US" sz="1000" dirty="0">
                <a:latin typeface="Arial"/>
              </a:rPr>
              <a:t> met </a:t>
            </a:r>
            <a:r>
              <a:rPr lang="en-US" sz="1000" dirty="0" err="1">
                <a:latin typeface="Arial"/>
              </a:rPr>
              <a:t>adipiscing</a:t>
            </a:r>
            <a:r>
              <a:rPr lang="en-US" sz="1000" dirty="0">
                <a:latin typeface="Arial"/>
              </a:rPr>
              <a:t> </a:t>
            </a:r>
            <a:r>
              <a:rPr lang="en-US" sz="1000" dirty="0" err="1">
                <a:latin typeface="Arial"/>
              </a:rPr>
              <a:t>elit</a:t>
            </a:r>
            <a:r>
              <a:rPr lang="en-US" sz="1000" dirty="0">
                <a:latin typeface="Arial"/>
              </a:rPr>
              <a:t>. Aenean ac </a:t>
            </a:r>
            <a:r>
              <a:rPr lang="en-US" sz="1000" dirty="0" err="1">
                <a:latin typeface="Arial"/>
              </a:rPr>
              <a:t>elit</a:t>
            </a:r>
            <a:r>
              <a:rPr lang="en-US" sz="1000" dirty="0">
                <a:latin typeface="Arial"/>
              </a:rPr>
              <a:t> a </a:t>
            </a:r>
            <a:r>
              <a:rPr lang="en-US" sz="1000" dirty="0" err="1">
                <a:latin typeface="Arial"/>
              </a:rPr>
              <a:t>felis</a:t>
            </a:r>
            <a:r>
              <a:rPr lang="en-US" sz="1000" dirty="0">
                <a:latin typeface="Arial"/>
              </a:rPr>
              <a:t> pharetra </a:t>
            </a:r>
            <a:r>
              <a:rPr lang="en-US" sz="1000" dirty="0" err="1">
                <a:latin typeface="Arial"/>
              </a:rPr>
              <a:t>Consequat</a:t>
            </a:r>
            <a:r>
              <a:rPr lang="en-US" sz="1000" dirty="0">
                <a:latin typeface="Arial"/>
              </a:rPr>
              <a:t> met </a:t>
            </a:r>
            <a:r>
              <a:rPr lang="en-US" sz="1000" dirty="0" err="1">
                <a:latin typeface="Arial"/>
              </a:rPr>
              <a:t>adipiscing</a:t>
            </a:r>
            <a:r>
              <a:rPr lang="en-US" sz="1000" dirty="0">
                <a:latin typeface="Arial"/>
              </a:rPr>
              <a:t> </a:t>
            </a:r>
            <a:r>
              <a:rPr lang="en-US" sz="1000" dirty="0" err="1">
                <a:latin typeface="Arial"/>
              </a:rPr>
              <a:t>elit</a:t>
            </a:r>
            <a:r>
              <a:rPr lang="en-US" sz="1000" dirty="0">
                <a:latin typeface="Arial"/>
              </a:rPr>
              <a:t>. Aenean ac </a:t>
            </a:r>
            <a:r>
              <a:rPr lang="en-US" sz="1000" dirty="0" err="1">
                <a:latin typeface="Arial"/>
              </a:rPr>
              <a:t>elit</a:t>
            </a:r>
            <a:r>
              <a:rPr lang="en-US" sz="1000" dirty="0">
                <a:latin typeface="Arial"/>
              </a:rPr>
              <a:t> a </a:t>
            </a:r>
            <a:r>
              <a:rPr lang="en-US" sz="1000" dirty="0" err="1">
                <a:latin typeface="Arial"/>
              </a:rPr>
              <a:t>felis</a:t>
            </a:r>
            <a:r>
              <a:rPr lang="en-US" sz="1000" dirty="0">
                <a:latin typeface="Arial"/>
              </a:rPr>
              <a:t>.</a:t>
            </a:r>
          </a:p>
        </p:txBody>
      </p:sp>
      <p:sp>
        <p:nvSpPr>
          <p:cNvPr id="15" name="TextBox 14">
            <a:extLst>
              <a:ext uri="{FF2B5EF4-FFF2-40B4-BE49-F238E27FC236}">
                <a16:creationId xmlns:a16="http://schemas.microsoft.com/office/drawing/2014/main" id="{4951C6E0-2781-EC90-0103-7E31E3504D7F}"/>
              </a:ext>
            </a:extLst>
          </p:cNvPr>
          <p:cNvSpPr txBox="1">
            <a:spLocks/>
          </p:cNvSpPr>
          <p:nvPr/>
        </p:nvSpPr>
        <p:spPr>
          <a:xfrm>
            <a:off x="2921606" y="2285994"/>
            <a:ext cx="1011209" cy="253200"/>
          </a:xfrm>
          <a:prstGeom prst="rect">
            <a:avLst/>
          </a:prstGeom>
          <a:solidFill>
            <a:srgbClr val="00B8F5"/>
          </a:solidFill>
        </p:spPr>
        <p:txBody>
          <a:bodyPr wrap="square" lIns="90000" tIns="90000" rIns="90000" bIns="90000" rtlCol="0" anchor="ctr" anchorCtr="0">
            <a:noAutofit/>
          </a:bodyPr>
          <a:lstStyle/>
          <a:p>
            <a:pPr algn="ctr"/>
            <a:r>
              <a:rPr lang="en-US" sz="1000" b="1">
                <a:solidFill>
                  <a:schemeClr val="bg1"/>
                </a:solidFill>
              </a:rPr>
              <a:t>Parent Ltd.</a:t>
            </a:r>
            <a:endParaRPr lang="en-US" sz="1000">
              <a:solidFill>
                <a:schemeClr val="bg1"/>
              </a:solidFill>
            </a:endParaRPr>
          </a:p>
        </p:txBody>
      </p:sp>
      <p:sp>
        <p:nvSpPr>
          <p:cNvPr id="16" name="TextBox 15">
            <a:extLst>
              <a:ext uri="{FF2B5EF4-FFF2-40B4-BE49-F238E27FC236}">
                <a16:creationId xmlns:a16="http://schemas.microsoft.com/office/drawing/2014/main" id="{F2FB6A31-9C2B-1318-579E-E0F7C661AD3C}"/>
              </a:ext>
            </a:extLst>
          </p:cNvPr>
          <p:cNvSpPr txBox="1">
            <a:spLocks/>
          </p:cNvSpPr>
          <p:nvPr/>
        </p:nvSpPr>
        <p:spPr>
          <a:xfrm>
            <a:off x="2921606" y="1663798"/>
            <a:ext cx="1011209" cy="253200"/>
          </a:xfrm>
          <a:prstGeom prst="rect">
            <a:avLst/>
          </a:prstGeom>
          <a:solidFill>
            <a:schemeClr val="tx2"/>
          </a:solidFill>
          <a:ln w="6350">
            <a:noFill/>
          </a:ln>
        </p:spPr>
        <p:txBody>
          <a:bodyPr wrap="square" lIns="90000" tIns="90000" rIns="90000" bIns="90000" rtlCol="0" anchor="ctr" anchorCtr="0">
            <a:noAutofit/>
          </a:bodyPr>
          <a:lstStyle/>
          <a:p>
            <a:pPr algn="ctr"/>
            <a:r>
              <a:rPr lang="en-US" sz="1000" b="1">
                <a:solidFill>
                  <a:schemeClr val="bg1"/>
                </a:solidFill>
              </a:rPr>
              <a:t>Owner Ltd.</a:t>
            </a:r>
          </a:p>
        </p:txBody>
      </p:sp>
      <p:cxnSp>
        <p:nvCxnSpPr>
          <p:cNvPr id="17" name="Straight Connector 16">
            <a:extLst>
              <a:ext uri="{FF2B5EF4-FFF2-40B4-BE49-F238E27FC236}">
                <a16:creationId xmlns:a16="http://schemas.microsoft.com/office/drawing/2014/main" id="{2F81D422-98E8-2B1F-714E-3D713441F6F2}"/>
              </a:ext>
            </a:extLst>
          </p:cNvPr>
          <p:cNvCxnSpPr>
            <a:cxnSpLocks/>
            <a:stCxn id="15" idx="0"/>
            <a:endCxn id="16" idx="2"/>
          </p:cNvCxnSpPr>
          <p:nvPr/>
        </p:nvCxnSpPr>
        <p:spPr>
          <a:xfrm flipV="1">
            <a:off x="3427211" y="1916999"/>
            <a:ext cx="0" cy="368995"/>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389B245-64FF-0533-FA82-170797435DD8}"/>
              </a:ext>
            </a:extLst>
          </p:cNvPr>
          <p:cNvSpPr txBox="1"/>
          <p:nvPr/>
        </p:nvSpPr>
        <p:spPr>
          <a:xfrm>
            <a:off x="1124906" y="2731404"/>
            <a:ext cx="1011209" cy="450179"/>
          </a:xfrm>
          <a:prstGeom prst="rect">
            <a:avLst/>
          </a:prstGeom>
          <a:solidFill>
            <a:schemeClr val="accent1"/>
          </a:solidFill>
        </p:spPr>
        <p:txBody>
          <a:bodyPr wrap="square" lIns="90000" tIns="90000" rIns="90000" bIns="90000" rtlCol="0" anchor="ctr" anchorCtr="0">
            <a:noAutofit/>
          </a:bodyPr>
          <a:lstStyle/>
          <a:p>
            <a:pPr algn="ctr"/>
            <a:r>
              <a:rPr lang="en-US" sz="1000" b="1">
                <a:solidFill>
                  <a:schemeClr val="bg1"/>
                </a:solidFill>
              </a:rPr>
              <a:t>Subsidiary 1 Ltd.</a:t>
            </a:r>
            <a:endParaRPr lang="en-US" sz="1000">
              <a:solidFill>
                <a:schemeClr val="bg1"/>
              </a:solidFill>
            </a:endParaRPr>
          </a:p>
        </p:txBody>
      </p:sp>
      <p:sp>
        <p:nvSpPr>
          <p:cNvPr id="19" name="TextBox 18">
            <a:extLst>
              <a:ext uri="{FF2B5EF4-FFF2-40B4-BE49-F238E27FC236}">
                <a16:creationId xmlns:a16="http://schemas.microsoft.com/office/drawing/2014/main" id="{9F158D17-F26A-D0B0-AC69-6769857E3047}"/>
              </a:ext>
            </a:extLst>
          </p:cNvPr>
          <p:cNvSpPr txBox="1"/>
          <p:nvPr/>
        </p:nvSpPr>
        <p:spPr>
          <a:xfrm>
            <a:off x="2323909" y="2731404"/>
            <a:ext cx="1011209" cy="450179"/>
          </a:xfrm>
          <a:prstGeom prst="rect">
            <a:avLst/>
          </a:prstGeom>
          <a:solidFill>
            <a:schemeClr val="accent1"/>
          </a:solidFill>
        </p:spPr>
        <p:txBody>
          <a:bodyPr wrap="square" lIns="90000" tIns="90000" rIns="90000" bIns="90000" rtlCol="0" anchor="ctr" anchorCtr="0">
            <a:noAutofit/>
          </a:bodyPr>
          <a:lstStyle/>
          <a:p>
            <a:pPr algn="ctr"/>
            <a:r>
              <a:rPr lang="en-US" sz="1000" b="1">
                <a:solidFill>
                  <a:schemeClr val="bg1"/>
                </a:solidFill>
              </a:rPr>
              <a:t>Subsidiary 2 Ltd.</a:t>
            </a:r>
            <a:endParaRPr lang="en-US" sz="1000">
              <a:solidFill>
                <a:schemeClr val="bg1"/>
              </a:solidFill>
            </a:endParaRPr>
          </a:p>
        </p:txBody>
      </p:sp>
      <p:sp>
        <p:nvSpPr>
          <p:cNvPr id="20" name="TextBox 19">
            <a:extLst>
              <a:ext uri="{FF2B5EF4-FFF2-40B4-BE49-F238E27FC236}">
                <a16:creationId xmlns:a16="http://schemas.microsoft.com/office/drawing/2014/main" id="{F64FEDC5-2DAB-B917-22B4-CADEF40FBF32}"/>
              </a:ext>
            </a:extLst>
          </p:cNvPr>
          <p:cNvSpPr txBox="1"/>
          <p:nvPr/>
        </p:nvSpPr>
        <p:spPr>
          <a:xfrm>
            <a:off x="3522910" y="2729708"/>
            <a:ext cx="1011209" cy="450179"/>
          </a:xfrm>
          <a:prstGeom prst="rect">
            <a:avLst/>
          </a:prstGeom>
          <a:solidFill>
            <a:schemeClr val="accent1"/>
          </a:solidFill>
        </p:spPr>
        <p:txBody>
          <a:bodyPr wrap="square" lIns="90000" tIns="90000" rIns="90000" bIns="90000" rtlCol="0" anchor="ctr" anchorCtr="0">
            <a:noAutofit/>
          </a:bodyPr>
          <a:lstStyle/>
          <a:p>
            <a:pPr algn="ctr"/>
            <a:r>
              <a:rPr lang="en-US" sz="1000" b="1">
                <a:solidFill>
                  <a:schemeClr val="bg1"/>
                </a:solidFill>
              </a:rPr>
              <a:t>Subsidiary 3 Ltd.</a:t>
            </a:r>
            <a:endParaRPr lang="en-US" sz="1000">
              <a:solidFill>
                <a:schemeClr val="bg1"/>
              </a:solidFill>
            </a:endParaRPr>
          </a:p>
        </p:txBody>
      </p:sp>
      <p:sp>
        <p:nvSpPr>
          <p:cNvPr id="21" name="TextBox 20">
            <a:extLst>
              <a:ext uri="{FF2B5EF4-FFF2-40B4-BE49-F238E27FC236}">
                <a16:creationId xmlns:a16="http://schemas.microsoft.com/office/drawing/2014/main" id="{64E618B8-B0A9-37C6-11A3-FBD6FA65A91D}"/>
              </a:ext>
            </a:extLst>
          </p:cNvPr>
          <p:cNvSpPr txBox="1"/>
          <p:nvPr/>
        </p:nvSpPr>
        <p:spPr>
          <a:xfrm>
            <a:off x="4721913" y="2729708"/>
            <a:ext cx="1011209" cy="450179"/>
          </a:xfrm>
          <a:prstGeom prst="rect">
            <a:avLst/>
          </a:prstGeom>
          <a:solidFill>
            <a:schemeClr val="accent1"/>
          </a:solidFill>
        </p:spPr>
        <p:txBody>
          <a:bodyPr wrap="square" lIns="90000" tIns="90000" rIns="90000" bIns="90000" rtlCol="0" anchor="ctr" anchorCtr="0">
            <a:noAutofit/>
          </a:bodyPr>
          <a:lstStyle/>
          <a:p>
            <a:pPr algn="ctr"/>
            <a:r>
              <a:rPr lang="en-US" sz="1000" b="1">
                <a:solidFill>
                  <a:schemeClr val="bg1"/>
                </a:solidFill>
              </a:rPr>
              <a:t>Subsidiary 4 Ltd.</a:t>
            </a:r>
            <a:endParaRPr lang="en-US" sz="1000">
              <a:solidFill>
                <a:schemeClr val="bg1"/>
              </a:solidFill>
            </a:endParaRPr>
          </a:p>
        </p:txBody>
      </p:sp>
      <p:cxnSp>
        <p:nvCxnSpPr>
          <p:cNvPr id="22" name="Connector: Elbow 21">
            <a:extLst>
              <a:ext uri="{FF2B5EF4-FFF2-40B4-BE49-F238E27FC236}">
                <a16:creationId xmlns:a16="http://schemas.microsoft.com/office/drawing/2014/main" id="{C70900C3-6BA6-EC6C-ABFA-3C1DF59CA629}"/>
              </a:ext>
            </a:extLst>
          </p:cNvPr>
          <p:cNvCxnSpPr>
            <a:cxnSpLocks/>
            <a:stCxn id="18" idx="0"/>
            <a:endCxn id="15" idx="2"/>
          </p:cNvCxnSpPr>
          <p:nvPr/>
        </p:nvCxnSpPr>
        <p:spPr>
          <a:xfrm rot="5400000" flipH="1" flipV="1">
            <a:off x="2432755" y="1736950"/>
            <a:ext cx="192212" cy="1796700"/>
          </a:xfrm>
          <a:prstGeom prst="bentConnector3">
            <a:avLst>
              <a:gd name="adj1" fmla="val 50000"/>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5A33AA8A-0BFE-3BA5-36CD-2E92F143A025}"/>
              </a:ext>
            </a:extLst>
          </p:cNvPr>
          <p:cNvCxnSpPr>
            <a:cxnSpLocks/>
            <a:stCxn id="19" idx="0"/>
            <a:endCxn id="15" idx="2"/>
          </p:cNvCxnSpPr>
          <p:nvPr/>
        </p:nvCxnSpPr>
        <p:spPr>
          <a:xfrm rot="5400000" flipH="1" flipV="1">
            <a:off x="3032255" y="2336450"/>
            <a:ext cx="192212" cy="597699"/>
          </a:xfrm>
          <a:prstGeom prst="bentConnector3">
            <a:avLst>
              <a:gd name="adj1" fmla="val 50000"/>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8F1AC9FF-46F8-E9FF-4320-B35DABC06D11}"/>
              </a:ext>
            </a:extLst>
          </p:cNvPr>
          <p:cNvCxnSpPr>
            <a:cxnSpLocks/>
            <a:stCxn id="21" idx="0"/>
            <a:endCxn id="15" idx="2"/>
          </p:cNvCxnSpPr>
          <p:nvPr/>
        </p:nvCxnSpPr>
        <p:spPr>
          <a:xfrm rot="16200000" flipV="1">
            <a:off x="4232108" y="1734298"/>
            <a:ext cx="190515" cy="1800307"/>
          </a:xfrm>
          <a:prstGeom prst="bentConnector3">
            <a:avLst>
              <a:gd name="adj1" fmla="val 50000"/>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A7E8DC7D-0FB6-F5CA-E68A-FA0F14E18788}"/>
              </a:ext>
            </a:extLst>
          </p:cNvPr>
          <p:cNvCxnSpPr>
            <a:cxnSpLocks/>
            <a:stCxn id="20" idx="0"/>
            <a:endCxn id="15" idx="2"/>
          </p:cNvCxnSpPr>
          <p:nvPr/>
        </p:nvCxnSpPr>
        <p:spPr>
          <a:xfrm rot="16200000" flipV="1">
            <a:off x="3632605" y="2333799"/>
            <a:ext cx="190515" cy="601304"/>
          </a:xfrm>
          <a:prstGeom prst="bentConnector3">
            <a:avLst>
              <a:gd name="adj1" fmla="val 50000"/>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573E8BAA-4B07-4449-BA81-FC4741023278}"/>
              </a:ext>
            </a:extLst>
          </p:cNvPr>
          <p:cNvSpPr/>
          <p:nvPr/>
        </p:nvSpPr>
        <p:spPr>
          <a:xfrm>
            <a:off x="1005279" y="2077736"/>
            <a:ext cx="4856319" cy="1243177"/>
          </a:xfrm>
          <a:prstGeom prst="rect">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r>
              <a:rPr lang="en-US" sz="1000" b="1">
                <a:solidFill>
                  <a:schemeClr val="tx2"/>
                </a:solidFill>
              </a:rPr>
              <a:t>Transaction perimeter</a:t>
            </a:r>
          </a:p>
        </p:txBody>
      </p:sp>
      <p:sp>
        <p:nvSpPr>
          <p:cNvPr id="3" name="TextBox 2">
            <a:extLst>
              <a:ext uri="{FF2B5EF4-FFF2-40B4-BE49-F238E27FC236}">
                <a16:creationId xmlns:a16="http://schemas.microsoft.com/office/drawing/2014/main" id="{1FCB319D-B1B1-5401-7576-BE0CAC5230B8}"/>
              </a:ext>
            </a:extLst>
          </p:cNvPr>
          <p:cNvSpPr txBox="1">
            <a:spLocks/>
          </p:cNvSpPr>
          <p:nvPr/>
        </p:nvSpPr>
        <p:spPr>
          <a:xfrm>
            <a:off x="982590" y="966061"/>
            <a:ext cx="5036400" cy="295466"/>
          </a:xfrm>
          <a:prstGeom prst="rect">
            <a:avLst/>
          </a:prstGeom>
          <a:noFill/>
        </p:spPr>
        <p:txBody>
          <a:bodyPr wrap="square" lIns="72000" tIns="0" rIns="72000" bIns="0" anchor="t">
            <a:spAutoFit/>
          </a:bodyPr>
          <a:lstStyle/>
          <a:p>
            <a:pPr>
              <a:lnSpc>
                <a:spcPct val="80000"/>
              </a:lnSpc>
            </a:pPr>
            <a:r>
              <a:rPr lang="en-US" sz="2400" dirty="0">
                <a:solidFill>
                  <a:schemeClr val="accent1"/>
                </a:solidFill>
                <a:latin typeface="+mj-lt"/>
              </a:rPr>
              <a:t>Legal chart</a:t>
            </a:r>
          </a:p>
        </p:txBody>
      </p:sp>
      <p:sp>
        <p:nvSpPr>
          <p:cNvPr id="6" name="Rectangle 5">
            <a:hlinkClick r:id="rId6" action="ppaction://hlinksldjump"/>
            <a:extLst>
              <a:ext uri="{FF2B5EF4-FFF2-40B4-BE49-F238E27FC236}">
                <a16:creationId xmlns:a16="http://schemas.microsoft.com/office/drawing/2014/main" id="{AAE338D8-A558-2925-518C-9B1E0354B379}"/>
              </a:ext>
            </a:extLst>
          </p:cNvPr>
          <p:cNvSpPr/>
          <p:nvPr/>
        </p:nvSpPr>
        <p:spPr>
          <a:xfrm>
            <a:off x="9386145"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8" name="Rectangle 7">
            <a:hlinkClick r:id="rId7" action="ppaction://hlinksldjump"/>
            <a:extLst>
              <a:ext uri="{FF2B5EF4-FFF2-40B4-BE49-F238E27FC236}">
                <a16:creationId xmlns:a16="http://schemas.microsoft.com/office/drawing/2014/main" id="{FA812860-E7F4-8586-6FE3-CB388F79E3DA}"/>
              </a:ext>
            </a:extLst>
          </p:cNvPr>
          <p:cNvSpPr/>
          <p:nvPr/>
        </p:nvSpPr>
        <p:spPr>
          <a:xfrm>
            <a:off x="2293686" y="140055"/>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9" name="Rectangle 8">
            <a:hlinkClick r:id="rId8" action="ppaction://hlinksldjump"/>
            <a:extLst>
              <a:ext uri="{FF2B5EF4-FFF2-40B4-BE49-F238E27FC236}">
                <a16:creationId xmlns:a16="http://schemas.microsoft.com/office/drawing/2014/main" id="{B7D33CC9-DEE2-C5CE-3EDC-D6D73E81EB96}"/>
              </a:ext>
            </a:extLst>
          </p:cNvPr>
          <p:cNvSpPr/>
          <p:nvPr/>
        </p:nvSpPr>
        <p:spPr>
          <a:xfrm>
            <a:off x="444826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11" name="Rectangle 10">
            <a:hlinkClick r:id="" action="ppaction://noaction"/>
            <a:extLst>
              <a:ext uri="{FF2B5EF4-FFF2-40B4-BE49-F238E27FC236}">
                <a16:creationId xmlns:a16="http://schemas.microsoft.com/office/drawing/2014/main" id="{6269DA9A-D41D-F3CD-955C-C44A07BE0391}"/>
              </a:ext>
            </a:extLst>
          </p:cNvPr>
          <p:cNvSpPr/>
          <p:nvPr/>
        </p:nvSpPr>
        <p:spPr>
          <a:xfrm>
            <a:off x="7812451"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12" name="Rectangle 11">
            <a:hlinkClick r:id="rId9" action="ppaction://hlinksldjump"/>
            <a:extLst>
              <a:ext uri="{FF2B5EF4-FFF2-40B4-BE49-F238E27FC236}">
                <a16:creationId xmlns:a16="http://schemas.microsoft.com/office/drawing/2014/main" id="{7C6B46E5-215E-0D26-C79D-82985367F734}"/>
              </a:ext>
            </a:extLst>
          </p:cNvPr>
          <p:cNvSpPr/>
          <p:nvPr/>
        </p:nvSpPr>
        <p:spPr>
          <a:xfrm>
            <a:off x="5403257"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13" name="Rectangle 12">
            <a:hlinkClick r:id="rId10" action="ppaction://hlinksldjump"/>
            <a:extLst>
              <a:ext uri="{FF2B5EF4-FFF2-40B4-BE49-F238E27FC236}">
                <a16:creationId xmlns:a16="http://schemas.microsoft.com/office/drawing/2014/main" id="{CB452C22-882A-3A73-0555-ACD1D7DF1136}"/>
              </a:ext>
            </a:extLst>
          </p:cNvPr>
          <p:cNvSpPr/>
          <p:nvPr/>
        </p:nvSpPr>
        <p:spPr>
          <a:xfrm>
            <a:off x="982590" y="140055"/>
            <a:ext cx="126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14" name="Rectangle 13">
            <a:hlinkClick r:id="rId11" action="ppaction://hlinksldjump"/>
            <a:extLst>
              <a:ext uri="{FF2B5EF4-FFF2-40B4-BE49-F238E27FC236}">
                <a16:creationId xmlns:a16="http://schemas.microsoft.com/office/drawing/2014/main" id="{90AC3FF1-C289-6FE5-DFE1-50B1CA5633CE}"/>
              </a:ext>
            </a:extLst>
          </p:cNvPr>
          <p:cNvSpPr/>
          <p:nvPr/>
        </p:nvSpPr>
        <p:spPr>
          <a:xfrm>
            <a:off x="3385973" y="140055"/>
            <a:ext cx="100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8" name="Rectangle 27">
            <a:hlinkClick r:id="rId12" action="ppaction://hlinksldjump"/>
            <a:extLst>
              <a:ext uri="{FF2B5EF4-FFF2-40B4-BE49-F238E27FC236}">
                <a16:creationId xmlns:a16="http://schemas.microsoft.com/office/drawing/2014/main" id="{18DC1FF0-29D1-BCBC-E9DC-76C43A1B0E25}"/>
              </a:ext>
            </a:extLst>
          </p:cNvPr>
          <p:cNvSpPr/>
          <p:nvPr/>
        </p:nvSpPr>
        <p:spPr>
          <a:xfrm>
            <a:off x="6166793"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9" name="Rectangle 28">
            <a:hlinkClick r:id="" action="ppaction://noaction"/>
            <a:extLst>
              <a:ext uri="{FF2B5EF4-FFF2-40B4-BE49-F238E27FC236}">
                <a16:creationId xmlns:a16="http://schemas.microsoft.com/office/drawing/2014/main" id="{314E33B9-4728-96E1-6E45-9C7548D6BE44}"/>
              </a:ext>
            </a:extLst>
          </p:cNvPr>
          <p:cNvSpPr/>
          <p:nvPr/>
        </p:nvSpPr>
        <p:spPr>
          <a:xfrm>
            <a:off x="6865538"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0" name="Rectangle 29">
            <a:hlinkClick r:id="rId13" action="ppaction://hlinksldjump"/>
            <a:extLst>
              <a:ext uri="{FF2B5EF4-FFF2-40B4-BE49-F238E27FC236}">
                <a16:creationId xmlns:a16="http://schemas.microsoft.com/office/drawing/2014/main" id="{6A41AE70-1EBE-E6D6-D914-54F769382765}"/>
              </a:ext>
            </a:extLst>
          </p:cNvPr>
          <p:cNvSpPr/>
          <p:nvPr/>
        </p:nvSpPr>
        <p:spPr>
          <a:xfrm>
            <a:off x="8753039"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Tree>
    <p:extLst>
      <p:ext uri="{BB962C8B-B14F-4D97-AF65-F5344CB8AC3E}">
        <p14:creationId xmlns:p14="http://schemas.microsoft.com/office/powerpoint/2010/main" val="629324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05BDBD30-9FB7-466C-80EA-91D73C77FEC8}"/>
              </a:ext>
            </a:extLst>
          </p:cNvPr>
          <p:cNvGraphicFramePr>
            <a:graphicFrameLocks noChangeAspect="1"/>
          </p:cNvGraphicFramePr>
          <p:nvPr>
            <p:custDataLst>
              <p:tags r:id="rId1"/>
            </p:custDataLst>
            <p:extLst>
              <p:ext uri="{D42A27DB-BD31-4B8C-83A1-F6EECF244321}">
                <p14:modId xmlns:p14="http://schemas.microsoft.com/office/powerpoint/2010/main" val="3030414636"/>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5" name="Object 14" hidden="1">
                        <a:extLst>
                          <a:ext uri="{FF2B5EF4-FFF2-40B4-BE49-F238E27FC236}">
                            <a16:creationId xmlns:a16="http://schemas.microsoft.com/office/drawing/2014/main" id="{05BDBD30-9FB7-466C-80EA-91D73C77FEC8}"/>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9" name="Title 8">
            <a:extLst>
              <a:ext uri="{FF2B5EF4-FFF2-40B4-BE49-F238E27FC236}">
                <a16:creationId xmlns:a16="http://schemas.microsoft.com/office/drawing/2014/main" id="{7571EC63-D5E0-468A-8E4F-EA04C9E922B5}"/>
              </a:ext>
            </a:extLst>
          </p:cNvPr>
          <p:cNvSpPr>
            <a:spLocks noGrp="1"/>
          </p:cNvSpPr>
          <p:nvPr>
            <p:ph type="title"/>
          </p:nvPr>
        </p:nvSpPr>
        <p:spPr/>
        <p:txBody>
          <a:bodyPr vert="horz"/>
          <a:lstStyle/>
          <a:p>
            <a:r>
              <a:rPr lang="en-US"/>
              <a:t>Summary financials</a:t>
            </a:r>
          </a:p>
        </p:txBody>
      </p:sp>
      <p:sp>
        <p:nvSpPr>
          <p:cNvPr id="21" name="Text Placeholder 7">
            <a:extLst>
              <a:ext uri="{FF2B5EF4-FFF2-40B4-BE49-F238E27FC236}">
                <a16:creationId xmlns:a16="http://schemas.microsoft.com/office/drawing/2014/main" id="{7FA88F9B-7A71-45E7-AE00-9EC2250DAD44}"/>
              </a:ext>
            </a:extLst>
          </p:cNvPr>
          <p:cNvSpPr>
            <a:spLocks noGrp="1"/>
          </p:cNvSpPr>
          <p:nvPr>
            <p:ph type="body" sz="quarter" idx="10"/>
          </p:nvPr>
        </p:nvSpPr>
        <p:spPr>
          <a:xfrm>
            <a:off x="995362" y="1179513"/>
            <a:ext cx="3302806" cy="252000"/>
          </a:xfrm>
        </p:spPr>
        <p:txBody>
          <a:bodyPr/>
          <a:lstStyle/>
          <a:p>
            <a:r>
              <a:rPr lang="en-US"/>
              <a:t>Quality of earnings</a:t>
            </a:r>
          </a:p>
        </p:txBody>
      </p:sp>
      <p:sp>
        <p:nvSpPr>
          <p:cNvPr id="22" name="Text Placeholder 15">
            <a:extLst>
              <a:ext uri="{FF2B5EF4-FFF2-40B4-BE49-F238E27FC236}">
                <a16:creationId xmlns:a16="http://schemas.microsoft.com/office/drawing/2014/main" id="{D3F5DDBD-6920-4B24-9492-56A0283E7A67}"/>
              </a:ext>
            </a:extLst>
          </p:cNvPr>
          <p:cNvSpPr>
            <a:spLocks noGrp="1"/>
          </p:cNvSpPr>
          <p:nvPr>
            <p:ph type="body" sz="quarter" idx="11"/>
          </p:nvPr>
        </p:nvSpPr>
        <p:spPr/>
        <p:txBody>
          <a:bodyPr/>
          <a:lstStyle/>
          <a:p>
            <a:r>
              <a:rPr lang="en-US"/>
              <a:t>Net working capital</a:t>
            </a:r>
          </a:p>
        </p:txBody>
      </p:sp>
      <p:sp>
        <p:nvSpPr>
          <p:cNvPr id="18" name="Text Placeholder 1">
            <a:extLst>
              <a:ext uri="{FF2B5EF4-FFF2-40B4-BE49-F238E27FC236}">
                <a16:creationId xmlns:a16="http://schemas.microsoft.com/office/drawing/2014/main" id="{EEF82B1F-FEDC-4BAB-9929-2B0665FB851E}"/>
              </a:ext>
            </a:extLst>
          </p:cNvPr>
          <p:cNvSpPr>
            <a:spLocks noGrp="1"/>
          </p:cNvSpPr>
          <p:nvPr>
            <p:ph type="body" sz="quarter" idx="12"/>
          </p:nvPr>
        </p:nvSpPr>
        <p:spPr/>
        <p:txBody>
          <a:bodyPr/>
          <a:lstStyle/>
          <a:p>
            <a:r>
              <a:rPr lang="en-US"/>
              <a:t>Net debt</a:t>
            </a:r>
          </a:p>
        </p:txBody>
      </p:sp>
      <p:graphicFrame>
        <p:nvGraphicFramePr>
          <p:cNvPr id="2" name="Table 10">
            <a:extLst>
              <a:ext uri="{FF2B5EF4-FFF2-40B4-BE49-F238E27FC236}">
                <a16:creationId xmlns:a16="http://schemas.microsoft.com/office/drawing/2014/main" id="{9765C84B-DF27-8ED2-64B7-AAEE22E5667D}"/>
              </a:ext>
            </a:extLst>
          </p:cNvPr>
          <p:cNvGraphicFramePr>
            <a:graphicFrameLocks noGrp="1"/>
          </p:cNvGraphicFramePr>
          <p:nvPr>
            <p:extLst>
              <p:ext uri="{D42A27DB-BD31-4B8C-83A1-F6EECF244321}">
                <p14:modId xmlns:p14="http://schemas.microsoft.com/office/powerpoint/2010/main" val="3163062992"/>
              </p:ext>
            </p:extLst>
          </p:nvPr>
        </p:nvGraphicFramePr>
        <p:xfrm>
          <a:off x="931838" y="142211"/>
          <a:ext cx="9248845" cy="154623"/>
        </p:xfrm>
        <a:graphic>
          <a:graphicData uri="http://schemas.openxmlformats.org/drawingml/2006/table">
            <a:tbl>
              <a:tblPr firstRow="1" bandRow="1">
                <a:tableStyleId>{5C22544A-7EE6-4342-B048-85BDC9FD1C3A}</a:tableStyleId>
              </a:tblPr>
              <a:tblGrid>
                <a:gridCol w="1336760">
                  <a:extLst>
                    <a:ext uri="{9D8B030D-6E8A-4147-A177-3AD203B41FA5}">
                      <a16:colId xmlns:a16="http://schemas.microsoft.com/office/drawing/2014/main" val="4194968147"/>
                    </a:ext>
                  </a:extLst>
                </a:gridCol>
                <a:gridCol w="1097280">
                  <a:extLst>
                    <a:ext uri="{9D8B030D-6E8A-4147-A177-3AD203B41FA5}">
                      <a16:colId xmlns:a16="http://schemas.microsoft.com/office/drawing/2014/main" val="3480804512"/>
                    </a:ext>
                  </a:extLst>
                </a:gridCol>
                <a:gridCol w="1059180">
                  <a:extLst>
                    <a:ext uri="{9D8B030D-6E8A-4147-A177-3AD203B41FA5}">
                      <a16:colId xmlns:a16="http://schemas.microsoft.com/office/drawing/2014/main" val="1508802548"/>
                    </a:ext>
                  </a:extLst>
                </a:gridCol>
                <a:gridCol w="944880">
                  <a:extLst>
                    <a:ext uri="{9D8B030D-6E8A-4147-A177-3AD203B41FA5}">
                      <a16:colId xmlns:a16="http://schemas.microsoft.com/office/drawing/2014/main" val="1380669789"/>
                    </a:ext>
                  </a:extLst>
                </a:gridCol>
                <a:gridCol w="769620">
                  <a:extLst>
                    <a:ext uri="{9D8B030D-6E8A-4147-A177-3AD203B41FA5}">
                      <a16:colId xmlns:a16="http://schemas.microsoft.com/office/drawing/2014/main" val="3717172380"/>
                    </a:ext>
                  </a:extLst>
                </a:gridCol>
                <a:gridCol w="693420">
                  <a:extLst>
                    <a:ext uri="{9D8B030D-6E8A-4147-A177-3AD203B41FA5}">
                      <a16:colId xmlns:a16="http://schemas.microsoft.com/office/drawing/2014/main" val="2348796435"/>
                    </a:ext>
                  </a:extLst>
                </a:gridCol>
                <a:gridCol w="952500">
                  <a:extLst>
                    <a:ext uri="{9D8B030D-6E8A-4147-A177-3AD203B41FA5}">
                      <a16:colId xmlns:a16="http://schemas.microsoft.com/office/drawing/2014/main" val="3209140028"/>
                    </a:ext>
                  </a:extLst>
                </a:gridCol>
                <a:gridCol w="944880">
                  <a:extLst>
                    <a:ext uri="{9D8B030D-6E8A-4147-A177-3AD203B41FA5}">
                      <a16:colId xmlns:a16="http://schemas.microsoft.com/office/drawing/2014/main" val="2651425576"/>
                    </a:ext>
                  </a:extLst>
                </a:gridCol>
                <a:gridCol w="632460">
                  <a:extLst>
                    <a:ext uri="{9D8B030D-6E8A-4147-A177-3AD203B41FA5}">
                      <a16:colId xmlns:a16="http://schemas.microsoft.com/office/drawing/2014/main" val="3903366463"/>
                    </a:ext>
                  </a:extLst>
                </a:gridCol>
                <a:gridCol w="817865">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338D"/>
                          </a:solidFill>
                          <a:effectLst/>
                          <a:uLnTx/>
                          <a:uFillTx/>
                          <a:latin typeface="+mn-lt"/>
                          <a:ea typeface="+mn-ea"/>
                          <a:cs typeface="+mn-cs"/>
                        </a:rPr>
                        <a:t>Executive summary</a:t>
                      </a:r>
                      <a:endParaRPr lang="en-US" sz="1000">
                        <a:ln>
                          <a:noFill/>
                        </a:ln>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25" name="Rectangle 24">
            <a:hlinkClick r:id="rId5" action="ppaction://hlinksldjump"/>
            <a:extLst>
              <a:ext uri="{FF2B5EF4-FFF2-40B4-BE49-F238E27FC236}">
                <a16:creationId xmlns:a16="http://schemas.microsoft.com/office/drawing/2014/main" id="{FB32BF74-BB4D-051E-F547-83CEB8F27935}"/>
              </a:ext>
            </a:extLst>
          </p:cNvPr>
          <p:cNvSpPr/>
          <p:nvPr/>
        </p:nvSpPr>
        <p:spPr>
          <a:xfrm>
            <a:off x="9386145"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6" name="Rectangle 25">
            <a:hlinkClick r:id="rId6" action="ppaction://hlinksldjump"/>
            <a:extLst>
              <a:ext uri="{FF2B5EF4-FFF2-40B4-BE49-F238E27FC236}">
                <a16:creationId xmlns:a16="http://schemas.microsoft.com/office/drawing/2014/main" id="{871BFFAC-7FF6-2731-F1A0-FBCB8D4269C3}"/>
              </a:ext>
            </a:extLst>
          </p:cNvPr>
          <p:cNvSpPr/>
          <p:nvPr/>
        </p:nvSpPr>
        <p:spPr>
          <a:xfrm>
            <a:off x="2293686" y="140055"/>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7" name="Rectangle 26">
            <a:hlinkClick r:id="rId7" action="ppaction://hlinksldjump"/>
            <a:extLst>
              <a:ext uri="{FF2B5EF4-FFF2-40B4-BE49-F238E27FC236}">
                <a16:creationId xmlns:a16="http://schemas.microsoft.com/office/drawing/2014/main" id="{91E54450-E14C-6C8E-92AA-52BA916673E6}"/>
              </a:ext>
            </a:extLst>
          </p:cNvPr>
          <p:cNvSpPr/>
          <p:nvPr/>
        </p:nvSpPr>
        <p:spPr>
          <a:xfrm>
            <a:off x="444826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9" name="Rectangle 28">
            <a:hlinkClick r:id="" action="ppaction://noaction"/>
            <a:extLst>
              <a:ext uri="{FF2B5EF4-FFF2-40B4-BE49-F238E27FC236}">
                <a16:creationId xmlns:a16="http://schemas.microsoft.com/office/drawing/2014/main" id="{54D3F800-CA50-8F4A-FD70-6095EF158822}"/>
              </a:ext>
            </a:extLst>
          </p:cNvPr>
          <p:cNvSpPr/>
          <p:nvPr/>
        </p:nvSpPr>
        <p:spPr>
          <a:xfrm>
            <a:off x="7812451"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2" name="Rectangle 31">
            <a:hlinkClick r:id="rId8" action="ppaction://hlinksldjump"/>
            <a:extLst>
              <a:ext uri="{FF2B5EF4-FFF2-40B4-BE49-F238E27FC236}">
                <a16:creationId xmlns:a16="http://schemas.microsoft.com/office/drawing/2014/main" id="{E0866283-E400-21B1-BD13-E5271DFCFA57}"/>
              </a:ext>
            </a:extLst>
          </p:cNvPr>
          <p:cNvSpPr/>
          <p:nvPr/>
        </p:nvSpPr>
        <p:spPr>
          <a:xfrm>
            <a:off x="5403257"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3" name="Rectangle 32">
            <a:hlinkClick r:id="rId9" action="ppaction://hlinksldjump"/>
            <a:extLst>
              <a:ext uri="{FF2B5EF4-FFF2-40B4-BE49-F238E27FC236}">
                <a16:creationId xmlns:a16="http://schemas.microsoft.com/office/drawing/2014/main" id="{A1C5A4FA-72D0-25FF-3623-D8833CFB3286}"/>
              </a:ext>
            </a:extLst>
          </p:cNvPr>
          <p:cNvSpPr/>
          <p:nvPr/>
        </p:nvSpPr>
        <p:spPr>
          <a:xfrm>
            <a:off x="982590" y="140055"/>
            <a:ext cx="126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34" name="Rectangle 33">
            <a:hlinkClick r:id="rId10" action="ppaction://hlinksldjump"/>
            <a:extLst>
              <a:ext uri="{FF2B5EF4-FFF2-40B4-BE49-F238E27FC236}">
                <a16:creationId xmlns:a16="http://schemas.microsoft.com/office/drawing/2014/main" id="{283D341B-63E0-2FDD-6D1A-EB7F4D7FCC91}"/>
              </a:ext>
            </a:extLst>
          </p:cNvPr>
          <p:cNvSpPr/>
          <p:nvPr/>
        </p:nvSpPr>
        <p:spPr>
          <a:xfrm>
            <a:off x="3385973" y="140055"/>
            <a:ext cx="100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5" name="Rectangle 34">
            <a:hlinkClick r:id="rId11" action="ppaction://hlinksldjump"/>
            <a:extLst>
              <a:ext uri="{FF2B5EF4-FFF2-40B4-BE49-F238E27FC236}">
                <a16:creationId xmlns:a16="http://schemas.microsoft.com/office/drawing/2014/main" id="{51CBD30D-6F18-8306-73C7-1055502FD3DC}"/>
              </a:ext>
            </a:extLst>
          </p:cNvPr>
          <p:cNvSpPr/>
          <p:nvPr/>
        </p:nvSpPr>
        <p:spPr>
          <a:xfrm>
            <a:off x="6166793"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6" name="Rectangle 35">
            <a:hlinkClick r:id="" action="ppaction://noaction"/>
            <a:extLst>
              <a:ext uri="{FF2B5EF4-FFF2-40B4-BE49-F238E27FC236}">
                <a16:creationId xmlns:a16="http://schemas.microsoft.com/office/drawing/2014/main" id="{5474AA51-3520-5200-5096-CB01860AF87E}"/>
              </a:ext>
            </a:extLst>
          </p:cNvPr>
          <p:cNvSpPr/>
          <p:nvPr/>
        </p:nvSpPr>
        <p:spPr>
          <a:xfrm>
            <a:off x="6865538"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7" name="Rectangle 36">
            <a:hlinkClick r:id="rId12" action="ppaction://hlinksldjump"/>
            <a:extLst>
              <a:ext uri="{FF2B5EF4-FFF2-40B4-BE49-F238E27FC236}">
                <a16:creationId xmlns:a16="http://schemas.microsoft.com/office/drawing/2014/main" id="{0431EC58-159B-D0D0-9463-9F1228D34AB3}"/>
              </a:ext>
            </a:extLst>
          </p:cNvPr>
          <p:cNvSpPr/>
          <p:nvPr/>
        </p:nvSpPr>
        <p:spPr>
          <a:xfrm>
            <a:off x="8753039"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7" name="Rectangle: Rounded Corners 6">
            <a:extLst>
              <a:ext uri="{FF2B5EF4-FFF2-40B4-BE49-F238E27FC236}">
                <a16:creationId xmlns:a16="http://schemas.microsoft.com/office/drawing/2014/main" id="{9E306C4A-23DB-7DA4-2F41-C0398188913F}"/>
              </a:ext>
            </a:extLst>
          </p:cNvPr>
          <p:cNvSpPr/>
          <p:nvPr/>
        </p:nvSpPr>
        <p:spPr>
          <a:xfrm>
            <a:off x="3570290" y="1240476"/>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bg1"/>
                </a:solidFill>
              </a:rPr>
              <a:t>Read more</a:t>
            </a:r>
          </a:p>
        </p:txBody>
      </p:sp>
      <p:sp>
        <p:nvSpPr>
          <p:cNvPr id="8" name="Rectangle: Rounded Corners 7">
            <a:extLst>
              <a:ext uri="{FF2B5EF4-FFF2-40B4-BE49-F238E27FC236}">
                <a16:creationId xmlns:a16="http://schemas.microsoft.com/office/drawing/2014/main" id="{707533FD-7953-63C6-FEAB-D9E6D6211F91}"/>
              </a:ext>
            </a:extLst>
          </p:cNvPr>
          <p:cNvSpPr/>
          <p:nvPr/>
        </p:nvSpPr>
        <p:spPr>
          <a:xfrm>
            <a:off x="7014728" y="1240476"/>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bg1"/>
                </a:solidFill>
              </a:rPr>
              <a:t>Read more</a:t>
            </a:r>
          </a:p>
        </p:txBody>
      </p:sp>
      <p:sp>
        <p:nvSpPr>
          <p:cNvPr id="10" name="Rectangle: Rounded Corners 9">
            <a:extLst>
              <a:ext uri="{FF2B5EF4-FFF2-40B4-BE49-F238E27FC236}">
                <a16:creationId xmlns:a16="http://schemas.microsoft.com/office/drawing/2014/main" id="{8EB5F235-86FE-DA96-2C1D-DC06E0FCCEF0}"/>
              </a:ext>
            </a:extLst>
          </p:cNvPr>
          <p:cNvSpPr/>
          <p:nvPr/>
        </p:nvSpPr>
        <p:spPr>
          <a:xfrm>
            <a:off x="10461549" y="1240476"/>
            <a:ext cx="683404" cy="209833"/>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bg1"/>
                </a:solidFill>
              </a:rPr>
              <a:t>Read more</a:t>
            </a:r>
          </a:p>
        </p:txBody>
      </p:sp>
      <p:sp>
        <p:nvSpPr>
          <p:cNvPr id="12" name="TextBox 11">
            <a:extLst>
              <a:ext uri="{FF2B5EF4-FFF2-40B4-BE49-F238E27FC236}">
                <a16:creationId xmlns:a16="http://schemas.microsoft.com/office/drawing/2014/main" id="{6DDECCA4-D2A2-9847-6894-5E17B037AD60}"/>
              </a:ext>
            </a:extLst>
          </p:cNvPr>
          <p:cNvSpPr txBox="1"/>
          <p:nvPr/>
        </p:nvSpPr>
        <p:spPr>
          <a:xfrm>
            <a:off x="5330757" y="3482502"/>
            <a:ext cx="0" cy="0"/>
          </a:xfrm>
          <a:prstGeom prst="rect">
            <a:avLst/>
          </a:prstGeom>
        </p:spPr>
        <p:txBody>
          <a:bodyPr vert="horz" wrap="none" lIns="0" tIns="0" rIns="0" bIns="0" rtlCol="0" anchor="t" anchorCtr="0">
            <a:noAutofit/>
          </a:bodyPr>
          <a:lstStyle/>
          <a:p>
            <a:pPr algn="l">
              <a:spcAft>
                <a:spcPts val="600"/>
              </a:spcAft>
            </a:pPr>
            <a:endParaRPr lang="en-US" sz="1500" b="1" dirty="0">
              <a:solidFill>
                <a:schemeClr val="tx2"/>
              </a:solidFill>
            </a:endParaRPr>
          </a:p>
        </p:txBody>
      </p:sp>
    </p:spTree>
    <p:extLst>
      <p:ext uri="{BB962C8B-B14F-4D97-AF65-F5344CB8AC3E}">
        <p14:creationId xmlns:p14="http://schemas.microsoft.com/office/powerpoint/2010/main" val="1321755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Placeholder 20">
            <a:extLst>
              <a:ext uri="{FF2B5EF4-FFF2-40B4-BE49-F238E27FC236}">
                <a16:creationId xmlns:a16="http://schemas.microsoft.com/office/drawing/2014/main" id="{872ED8F8-6280-A609-0BBE-0F658B1065D5}"/>
              </a:ext>
            </a:extLst>
          </p:cNvPr>
          <p:cNvSpPr>
            <a:spLocks noGrp="1"/>
          </p:cNvSpPr>
          <p:nvPr>
            <p:ph type="body" sz="quarter" idx="54"/>
          </p:nvPr>
        </p:nvSpPr>
        <p:spPr/>
        <p:txBody>
          <a:bodyPr/>
          <a:lstStyle/>
          <a:p>
            <a:endParaRPr lang="fi-FI"/>
          </a:p>
        </p:txBody>
      </p:sp>
      <p:sp>
        <p:nvSpPr>
          <p:cNvPr id="23" name="Text Placeholder 22">
            <a:extLst>
              <a:ext uri="{FF2B5EF4-FFF2-40B4-BE49-F238E27FC236}">
                <a16:creationId xmlns:a16="http://schemas.microsoft.com/office/drawing/2014/main" id="{D6DE4D98-AF03-EAD1-B0A1-4565367F2061}"/>
              </a:ext>
            </a:extLst>
          </p:cNvPr>
          <p:cNvSpPr>
            <a:spLocks noGrp="1"/>
          </p:cNvSpPr>
          <p:nvPr>
            <p:ph type="body" sz="quarter" idx="56"/>
          </p:nvPr>
        </p:nvSpPr>
        <p:spPr/>
        <p:txBody>
          <a:bodyPr/>
          <a:lstStyle/>
          <a:p>
            <a:endParaRPr lang="fi-FI"/>
          </a:p>
        </p:txBody>
      </p:sp>
      <p:sp>
        <p:nvSpPr>
          <p:cNvPr id="13" name="Title 12">
            <a:extLst>
              <a:ext uri="{FF2B5EF4-FFF2-40B4-BE49-F238E27FC236}">
                <a16:creationId xmlns:a16="http://schemas.microsoft.com/office/drawing/2014/main" id="{9148553E-2813-426A-A304-13532246791A}"/>
              </a:ext>
            </a:extLst>
          </p:cNvPr>
          <p:cNvSpPr>
            <a:spLocks noGrp="1"/>
          </p:cNvSpPr>
          <p:nvPr>
            <p:ph type="title"/>
          </p:nvPr>
        </p:nvSpPr>
        <p:spPr/>
        <p:txBody>
          <a:bodyPr vert="horz"/>
          <a:lstStyle/>
          <a:p>
            <a:r>
              <a:rPr lang="en-US"/>
              <a:t>Key findings — Financial</a:t>
            </a:r>
          </a:p>
        </p:txBody>
      </p:sp>
      <p:sp>
        <p:nvSpPr>
          <p:cNvPr id="18" name="Text Placeholder 17">
            <a:extLst>
              <a:ext uri="{FF2B5EF4-FFF2-40B4-BE49-F238E27FC236}">
                <a16:creationId xmlns:a16="http://schemas.microsoft.com/office/drawing/2014/main" id="{DCD1A4EF-796C-46C9-ACF8-FCCF97E087ED}"/>
              </a:ext>
            </a:extLst>
          </p:cNvPr>
          <p:cNvSpPr>
            <a:spLocks noGrp="1"/>
          </p:cNvSpPr>
          <p:nvPr>
            <p:ph type="body" sz="quarter" idx="23"/>
          </p:nvPr>
        </p:nvSpPr>
        <p:spPr/>
        <p:txBody>
          <a:bodyPr/>
          <a:lstStyle/>
          <a:p>
            <a:pPr>
              <a:defRPr/>
            </a:pPr>
            <a:r>
              <a:rPr lang="en-US" sz="1000" b="1">
                <a:solidFill>
                  <a:schemeClr val="tx2"/>
                </a:solidFill>
              </a:rPr>
              <a:t>Heading</a:t>
            </a:r>
          </a:p>
          <a:p>
            <a:pPr lvl="1" defTabSz="914377">
              <a:defRPr/>
            </a:pPr>
            <a:r>
              <a:rPr lang="en-US" sz="1000">
                <a:solidFill>
                  <a:srgbClr val="000000"/>
                </a:solidFill>
                <a:latin typeface="Arial"/>
              </a:rPr>
              <a:t>Second level</a:t>
            </a:r>
          </a:p>
          <a:p>
            <a:pPr marL="180970" lvl="2" indent="-180970" defTabSz="914377">
              <a:defRPr/>
            </a:pPr>
            <a:r>
              <a:rPr lang="en-US" sz="1000">
                <a:solidFill>
                  <a:srgbClr val="000000"/>
                </a:solidFill>
                <a:latin typeface="Arial"/>
              </a:rPr>
              <a:t>Third level</a:t>
            </a:r>
          </a:p>
          <a:p>
            <a:pPr marL="361942" lvl="3" indent="-180970" defTabSz="914377">
              <a:defRPr/>
            </a:pPr>
            <a:r>
              <a:rPr lang="en-US" sz="1000">
                <a:solidFill>
                  <a:srgbClr val="000000"/>
                </a:solidFill>
                <a:latin typeface="Arial"/>
              </a:rPr>
              <a:t>Fourth level</a:t>
            </a:r>
          </a:p>
          <a:p>
            <a:pPr marL="542912" lvl="4" indent="-180970" defTabSz="914377">
              <a:defRPr/>
            </a:pPr>
            <a:r>
              <a:rPr lang="en-US" sz="1000">
                <a:solidFill>
                  <a:srgbClr val="000000"/>
                </a:solidFill>
                <a:latin typeface="Arial"/>
              </a:rPr>
              <a:t>Fifth level</a:t>
            </a:r>
            <a:endParaRPr lang="en-US"/>
          </a:p>
        </p:txBody>
      </p:sp>
      <p:sp>
        <p:nvSpPr>
          <p:cNvPr id="19" name="Text Placeholder 18">
            <a:extLst>
              <a:ext uri="{FF2B5EF4-FFF2-40B4-BE49-F238E27FC236}">
                <a16:creationId xmlns:a16="http://schemas.microsoft.com/office/drawing/2014/main" id="{CDDBE2DC-3DFE-479F-800B-CFBDB6A76C6A}"/>
              </a:ext>
            </a:extLst>
          </p:cNvPr>
          <p:cNvSpPr>
            <a:spLocks noGrp="1"/>
          </p:cNvSpPr>
          <p:nvPr>
            <p:ph type="body" sz="quarter" idx="24"/>
          </p:nvPr>
        </p:nvSpPr>
        <p:spPr/>
        <p:txBody>
          <a:bodyPr/>
          <a:lstStyle/>
          <a:p>
            <a:pPr>
              <a:defRPr/>
            </a:pPr>
            <a:r>
              <a:rPr lang="en-US" sz="1000" b="1">
                <a:solidFill>
                  <a:schemeClr val="tx2"/>
                </a:solidFill>
              </a:rPr>
              <a:t>Heading</a:t>
            </a:r>
          </a:p>
          <a:p>
            <a:pPr lvl="1" defTabSz="914377">
              <a:defRPr/>
            </a:pPr>
            <a:r>
              <a:rPr lang="en-US" sz="1000">
                <a:solidFill>
                  <a:srgbClr val="000000"/>
                </a:solidFill>
                <a:latin typeface="Arial"/>
              </a:rPr>
              <a:t>Second level</a:t>
            </a:r>
          </a:p>
          <a:p>
            <a:pPr marL="180970" lvl="2" indent="-180970" defTabSz="914377">
              <a:defRPr/>
            </a:pPr>
            <a:r>
              <a:rPr lang="en-US" sz="1000">
                <a:solidFill>
                  <a:srgbClr val="000000"/>
                </a:solidFill>
                <a:latin typeface="Arial"/>
              </a:rPr>
              <a:t>Third level</a:t>
            </a:r>
          </a:p>
          <a:p>
            <a:pPr marL="361942" lvl="3" indent="-180970" defTabSz="914377">
              <a:defRPr/>
            </a:pPr>
            <a:r>
              <a:rPr lang="en-US" sz="1000">
                <a:solidFill>
                  <a:srgbClr val="000000"/>
                </a:solidFill>
                <a:latin typeface="Arial"/>
              </a:rPr>
              <a:t>Fourth level</a:t>
            </a:r>
          </a:p>
          <a:p>
            <a:pPr marL="542912" lvl="4" indent="-180970" defTabSz="914377">
              <a:defRPr/>
            </a:pPr>
            <a:r>
              <a:rPr lang="en-US" sz="1000">
                <a:solidFill>
                  <a:srgbClr val="000000"/>
                </a:solidFill>
                <a:latin typeface="Arial"/>
              </a:rPr>
              <a:t>Fifth level</a:t>
            </a:r>
            <a:endParaRPr lang="en-US"/>
          </a:p>
        </p:txBody>
      </p:sp>
      <p:sp>
        <p:nvSpPr>
          <p:cNvPr id="16" name="Text Placeholder 15">
            <a:extLst>
              <a:ext uri="{FF2B5EF4-FFF2-40B4-BE49-F238E27FC236}">
                <a16:creationId xmlns:a16="http://schemas.microsoft.com/office/drawing/2014/main" id="{67FAF70E-449B-CA04-743F-37D9F7BE28C9}"/>
              </a:ext>
            </a:extLst>
          </p:cNvPr>
          <p:cNvSpPr>
            <a:spLocks noGrp="1"/>
          </p:cNvSpPr>
          <p:nvPr>
            <p:ph type="body" sz="quarter" idx="11"/>
          </p:nvPr>
        </p:nvSpPr>
        <p:spPr>
          <a:xfrm>
            <a:off x="6161606" y="1179513"/>
            <a:ext cx="5036400" cy="252000"/>
          </a:xfrm>
        </p:spPr>
        <p:txBody>
          <a:bodyPr/>
          <a:lstStyle/>
          <a:p>
            <a:endParaRPr lang="fi-FI"/>
          </a:p>
        </p:txBody>
      </p:sp>
      <p:sp>
        <p:nvSpPr>
          <p:cNvPr id="20" name="Text Placeholder 19">
            <a:extLst>
              <a:ext uri="{FF2B5EF4-FFF2-40B4-BE49-F238E27FC236}">
                <a16:creationId xmlns:a16="http://schemas.microsoft.com/office/drawing/2014/main" id="{5784BAE6-EAC5-04EE-70BA-745AA4732101}"/>
              </a:ext>
            </a:extLst>
          </p:cNvPr>
          <p:cNvSpPr>
            <a:spLocks noGrp="1"/>
          </p:cNvSpPr>
          <p:nvPr>
            <p:ph type="body" sz="quarter" idx="25"/>
          </p:nvPr>
        </p:nvSpPr>
        <p:spPr/>
        <p:txBody>
          <a:bodyPr/>
          <a:lstStyle/>
          <a:p>
            <a:endParaRPr lang="fi-FI"/>
          </a:p>
        </p:txBody>
      </p:sp>
      <p:sp>
        <p:nvSpPr>
          <p:cNvPr id="100" name="Text Placeholder 99">
            <a:extLst>
              <a:ext uri="{FF2B5EF4-FFF2-40B4-BE49-F238E27FC236}">
                <a16:creationId xmlns:a16="http://schemas.microsoft.com/office/drawing/2014/main" id="{79E34D08-EBEA-6646-8490-FA9331D26F27}"/>
              </a:ext>
            </a:extLst>
          </p:cNvPr>
          <p:cNvSpPr>
            <a:spLocks noGrp="1"/>
          </p:cNvSpPr>
          <p:nvPr>
            <p:ph type="body" sz="quarter" idx="53"/>
          </p:nvPr>
        </p:nvSpPr>
        <p:spPr/>
        <p:txBody>
          <a:bodyPr/>
          <a:lstStyle/>
          <a:p>
            <a:r>
              <a:rPr lang="en-US" noProof="0"/>
              <a:t>Value</a:t>
            </a:r>
          </a:p>
          <a:p>
            <a:r>
              <a:rPr lang="en-US" noProof="0"/>
              <a:t>SPA</a:t>
            </a:r>
          </a:p>
          <a:p>
            <a:r>
              <a:rPr lang="en-US">
                <a:solidFill>
                  <a:srgbClr val="BFBFBF"/>
                </a:solidFill>
              </a:rPr>
              <a:t>Other</a:t>
            </a:r>
          </a:p>
        </p:txBody>
      </p:sp>
      <p:sp>
        <p:nvSpPr>
          <p:cNvPr id="102" name="Text Placeholder 101">
            <a:extLst>
              <a:ext uri="{FF2B5EF4-FFF2-40B4-BE49-F238E27FC236}">
                <a16:creationId xmlns:a16="http://schemas.microsoft.com/office/drawing/2014/main" id="{845A7C3D-1205-DF8F-7454-C2D66784B99E}"/>
              </a:ext>
            </a:extLst>
          </p:cNvPr>
          <p:cNvSpPr>
            <a:spLocks noGrp="1"/>
          </p:cNvSpPr>
          <p:nvPr>
            <p:ph type="body" sz="quarter" idx="55"/>
          </p:nvPr>
        </p:nvSpPr>
        <p:spPr/>
        <p:txBody>
          <a:bodyPr/>
          <a:lstStyle/>
          <a:p>
            <a:r>
              <a:rPr lang="en-US" noProof="0"/>
              <a:t>Value</a:t>
            </a:r>
          </a:p>
          <a:p>
            <a:r>
              <a:rPr lang="en-US" noProof="0"/>
              <a:t>SPA</a:t>
            </a:r>
          </a:p>
          <a:p>
            <a:r>
              <a:rPr lang="en-US">
                <a:solidFill>
                  <a:srgbClr val="BFBFBF"/>
                </a:solidFill>
              </a:rPr>
              <a:t>Other</a:t>
            </a:r>
          </a:p>
        </p:txBody>
      </p:sp>
      <p:graphicFrame>
        <p:nvGraphicFramePr>
          <p:cNvPr id="22" name="Object 21" hidden="1">
            <a:extLst>
              <a:ext uri="{FF2B5EF4-FFF2-40B4-BE49-F238E27FC236}">
                <a16:creationId xmlns:a16="http://schemas.microsoft.com/office/drawing/2014/main" id="{35739DAD-DCFA-4B49-84B8-425F2D4612A4}"/>
              </a:ext>
            </a:extLst>
          </p:cNvPr>
          <p:cNvGraphicFramePr>
            <a:graphicFrameLocks noChangeAspect="1"/>
          </p:cNvGraphicFramePr>
          <p:nvPr>
            <p:custDataLst>
              <p:tags r:id="rId1"/>
            </p:custDataLst>
            <p:extLst>
              <p:ext uri="{D42A27DB-BD31-4B8C-83A1-F6EECF244321}">
                <p14:modId xmlns:p14="http://schemas.microsoft.com/office/powerpoint/2010/main" val="128014119"/>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22" name="Object 21" hidden="1">
                        <a:extLst>
                          <a:ext uri="{FF2B5EF4-FFF2-40B4-BE49-F238E27FC236}">
                            <a16:creationId xmlns:a16="http://schemas.microsoft.com/office/drawing/2014/main" id="{35739DAD-DCFA-4B49-84B8-425F2D4612A4}"/>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78" name="Rectangle: Rounded Corners 77">
            <a:extLst>
              <a:ext uri="{FF2B5EF4-FFF2-40B4-BE49-F238E27FC236}">
                <a16:creationId xmlns:a16="http://schemas.microsoft.com/office/drawing/2014/main" id="{55534CFF-EA70-41DA-A069-56EEE7C666E1}"/>
              </a:ext>
            </a:extLst>
          </p:cNvPr>
          <p:cNvSpPr/>
          <p:nvPr/>
        </p:nvSpPr>
        <p:spPr>
          <a:xfrm>
            <a:off x="5313519" y="1204713"/>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bg1"/>
                </a:solidFill>
              </a:rPr>
              <a:t>Read more</a:t>
            </a:r>
          </a:p>
        </p:txBody>
      </p:sp>
      <p:sp>
        <p:nvSpPr>
          <p:cNvPr id="79" name="Rectangle: Rounded Corners 78">
            <a:extLst>
              <a:ext uri="{FF2B5EF4-FFF2-40B4-BE49-F238E27FC236}">
                <a16:creationId xmlns:a16="http://schemas.microsoft.com/office/drawing/2014/main" id="{65B27DC1-9156-486B-ADC9-60B473417F1A}"/>
              </a:ext>
            </a:extLst>
          </p:cNvPr>
          <p:cNvSpPr/>
          <p:nvPr/>
        </p:nvSpPr>
        <p:spPr>
          <a:xfrm>
            <a:off x="10479766" y="1204713"/>
            <a:ext cx="683404" cy="201600"/>
          </a:xfrm>
          <a:prstGeom prst="roundRect">
            <a:avLst>
              <a:gd name="adj" fmla="val 0"/>
            </a:avLst>
          </a:prstGeom>
          <a:gradFill flip="none" rotWithShape="1">
            <a:gsLst>
              <a:gs pos="0">
                <a:schemeClr val="accent5"/>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b="1">
                <a:solidFill>
                  <a:schemeClr val="bg1"/>
                </a:solidFill>
              </a:rPr>
              <a:t>Read more</a:t>
            </a:r>
          </a:p>
        </p:txBody>
      </p:sp>
      <p:graphicFrame>
        <p:nvGraphicFramePr>
          <p:cNvPr id="2" name="Table 10">
            <a:extLst>
              <a:ext uri="{FF2B5EF4-FFF2-40B4-BE49-F238E27FC236}">
                <a16:creationId xmlns:a16="http://schemas.microsoft.com/office/drawing/2014/main" id="{865D96AD-66D7-7FD3-6866-4588F86CE4C1}"/>
              </a:ext>
            </a:extLst>
          </p:cNvPr>
          <p:cNvGraphicFramePr>
            <a:graphicFrameLocks noGrp="1"/>
          </p:cNvGraphicFramePr>
          <p:nvPr>
            <p:extLst>
              <p:ext uri="{D42A27DB-BD31-4B8C-83A1-F6EECF244321}">
                <p14:modId xmlns:p14="http://schemas.microsoft.com/office/powerpoint/2010/main" val="602375792"/>
              </p:ext>
            </p:extLst>
          </p:nvPr>
        </p:nvGraphicFramePr>
        <p:xfrm>
          <a:off x="931838" y="142211"/>
          <a:ext cx="9248845" cy="154623"/>
        </p:xfrm>
        <a:graphic>
          <a:graphicData uri="http://schemas.openxmlformats.org/drawingml/2006/table">
            <a:tbl>
              <a:tblPr firstRow="1" bandRow="1">
                <a:tableStyleId>{5C22544A-7EE6-4342-B048-85BDC9FD1C3A}</a:tableStyleId>
              </a:tblPr>
              <a:tblGrid>
                <a:gridCol w="1336760">
                  <a:extLst>
                    <a:ext uri="{9D8B030D-6E8A-4147-A177-3AD203B41FA5}">
                      <a16:colId xmlns:a16="http://schemas.microsoft.com/office/drawing/2014/main" val="4194968147"/>
                    </a:ext>
                  </a:extLst>
                </a:gridCol>
                <a:gridCol w="1097280">
                  <a:extLst>
                    <a:ext uri="{9D8B030D-6E8A-4147-A177-3AD203B41FA5}">
                      <a16:colId xmlns:a16="http://schemas.microsoft.com/office/drawing/2014/main" val="3480804512"/>
                    </a:ext>
                  </a:extLst>
                </a:gridCol>
                <a:gridCol w="1059180">
                  <a:extLst>
                    <a:ext uri="{9D8B030D-6E8A-4147-A177-3AD203B41FA5}">
                      <a16:colId xmlns:a16="http://schemas.microsoft.com/office/drawing/2014/main" val="1508802548"/>
                    </a:ext>
                  </a:extLst>
                </a:gridCol>
                <a:gridCol w="944880">
                  <a:extLst>
                    <a:ext uri="{9D8B030D-6E8A-4147-A177-3AD203B41FA5}">
                      <a16:colId xmlns:a16="http://schemas.microsoft.com/office/drawing/2014/main" val="1380669789"/>
                    </a:ext>
                  </a:extLst>
                </a:gridCol>
                <a:gridCol w="769620">
                  <a:extLst>
                    <a:ext uri="{9D8B030D-6E8A-4147-A177-3AD203B41FA5}">
                      <a16:colId xmlns:a16="http://schemas.microsoft.com/office/drawing/2014/main" val="3717172380"/>
                    </a:ext>
                  </a:extLst>
                </a:gridCol>
                <a:gridCol w="693420">
                  <a:extLst>
                    <a:ext uri="{9D8B030D-6E8A-4147-A177-3AD203B41FA5}">
                      <a16:colId xmlns:a16="http://schemas.microsoft.com/office/drawing/2014/main" val="2348796435"/>
                    </a:ext>
                  </a:extLst>
                </a:gridCol>
                <a:gridCol w="952500">
                  <a:extLst>
                    <a:ext uri="{9D8B030D-6E8A-4147-A177-3AD203B41FA5}">
                      <a16:colId xmlns:a16="http://schemas.microsoft.com/office/drawing/2014/main" val="3209140028"/>
                    </a:ext>
                  </a:extLst>
                </a:gridCol>
                <a:gridCol w="944880">
                  <a:extLst>
                    <a:ext uri="{9D8B030D-6E8A-4147-A177-3AD203B41FA5}">
                      <a16:colId xmlns:a16="http://schemas.microsoft.com/office/drawing/2014/main" val="2651425576"/>
                    </a:ext>
                  </a:extLst>
                </a:gridCol>
                <a:gridCol w="632460">
                  <a:extLst>
                    <a:ext uri="{9D8B030D-6E8A-4147-A177-3AD203B41FA5}">
                      <a16:colId xmlns:a16="http://schemas.microsoft.com/office/drawing/2014/main" val="3903366463"/>
                    </a:ext>
                  </a:extLst>
                </a:gridCol>
                <a:gridCol w="817865">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338D"/>
                          </a:solidFill>
                          <a:effectLst/>
                          <a:uLnTx/>
                          <a:uFillTx/>
                          <a:latin typeface="+mn-lt"/>
                          <a:ea typeface="+mn-ea"/>
                          <a:cs typeface="+mn-cs"/>
                        </a:rPr>
                        <a:t>Executive summary</a:t>
                      </a:r>
                      <a:endParaRPr lang="en-US" sz="1000">
                        <a:ln>
                          <a:noFill/>
                        </a:ln>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15" name="Rectangle 14">
            <a:hlinkClick r:id="rId6" action="ppaction://hlinksldjump"/>
            <a:extLst>
              <a:ext uri="{FF2B5EF4-FFF2-40B4-BE49-F238E27FC236}">
                <a16:creationId xmlns:a16="http://schemas.microsoft.com/office/drawing/2014/main" id="{539AD749-D5B4-8942-DCCB-1FE68E5138D1}"/>
              </a:ext>
            </a:extLst>
          </p:cNvPr>
          <p:cNvSpPr/>
          <p:nvPr/>
        </p:nvSpPr>
        <p:spPr>
          <a:xfrm>
            <a:off x="9386145"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5" name="Rectangle 24">
            <a:hlinkClick r:id="rId7" action="ppaction://hlinksldjump"/>
            <a:extLst>
              <a:ext uri="{FF2B5EF4-FFF2-40B4-BE49-F238E27FC236}">
                <a16:creationId xmlns:a16="http://schemas.microsoft.com/office/drawing/2014/main" id="{1B8151A7-B4A1-E92E-E10E-49910C1FA63E}"/>
              </a:ext>
            </a:extLst>
          </p:cNvPr>
          <p:cNvSpPr/>
          <p:nvPr/>
        </p:nvSpPr>
        <p:spPr>
          <a:xfrm>
            <a:off x="2293686" y="140055"/>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6" name="Rectangle 25">
            <a:hlinkClick r:id="rId8" action="ppaction://hlinksldjump"/>
            <a:extLst>
              <a:ext uri="{FF2B5EF4-FFF2-40B4-BE49-F238E27FC236}">
                <a16:creationId xmlns:a16="http://schemas.microsoft.com/office/drawing/2014/main" id="{EED99283-CC67-327B-3D1E-B30F93D5F94B}"/>
              </a:ext>
            </a:extLst>
          </p:cNvPr>
          <p:cNvSpPr/>
          <p:nvPr/>
        </p:nvSpPr>
        <p:spPr>
          <a:xfrm>
            <a:off x="444826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7" name="Rectangle 26">
            <a:hlinkClick r:id="" action="ppaction://noaction"/>
            <a:extLst>
              <a:ext uri="{FF2B5EF4-FFF2-40B4-BE49-F238E27FC236}">
                <a16:creationId xmlns:a16="http://schemas.microsoft.com/office/drawing/2014/main" id="{4D902E67-BEB1-7AFC-3768-D4E6E98A83E3}"/>
              </a:ext>
            </a:extLst>
          </p:cNvPr>
          <p:cNvSpPr/>
          <p:nvPr/>
        </p:nvSpPr>
        <p:spPr>
          <a:xfrm>
            <a:off x="7812451"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8" name="Rectangle 27">
            <a:hlinkClick r:id="rId9" action="ppaction://hlinksldjump"/>
            <a:extLst>
              <a:ext uri="{FF2B5EF4-FFF2-40B4-BE49-F238E27FC236}">
                <a16:creationId xmlns:a16="http://schemas.microsoft.com/office/drawing/2014/main" id="{7AD46C53-32F8-4783-9C3B-53650C46A719}"/>
              </a:ext>
            </a:extLst>
          </p:cNvPr>
          <p:cNvSpPr/>
          <p:nvPr/>
        </p:nvSpPr>
        <p:spPr>
          <a:xfrm>
            <a:off x="5403257"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9" name="Rectangle 28">
            <a:hlinkClick r:id="rId10" action="ppaction://hlinksldjump"/>
            <a:extLst>
              <a:ext uri="{FF2B5EF4-FFF2-40B4-BE49-F238E27FC236}">
                <a16:creationId xmlns:a16="http://schemas.microsoft.com/office/drawing/2014/main" id="{7EEEDF53-E20E-DBDA-9FAE-74D6D0CEC1F9}"/>
              </a:ext>
            </a:extLst>
          </p:cNvPr>
          <p:cNvSpPr/>
          <p:nvPr/>
        </p:nvSpPr>
        <p:spPr>
          <a:xfrm>
            <a:off x="982590" y="140055"/>
            <a:ext cx="126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30" name="Rectangle 29">
            <a:hlinkClick r:id="rId11" action="ppaction://hlinksldjump"/>
            <a:extLst>
              <a:ext uri="{FF2B5EF4-FFF2-40B4-BE49-F238E27FC236}">
                <a16:creationId xmlns:a16="http://schemas.microsoft.com/office/drawing/2014/main" id="{CFD6A31C-9814-F5A2-B3F1-A267E9ECFDE3}"/>
              </a:ext>
            </a:extLst>
          </p:cNvPr>
          <p:cNvSpPr/>
          <p:nvPr/>
        </p:nvSpPr>
        <p:spPr>
          <a:xfrm>
            <a:off x="3385973" y="140055"/>
            <a:ext cx="100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1" name="Rectangle 30">
            <a:hlinkClick r:id="rId12" action="ppaction://hlinksldjump"/>
            <a:extLst>
              <a:ext uri="{FF2B5EF4-FFF2-40B4-BE49-F238E27FC236}">
                <a16:creationId xmlns:a16="http://schemas.microsoft.com/office/drawing/2014/main" id="{0FDD0A1F-C41D-8D74-B762-B10B1C6AB3B5}"/>
              </a:ext>
            </a:extLst>
          </p:cNvPr>
          <p:cNvSpPr/>
          <p:nvPr/>
        </p:nvSpPr>
        <p:spPr>
          <a:xfrm>
            <a:off x="6166793"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2" name="Rectangle 31">
            <a:hlinkClick r:id="" action="ppaction://noaction"/>
            <a:extLst>
              <a:ext uri="{FF2B5EF4-FFF2-40B4-BE49-F238E27FC236}">
                <a16:creationId xmlns:a16="http://schemas.microsoft.com/office/drawing/2014/main" id="{E81A3707-71FA-D09F-564F-036E60D41867}"/>
              </a:ext>
            </a:extLst>
          </p:cNvPr>
          <p:cNvSpPr/>
          <p:nvPr/>
        </p:nvSpPr>
        <p:spPr>
          <a:xfrm>
            <a:off x="6865538"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3" name="Rectangle 32">
            <a:hlinkClick r:id="rId13" action="ppaction://hlinksldjump"/>
            <a:extLst>
              <a:ext uri="{FF2B5EF4-FFF2-40B4-BE49-F238E27FC236}">
                <a16:creationId xmlns:a16="http://schemas.microsoft.com/office/drawing/2014/main" id="{F54416F6-5AB1-3547-87EE-22CFF21A169B}"/>
              </a:ext>
            </a:extLst>
          </p:cNvPr>
          <p:cNvSpPr/>
          <p:nvPr/>
        </p:nvSpPr>
        <p:spPr>
          <a:xfrm>
            <a:off x="8753039"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3" name="Text Placeholder 12">
            <a:extLst>
              <a:ext uri="{FF2B5EF4-FFF2-40B4-BE49-F238E27FC236}">
                <a16:creationId xmlns:a16="http://schemas.microsoft.com/office/drawing/2014/main" id="{677FC67D-47D8-BB0D-E6FF-B89E9140426C}"/>
              </a:ext>
            </a:extLst>
          </p:cNvPr>
          <p:cNvSpPr txBox="1">
            <a:spLocks/>
          </p:cNvSpPr>
          <p:nvPr/>
        </p:nvSpPr>
        <p:spPr>
          <a:xfrm>
            <a:off x="995121" y="5907053"/>
            <a:ext cx="3600000" cy="210314"/>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a:t>
            </a:r>
          </a:p>
          <a:p>
            <a:pPr defTabSz="444500" rtl="0">
              <a:spcAft>
                <a:spcPts val="200"/>
              </a:spcAft>
            </a:pPr>
            <a:r>
              <a:rPr lang="en-US" sz="600" b="0">
                <a:solidFill>
                  <a:schemeClr val="tx2"/>
                </a:solidFill>
                <a:latin typeface="Arial" panose="020B0604020202020204" pitchFamily="34" charset="0"/>
              </a:rPr>
              <a:t>Source: 	[…].</a:t>
            </a:r>
          </a:p>
        </p:txBody>
      </p:sp>
      <p:sp>
        <p:nvSpPr>
          <p:cNvPr id="8" name="Text Placeholder 7">
            <a:extLst>
              <a:ext uri="{FF2B5EF4-FFF2-40B4-BE49-F238E27FC236}">
                <a16:creationId xmlns:a16="http://schemas.microsoft.com/office/drawing/2014/main" id="{7FAA5FED-07CC-6362-2462-1702C6DE8CDB}"/>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9" name="Text Placeholder 12">
            <a:extLst>
              <a:ext uri="{FF2B5EF4-FFF2-40B4-BE49-F238E27FC236}">
                <a16:creationId xmlns:a16="http://schemas.microsoft.com/office/drawing/2014/main" id="{E4943D54-78D7-8E7A-DF4E-AB3E6E82CB85}"/>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0" name="Rounded Rectangle 7">
            <a:extLst>
              <a:ext uri="{FF2B5EF4-FFF2-40B4-BE49-F238E27FC236}">
                <a16:creationId xmlns:a16="http://schemas.microsoft.com/office/drawing/2014/main" id="{322F6615-201A-8771-3BFD-970359498DFA}"/>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1" name="Rectangle 10">
            <a:extLst>
              <a:ext uri="{FF2B5EF4-FFF2-40B4-BE49-F238E27FC236}">
                <a16:creationId xmlns:a16="http://schemas.microsoft.com/office/drawing/2014/main" id="{BD665451-3D87-0733-8504-B473E9F1DC2C}"/>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2" name="Straight Arrow Connector 11">
            <a:extLst>
              <a:ext uri="{FF2B5EF4-FFF2-40B4-BE49-F238E27FC236}">
                <a16:creationId xmlns:a16="http://schemas.microsoft.com/office/drawing/2014/main" id="{BAA61F47-9F27-EA90-ED1A-FB0D8E59A6E2}"/>
              </a:ext>
            </a:extLst>
          </p:cNvPr>
          <p:cNvCxnSpPr>
            <a:cxnSpLocks/>
            <a:stCxn id="11" idx="2"/>
            <a:endCxn id="10"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AD73C31B-9FF1-E556-091A-BBD17054873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Tree>
    <p:extLst>
      <p:ext uri="{BB962C8B-B14F-4D97-AF65-F5344CB8AC3E}">
        <p14:creationId xmlns:p14="http://schemas.microsoft.com/office/powerpoint/2010/main" val="2138779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66C5109-0111-4E17-8D7D-F69D2B2B94DC}"/>
              </a:ext>
            </a:extLst>
          </p:cNvPr>
          <p:cNvGraphicFramePr>
            <a:graphicFrameLocks noChangeAspect="1"/>
          </p:cNvGraphicFramePr>
          <p:nvPr>
            <p:custDataLst>
              <p:tags r:id="rId1"/>
            </p:custDataLst>
            <p:extLst>
              <p:ext uri="{D42A27DB-BD31-4B8C-83A1-F6EECF244321}">
                <p14:modId xmlns:p14="http://schemas.microsoft.com/office/powerpoint/2010/main" val="3948875402"/>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466C5109-0111-4E17-8D7D-F69D2B2B94DC}"/>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graphicFrame>
        <p:nvGraphicFramePr>
          <p:cNvPr id="3" name="Table 7">
            <a:extLst>
              <a:ext uri="{FF2B5EF4-FFF2-40B4-BE49-F238E27FC236}">
                <a16:creationId xmlns:a16="http://schemas.microsoft.com/office/drawing/2014/main" id="{3DDEC26F-9A47-015A-8126-EF70677A04F8}"/>
              </a:ext>
            </a:extLst>
          </p:cNvPr>
          <p:cNvGraphicFramePr>
            <a:graphicFrameLocks/>
          </p:cNvGraphicFramePr>
          <p:nvPr>
            <p:extLst>
              <p:ext uri="{D42A27DB-BD31-4B8C-83A1-F6EECF244321}">
                <p14:modId xmlns:p14="http://schemas.microsoft.com/office/powerpoint/2010/main" val="2308469927"/>
              </p:ext>
            </p:extLst>
          </p:nvPr>
        </p:nvGraphicFramePr>
        <p:xfrm>
          <a:off x="1293813" y="3022600"/>
          <a:ext cx="6321424" cy="2743200"/>
        </p:xfrm>
        <a:graphic>
          <a:graphicData uri="http://schemas.openxmlformats.org/drawingml/2006/table">
            <a:tbl>
              <a:tblPr firstRow="1" bandRow="1">
                <a:tableStyleId>{5C22544A-7EE6-4342-B048-85BDC9FD1C3A}</a:tableStyleId>
              </a:tblPr>
              <a:tblGrid>
                <a:gridCol w="995362">
                  <a:extLst>
                    <a:ext uri="{9D8B030D-6E8A-4147-A177-3AD203B41FA5}">
                      <a16:colId xmlns:a16="http://schemas.microsoft.com/office/drawing/2014/main" val="742544998"/>
                    </a:ext>
                  </a:extLst>
                </a:gridCol>
                <a:gridCol w="4521201">
                  <a:extLst>
                    <a:ext uri="{9D8B030D-6E8A-4147-A177-3AD203B41FA5}">
                      <a16:colId xmlns:a16="http://schemas.microsoft.com/office/drawing/2014/main" val="1401308672"/>
                    </a:ext>
                  </a:extLst>
                </a:gridCol>
                <a:gridCol w="804861">
                  <a:extLst>
                    <a:ext uri="{9D8B030D-6E8A-4147-A177-3AD203B41FA5}">
                      <a16:colId xmlns:a16="http://schemas.microsoft.com/office/drawing/2014/main" val="4196980023"/>
                    </a:ext>
                  </a:extLst>
                </a:gridCol>
              </a:tblGrid>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0" u="none" kern="1200">
                          <a:solidFill>
                            <a:schemeClr val="bg1"/>
                          </a:solidFill>
                          <a:latin typeface="+mj-lt"/>
                          <a:ea typeface="+mn-ea"/>
                          <a:cs typeface="+mn-cs"/>
                        </a:rPr>
                        <a:t>01</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u="none">
                          <a:solidFill>
                            <a:schemeClr val="bg1"/>
                          </a:solidFill>
                        </a:rPr>
                        <a:t>Profit and loss overview</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sz="1600" b="0">
                          <a:solidFill>
                            <a:schemeClr val="bg1"/>
                          </a:solidFill>
                        </a:rPr>
                        <a:t>27</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93307755"/>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02</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bg1"/>
                          </a:solidFill>
                        </a:rPr>
                        <a:t>Quality of earnings</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a:solidFill>
                            <a:schemeClr val="bg1"/>
                          </a:solidFill>
                        </a:rPr>
                        <a:t>28</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88271"/>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03</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bg1"/>
                          </a:solidFill>
                        </a:rPr>
                        <a:t>Revenue and EBITDA bridge</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a:solidFill>
                            <a:schemeClr val="bg1"/>
                          </a:solidFill>
                        </a:rPr>
                        <a:t>29–30</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9013508"/>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04</a:t>
                      </a: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bg1"/>
                          </a:solidFill>
                        </a:rPr>
                        <a:t>Business drivers</a:t>
                      </a: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a:r>
                        <a:rPr lang="en-US" sz="1600">
                          <a:solidFill>
                            <a:schemeClr val="bg1"/>
                          </a:solidFill>
                        </a:rPr>
                        <a:t>31–33</a:t>
                      </a: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30954912"/>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05</a:t>
                      </a: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bg1"/>
                          </a:solidFill>
                        </a:rPr>
                        <a:t>Cost breakdown</a:t>
                      </a: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lang="en-US" sz="1600">
                          <a:solidFill>
                            <a:schemeClr val="bg1"/>
                          </a:solidFill>
                        </a:rPr>
                        <a:t>34–35</a:t>
                      </a: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57734648"/>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endParaRPr lang="en-US" sz="3200" b="1" u="none" kern="1200">
                        <a:solidFill>
                          <a:schemeClr val="bg1"/>
                        </a:solidFill>
                        <a:latin typeface="+mj-lt"/>
                        <a:ea typeface="+mn-ea"/>
                        <a:cs typeface="+mn-cs"/>
                      </a:endParaRP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u="none">
                        <a:solidFill>
                          <a:schemeClr val="bg1"/>
                        </a:solidFill>
                      </a:endParaRP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1600" u="none">
                        <a:solidFill>
                          <a:schemeClr val="bg1"/>
                        </a:solidFill>
                      </a:endParaRP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915418"/>
                  </a:ext>
                </a:extLst>
              </a:tr>
            </a:tbl>
          </a:graphicData>
        </a:graphic>
      </p:graphicFrame>
      <p:sp>
        <p:nvSpPr>
          <p:cNvPr id="4" name="Text Placeholder 3">
            <a:extLst>
              <a:ext uri="{FF2B5EF4-FFF2-40B4-BE49-F238E27FC236}">
                <a16:creationId xmlns:a16="http://schemas.microsoft.com/office/drawing/2014/main" id="{A97AF671-F83C-4C73-B887-334A69D8A375}"/>
              </a:ext>
            </a:extLst>
          </p:cNvPr>
          <p:cNvSpPr>
            <a:spLocks noGrp="1"/>
          </p:cNvSpPr>
          <p:nvPr>
            <p:ph type="body" sz="quarter" idx="14"/>
          </p:nvPr>
        </p:nvSpPr>
        <p:spPr/>
        <p:txBody>
          <a:bodyPr/>
          <a:lstStyle/>
          <a:p>
            <a:r>
              <a:rPr lang="en-US"/>
              <a:t>02</a:t>
            </a:r>
          </a:p>
        </p:txBody>
      </p:sp>
      <p:sp>
        <p:nvSpPr>
          <p:cNvPr id="2" name="Title 1">
            <a:extLst>
              <a:ext uri="{FF2B5EF4-FFF2-40B4-BE49-F238E27FC236}">
                <a16:creationId xmlns:a16="http://schemas.microsoft.com/office/drawing/2014/main" id="{99EB806D-E49B-4342-86BA-76DFA48575D9}"/>
              </a:ext>
            </a:extLst>
          </p:cNvPr>
          <p:cNvSpPr>
            <a:spLocks noGrp="1"/>
          </p:cNvSpPr>
          <p:nvPr>
            <p:ph type="ctrTitle"/>
          </p:nvPr>
        </p:nvSpPr>
        <p:spPr/>
        <p:txBody>
          <a:bodyPr vert="horz"/>
          <a:lstStyle/>
          <a:p>
            <a:r>
              <a:rPr lang="en-US"/>
              <a:t>Historical trading</a:t>
            </a:r>
          </a:p>
        </p:txBody>
      </p:sp>
      <p:sp>
        <p:nvSpPr>
          <p:cNvPr id="16" name="Rectangle 15">
            <a:hlinkClick r:id="rId5" action="ppaction://hlinksldjump"/>
            <a:extLst>
              <a:ext uri="{FF2B5EF4-FFF2-40B4-BE49-F238E27FC236}">
                <a16:creationId xmlns:a16="http://schemas.microsoft.com/office/drawing/2014/main" id="{7046ADAE-1E93-4990-9111-1BF7D0B67C5D}"/>
              </a:ext>
            </a:extLst>
          </p:cNvPr>
          <p:cNvSpPr/>
          <p:nvPr/>
        </p:nvSpPr>
        <p:spPr>
          <a:xfrm>
            <a:off x="1312805" y="3059814"/>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a:solidFill>
                <a:schemeClr val="bg1"/>
              </a:solidFill>
            </a:endParaRPr>
          </a:p>
        </p:txBody>
      </p:sp>
      <p:sp>
        <p:nvSpPr>
          <p:cNvPr id="17" name="Rectangle 16">
            <a:hlinkClick r:id="rId6" action="ppaction://hlinksldjump"/>
            <a:extLst>
              <a:ext uri="{FF2B5EF4-FFF2-40B4-BE49-F238E27FC236}">
                <a16:creationId xmlns:a16="http://schemas.microsoft.com/office/drawing/2014/main" id="{66C1C0B7-7399-476E-A648-5D76AC74D50A}"/>
              </a:ext>
            </a:extLst>
          </p:cNvPr>
          <p:cNvSpPr/>
          <p:nvPr/>
        </p:nvSpPr>
        <p:spPr>
          <a:xfrm>
            <a:off x="1312805" y="3530139"/>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err="1">
              <a:solidFill>
                <a:schemeClr val="bg1"/>
              </a:solidFill>
            </a:endParaRPr>
          </a:p>
        </p:txBody>
      </p:sp>
      <p:sp>
        <p:nvSpPr>
          <p:cNvPr id="18" name="Rectangle 17">
            <a:hlinkClick r:id="rId7" action="ppaction://hlinksldjump"/>
            <a:extLst>
              <a:ext uri="{FF2B5EF4-FFF2-40B4-BE49-F238E27FC236}">
                <a16:creationId xmlns:a16="http://schemas.microsoft.com/office/drawing/2014/main" id="{44202E7E-B1DD-44CA-9992-132A69F85CDA}"/>
              </a:ext>
            </a:extLst>
          </p:cNvPr>
          <p:cNvSpPr/>
          <p:nvPr/>
        </p:nvSpPr>
        <p:spPr>
          <a:xfrm>
            <a:off x="1312805" y="3994372"/>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err="1">
              <a:solidFill>
                <a:schemeClr val="bg1"/>
              </a:solidFill>
            </a:endParaRPr>
          </a:p>
        </p:txBody>
      </p:sp>
      <p:sp>
        <p:nvSpPr>
          <p:cNvPr id="19" name="Rectangle 18">
            <a:hlinkClick r:id="rId8" action="ppaction://hlinksldjump"/>
            <a:extLst>
              <a:ext uri="{FF2B5EF4-FFF2-40B4-BE49-F238E27FC236}">
                <a16:creationId xmlns:a16="http://schemas.microsoft.com/office/drawing/2014/main" id="{BD95E441-C61A-46B9-AEEE-F2EE8FD4A112}"/>
              </a:ext>
            </a:extLst>
          </p:cNvPr>
          <p:cNvSpPr/>
          <p:nvPr/>
        </p:nvSpPr>
        <p:spPr>
          <a:xfrm>
            <a:off x="1312805" y="4458606"/>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err="1">
              <a:solidFill>
                <a:schemeClr val="bg1"/>
              </a:solidFill>
            </a:endParaRPr>
          </a:p>
        </p:txBody>
      </p:sp>
      <p:sp>
        <p:nvSpPr>
          <p:cNvPr id="20" name="Rectangle 19">
            <a:hlinkClick r:id="rId9" action="ppaction://hlinksldjump"/>
            <a:extLst>
              <a:ext uri="{FF2B5EF4-FFF2-40B4-BE49-F238E27FC236}">
                <a16:creationId xmlns:a16="http://schemas.microsoft.com/office/drawing/2014/main" id="{DBE8E665-3485-4AC8-872F-AC8AA9C17C99}"/>
              </a:ext>
            </a:extLst>
          </p:cNvPr>
          <p:cNvSpPr/>
          <p:nvPr/>
        </p:nvSpPr>
        <p:spPr>
          <a:xfrm>
            <a:off x="1312805" y="4919320"/>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err="1">
              <a:solidFill>
                <a:schemeClr val="bg1"/>
              </a:solidFill>
            </a:endParaRPr>
          </a:p>
        </p:txBody>
      </p:sp>
    </p:spTree>
    <p:extLst>
      <p:ext uri="{BB962C8B-B14F-4D97-AF65-F5344CB8AC3E}">
        <p14:creationId xmlns:p14="http://schemas.microsoft.com/office/powerpoint/2010/main" val="3791452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1"/>
            </p:custDataLst>
            <p:extLst>
              <p:ext uri="{D42A27DB-BD31-4B8C-83A1-F6EECF244321}">
                <p14:modId xmlns:p14="http://schemas.microsoft.com/office/powerpoint/2010/main" val="4024407110"/>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32" name="Chart Placeholder 31">
            <a:extLst>
              <a:ext uri="{FF2B5EF4-FFF2-40B4-BE49-F238E27FC236}">
                <a16:creationId xmlns:a16="http://schemas.microsoft.com/office/drawing/2014/main" id="{4DBE1F44-3020-51E7-5172-5F9C0EE89C26}"/>
              </a:ext>
            </a:extLst>
          </p:cNvPr>
          <p:cNvSpPr>
            <a:spLocks noGrp="1"/>
          </p:cNvSpPr>
          <p:nvPr>
            <p:ph type="chart" sz="quarter" idx="12"/>
          </p:nvPr>
        </p:nvSpPr>
        <p:spPr/>
        <p:txBody>
          <a:bodyPr/>
          <a:lstStyle/>
          <a:p>
            <a:endParaRPr lang="fi-FI"/>
          </a:p>
        </p:txBody>
      </p:sp>
      <p:sp>
        <p:nvSpPr>
          <p:cNvPr id="30" name="Text Placeholder 29">
            <a:extLst>
              <a:ext uri="{FF2B5EF4-FFF2-40B4-BE49-F238E27FC236}">
                <a16:creationId xmlns:a16="http://schemas.microsoft.com/office/drawing/2014/main" id="{ED9B43DD-09B1-37AB-55A7-5E3BA9E45DF0}"/>
              </a:ext>
            </a:extLst>
          </p:cNvPr>
          <p:cNvSpPr>
            <a:spLocks noGrp="1"/>
          </p:cNvSpPr>
          <p:nvPr>
            <p:ph type="body" sz="quarter" idx="10"/>
          </p:nvPr>
        </p:nvSpPr>
        <p:spPr/>
        <p:txBody>
          <a:bodyPr/>
          <a:lstStyle/>
          <a:p>
            <a:endParaRPr lang="fi-FI"/>
          </a:p>
        </p:txBody>
      </p:sp>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vert="horz"/>
          <a:lstStyle/>
          <a:p>
            <a:r>
              <a:rPr lang="en-US"/>
              <a:t>Profit &amp; loss overview</a:t>
            </a:r>
          </a:p>
        </p:txBody>
      </p:sp>
      <p:sp>
        <p:nvSpPr>
          <p:cNvPr id="31" name="Text Placeholder 30">
            <a:extLst>
              <a:ext uri="{FF2B5EF4-FFF2-40B4-BE49-F238E27FC236}">
                <a16:creationId xmlns:a16="http://schemas.microsoft.com/office/drawing/2014/main" id="{3BB72BBD-939C-B659-75F5-52DF8322F33D}"/>
              </a:ext>
            </a:extLst>
          </p:cNvPr>
          <p:cNvSpPr>
            <a:spLocks noGrp="1"/>
          </p:cNvSpPr>
          <p:nvPr>
            <p:ph type="body" sz="quarter" idx="11"/>
          </p:nvPr>
        </p:nvSpPr>
        <p:spPr/>
        <p:txBody>
          <a:bodyPr/>
          <a:lstStyle/>
          <a:p>
            <a:endParaRPr lang="fi-FI"/>
          </a:p>
        </p:txBody>
      </p:sp>
      <p:sp>
        <p:nvSpPr>
          <p:cNvPr id="41" name="Table Placeholder 40">
            <a:extLst>
              <a:ext uri="{FF2B5EF4-FFF2-40B4-BE49-F238E27FC236}">
                <a16:creationId xmlns:a16="http://schemas.microsoft.com/office/drawing/2014/main" id="{2411BF90-F31F-1ED7-27A4-2D52944A2DF5}"/>
              </a:ext>
            </a:extLst>
          </p:cNvPr>
          <p:cNvSpPr>
            <a:spLocks noGrp="1"/>
          </p:cNvSpPr>
          <p:nvPr>
            <p:ph type="tbl" sz="quarter" idx="13"/>
          </p:nvPr>
        </p:nvSpPr>
        <p:spPr/>
        <p:txBody>
          <a:bodyPr/>
          <a:lstStyle/>
          <a:p>
            <a:endParaRPr lang="fi-FI"/>
          </a:p>
        </p:txBody>
      </p:sp>
      <p:sp>
        <p:nvSpPr>
          <p:cNvPr id="23" name="Text Placeholder 22">
            <a:extLst>
              <a:ext uri="{FF2B5EF4-FFF2-40B4-BE49-F238E27FC236}">
                <a16:creationId xmlns:a16="http://schemas.microsoft.com/office/drawing/2014/main" id="{D899A74A-0CE7-4119-816E-452637B82DAA}"/>
              </a:ext>
            </a:extLst>
          </p:cNvPr>
          <p:cNvSpPr>
            <a:spLocks noGrp="1"/>
          </p:cNvSpPr>
          <p:nvPr>
            <p:ph type="body" sz="quarter" idx="26"/>
          </p:nvPr>
        </p:nvSpPr>
        <p:spPr/>
        <p:txBody>
          <a:bodyPr/>
          <a:lstStyle/>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dirty="0"/>
          </a:p>
        </p:txBody>
      </p:sp>
      <p:sp>
        <p:nvSpPr>
          <p:cNvPr id="3" name="Text Placeholder 7">
            <a:extLst>
              <a:ext uri="{FF2B5EF4-FFF2-40B4-BE49-F238E27FC236}">
                <a16:creationId xmlns:a16="http://schemas.microsoft.com/office/drawing/2014/main" id="{6B11C4E2-33F7-1453-9802-8B4F908F97BA}"/>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0" name="Text Placeholder 12">
            <a:extLst>
              <a:ext uri="{FF2B5EF4-FFF2-40B4-BE49-F238E27FC236}">
                <a16:creationId xmlns:a16="http://schemas.microsoft.com/office/drawing/2014/main" id="{47E7BED4-6C11-4895-CC36-E4C75540EEA3}"/>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1" name="Rounded Rectangle 7">
            <a:extLst>
              <a:ext uri="{FF2B5EF4-FFF2-40B4-BE49-F238E27FC236}">
                <a16:creationId xmlns:a16="http://schemas.microsoft.com/office/drawing/2014/main" id="{47F8B8C1-DA53-7235-C48A-D7D94722EF68}"/>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2" name="Rectangle 11">
            <a:extLst>
              <a:ext uri="{FF2B5EF4-FFF2-40B4-BE49-F238E27FC236}">
                <a16:creationId xmlns:a16="http://schemas.microsoft.com/office/drawing/2014/main" id="{8BD92E56-2271-7AE3-E3C4-ED0150461DF8}"/>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3" name="Straight Arrow Connector 12">
            <a:extLst>
              <a:ext uri="{FF2B5EF4-FFF2-40B4-BE49-F238E27FC236}">
                <a16:creationId xmlns:a16="http://schemas.microsoft.com/office/drawing/2014/main" id="{863D1F7E-2B54-5896-8386-CDD3583E1C1B}"/>
              </a:ext>
            </a:extLst>
          </p:cNvPr>
          <p:cNvCxnSpPr>
            <a:cxnSpLocks/>
            <a:stCxn id="12" idx="2"/>
            <a:endCxn id="11"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9CAD5111-90F9-2C69-98DF-B32EBC9012CD}"/>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15" name="Rectangle 14">
            <a:extLst>
              <a:ext uri="{FF2B5EF4-FFF2-40B4-BE49-F238E27FC236}">
                <a16:creationId xmlns:a16="http://schemas.microsoft.com/office/drawing/2014/main" id="{4BFE13B8-A7CE-A1DA-DE0B-F38B3497D680}"/>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52" name="Rectangle 51">
            <a:extLst>
              <a:ext uri="{FF2B5EF4-FFF2-40B4-BE49-F238E27FC236}">
                <a16:creationId xmlns:a16="http://schemas.microsoft.com/office/drawing/2014/main" id="{800C15CF-F43F-0DE9-CDA1-1AC086BB21F8}"/>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65" name="Rectangle 64">
            <a:extLst>
              <a:ext uri="{FF2B5EF4-FFF2-40B4-BE49-F238E27FC236}">
                <a16:creationId xmlns:a16="http://schemas.microsoft.com/office/drawing/2014/main" id="{7A485F0F-92DB-4C12-9547-BDD7B53E6834}"/>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78" name="Rectangle 77">
            <a:extLst>
              <a:ext uri="{FF2B5EF4-FFF2-40B4-BE49-F238E27FC236}">
                <a16:creationId xmlns:a16="http://schemas.microsoft.com/office/drawing/2014/main" id="{371241B0-ECE6-4019-A275-B1EBB616AAFF}"/>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graphicFrame>
        <p:nvGraphicFramePr>
          <p:cNvPr id="2" name="Table 10">
            <a:extLst>
              <a:ext uri="{FF2B5EF4-FFF2-40B4-BE49-F238E27FC236}">
                <a16:creationId xmlns:a16="http://schemas.microsoft.com/office/drawing/2014/main" id="{B9CD46F7-EB8B-5ECA-24C6-13E892105C12}"/>
              </a:ext>
            </a:extLst>
          </p:cNvPr>
          <p:cNvGraphicFramePr>
            <a:graphicFrameLocks noGrp="1"/>
          </p:cNvGraphicFramePr>
          <p:nvPr>
            <p:extLst>
              <p:ext uri="{D42A27DB-BD31-4B8C-83A1-F6EECF244321}">
                <p14:modId xmlns:p14="http://schemas.microsoft.com/office/powerpoint/2010/main" val="669806866"/>
              </p:ext>
            </p:extLst>
          </p:nvPr>
        </p:nvGraphicFramePr>
        <p:xfrm>
          <a:off x="931838" y="142211"/>
          <a:ext cx="9248845"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87450">
                  <a:extLst>
                    <a:ext uri="{9D8B030D-6E8A-4147-A177-3AD203B41FA5}">
                      <a16:colId xmlns:a16="http://schemas.microsoft.com/office/drawing/2014/main" val="3480804512"/>
                    </a:ext>
                  </a:extLst>
                </a:gridCol>
                <a:gridCol w="1060450">
                  <a:extLst>
                    <a:ext uri="{9D8B030D-6E8A-4147-A177-3AD203B41FA5}">
                      <a16:colId xmlns:a16="http://schemas.microsoft.com/office/drawing/2014/main" val="1508802548"/>
                    </a:ext>
                  </a:extLst>
                </a:gridCol>
                <a:gridCol w="946150">
                  <a:extLst>
                    <a:ext uri="{9D8B030D-6E8A-4147-A177-3AD203B41FA5}">
                      <a16:colId xmlns:a16="http://schemas.microsoft.com/office/drawing/2014/main" val="1380669789"/>
                    </a:ext>
                  </a:extLst>
                </a:gridCol>
                <a:gridCol w="768350">
                  <a:extLst>
                    <a:ext uri="{9D8B030D-6E8A-4147-A177-3AD203B41FA5}">
                      <a16:colId xmlns:a16="http://schemas.microsoft.com/office/drawing/2014/main" val="3717172380"/>
                    </a:ext>
                  </a:extLst>
                </a:gridCol>
                <a:gridCol w="693738">
                  <a:extLst>
                    <a:ext uri="{9D8B030D-6E8A-4147-A177-3AD203B41FA5}">
                      <a16:colId xmlns:a16="http://schemas.microsoft.com/office/drawing/2014/main" val="2348796435"/>
                    </a:ext>
                  </a:extLst>
                </a:gridCol>
                <a:gridCol w="952500">
                  <a:extLst>
                    <a:ext uri="{9D8B030D-6E8A-4147-A177-3AD203B41FA5}">
                      <a16:colId xmlns:a16="http://schemas.microsoft.com/office/drawing/2014/main" val="3209140028"/>
                    </a:ext>
                  </a:extLst>
                </a:gridCol>
                <a:gridCol w="935831">
                  <a:extLst>
                    <a:ext uri="{9D8B030D-6E8A-4147-A177-3AD203B41FA5}">
                      <a16:colId xmlns:a16="http://schemas.microsoft.com/office/drawing/2014/main" val="2651425576"/>
                    </a:ext>
                  </a:extLst>
                </a:gridCol>
                <a:gridCol w="631673">
                  <a:extLst>
                    <a:ext uri="{9D8B030D-6E8A-4147-A177-3AD203B41FA5}">
                      <a16:colId xmlns:a16="http://schemas.microsoft.com/office/drawing/2014/main" val="3903366463"/>
                    </a:ext>
                  </a:extLst>
                </a:gridCol>
                <a:gridCol w="817865">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1" i="0" u="none" strike="noStrike" kern="1200" cap="none" spc="0" normalizeH="0" baseline="0" noProof="0">
                          <a:ln>
                            <a:noFill/>
                          </a:ln>
                          <a:solidFill>
                            <a:srgbClr val="00338D"/>
                          </a:solidFill>
                          <a:effectLst/>
                          <a:uLnTx/>
                          <a:uFillTx/>
                          <a:latin typeface="+mn-lt"/>
                          <a:ea typeface="+mn-ea"/>
                          <a:cs typeface="+mn-cs"/>
                        </a:rPr>
                        <a:t>Historical trading</a:t>
                      </a:r>
                      <a:endParaRPr kumimoji="0" lang="en-US" sz="1000" b="1" i="0" u="none" strike="noStrike" kern="1200" cap="none" spc="0" normalizeH="0" baseline="0">
                        <a:ln>
                          <a:noFill/>
                        </a:ln>
                        <a:solidFill>
                          <a:srgbClr val="00338D"/>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dirty="0">
                          <a:ln>
                            <a:noFill/>
                          </a:ln>
                          <a:solidFill>
                            <a:srgbClr val="FFFFFF">
                              <a:lumMod val="75000"/>
                            </a:srgbClr>
                          </a:solidFill>
                          <a:effectLst/>
                          <a:uLnTx/>
                          <a:uFillTx/>
                          <a:latin typeface="+mn-lt"/>
                          <a:ea typeface="+mn-ea"/>
                          <a:cs typeface="+mn-cs"/>
                        </a:rPr>
                        <a:t>Appendices</a:t>
                      </a:r>
                      <a:endParaRPr lang="en-US" sz="1000" dirty="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18" name="Rectangle 17">
            <a:hlinkClick r:id="rId6" action="ppaction://hlinksldjump"/>
            <a:extLst>
              <a:ext uri="{FF2B5EF4-FFF2-40B4-BE49-F238E27FC236}">
                <a16:creationId xmlns:a16="http://schemas.microsoft.com/office/drawing/2014/main" id="{73E86676-28A7-8564-BE6E-2EA6E308E859}"/>
              </a:ext>
            </a:extLst>
          </p:cNvPr>
          <p:cNvSpPr/>
          <p:nvPr/>
        </p:nvSpPr>
        <p:spPr>
          <a:xfrm>
            <a:off x="9386145"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5" name="Rectangle 24">
            <a:hlinkClick r:id="rId7" action="ppaction://hlinksldjump"/>
            <a:extLst>
              <a:ext uri="{FF2B5EF4-FFF2-40B4-BE49-F238E27FC236}">
                <a16:creationId xmlns:a16="http://schemas.microsoft.com/office/drawing/2014/main" id="{15993B21-77AC-2ECC-C2CE-8F3E876519CD}"/>
              </a:ext>
            </a:extLst>
          </p:cNvPr>
          <p:cNvSpPr/>
          <p:nvPr/>
        </p:nvSpPr>
        <p:spPr>
          <a:xfrm>
            <a:off x="2204786" y="140055"/>
            <a:ext cx="115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6" name="Rectangle 25">
            <a:hlinkClick r:id="rId8" action="ppaction://hlinksldjump"/>
            <a:extLst>
              <a:ext uri="{FF2B5EF4-FFF2-40B4-BE49-F238E27FC236}">
                <a16:creationId xmlns:a16="http://schemas.microsoft.com/office/drawing/2014/main" id="{39C254DF-38B0-5711-C86E-D627A8040760}"/>
              </a:ext>
            </a:extLst>
          </p:cNvPr>
          <p:cNvSpPr/>
          <p:nvPr/>
        </p:nvSpPr>
        <p:spPr>
          <a:xfrm>
            <a:off x="4462556"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7" name="Rectangle 26">
            <a:hlinkClick r:id="" action="ppaction://noaction"/>
            <a:extLst>
              <a:ext uri="{FF2B5EF4-FFF2-40B4-BE49-F238E27FC236}">
                <a16:creationId xmlns:a16="http://schemas.microsoft.com/office/drawing/2014/main" id="{38D49ADE-06AC-618B-4290-1ABD406FF8E0}"/>
              </a:ext>
            </a:extLst>
          </p:cNvPr>
          <p:cNvSpPr/>
          <p:nvPr/>
        </p:nvSpPr>
        <p:spPr>
          <a:xfrm>
            <a:off x="7812451"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8" name="Rectangle 27">
            <a:hlinkClick r:id="rId9" action="ppaction://hlinksldjump"/>
            <a:extLst>
              <a:ext uri="{FF2B5EF4-FFF2-40B4-BE49-F238E27FC236}">
                <a16:creationId xmlns:a16="http://schemas.microsoft.com/office/drawing/2014/main" id="{CEA6E6D5-CDFD-1B73-907F-26D807D5E181}"/>
              </a:ext>
            </a:extLst>
          </p:cNvPr>
          <p:cNvSpPr/>
          <p:nvPr/>
        </p:nvSpPr>
        <p:spPr>
          <a:xfrm>
            <a:off x="5403257"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9" name="Rectangle 28">
            <a:hlinkClick r:id="rId10" action="ppaction://hlinksldjump"/>
            <a:extLst>
              <a:ext uri="{FF2B5EF4-FFF2-40B4-BE49-F238E27FC236}">
                <a16:creationId xmlns:a16="http://schemas.microsoft.com/office/drawing/2014/main" id="{6F40AA2E-7D39-3551-793F-1313CFED04C3}"/>
              </a:ext>
            </a:extLst>
          </p:cNvPr>
          <p:cNvSpPr/>
          <p:nvPr/>
        </p:nvSpPr>
        <p:spPr>
          <a:xfrm>
            <a:off x="982590"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33" name="Rectangle 32">
            <a:hlinkClick r:id="rId11" action="ppaction://hlinksldjump"/>
            <a:extLst>
              <a:ext uri="{FF2B5EF4-FFF2-40B4-BE49-F238E27FC236}">
                <a16:creationId xmlns:a16="http://schemas.microsoft.com/office/drawing/2014/main" id="{715246FA-30DD-55B0-0E17-8F3BC7884C16}"/>
              </a:ext>
            </a:extLst>
          </p:cNvPr>
          <p:cNvSpPr/>
          <p:nvPr/>
        </p:nvSpPr>
        <p:spPr>
          <a:xfrm>
            <a:off x="3400262" y="140055"/>
            <a:ext cx="100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5" name="Rectangle 34">
            <a:hlinkClick r:id="rId12" action="ppaction://hlinksldjump"/>
            <a:extLst>
              <a:ext uri="{FF2B5EF4-FFF2-40B4-BE49-F238E27FC236}">
                <a16:creationId xmlns:a16="http://schemas.microsoft.com/office/drawing/2014/main" id="{0179D187-1A19-E41D-1647-6F988517F41A}"/>
              </a:ext>
            </a:extLst>
          </p:cNvPr>
          <p:cNvSpPr/>
          <p:nvPr/>
        </p:nvSpPr>
        <p:spPr>
          <a:xfrm>
            <a:off x="6171556"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9" name="Rectangle 38">
            <a:hlinkClick r:id="" action="ppaction://noaction"/>
            <a:extLst>
              <a:ext uri="{FF2B5EF4-FFF2-40B4-BE49-F238E27FC236}">
                <a16:creationId xmlns:a16="http://schemas.microsoft.com/office/drawing/2014/main" id="{FBFFFC89-FC46-45E5-43D0-F62BF2D2AE2C}"/>
              </a:ext>
            </a:extLst>
          </p:cNvPr>
          <p:cNvSpPr/>
          <p:nvPr/>
        </p:nvSpPr>
        <p:spPr>
          <a:xfrm>
            <a:off x="6865538"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40" name="Rectangle 39">
            <a:hlinkClick r:id="rId13" action="ppaction://hlinksldjump"/>
            <a:extLst>
              <a:ext uri="{FF2B5EF4-FFF2-40B4-BE49-F238E27FC236}">
                <a16:creationId xmlns:a16="http://schemas.microsoft.com/office/drawing/2014/main" id="{C827BFA4-8254-3C17-9A7D-232593FEEAE1}"/>
              </a:ext>
            </a:extLst>
          </p:cNvPr>
          <p:cNvSpPr/>
          <p:nvPr/>
        </p:nvSpPr>
        <p:spPr>
          <a:xfrm>
            <a:off x="8753039"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7" name="Text Placeholder 12">
            <a:extLst>
              <a:ext uri="{FF2B5EF4-FFF2-40B4-BE49-F238E27FC236}">
                <a16:creationId xmlns:a16="http://schemas.microsoft.com/office/drawing/2014/main" id="{1CA7998A-F9C6-E715-3252-717C481276D5}"/>
              </a:ext>
            </a:extLst>
          </p:cNvPr>
          <p:cNvSpPr txBox="1">
            <a:spLocks/>
          </p:cNvSpPr>
          <p:nvPr/>
        </p:nvSpPr>
        <p:spPr>
          <a:xfrm>
            <a:off x="995121" y="5907053"/>
            <a:ext cx="3600000" cy="210314"/>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a:t>
            </a:r>
          </a:p>
          <a:p>
            <a:pPr defTabSz="444500" rtl="0">
              <a:spcAft>
                <a:spcPts val="200"/>
              </a:spcAft>
            </a:pPr>
            <a:r>
              <a:rPr lang="en-US" sz="600" b="0">
                <a:solidFill>
                  <a:schemeClr val="tx2"/>
                </a:solidFill>
                <a:latin typeface="Arial" panose="020B0604020202020204" pitchFamily="34" charset="0"/>
              </a:rPr>
              <a:t>Source: 	[…].</a:t>
            </a:r>
          </a:p>
        </p:txBody>
      </p:sp>
      <p:sp>
        <p:nvSpPr>
          <p:cNvPr id="8" name="Oval 7">
            <a:extLst>
              <a:ext uri="{FF2B5EF4-FFF2-40B4-BE49-F238E27FC236}">
                <a16:creationId xmlns:a16="http://schemas.microsoft.com/office/drawing/2014/main" id="{C50218A9-BFE6-241E-4966-F72F8D4CDCDE}"/>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6" name="Rectangle 15">
            <a:extLst>
              <a:ext uri="{FF2B5EF4-FFF2-40B4-BE49-F238E27FC236}">
                <a16:creationId xmlns:a16="http://schemas.microsoft.com/office/drawing/2014/main" id="{985EE9C9-DE19-0F73-DD67-15F83529DD59}"/>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7" name="Rectangle 16">
            <a:extLst>
              <a:ext uri="{FF2B5EF4-FFF2-40B4-BE49-F238E27FC236}">
                <a16:creationId xmlns:a16="http://schemas.microsoft.com/office/drawing/2014/main" id="{95C3714E-F0BF-D5E1-A18E-228B40460C47}"/>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9" name="Rectangle 18">
            <a:extLst>
              <a:ext uri="{FF2B5EF4-FFF2-40B4-BE49-F238E27FC236}">
                <a16:creationId xmlns:a16="http://schemas.microsoft.com/office/drawing/2014/main" id="{9ABB6C4A-740A-9708-0C54-9B0F980AF8E3}"/>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20" name="Rectangle 19">
            <a:extLst>
              <a:ext uri="{FF2B5EF4-FFF2-40B4-BE49-F238E27FC236}">
                <a16:creationId xmlns:a16="http://schemas.microsoft.com/office/drawing/2014/main" id="{5F066F90-34A3-0BFD-B11E-036DD47FA845}"/>
              </a:ext>
            </a:extLst>
          </p:cNvPr>
          <p:cNvSpPr/>
          <p:nvPr/>
        </p:nvSpPr>
        <p:spPr>
          <a:xfrm>
            <a:off x="10598330" y="6277289"/>
            <a:ext cx="1550957" cy="554584"/>
          </a:xfrm>
          <a:prstGeom prst="rect">
            <a:avLst/>
          </a:prstGeom>
          <a:solidFill>
            <a:schemeClr val="accent6"/>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800" b="1">
                <a:solidFill>
                  <a:schemeClr val="bg1"/>
                </a:solidFill>
              </a:rPr>
              <a:t>UPDATES:</a:t>
            </a:r>
            <a:r>
              <a:rPr lang="en-US" sz="800">
                <a:solidFill>
                  <a:schemeClr val="bg1"/>
                </a:solidFill>
              </a:rPr>
              <a:t> headers and text boxes aligned with Diligence+ gridlines</a:t>
            </a:r>
          </a:p>
        </p:txBody>
      </p:sp>
    </p:spTree>
    <p:extLst>
      <p:ext uri="{BB962C8B-B14F-4D97-AF65-F5344CB8AC3E}">
        <p14:creationId xmlns:p14="http://schemas.microsoft.com/office/powerpoint/2010/main" val="2366577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FCDC20BC-7166-422A-9F73-0F48D3DC2FA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15" name="Object 14" hidden="1">
                        <a:extLst>
                          <a:ext uri="{FF2B5EF4-FFF2-40B4-BE49-F238E27FC236}">
                            <a16:creationId xmlns:a16="http://schemas.microsoft.com/office/drawing/2014/main" id="{FCDC20BC-7166-422A-9F73-0F48D3DC2FAC}"/>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43A44116-C999-4F34-AAAC-7DA6EF5985FC}"/>
              </a:ext>
            </a:extLst>
          </p:cNvPr>
          <p:cNvSpPr>
            <a:spLocks noGrp="1"/>
          </p:cNvSpPr>
          <p:nvPr>
            <p:ph type="title"/>
          </p:nvPr>
        </p:nvSpPr>
        <p:spPr/>
        <p:txBody>
          <a:bodyPr/>
          <a:lstStyle/>
          <a:p>
            <a:r>
              <a:rPr lang="en-US"/>
              <a:t>Quality of earnings</a:t>
            </a:r>
          </a:p>
        </p:txBody>
      </p:sp>
      <p:sp>
        <p:nvSpPr>
          <p:cNvPr id="22" name="Text Placeholder 21">
            <a:extLst>
              <a:ext uri="{FF2B5EF4-FFF2-40B4-BE49-F238E27FC236}">
                <a16:creationId xmlns:a16="http://schemas.microsoft.com/office/drawing/2014/main" id="{44700249-32B8-E89E-4A09-1A231B602C2B}"/>
              </a:ext>
            </a:extLst>
          </p:cNvPr>
          <p:cNvSpPr>
            <a:spLocks noGrp="1"/>
          </p:cNvSpPr>
          <p:nvPr>
            <p:ph type="body" sz="quarter" idx="11"/>
          </p:nvPr>
        </p:nvSpPr>
        <p:spPr/>
        <p:txBody>
          <a:bodyPr/>
          <a:lstStyle/>
          <a:p>
            <a:endParaRPr lang="fi-FI"/>
          </a:p>
        </p:txBody>
      </p:sp>
      <p:sp>
        <p:nvSpPr>
          <p:cNvPr id="6" name="Text Placeholder 5">
            <a:extLst>
              <a:ext uri="{FF2B5EF4-FFF2-40B4-BE49-F238E27FC236}">
                <a16:creationId xmlns:a16="http://schemas.microsoft.com/office/drawing/2014/main" id="{F3B53448-963E-457A-8B1C-D76AAB9A2B8B}"/>
              </a:ext>
            </a:extLst>
          </p:cNvPr>
          <p:cNvSpPr>
            <a:spLocks noGrp="1"/>
          </p:cNvSpPr>
          <p:nvPr>
            <p:ph type="body" sz="quarter" idx="26"/>
          </p:nvPr>
        </p:nvSpPr>
        <p:spPr/>
        <p:txBody>
          <a:body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7" name="Text Placeholder 6">
            <a:extLst>
              <a:ext uri="{FF2B5EF4-FFF2-40B4-BE49-F238E27FC236}">
                <a16:creationId xmlns:a16="http://schemas.microsoft.com/office/drawing/2014/main" id="{931FF0A2-2A99-42E4-98E5-50042316ABF7}"/>
              </a:ext>
            </a:extLst>
          </p:cNvPr>
          <p:cNvSpPr>
            <a:spLocks noGrp="1"/>
          </p:cNvSpPr>
          <p:nvPr>
            <p:ph type="body" sz="quarter" idx="27"/>
          </p:nvPr>
        </p:nvSpPr>
        <p:spPr/>
        <p:txBody>
          <a:bodyPr/>
          <a:lstStyle/>
          <a:p>
            <a:pPr marL="177800" lvl="2" indent="-177800">
              <a:buFont typeface="+mj-lt"/>
              <a:buAutoNum type="arabicPeriod" startAt="4"/>
            </a:pPr>
            <a:r>
              <a:rPr lang="en-US" sz="1000"/>
              <a:t>First item</a:t>
            </a:r>
          </a:p>
          <a:p>
            <a:pPr marL="182558" lvl="2" indent="-182558">
              <a:buFont typeface="+mj-lt"/>
              <a:buAutoNum type="arabicPeriod" startAt="4"/>
            </a:pPr>
            <a:r>
              <a:rPr lang="en-US" sz="1000"/>
              <a:t>Second item</a:t>
            </a:r>
          </a:p>
          <a:p>
            <a:pPr marL="182558" lvl="2" indent="-182558">
              <a:buFont typeface="+mj-lt"/>
              <a:buAutoNum type="arabicPeriod" startAt="4"/>
            </a:pPr>
            <a:r>
              <a:rPr lang="en-US" sz="1000"/>
              <a:t>Third item</a:t>
            </a:r>
          </a:p>
        </p:txBody>
      </p:sp>
      <p:sp>
        <p:nvSpPr>
          <p:cNvPr id="33" name="Chart Placeholder 32">
            <a:extLst>
              <a:ext uri="{FF2B5EF4-FFF2-40B4-BE49-F238E27FC236}">
                <a16:creationId xmlns:a16="http://schemas.microsoft.com/office/drawing/2014/main" id="{0FE72120-15E7-18D6-026E-B5E13C3C38B7}"/>
              </a:ext>
            </a:extLst>
          </p:cNvPr>
          <p:cNvSpPr>
            <a:spLocks noGrp="1"/>
          </p:cNvSpPr>
          <p:nvPr>
            <p:ph type="chart" sz="quarter" idx="12"/>
          </p:nvPr>
        </p:nvSpPr>
        <p:spPr/>
        <p:txBody>
          <a:bodyPr/>
          <a:lstStyle/>
          <a:p>
            <a:endParaRPr lang="fi-FI"/>
          </a:p>
        </p:txBody>
      </p:sp>
      <p:sp>
        <p:nvSpPr>
          <p:cNvPr id="21" name="Text Placeholder 20">
            <a:extLst>
              <a:ext uri="{FF2B5EF4-FFF2-40B4-BE49-F238E27FC236}">
                <a16:creationId xmlns:a16="http://schemas.microsoft.com/office/drawing/2014/main" id="{9576D87E-C918-AF0E-997A-AEB4201AD982}"/>
              </a:ext>
            </a:extLst>
          </p:cNvPr>
          <p:cNvSpPr>
            <a:spLocks noGrp="1"/>
          </p:cNvSpPr>
          <p:nvPr>
            <p:ph type="body" sz="quarter" idx="10"/>
          </p:nvPr>
        </p:nvSpPr>
        <p:spPr/>
        <p:txBody>
          <a:bodyPr/>
          <a:lstStyle/>
          <a:p>
            <a:endParaRPr lang="fi-FI"/>
          </a:p>
        </p:txBody>
      </p:sp>
      <p:sp>
        <p:nvSpPr>
          <p:cNvPr id="34" name="Table Placeholder 33">
            <a:extLst>
              <a:ext uri="{FF2B5EF4-FFF2-40B4-BE49-F238E27FC236}">
                <a16:creationId xmlns:a16="http://schemas.microsoft.com/office/drawing/2014/main" id="{366EA3E4-07A2-6EAA-9B9B-E924B09AF430}"/>
              </a:ext>
            </a:extLst>
          </p:cNvPr>
          <p:cNvSpPr>
            <a:spLocks noGrp="1"/>
          </p:cNvSpPr>
          <p:nvPr>
            <p:ph type="tbl" sz="quarter" idx="13"/>
          </p:nvPr>
        </p:nvSpPr>
        <p:spPr/>
        <p:txBody>
          <a:bodyPr/>
          <a:lstStyle/>
          <a:p>
            <a:endParaRPr lang="fi-FI"/>
          </a:p>
        </p:txBody>
      </p:sp>
      <p:sp>
        <p:nvSpPr>
          <p:cNvPr id="93" name="Rectangle 92">
            <a:extLst>
              <a:ext uri="{FF2B5EF4-FFF2-40B4-BE49-F238E27FC236}">
                <a16:creationId xmlns:a16="http://schemas.microsoft.com/office/drawing/2014/main" id="{99C13DA2-D6CE-470A-976B-2796CD0A419C}"/>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1B780EE0-AD50-431B-8309-4C0A795EE1B2}"/>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14" name="Rectangle 113">
            <a:extLst>
              <a:ext uri="{FF2B5EF4-FFF2-40B4-BE49-F238E27FC236}">
                <a16:creationId xmlns:a16="http://schemas.microsoft.com/office/drawing/2014/main" id="{7E787CBE-447A-4E81-A291-0D5222B64E7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15" name="Rectangle 114">
            <a:extLst>
              <a:ext uri="{FF2B5EF4-FFF2-40B4-BE49-F238E27FC236}">
                <a16:creationId xmlns:a16="http://schemas.microsoft.com/office/drawing/2014/main" id="{C9C68C29-6899-45D2-91D6-E0FFBEB6B83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16" name="Rectangle 115">
            <a:extLst>
              <a:ext uri="{FF2B5EF4-FFF2-40B4-BE49-F238E27FC236}">
                <a16:creationId xmlns:a16="http://schemas.microsoft.com/office/drawing/2014/main" id="{E9581434-399D-469E-BD10-CD697989A593}"/>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graphicFrame>
        <p:nvGraphicFramePr>
          <p:cNvPr id="20" name="Table 10">
            <a:extLst>
              <a:ext uri="{FF2B5EF4-FFF2-40B4-BE49-F238E27FC236}">
                <a16:creationId xmlns:a16="http://schemas.microsoft.com/office/drawing/2014/main" id="{3A0D4F4E-C550-8F2D-3AAE-4B26A6627C47}"/>
              </a:ext>
            </a:extLst>
          </p:cNvPr>
          <p:cNvGraphicFramePr>
            <a:graphicFrameLocks noGrp="1"/>
          </p:cNvGraphicFramePr>
          <p:nvPr>
            <p:extLst>
              <p:ext uri="{D42A27DB-BD31-4B8C-83A1-F6EECF244321}">
                <p14:modId xmlns:p14="http://schemas.microsoft.com/office/powerpoint/2010/main" val="453871821"/>
              </p:ext>
            </p:extLst>
          </p:nvPr>
        </p:nvGraphicFramePr>
        <p:xfrm>
          <a:off x="931838" y="142211"/>
          <a:ext cx="9248845"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87450">
                  <a:extLst>
                    <a:ext uri="{9D8B030D-6E8A-4147-A177-3AD203B41FA5}">
                      <a16:colId xmlns:a16="http://schemas.microsoft.com/office/drawing/2014/main" val="3480804512"/>
                    </a:ext>
                  </a:extLst>
                </a:gridCol>
                <a:gridCol w="1060450">
                  <a:extLst>
                    <a:ext uri="{9D8B030D-6E8A-4147-A177-3AD203B41FA5}">
                      <a16:colId xmlns:a16="http://schemas.microsoft.com/office/drawing/2014/main" val="1508802548"/>
                    </a:ext>
                  </a:extLst>
                </a:gridCol>
                <a:gridCol w="946150">
                  <a:extLst>
                    <a:ext uri="{9D8B030D-6E8A-4147-A177-3AD203B41FA5}">
                      <a16:colId xmlns:a16="http://schemas.microsoft.com/office/drawing/2014/main" val="1380669789"/>
                    </a:ext>
                  </a:extLst>
                </a:gridCol>
                <a:gridCol w="768350">
                  <a:extLst>
                    <a:ext uri="{9D8B030D-6E8A-4147-A177-3AD203B41FA5}">
                      <a16:colId xmlns:a16="http://schemas.microsoft.com/office/drawing/2014/main" val="3717172380"/>
                    </a:ext>
                  </a:extLst>
                </a:gridCol>
                <a:gridCol w="693738">
                  <a:extLst>
                    <a:ext uri="{9D8B030D-6E8A-4147-A177-3AD203B41FA5}">
                      <a16:colId xmlns:a16="http://schemas.microsoft.com/office/drawing/2014/main" val="2348796435"/>
                    </a:ext>
                  </a:extLst>
                </a:gridCol>
                <a:gridCol w="952500">
                  <a:extLst>
                    <a:ext uri="{9D8B030D-6E8A-4147-A177-3AD203B41FA5}">
                      <a16:colId xmlns:a16="http://schemas.microsoft.com/office/drawing/2014/main" val="3209140028"/>
                    </a:ext>
                  </a:extLst>
                </a:gridCol>
                <a:gridCol w="935831">
                  <a:extLst>
                    <a:ext uri="{9D8B030D-6E8A-4147-A177-3AD203B41FA5}">
                      <a16:colId xmlns:a16="http://schemas.microsoft.com/office/drawing/2014/main" val="2651425576"/>
                    </a:ext>
                  </a:extLst>
                </a:gridCol>
                <a:gridCol w="631673">
                  <a:extLst>
                    <a:ext uri="{9D8B030D-6E8A-4147-A177-3AD203B41FA5}">
                      <a16:colId xmlns:a16="http://schemas.microsoft.com/office/drawing/2014/main" val="3903366463"/>
                    </a:ext>
                  </a:extLst>
                </a:gridCol>
                <a:gridCol w="817865">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1" i="0" u="none" strike="noStrike" kern="1200" cap="none" spc="0" normalizeH="0" baseline="0" noProof="0">
                          <a:ln>
                            <a:noFill/>
                          </a:ln>
                          <a:solidFill>
                            <a:srgbClr val="00338D"/>
                          </a:solidFill>
                          <a:effectLst/>
                          <a:uLnTx/>
                          <a:uFillTx/>
                          <a:latin typeface="+mn-lt"/>
                          <a:ea typeface="+mn-ea"/>
                          <a:cs typeface="+mn-cs"/>
                        </a:rPr>
                        <a:t>Historical trading</a:t>
                      </a:r>
                      <a:endParaRPr kumimoji="0" lang="en-US" sz="1000" b="1" i="0" u="none" strike="noStrike" kern="1200" cap="none" spc="0" normalizeH="0" baseline="0">
                        <a:ln>
                          <a:noFill/>
                        </a:ln>
                        <a:solidFill>
                          <a:srgbClr val="00338D"/>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23" name="Rectangle 22">
            <a:hlinkClick r:id="rId6" action="ppaction://hlinksldjump"/>
            <a:extLst>
              <a:ext uri="{FF2B5EF4-FFF2-40B4-BE49-F238E27FC236}">
                <a16:creationId xmlns:a16="http://schemas.microsoft.com/office/drawing/2014/main" id="{77D018E1-7CA4-AA09-8879-EC2B8AC780E6}"/>
              </a:ext>
            </a:extLst>
          </p:cNvPr>
          <p:cNvSpPr/>
          <p:nvPr/>
        </p:nvSpPr>
        <p:spPr>
          <a:xfrm>
            <a:off x="9386145"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4" name="Rectangle 23">
            <a:hlinkClick r:id="rId7" action="ppaction://hlinksldjump"/>
            <a:extLst>
              <a:ext uri="{FF2B5EF4-FFF2-40B4-BE49-F238E27FC236}">
                <a16:creationId xmlns:a16="http://schemas.microsoft.com/office/drawing/2014/main" id="{5D50FB00-3EDA-0ADB-6753-277C04EF20CE}"/>
              </a:ext>
            </a:extLst>
          </p:cNvPr>
          <p:cNvSpPr/>
          <p:nvPr/>
        </p:nvSpPr>
        <p:spPr>
          <a:xfrm>
            <a:off x="2204786" y="140055"/>
            <a:ext cx="115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5" name="Rectangle 24">
            <a:hlinkClick r:id="rId8" action="ppaction://hlinksldjump"/>
            <a:extLst>
              <a:ext uri="{FF2B5EF4-FFF2-40B4-BE49-F238E27FC236}">
                <a16:creationId xmlns:a16="http://schemas.microsoft.com/office/drawing/2014/main" id="{99263B88-5271-0F35-08B6-641192A8F982}"/>
              </a:ext>
            </a:extLst>
          </p:cNvPr>
          <p:cNvSpPr/>
          <p:nvPr/>
        </p:nvSpPr>
        <p:spPr>
          <a:xfrm>
            <a:off x="4462556"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6" name="Rectangle 25">
            <a:hlinkClick r:id="" action="ppaction://noaction"/>
            <a:extLst>
              <a:ext uri="{FF2B5EF4-FFF2-40B4-BE49-F238E27FC236}">
                <a16:creationId xmlns:a16="http://schemas.microsoft.com/office/drawing/2014/main" id="{7B54C36D-D3EE-70DD-E363-8B765DBD589F}"/>
              </a:ext>
            </a:extLst>
          </p:cNvPr>
          <p:cNvSpPr/>
          <p:nvPr/>
        </p:nvSpPr>
        <p:spPr>
          <a:xfrm>
            <a:off x="7812451"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7" name="Rectangle 26">
            <a:hlinkClick r:id="rId9" action="ppaction://hlinksldjump"/>
            <a:extLst>
              <a:ext uri="{FF2B5EF4-FFF2-40B4-BE49-F238E27FC236}">
                <a16:creationId xmlns:a16="http://schemas.microsoft.com/office/drawing/2014/main" id="{DEE59B98-5EAD-C75F-800B-5AC24D7E0CC2}"/>
              </a:ext>
            </a:extLst>
          </p:cNvPr>
          <p:cNvSpPr/>
          <p:nvPr/>
        </p:nvSpPr>
        <p:spPr>
          <a:xfrm>
            <a:off x="5403257"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8" name="Rectangle 27">
            <a:hlinkClick r:id="rId10" action="ppaction://hlinksldjump"/>
            <a:extLst>
              <a:ext uri="{FF2B5EF4-FFF2-40B4-BE49-F238E27FC236}">
                <a16:creationId xmlns:a16="http://schemas.microsoft.com/office/drawing/2014/main" id="{8EE8ABD3-E074-899D-EE92-B402E7F41A41}"/>
              </a:ext>
            </a:extLst>
          </p:cNvPr>
          <p:cNvSpPr/>
          <p:nvPr/>
        </p:nvSpPr>
        <p:spPr>
          <a:xfrm>
            <a:off x="982590"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29" name="Rectangle 28">
            <a:hlinkClick r:id="rId11" action="ppaction://hlinksldjump"/>
            <a:extLst>
              <a:ext uri="{FF2B5EF4-FFF2-40B4-BE49-F238E27FC236}">
                <a16:creationId xmlns:a16="http://schemas.microsoft.com/office/drawing/2014/main" id="{27BD63ED-9AFD-C8C3-B2FA-97B048F6B596}"/>
              </a:ext>
            </a:extLst>
          </p:cNvPr>
          <p:cNvSpPr/>
          <p:nvPr/>
        </p:nvSpPr>
        <p:spPr>
          <a:xfrm>
            <a:off x="3400262" y="140055"/>
            <a:ext cx="100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0" name="Rectangle 29">
            <a:hlinkClick r:id="rId12" action="ppaction://hlinksldjump"/>
            <a:extLst>
              <a:ext uri="{FF2B5EF4-FFF2-40B4-BE49-F238E27FC236}">
                <a16:creationId xmlns:a16="http://schemas.microsoft.com/office/drawing/2014/main" id="{8EBF7270-3A5D-A143-E80A-849E47214FA0}"/>
              </a:ext>
            </a:extLst>
          </p:cNvPr>
          <p:cNvSpPr/>
          <p:nvPr/>
        </p:nvSpPr>
        <p:spPr>
          <a:xfrm>
            <a:off x="6171556"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1" name="Rectangle 30">
            <a:hlinkClick r:id="" action="ppaction://noaction"/>
            <a:extLst>
              <a:ext uri="{FF2B5EF4-FFF2-40B4-BE49-F238E27FC236}">
                <a16:creationId xmlns:a16="http://schemas.microsoft.com/office/drawing/2014/main" id="{97D30780-9BCC-4B10-1EB2-7F608D6CD3FC}"/>
              </a:ext>
            </a:extLst>
          </p:cNvPr>
          <p:cNvSpPr/>
          <p:nvPr/>
        </p:nvSpPr>
        <p:spPr>
          <a:xfrm>
            <a:off x="6865538"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2" name="Rectangle 31">
            <a:hlinkClick r:id="rId13" action="ppaction://hlinksldjump"/>
            <a:extLst>
              <a:ext uri="{FF2B5EF4-FFF2-40B4-BE49-F238E27FC236}">
                <a16:creationId xmlns:a16="http://schemas.microsoft.com/office/drawing/2014/main" id="{3DC14E65-65D0-98CC-5A22-086D11A4F4FC}"/>
              </a:ext>
            </a:extLst>
          </p:cNvPr>
          <p:cNvSpPr/>
          <p:nvPr/>
        </p:nvSpPr>
        <p:spPr>
          <a:xfrm>
            <a:off x="8753039"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9" name="Text Placeholder 12">
            <a:extLst>
              <a:ext uri="{FF2B5EF4-FFF2-40B4-BE49-F238E27FC236}">
                <a16:creationId xmlns:a16="http://schemas.microsoft.com/office/drawing/2014/main" id="{E7BF36AF-04EB-AEDE-C946-A03CE2FBA8C1}"/>
              </a:ext>
            </a:extLst>
          </p:cNvPr>
          <p:cNvSpPr txBox="1">
            <a:spLocks/>
          </p:cNvSpPr>
          <p:nvPr/>
        </p:nvSpPr>
        <p:spPr>
          <a:xfrm>
            <a:off x="995121" y="5907053"/>
            <a:ext cx="3600000" cy="210314"/>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a:t>
            </a:r>
          </a:p>
          <a:p>
            <a:pPr defTabSz="444500" rtl="0">
              <a:spcAft>
                <a:spcPts val="200"/>
              </a:spcAft>
            </a:pPr>
            <a:r>
              <a:rPr lang="en-US" sz="600" b="0">
                <a:solidFill>
                  <a:schemeClr val="tx2"/>
                </a:solidFill>
                <a:latin typeface="Arial" panose="020B0604020202020204" pitchFamily="34" charset="0"/>
              </a:rPr>
              <a:t>Source: 	[…].</a:t>
            </a:r>
          </a:p>
        </p:txBody>
      </p:sp>
      <p:sp>
        <p:nvSpPr>
          <p:cNvPr id="2" name="Text Placeholder 7">
            <a:extLst>
              <a:ext uri="{FF2B5EF4-FFF2-40B4-BE49-F238E27FC236}">
                <a16:creationId xmlns:a16="http://schemas.microsoft.com/office/drawing/2014/main" id="{44B76FBD-D5A9-4E6C-9612-ECE5BBE982C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0DC33E3C-5B5A-E04D-27D5-AA2418AAA46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3B6BC143-C4C5-66CB-B0A3-C754B0C0958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BEC28490-D39B-4811-8401-B1862DEA295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1" name="Straight Arrow Connector 10">
            <a:extLst>
              <a:ext uri="{FF2B5EF4-FFF2-40B4-BE49-F238E27FC236}">
                <a16:creationId xmlns:a16="http://schemas.microsoft.com/office/drawing/2014/main" id="{52E9E525-9193-C31E-40B2-1A53BC1EDAEF}"/>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5D5D97C-519C-79A3-6D71-7E7D68C7510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0" name="Rectangle 9">
            <a:extLst>
              <a:ext uri="{FF2B5EF4-FFF2-40B4-BE49-F238E27FC236}">
                <a16:creationId xmlns:a16="http://schemas.microsoft.com/office/drawing/2014/main" id="{22D5B68F-01BD-6FA3-EEB0-A3144AFB5A4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3" name="Rectangle 12">
            <a:extLst>
              <a:ext uri="{FF2B5EF4-FFF2-40B4-BE49-F238E27FC236}">
                <a16:creationId xmlns:a16="http://schemas.microsoft.com/office/drawing/2014/main" id="{4A2DA8CD-43D8-E445-233F-56FE39BEE340}"/>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4" name="Rectangle 13">
            <a:extLst>
              <a:ext uri="{FF2B5EF4-FFF2-40B4-BE49-F238E27FC236}">
                <a16:creationId xmlns:a16="http://schemas.microsoft.com/office/drawing/2014/main" id="{A8445FB1-DBAD-B85D-D848-0809A42C68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35" name="Rectangle 34">
            <a:extLst>
              <a:ext uri="{FF2B5EF4-FFF2-40B4-BE49-F238E27FC236}">
                <a16:creationId xmlns:a16="http://schemas.microsoft.com/office/drawing/2014/main" id="{31B96319-B447-8B21-C562-1704E4D07533}"/>
              </a:ext>
            </a:extLst>
          </p:cNvPr>
          <p:cNvSpPr/>
          <p:nvPr/>
        </p:nvSpPr>
        <p:spPr>
          <a:xfrm>
            <a:off x="10598330" y="6277289"/>
            <a:ext cx="1550957" cy="554584"/>
          </a:xfrm>
          <a:prstGeom prst="rect">
            <a:avLst/>
          </a:prstGeom>
          <a:solidFill>
            <a:schemeClr val="accent6"/>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800" b="1">
                <a:solidFill>
                  <a:schemeClr val="bg1"/>
                </a:solidFill>
              </a:rPr>
              <a:t>UPDATES:</a:t>
            </a:r>
            <a:r>
              <a:rPr lang="en-US" sz="800">
                <a:solidFill>
                  <a:schemeClr val="bg1"/>
                </a:solidFill>
              </a:rPr>
              <a:t> headers and text boxes aligned with Diligence+ gridlines</a:t>
            </a:r>
          </a:p>
        </p:txBody>
      </p:sp>
    </p:spTree>
    <p:extLst>
      <p:ext uri="{BB962C8B-B14F-4D97-AF65-F5344CB8AC3E}">
        <p14:creationId xmlns:p14="http://schemas.microsoft.com/office/powerpoint/2010/main" val="443051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Object 15" hidden="1">
            <a:extLst>
              <a:ext uri="{FF2B5EF4-FFF2-40B4-BE49-F238E27FC236}">
                <a16:creationId xmlns:a16="http://schemas.microsoft.com/office/drawing/2014/main" id="{8907B9A0-A92C-482D-B569-139EFDC26703}"/>
              </a:ext>
            </a:extLst>
          </p:cNvPr>
          <p:cNvGraphicFramePr>
            <a:graphicFrameLocks noChangeAspect="1"/>
          </p:cNvGraphicFramePr>
          <p:nvPr>
            <p:custDataLst>
              <p:tags r:id="rId1"/>
            </p:custDataLst>
            <p:extLst>
              <p:ext uri="{D42A27DB-BD31-4B8C-83A1-F6EECF244321}">
                <p14:modId xmlns:p14="http://schemas.microsoft.com/office/powerpoint/2010/main" val="2284631527"/>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16" name="Object 15" hidden="1">
                        <a:extLst>
                          <a:ext uri="{FF2B5EF4-FFF2-40B4-BE49-F238E27FC236}">
                            <a16:creationId xmlns:a16="http://schemas.microsoft.com/office/drawing/2014/main" id="{8907B9A0-A92C-482D-B569-139EFDC26703}"/>
                          </a:ext>
                        </a:extLst>
                      </p:cNvPr>
                      <p:cNvPicPr/>
                      <p:nvPr/>
                    </p:nvPicPr>
                    <p:blipFill>
                      <a:blip r:embed="rId6"/>
                      <a:stretch>
                        <a:fillRect/>
                      </a:stretch>
                    </p:blipFill>
                    <p:spPr>
                      <a:xfrm>
                        <a:off x="1589" y="1589"/>
                        <a:ext cx="1588" cy="1588"/>
                      </a:xfrm>
                      <a:prstGeom prst="rect">
                        <a:avLst/>
                      </a:prstGeom>
                    </p:spPr>
                  </p:pic>
                </p:oleObj>
              </mc:Fallback>
            </mc:AlternateContent>
          </a:graphicData>
        </a:graphic>
      </p:graphicFrame>
      <p:sp>
        <p:nvSpPr>
          <p:cNvPr id="10" name="Text Placeholder 9">
            <a:extLst>
              <a:ext uri="{FF2B5EF4-FFF2-40B4-BE49-F238E27FC236}">
                <a16:creationId xmlns:a16="http://schemas.microsoft.com/office/drawing/2014/main" id="{4786476A-A593-03CD-6313-32E9A1DDACCA}"/>
              </a:ext>
            </a:extLst>
          </p:cNvPr>
          <p:cNvSpPr>
            <a:spLocks noGrp="1"/>
          </p:cNvSpPr>
          <p:nvPr>
            <p:ph type="body" sz="quarter" idx="10"/>
          </p:nvPr>
        </p:nvSpPr>
        <p:spPr/>
        <p:txBody>
          <a:bodyPr/>
          <a:lstStyle/>
          <a:p>
            <a:endParaRPr lang="fi-FI"/>
          </a:p>
        </p:txBody>
      </p:sp>
      <p:sp>
        <p:nvSpPr>
          <p:cNvPr id="9" name="Title 8">
            <a:extLst>
              <a:ext uri="{FF2B5EF4-FFF2-40B4-BE49-F238E27FC236}">
                <a16:creationId xmlns:a16="http://schemas.microsoft.com/office/drawing/2014/main" id="{15EB4C87-E77E-495A-8846-69F5422952F8}"/>
              </a:ext>
            </a:extLst>
          </p:cNvPr>
          <p:cNvSpPr>
            <a:spLocks noGrp="1"/>
          </p:cNvSpPr>
          <p:nvPr>
            <p:ph type="title"/>
          </p:nvPr>
        </p:nvSpPr>
        <p:spPr/>
        <p:txBody>
          <a:bodyPr vert="horz"/>
          <a:lstStyle/>
          <a:p>
            <a:r>
              <a:rPr lang="en-US"/>
              <a:t>Revenue bridge</a:t>
            </a:r>
          </a:p>
        </p:txBody>
      </p:sp>
      <p:sp>
        <p:nvSpPr>
          <p:cNvPr id="14" name="Text Placeholder 13">
            <a:extLst>
              <a:ext uri="{FF2B5EF4-FFF2-40B4-BE49-F238E27FC236}">
                <a16:creationId xmlns:a16="http://schemas.microsoft.com/office/drawing/2014/main" id="{B0C3ADE9-78BB-AD72-53AE-65E0912EF741}"/>
              </a:ext>
            </a:extLst>
          </p:cNvPr>
          <p:cNvSpPr>
            <a:spLocks noGrp="1"/>
          </p:cNvSpPr>
          <p:nvPr>
            <p:ph type="body" sz="quarter" idx="25"/>
          </p:nvPr>
        </p:nvSpPr>
        <p:spPr/>
        <p:txBody>
          <a:bodyPr/>
          <a:lstStyle/>
          <a:p>
            <a:endParaRPr lang="fi-FI"/>
          </a:p>
        </p:txBody>
      </p:sp>
      <p:sp>
        <p:nvSpPr>
          <p:cNvPr id="5" name="Text Placeholder 4">
            <a:extLst>
              <a:ext uri="{FF2B5EF4-FFF2-40B4-BE49-F238E27FC236}">
                <a16:creationId xmlns:a16="http://schemas.microsoft.com/office/drawing/2014/main" id="{7D705A10-F55C-4ED4-87D9-1E10EC19F9AF}"/>
              </a:ext>
            </a:extLst>
          </p:cNvPr>
          <p:cNvSpPr>
            <a:spLocks noGrp="1"/>
          </p:cNvSpPr>
          <p:nvPr>
            <p:ph type="body" sz="quarter" idx="18"/>
          </p:nvPr>
        </p:nvSpPr>
        <p:spPr/>
        <p:txBody>
          <a:bodyPr/>
          <a:lstStyle/>
          <a:p>
            <a:pPr>
              <a:defRPr/>
            </a:pPr>
            <a:r>
              <a:rPr lang="en-US" sz="1000" b="1" dirty="0">
                <a:solidFill>
                  <a:schemeClr val="tx2"/>
                </a:solidFill>
              </a:rPr>
              <a:t>Heading</a:t>
            </a:r>
          </a:p>
          <a:p>
            <a:pPr lvl="1" defTabSz="914377">
              <a:defRPr/>
            </a:pPr>
            <a:r>
              <a:rPr lang="en-US" sz="1000" dirty="0">
                <a:solidFill>
                  <a:srgbClr val="000000"/>
                </a:solidFill>
                <a:latin typeface="Arial"/>
              </a:rPr>
              <a:t>Second level</a:t>
            </a:r>
          </a:p>
          <a:p>
            <a:pPr marL="180970" lvl="2" indent="-180970" defTabSz="914377">
              <a:defRPr/>
            </a:pPr>
            <a:r>
              <a:rPr lang="en-US" sz="1000" dirty="0">
                <a:solidFill>
                  <a:srgbClr val="000000"/>
                </a:solidFill>
                <a:latin typeface="Arial"/>
              </a:rPr>
              <a:t>Third level</a:t>
            </a:r>
          </a:p>
          <a:p>
            <a:pPr marL="361942" lvl="3" indent="-180970" defTabSz="914377">
              <a:defRPr/>
            </a:pPr>
            <a:r>
              <a:rPr lang="en-US" sz="1000" dirty="0">
                <a:solidFill>
                  <a:srgbClr val="000000"/>
                </a:solidFill>
                <a:latin typeface="Arial"/>
              </a:rPr>
              <a:t>Fourth level</a:t>
            </a:r>
          </a:p>
          <a:p>
            <a:pPr marL="542912" lvl="4" indent="-180970" defTabSz="914377">
              <a:defRPr/>
            </a:pPr>
            <a:r>
              <a:rPr lang="en-US" sz="1000" dirty="0">
                <a:solidFill>
                  <a:srgbClr val="000000"/>
                </a:solidFill>
                <a:latin typeface="Arial"/>
              </a:rPr>
              <a:t>Fifth level</a:t>
            </a:r>
            <a:endParaRPr lang="en-US" dirty="0"/>
          </a:p>
        </p:txBody>
      </p:sp>
      <p:sp>
        <p:nvSpPr>
          <p:cNvPr id="13" name="Chart Placeholder 12">
            <a:extLst>
              <a:ext uri="{FF2B5EF4-FFF2-40B4-BE49-F238E27FC236}">
                <a16:creationId xmlns:a16="http://schemas.microsoft.com/office/drawing/2014/main" id="{20BC7673-F14B-C617-AE33-9FD3A3E6A8EC}"/>
              </a:ext>
            </a:extLst>
          </p:cNvPr>
          <p:cNvSpPr>
            <a:spLocks noGrp="1"/>
          </p:cNvSpPr>
          <p:nvPr>
            <p:ph type="chart" sz="quarter" idx="15"/>
          </p:nvPr>
        </p:nvSpPr>
        <p:spPr/>
        <p:txBody>
          <a:bodyPr/>
          <a:lstStyle/>
          <a:p>
            <a:endParaRPr lang="fi-FI"/>
          </a:p>
        </p:txBody>
      </p:sp>
      <p:sp>
        <p:nvSpPr>
          <p:cNvPr id="15" name="Text Placeholder 14">
            <a:extLst>
              <a:ext uri="{FF2B5EF4-FFF2-40B4-BE49-F238E27FC236}">
                <a16:creationId xmlns:a16="http://schemas.microsoft.com/office/drawing/2014/main" id="{3C602B7D-599A-9AB3-E09D-2CA2CE915313}"/>
              </a:ext>
            </a:extLst>
          </p:cNvPr>
          <p:cNvSpPr>
            <a:spLocks noGrp="1"/>
          </p:cNvSpPr>
          <p:nvPr>
            <p:ph type="body" sz="quarter" idx="24"/>
          </p:nvPr>
        </p:nvSpPr>
        <p:spPr/>
        <p:txBody>
          <a:bodyPr/>
          <a:lstStyle/>
          <a:p>
            <a:pPr>
              <a:defRPr/>
            </a:pPr>
            <a:r>
              <a:rPr lang="en-US" sz="1000" b="1">
                <a:solidFill>
                  <a:schemeClr val="tx2"/>
                </a:solidFill>
              </a:rPr>
              <a:t>Heading</a:t>
            </a:r>
          </a:p>
          <a:p>
            <a:pPr lvl="1" defTabSz="914377">
              <a:defRPr/>
            </a:pPr>
            <a:r>
              <a:rPr lang="en-US" sz="1000">
                <a:solidFill>
                  <a:srgbClr val="000000"/>
                </a:solidFill>
                <a:latin typeface="Arial"/>
              </a:rPr>
              <a:t>Second level</a:t>
            </a:r>
          </a:p>
          <a:p>
            <a:pPr marL="180970" lvl="2" indent="-180970" defTabSz="914377">
              <a:defRPr/>
            </a:pPr>
            <a:r>
              <a:rPr lang="en-US" sz="1000">
                <a:solidFill>
                  <a:srgbClr val="000000"/>
                </a:solidFill>
                <a:latin typeface="Arial"/>
              </a:rPr>
              <a:t>Third level</a:t>
            </a:r>
          </a:p>
          <a:p>
            <a:pPr marL="361942" lvl="3" indent="-180970" defTabSz="914377">
              <a:defRPr/>
            </a:pPr>
            <a:r>
              <a:rPr lang="en-US" sz="1000">
                <a:solidFill>
                  <a:srgbClr val="000000"/>
                </a:solidFill>
                <a:latin typeface="Arial"/>
              </a:rPr>
              <a:t>Fourth level</a:t>
            </a:r>
          </a:p>
          <a:p>
            <a:pPr marL="542912" lvl="4" indent="-180970" defTabSz="914377">
              <a:defRPr/>
            </a:pPr>
            <a:r>
              <a:rPr lang="en-US" sz="1000">
                <a:solidFill>
                  <a:srgbClr val="000000"/>
                </a:solidFill>
                <a:latin typeface="Arial"/>
              </a:rPr>
              <a:t>Fifth level</a:t>
            </a:r>
            <a:endParaRPr lang="en-US"/>
          </a:p>
        </p:txBody>
      </p:sp>
      <p:sp>
        <p:nvSpPr>
          <p:cNvPr id="90" name="Rectangle 89">
            <a:extLst>
              <a:ext uri="{FF2B5EF4-FFF2-40B4-BE49-F238E27FC236}">
                <a16:creationId xmlns:a16="http://schemas.microsoft.com/office/drawing/2014/main" id="{BC1D30EE-FA34-4117-82CF-DE20053F8656}"/>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1" name="Rectangle 90">
            <a:extLst>
              <a:ext uri="{FF2B5EF4-FFF2-40B4-BE49-F238E27FC236}">
                <a16:creationId xmlns:a16="http://schemas.microsoft.com/office/drawing/2014/main" id="{A38A73E0-993F-4144-BA38-835FB66FFB95}"/>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5" name="Rectangle 94">
            <a:extLst>
              <a:ext uri="{FF2B5EF4-FFF2-40B4-BE49-F238E27FC236}">
                <a16:creationId xmlns:a16="http://schemas.microsoft.com/office/drawing/2014/main" id="{F82BA373-98F1-4343-B056-0A7061EE8DA4}"/>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6" name="Rectangle 95">
            <a:extLst>
              <a:ext uri="{FF2B5EF4-FFF2-40B4-BE49-F238E27FC236}">
                <a16:creationId xmlns:a16="http://schemas.microsoft.com/office/drawing/2014/main" id="{610E0BE5-BDD9-4DCC-A80E-4E6533447D36}"/>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7" name="Rectangle 96">
            <a:extLst>
              <a:ext uri="{FF2B5EF4-FFF2-40B4-BE49-F238E27FC236}">
                <a16:creationId xmlns:a16="http://schemas.microsoft.com/office/drawing/2014/main" id="{6B6C02E3-65F7-4E30-9C1B-A776CBD0A4CE}"/>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graphicFrame>
        <p:nvGraphicFramePr>
          <p:cNvPr id="2" name="Table 10">
            <a:extLst>
              <a:ext uri="{FF2B5EF4-FFF2-40B4-BE49-F238E27FC236}">
                <a16:creationId xmlns:a16="http://schemas.microsoft.com/office/drawing/2014/main" id="{0FA488D1-67E3-070F-DCCA-59C07BCD9EDE}"/>
              </a:ext>
            </a:extLst>
          </p:cNvPr>
          <p:cNvGraphicFramePr>
            <a:graphicFrameLocks noGrp="1"/>
          </p:cNvGraphicFramePr>
          <p:nvPr>
            <p:extLst>
              <p:ext uri="{D42A27DB-BD31-4B8C-83A1-F6EECF244321}">
                <p14:modId xmlns:p14="http://schemas.microsoft.com/office/powerpoint/2010/main" val="2124150270"/>
              </p:ext>
            </p:extLst>
          </p:nvPr>
        </p:nvGraphicFramePr>
        <p:xfrm>
          <a:off x="931838" y="142211"/>
          <a:ext cx="9248845"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87450">
                  <a:extLst>
                    <a:ext uri="{9D8B030D-6E8A-4147-A177-3AD203B41FA5}">
                      <a16:colId xmlns:a16="http://schemas.microsoft.com/office/drawing/2014/main" val="3480804512"/>
                    </a:ext>
                  </a:extLst>
                </a:gridCol>
                <a:gridCol w="1060450">
                  <a:extLst>
                    <a:ext uri="{9D8B030D-6E8A-4147-A177-3AD203B41FA5}">
                      <a16:colId xmlns:a16="http://schemas.microsoft.com/office/drawing/2014/main" val="1508802548"/>
                    </a:ext>
                  </a:extLst>
                </a:gridCol>
                <a:gridCol w="946150">
                  <a:extLst>
                    <a:ext uri="{9D8B030D-6E8A-4147-A177-3AD203B41FA5}">
                      <a16:colId xmlns:a16="http://schemas.microsoft.com/office/drawing/2014/main" val="1380669789"/>
                    </a:ext>
                  </a:extLst>
                </a:gridCol>
                <a:gridCol w="768350">
                  <a:extLst>
                    <a:ext uri="{9D8B030D-6E8A-4147-A177-3AD203B41FA5}">
                      <a16:colId xmlns:a16="http://schemas.microsoft.com/office/drawing/2014/main" val="3717172380"/>
                    </a:ext>
                  </a:extLst>
                </a:gridCol>
                <a:gridCol w="693738">
                  <a:extLst>
                    <a:ext uri="{9D8B030D-6E8A-4147-A177-3AD203B41FA5}">
                      <a16:colId xmlns:a16="http://schemas.microsoft.com/office/drawing/2014/main" val="2348796435"/>
                    </a:ext>
                  </a:extLst>
                </a:gridCol>
                <a:gridCol w="952500">
                  <a:extLst>
                    <a:ext uri="{9D8B030D-6E8A-4147-A177-3AD203B41FA5}">
                      <a16:colId xmlns:a16="http://schemas.microsoft.com/office/drawing/2014/main" val="3209140028"/>
                    </a:ext>
                  </a:extLst>
                </a:gridCol>
                <a:gridCol w="935831">
                  <a:extLst>
                    <a:ext uri="{9D8B030D-6E8A-4147-A177-3AD203B41FA5}">
                      <a16:colId xmlns:a16="http://schemas.microsoft.com/office/drawing/2014/main" val="2651425576"/>
                    </a:ext>
                  </a:extLst>
                </a:gridCol>
                <a:gridCol w="631673">
                  <a:extLst>
                    <a:ext uri="{9D8B030D-6E8A-4147-A177-3AD203B41FA5}">
                      <a16:colId xmlns:a16="http://schemas.microsoft.com/office/drawing/2014/main" val="3903366463"/>
                    </a:ext>
                  </a:extLst>
                </a:gridCol>
                <a:gridCol w="817865">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1" i="0" u="none" strike="noStrike" kern="1200" cap="none" spc="0" normalizeH="0" baseline="0" noProof="0">
                          <a:ln>
                            <a:noFill/>
                          </a:ln>
                          <a:solidFill>
                            <a:srgbClr val="00338D"/>
                          </a:solidFill>
                          <a:effectLst/>
                          <a:uLnTx/>
                          <a:uFillTx/>
                          <a:latin typeface="+mn-lt"/>
                          <a:ea typeface="+mn-ea"/>
                          <a:cs typeface="+mn-cs"/>
                        </a:rPr>
                        <a:t>Historical trading</a:t>
                      </a:r>
                      <a:endParaRPr kumimoji="0" lang="en-US" sz="1000" b="1" i="0" u="none" strike="noStrike" kern="1200" cap="none" spc="0" normalizeH="0" baseline="0">
                        <a:ln>
                          <a:noFill/>
                        </a:ln>
                        <a:solidFill>
                          <a:srgbClr val="00338D"/>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26" name="Rectangle 25">
            <a:hlinkClick r:id="rId7" action="ppaction://hlinksldjump"/>
            <a:extLst>
              <a:ext uri="{FF2B5EF4-FFF2-40B4-BE49-F238E27FC236}">
                <a16:creationId xmlns:a16="http://schemas.microsoft.com/office/drawing/2014/main" id="{DC3DCB17-7F88-E170-A905-B8F09C329BDB}"/>
              </a:ext>
            </a:extLst>
          </p:cNvPr>
          <p:cNvSpPr/>
          <p:nvPr/>
        </p:nvSpPr>
        <p:spPr>
          <a:xfrm>
            <a:off x="9386145"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7" name="Rectangle 26">
            <a:hlinkClick r:id="rId8" action="ppaction://hlinksldjump"/>
            <a:extLst>
              <a:ext uri="{FF2B5EF4-FFF2-40B4-BE49-F238E27FC236}">
                <a16:creationId xmlns:a16="http://schemas.microsoft.com/office/drawing/2014/main" id="{E197B3C9-E6FE-313E-E2D9-E661237BCC6B}"/>
              </a:ext>
            </a:extLst>
          </p:cNvPr>
          <p:cNvSpPr/>
          <p:nvPr/>
        </p:nvSpPr>
        <p:spPr>
          <a:xfrm>
            <a:off x="2204786" y="140055"/>
            <a:ext cx="115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8" name="Rectangle 27">
            <a:hlinkClick r:id="rId9" action="ppaction://hlinksldjump"/>
            <a:extLst>
              <a:ext uri="{FF2B5EF4-FFF2-40B4-BE49-F238E27FC236}">
                <a16:creationId xmlns:a16="http://schemas.microsoft.com/office/drawing/2014/main" id="{61997429-4E55-7734-B5E2-BABA356A3614}"/>
              </a:ext>
            </a:extLst>
          </p:cNvPr>
          <p:cNvSpPr/>
          <p:nvPr/>
        </p:nvSpPr>
        <p:spPr>
          <a:xfrm>
            <a:off x="4462556"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9" name="Rectangle 28">
            <a:hlinkClick r:id="" action="ppaction://noaction"/>
            <a:extLst>
              <a:ext uri="{FF2B5EF4-FFF2-40B4-BE49-F238E27FC236}">
                <a16:creationId xmlns:a16="http://schemas.microsoft.com/office/drawing/2014/main" id="{CCD77E60-F765-4AE7-1A2A-577E2A0A6FC4}"/>
              </a:ext>
            </a:extLst>
          </p:cNvPr>
          <p:cNvSpPr/>
          <p:nvPr/>
        </p:nvSpPr>
        <p:spPr>
          <a:xfrm>
            <a:off x="7812451"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0" name="Rectangle 29">
            <a:hlinkClick r:id="rId10" action="ppaction://hlinksldjump"/>
            <a:extLst>
              <a:ext uri="{FF2B5EF4-FFF2-40B4-BE49-F238E27FC236}">
                <a16:creationId xmlns:a16="http://schemas.microsoft.com/office/drawing/2014/main" id="{E7F53D2F-5769-0914-03BD-7458B60578B0}"/>
              </a:ext>
            </a:extLst>
          </p:cNvPr>
          <p:cNvSpPr/>
          <p:nvPr/>
        </p:nvSpPr>
        <p:spPr>
          <a:xfrm>
            <a:off x="5403257"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1" name="Rectangle 30">
            <a:hlinkClick r:id="rId11" action="ppaction://hlinksldjump"/>
            <a:extLst>
              <a:ext uri="{FF2B5EF4-FFF2-40B4-BE49-F238E27FC236}">
                <a16:creationId xmlns:a16="http://schemas.microsoft.com/office/drawing/2014/main" id="{B8EB570A-9D46-3FE6-371D-B83ADB5ED76B}"/>
              </a:ext>
            </a:extLst>
          </p:cNvPr>
          <p:cNvSpPr/>
          <p:nvPr/>
        </p:nvSpPr>
        <p:spPr>
          <a:xfrm>
            <a:off x="982590"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32" name="Rectangle 31">
            <a:hlinkClick r:id="rId12" action="ppaction://hlinksldjump"/>
            <a:extLst>
              <a:ext uri="{FF2B5EF4-FFF2-40B4-BE49-F238E27FC236}">
                <a16:creationId xmlns:a16="http://schemas.microsoft.com/office/drawing/2014/main" id="{03862690-7C03-DAE8-9184-62D108DFE04D}"/>
              </a:ext>
            </a:extLst>
          </p:cNvPr>
          <p:cNvSpPr/>
          <p:nvPr/>
        </p:nvSpPr>
        <p:spPr>
          <a:xfrm>
            <a:off x="3400262" y="140055"/>
            <a:ext cx="100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4" name="Rectangle 33">
            <a:hlinkClick r:id="rId13" action="ppaction://hlinksldjump"/>
            <a:extLst>
              <a:ext uri="{FF2B5EF4-FFF2-40B4-BE49-F238E27FC236}">
                <a16:creationId xmlns:a16="http://schemas.microsoft.com/office/drawing/2014/main" id="{34D338CC-AC05-7F50-92D2-27B53FB63720}"/>
              </a:ext>
            </a:extLst>
          </p:cNvPr>
          <p:cNvSpPr/>
          <p:nvPr/>
        </p:nvSpPr>
        <p:spPr>
          <a:xfrm>
            <a:off x="6171556"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5" name="Rectangle 34">
            <a:hlinkClick r:id="" action="ppaction://noaction"/>
            <a:extLst>
              <a:ext uri="{FF2B5EF4-FFF2-40B4-BE49-F238E27FC236}">
                <a16:creationId xmlns:a16="http://schemas.microsoft.com/office/drawing/2014/main" id="{F5EAB93D-A12E-7B3B-98B7-EB39DDA4291A}"/>
              </a:ext>
            </a:extLst>
          </p:cNvPr>
          <p:cNvSpPr/>
          <p:nvPr/>
        </p:nvSpPr>
        <p:spPr>
          <a:xfrm>
            <a:off x="6865538"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6" name="Rectangle 35">
            <a:hlinkClick r:id="rId14" action="ppaction://hlinksldjump"/>
            <a:extLst>
              <a:ext uri="{FF2B5EF4-FFF2-40B4-BE49-F238E27FC236}">
                <a16:creationId xmlns:a16="http://schemas.microsoft.com/office/drawing/2014/main" id="{63BBFA8D-E20A-973D-E830-B4B42BA500B8}"/>
              </a:ext>
            </a:extLst>
          </p:cNvPr>
          <p:cNvSpPr/>
          <p:nvPr/>
        </p:nvSpPr>
        <p:spPr>
          <a:xfrm>
            <a:off x="8753039"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8" name="Text Placeholder 12">
            <a:extLst>
              <a:ext uri="{FF2B5EF4-FFF2-40B4-BE49-F238E27FC236}">
                <a16:creationId xmlns:a16="http://schemas.microsoft.com/office/drawing/2014/main" id="{0D09302C-8F07-ADE5-CD87-4581C6515422}"/>
              </a:ext>
            </a:extLst>
          </p:cNvPr>
          <p:cNvSpPr txBox="1">
            <a:spLocks/>
          </p:cNvSpPr>
          <p:nvPr/>
        </p:nvSpPr>
        <p:spPr>
          <a:xfrm>
            <a:off x="995121" y="5907053"/>
            <a:ext cx="3600000" cy="210314"/>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a:t>
            </a:r>
          </a:p>
          <a:p>
            <a:pPr defTabSz="444500" rtl="0">
              <a:spcAft>
                <a:spcPts val="200"/>
              </a:spcAft>
            </a:pPr>
            <a:r>
              <a:rPr lang="en-US" sz="600" b="0">
                <a:solidFill>
                  <a:schemeClr val="tx2"/>
                </a:solidFill>
                <a:latin typeface="Arial" panose="020B0604020202020204" pitchFamily="34" charset="0"/>
              </a:rPr>
              <a:t>Source: 	[…].</a:t>
            </a:r>
          </a:p>
        </p:txBody>
      </p:sp>
      <p:sp>
        <p:nvSpPr>
          <p:cNvPr id="3" name="Text Placeholder 7">
            <a:extLst>
              <a:ext uri="{FF2B5EF4-FFF2-40B4-BE49-F238E27FC236}">
                <a16:creationId xmlns:a16="http://schemas.microsoft.com/office/drawing/2014/main" id="{0AADFE10-E8A8-5ED8-420E-908818F8EB99}"/>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4" name="Text Placeholder 12">
            <a:extLst>
              <a:ext uri="{FF2B5EF4-FFF2-40B4-BE49-F238E27FC236}">
                <a16:creationId xmlns:a16="http://schemas.microsoft.com/office/drawing/2014/main" id="{29F930FD-E7F4-3068-EBB6-28106D542F14}"/>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6" name="Rounded Rectangle 7">
            <a:extLst>
              <a:ext uri="{FF2B5EF4-FFF2-40B4-BE49-F238E27FC236}">
                <a16:creationId xmlns:a16="http://schemas.microsoft.com/office/drawing/2014/main" id="{27F5C595-B511-CEB6-3B58-F7D019F5E6C1}"/>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7" name="Rectangle 6">
            <a:extLst>
              <a:ext uri="{FF2B5EF4-FFF2-40B4-BE49-F238E27FC236}">
                <a16:creationId xmlns:a16="http://schemas.microsoft.com/office/drawing/2014/main" id="{CEA47DC0-B856-F2A0-39CB-E633C0FD90D4}"/>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1" name="Straight Arrow Connector 10">
            <a:extLst>
              <a:ext uri="{FF2B5EF4-FFF2-40B4-BE49-F238E27FC236}">
                <a16:creationId xmlns:a16="http://schemas.microsoft.com/office/drawing/2014/main" id="{94E8EE25-639E-654E-9E9A-FE43C4256F35}"/>
              </a:ext>
            </a:extLst>
          </p:cNvPr>
          <p:cNvCxnSpPr>
            <a:cxnSpLocks/>
            <a:stCxn id="7"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51DBCD08-5D1E-1A87-3287-BC1A922B33EC}"/>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8" name="Rectangle 17">
            <a:extLst>
              <a:ext uri="{FF2B5EF4-FFF2-40B4-BE49-F238E27FC236}">
                <a16:creationId xmlns:a16="http://schemas.microsoft.com/office/drawing/2014/main" id="{3D442592-075C-81C4-4ACD-A4C85C68DED6}"/>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9" name="Rectangle 18">
            <a:extLst>
              <a:ext uri="{FF2B5EF4-FFF2-40B4-BE49-F238E27FC236}">
                <a16:creationId xmlns:a16="http://schemas.microsoft.com/office/drawing/2014/main" id="{336C76A7-3CCF-2D61-4D20-D45C67BAADAA}"/>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20" name="Rectangle 19">
            <a:extLst>
              <a:ext uri="{FF2B5EF4-FFF2-40B4-BE49-F238E27FC236}">
                <a16:creationId xmlns:a16="http://schemas.microsoft.com/office/drawing/2014/main" id="{C261C1E3-0FF4-363B-0DA1-A717CE70AF8F}"/>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7" name="Rectangle 16">
            <a:extLst>
              <a:ext uri="{FF2B5EF4-FFF2-40B4-BE49-F238E27FC236}">
                <a16:creationId xmlns:a16="http://schemas.microsoft.com/office/drawing/2014/main" id="{A79740E1-6658-1705-F534-B2692AF94C74}"/>
              </a:ext>
            </a:extLst>
          </p:cNvPr>
          <p:cNvSpPr/>
          <p:nvPr/>
        </p:nvSpPr>
        <p:spPr>
          <a:xfrm>
            <a:off x="10598330" y="6277289"/>
            <a:ext cx="1550957" cy="554584"/>
          </a:xfrm>
          <a:prstGeom prst="rect">
            <a:avLst/>
          </a:prstGeom>
          <a:solidFill>
            <a:schemeClr val="accent6"/>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800" b="1">
                <a:solidFill>
                  <a:schemeClr val="bg1"/>
                </a:solidFill>
              </a:rPr>
              <a:t>UPDATES:</a:t>
            </a:r>
            <a:r>
              <a:rPr lang="en-US" sz="800">
                <a:solidFill>
                  <a:schemeClr val="bg1"/>
                </a:solidFill>
              </a:rPr>
              <a:t> headers and text boxes aligned with Diligence+ gridlines</a:t>
            </a:r>
          </a:p>
        </p:txBody>
      </p:sp>
    </p:spTree>
    <p:extLst>
      <p:ext uri="{BB962C8B-B14F-4D97-AF65-F5344CB8AC3E}">
        <p14:creationId xmlns:p14="http://schemas.microsoft.com/office/powerpoint/2010/main" val="3004034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Object 15" hidden="1">
            <a:extLst>
              <a:ext uri="{FF2B5EF4-FFF2-40B4-BE49-F238E27FC236}">
                <a16:creationId xmlns:a16="http://schemas.microsoft.com/office/drawing/2014/main" id="{8907B9A0-A92C-482D-B569-139EFDC26703}"/>
              </a:ext>
            </a:extLst>
          </p:cNvPr>
          <p:cNvGraphicFramePr>
            <a:graphicFrameLocks noChangeAspect="1"/>
          </p:cNvGraphicFramePr>
          <p:nvPr>
            <p:custDataLst>
              <p:tags r:id="rId1"/>
            </p:custDataLst>
            <p:extLst>
              <p:ext uri="{D42A27DB-BD31-4B8C-83A1-F6EECF244321}">
                <p14:modId xmlns:p14="http://schemas.microsoft.com/office/powerpoint/2010/main" val="3651714994"/>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16" name="Object 15" hidden="1">
                        <a:extLst>
                          <a:ext uri="{FF2B5EF4-FFF2-40B4-BE49-F238E27FC236}">
                            <a16:creationId xmlns:a16="http://schemas.microsoft.com/office/drawing/2014/main" id="{8907B9A0-A92C-482D-B569-139EFDC26703}"/>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46A19FB7-901E-2D06-6039-4204251F54F7}"/>
              </a:ext>
            </a:extLst>
          </p:cNvPr>
          <p:cNvSpPr>
            <a:spLocks noGrp="1"/>
          </p:cNvSpPr>
          <p:nvPr>
            <p:ph type="body" sz="quarter" idx="10"/>
          </p:nvPr>
        </p:nvSpPr>
        <p:spPr/>
        <p:txBody>
          <a:bodyPr/>
          <a:lstStyle/>
          <a:p>
            <a:endParaRPr lang="fi-FI"/>
          </a:p>
        </p:txBody>
      </p:sp>
      <p:sp>
        <p:nvSpPr>
          <p:cNvPr id="9" name="Title 8">
            <a:extLst>
              <a:ext uri="{FF2B5EF4-FFF2-40B4-BE49-F238E27FC236}">
                <a16:creationId xmlns:a16="http://schemas.microsoft.com/office/drawing/2014/main" id="{15EB4C87-E77E-495A-8846-69F5422952F8}"/>
              </a:ext>
            </a:extLst>
          </p:cNvPr>
          <p:cNvSpPr>
            <a:spLocks noGrp="1"/>
          </p:cNvSpPr>
          <p:nvPr>
            <p:ph type="title"/>
          </p:nvPr>
        </p:nvSpPr>
        <p:spPr/>
        <p:txBody>
          <a:bodyPr vert="horz"/>
          <a:lstStyle/>
          <a:p>
            <a:r>
              <a:rPr lang="en-US"/>
              <a:t>EBITDA bridge</a:t>
            </a:r>
          </a:p>
        </p:txBody>
      </p:sp>
      <p:sp>
        <p:nvSpPr>
          <p:cNvPr id="7" name="Text Placeholder 6">
            <a:extLst>
              <a:ext uri="{FF2B5EF4-FFF2-40B4-BE49-F238E27FC236}">
                <a16:creationId xmlns:a16="http://schemas.microsoft.com/office/drawing/2014/main" id="{8423B0E8-1B35-6908-3700-74E32F7FA0FB}"/>
              </a:ext>
            </a:extLst>
          </p:cNvPr>
          <p:cNvSpPr>
            <a:spLocks noGrp="1"/>
          </p:cNvSpPr>
          <p:nvPr>
            <p:ph type="body" sz="quarter" idx="25"/>
          </p:nvPr>
        </p:nvSpPr>
        <p:spPr/>
        <p:txBody>
          <a:bodyPr/>
          <a:lstStyle/>
          <a:p>
            <a:endParaRPr lang="fi-FI"/>
          </a:p>
        </p:txBody>
      </p:sp>
      <p:sp>
        <p:nvSpPr>
          <p:cNvPr id="11" name="Text Placeholder 10">
            <a:extLst>
              <a:ext uri="{FF2B5EF4-FFF2-40B4-BE49-F238E27FC236}">
                <a16:creationId xmlns:a16="http://schemas.microsoft.com/office/drawing/2014/main" id="{B34FEFA0-93EF-4310-85E4-9B3173E8C6BB}"/>
              </a:ext>
            </a:extLst>
          </p:cNvPr>
          <p:cNvSpPr>
            <a:spLocks noGrp="1"/>
          </p:cNvSpPr>
          <p:nvPr>
            <p:ph type="body" sz="quarter" idx="18"/>
          </p:nvPr>
        </p:nvSpPr>
        <p:spPr/>
        <p:txBody>
          <a:bodyPr/>
          <a:lstStyle/>
          <a:p>
            <a:pPr>
              <a:defRPr/>
            </a:pPr>
            <a:r>
              <a:rPr lang="en-US" sz="1000" b="1">
                <a:solidFill>
                  <a:schemeClr val="tx2"/>
                </a:solidFill>
              </a:rPr>
              <a:t>Heading</a:t>
            </a:r>
          </a:p>
          <a:p>
            <a:pPr lvl="1" defTabSz="914377">
              <a:defRPr/>
            </a:pPr>
            <a:r>
              <a:rPr lang="en-US" sz="1000">
                <a:solidFill>
                  <a:srgbClr val="000000"/>
                </a:solidFill>
                <a:latin typeface="Arial"/>
              </a:rPr>
              <a:t>Second level</a:t>
            </a:r>
          </a:p>
          <a:p>
            <a:pPr marL="180970" lvl="2" indent="-180970" defTabSz="914377">
              <a:defRPr/>
            </a:pPr>
            <a:r>
              <a:rPr lang="en-US" sz="1000">
                <a:solidFill>
                  <a:srgbClr val="000000"/>
                </a:solidFill>
                <a:latin typeface="Arial"/>
              </a:rPr>
              <a:t>Third level</a:t>
            </a:r>
          </a:p>
          <a:p>
            <a:pPr marL="361942" lvl="3" indent="-180970" defTabSz="914377">
              <a:defRPr/>
            </a:pPr>
            <a:r>
              <a:rPr lang="en-US" sz="1000">
                <a:solidFill>
                  <a:srgbClr val="000000"/>
                </a:solidFill>
                <a:latin typeface="Arial"/>
              </a:rPr>
              <a:t>Fourth level</a:t>
            </a:r>
          </a:p>
          <a:p>
            <a:pPr marL="542912" lvl="4" indent="-180970" defTabSz="914377">
              <a:defRPr/>
            </a:pPr>
            <a:r>
              <a:rPr lang="en-US" sz="1000">
                <a:solidFill>
                  <a:srgbClr val="000000"/>
                </a:solidFill>
                <a:latin typeface="Arial"/>
              </a:rPr>
              <a:t>Fifth level</a:t>
            </a:r>
            <a:endParaRPr lang="en-US"/>
          </a:p>
        </p:txBody>
      </p:sp>
      <p:sp>
        <p:nvSpPr>
          <p:cNvPr id="5" name="Chart Placeholder 4">
            <a:extLst>
              <a:ext uri="{FF2B5EF4-FFF2-40B4-BE49-F238E27FC236}">
                <a16:creationId xmlns:a16="http://schemas.microsoft.com/office/drawing/2014/main" id="{8A8B53B7-91A0-C4AE-CB44-6A45BDF60327}"/>
              </a:ext>
            </a:extLst>
          </p:cNvPr>
          <p:cNvSpPr>
            <a:spLocks noGrp="1"/>
          </p:cNvSpPr>
          <p:nvPr>
            <p:ph type="chart" sz="quarter" idx="15"/>
          </p:nvPr>
        </p:nvSpPr>
        <p:spPr/>
        <p:txBody>
          <a:bodyPr/>
          <a:lstStyle/>
          <a:p>
            <a:endParaRPr lang="fi-FI"/>
          </a:p>
        </p:txBody>
      </p:sp>
      <p:sp>
        <p:nvSpPr>
          <p:cNvPr id="6" name="Text Placeholder 5">
            <a:extLst>
              <a:ext uri="{FF2B5EF4-FFF2-40B4-BE49-F238E27FC236}">
                <a16:creationId xmlns:a16="http://schemas.microsoft.com/office/drawing/2014/main" id="{7D77F4C3-32E6-782E-1466-CB53FC165A5F}"/>
              </a:ext>
            </a:extLst>
          </p:cNvPr>
          <p:cNvSpPr>
            <a:spLocks noGrp="1"/>
          </p:cNvSpPr>
          <p:nvPr>
            <p:ph type="body" sz="quarter" idx="24"/>
          </p:nvPr>
        </p:nvSpPr>
        <p:spPr/>
        <p:txBody>
          <a:bodyPr/>
          <a:lstStyle/>
          <a:p>
            <a:pPr>
              <a:defRPr/>
            </a:pPr>
            <a:r>
              <a:rPr lang="en-US" sz="1000" b="1">
                <a:solidFill>
                  <a:schemeClr val="tx2"/>
                </a:solidFill>
              </a:rPr>
              <a:t>Heading</a:t>
            </a:r>
          </a:p>
          <a:p>
            <a:pPr lvl="1" defTabSz="914377">
              <a:defRPr/>
            </a:pPr>
            <a:r>
              <a:rPr lang="en-US" sz="1000">
                <a:solidFill>
                  <a:srgbClr val="000000"/>
                </a:solidFill>
                <a:latin typeface="Arial"/>
              </a:rPr>
              <a:t>Second level</a:t>
            </a:r>
          </a:p>
          <a:p>
            <a:pPr marL="180970" lvl="2" indent="-180970" defTabSz="914377">
              <a:defRPr/>
            </a:pPr>
            <a:r>
              <a:rPr lang="en-US" sz="1000">
                <a:solidFill>
                  <a:srgbClr val="000000"/>
                </a:solidFill>
                <a:latin typeface="Arial"/>
              </a:rPr>
              <a:t>Third level</a:t>
            </a:r>
          </a:p>
          <a:p>
            <a:pPr marL="361942" lvl="3" indent="-180970" defTabSz="914377">
              <a:defRPr/>
            </a:pPr>
            <a:r>
              <a:rPr lang="en-US" sz="1000">
                <a:solidFill>
                  <a:srgbClr val="000000"/>
                </a:solidFill>
                <a:latin typeface="Arial"/>
              </a:rPr>
              <a:t>Fourth level</a:t>
            </a:r>
          </a:p>
          <a:p>
            <a:pPr marL="542912" lvl="4" indent="-180970" defTabSz="914377">
              <a:defRPr/>
            </a:pPr>
            <a:r>
              <a:rPr lang="en-US" sz="1000">
                <a:solidFill>
                  <a:srgbClr val="000000"/>
                </a:solidFill>
                <a:latin typeface="Arial"/>
              </a:rPr>
              <a:t>Fifth level</a:t>
            </a:r>
            <a:endParaRPr lang="en-US"/>
          </a:p>
        </p:txBody>
      </p:sp>
      <p:sp>
        <p:nvSpPr>
          <p:cNvPr id="90" name="Rectangle 89">
            <a:extLst>
              <a:ext uri="{FF2B5EF4-FFF2-40B4-BE49-F238E27FC236}">
                <a16:creationId xmlns:a16="http://schemas.microsoft.com/office/drawing/2014/main" id="{282F6F0C-FA6E-4A07-B1C6-0E9684656526}"/>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1" name="Rectangle 90">
            <a:extLst>
              <a:ext uri="{FF2B5EF4-FFF2-40B4-BE49-F238E27FC236}">
                <a16:creationId xmlns:a16="http://schemas.microsoft.com/office/drawing/2014/main" id="{053014E6-6A48-449B-A30B-7A45578116B4}"/>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5" name="Rectangle 94">
            <a:extLst>
              <a:ext uri="{FF2B5EF4-FFF2-40B4-BE49-F238E27FC236}">
                <a16:creationId xmlns:a16="http://schemas.microsoft.com/office/drawing/2014/main" id="{4B913554-3D3E-4D7D-B023-7BC1F9267D1B}"/>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6" name="Rectangle 95">
            <a:extLst>
              <a:ext uri="{FF2B5EF4-FFF2-40B4-BE49-F238E27FC236}">
                <a16:creationId xmlns:a16="http://schemas.microsoft.com/office/drawing/2014/main" id="{E9AA5186-8C66-44A0-9D8E-8B5ED3CE5E67}"/>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7" name="Rectangle 96">
            <a:extLst>
              <a:ext uri="{FF2B5EF4-FFF2-40B4-BE49-F238E27FC236}">
                <a16:creationId xmlns:a16="http://schemas.microsoft.com/office/drawing/2014/main" id="{59DD3D57-371D-4135-B465-EE29800EC28B}"/>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graphicFrame>
        <p:nvGraphicFramePr>
          <p:cNvPr id="2" name="Table 10">
            <a:extLst>
              <a:ext uri="{FF2B5EF4-FFF2-40B4-BE49-F238E27FC236}">
                <a16:creationId xmlns:a16="http://schemas.microsoft.com/office/drawing/2014/main" id="{681558C4-1B1D-57F5-A86B-16114D22394B}"/>
              </a:ext>
            </a:extLst>
          </p:cNvPr>
          <p:cNvGraphicFramePr>
            <a:graphicFrameLocks noGrp="1"/>
          </p:cNvGraphicFramePr>
          <p:nvPr>
            <p:extLst>
              <p:ext uri="{D42A27DB-BD31-4B8C-83A1-F6EECF244321}">
                <p14:modId xmlns:p14="http://schemas.microsoft.com/office/powerpoint/2010/main" val="3794023666"/>
              </p:ext>
            </p:extLst>
          </p:nvPr>
        </p:nvGraphicFramePr>
        <p:xfrm>
          <a:off x="932737" y="142211"/>
          <a:ext cx="9248845"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87450">
                  <a:extLst>
                    <a:ext uri="{9D8B030D-6E8A-4147-A177-3AD203B41FA5}">
                      <a16:colId xmlns:a16="http://schemas.microsoft.com/office/drawing/2014/main" val="3480804512"/>
                    </a:ext>
                  </a:extLst>
                </a:gridCol>
                <a:gridCol w="1060450">
                  <a:extLst>
                    <a:ext uri="{9D8B030D-6E8A-4147-A177-3AD203B41FA5}">
                      <a16:colId xmlns:a16="http://schemas.microsoft.com/office/drawing/2014/main" val="1508802548"/>
                    </a:ext>
                  </a:extLst>
                </a:gridCol>
                <a:gridCol w="946150">
                  <a:extLst>
                    <a:ext uri="{9D8B030D-6E8A-4147-A177-3AD203B41FA5}">
                      <a16:colId xmlns:a16="http://schemas.microsoft.com/office/drawing/2014/main" val="1380669789"/>
                    </a:ext>
                  </a:extLst>
                </a:gridCol>
                <a:gridCol w="768350">
                  <a:extLst>
                    <a:ext uri="{9D8B030D-6E8A-4147-A177-3AD203B41FA5}">
                      <a16:colId xmlns:a16="http://schemas.microsoft.com/office/drawing/2014/main" val="3717172380"/>
                    </a:ext>
                  </a:extLst>
                </a:gridCol>
                <a:gridCol w="693738">
                  <a:extLst>
                    <a:ext uri="{9D8B030D-6E8A-4147-A177-3AD203B41FA5}">
                      <a16:colId xmlns:a16="http://schemas.microsoft.com/office/drawing/2014/main" val="2348796435"/>
                    </a:ext>
                  </a:extLst>
                </a:gridCol>
                <a:gridCol w="952500">
                  <a:extLst>
                    <a:ext uri="{9D8B030D-6E8A-4147-A177-3AD203B41FA5}">
                      <a16:colId xmlns:a16="http://schemas.microsoft.com/office/drawing/2014/main" val="3209140028"/>
                    </a:ext>
                  </a:extLst>
                </a:gridCol>
                <a:gridCol w="935831">
                  <a:extLst>
                    <a:ext uri="{9D8B030D-6E8A-4147-A177-3AD203B41FA5}">
                      <a16:colId xmlns:a16="http://schemas.microsoft.com/office/drawing/2014/main" val="2651425576"/>
                    </a:ext>
                  </a:extLst>
                </a:gridCol>
                <a:gridCol w="631673">
                  <a:extLst>
                    <a:ext uri="{9D8B030D-6E8A-4147-A177-3AD203B41FA5}">
                      <a16:colId xmlns:a16="http://schemas.microsoft.com/office/drawing/2014/main" val="3903366463"/>
                    </a:ext>
                  </a:extLst>
                </a:gridCol>
                <a:gridCol w="817865">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1" i="0" u="none" strike="noStrike" kern="1200" cap="none" spc="0" normalizeH="0" baseline="0" noProof="0">
                          <a:ln>
                            <a:noFill/>
                          </a:ln>
                          <a:solidFill>
                            <a:srgbClr val="00338D"/>
                          </a:solidFill>
                          <a:effectLst/>
                          <a:uLnTx/>
                          <a:uFillTx/>
                          <a:latin typeface="+mn-lt"/>
                          <a:ea typeface="+mn-ea"/>
                          <a:cs typeface="+mn-cs"/>
                        </a:rPr>
                        <a:t>Historical trading</a:t>
                      </a:r>
                      <a:endParaRPr kumimoji="0" lang="en-US" sz="1000" b="1" i="0" u="none" strike="noStrike" kern="1200" cap="none" spc="0" normalizeH="0" baseline="0">
                        <a:ln>
                          <a:noFill/>
                        </a:ln>
                        <a:solidFill>
                          <a:srgbClr val="00338D"/>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22" name="Rectangle 21">
            <a:hlinkClick r:id="rId6" action="ppaction://hlinksldjump"/>
            <a:extLst>
              <a:ext uri="{FF2B5EF4-FFF2-40B4-BE49-F238E27FC236}">
                <a16:creationId xmlns:a16="http://schemas.microsoft.com/office/drawing/2014/main" id="{07CFB0EC-896E-E2D1-7367-DDF725AC9DCD}"/>
              </a:ext>
            </a:extLst>
          </p:cNvPr>
          <p:cNvSpPr/>
          <p:nvPr/>
        </p:nvSpPr>
        <p:spPr>
          <a:xfrm>
            <a:off x="938704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3" name="Rectangle 22">
            <a:hlinkClick r:id="rId7" action="ppaction://hlinksldjump"/>
            <a:extLst>
              <a:ext uri="{FF2B5EF4-FFF2-40B4-BE49-F238E27FC236}">
                <a16:creationId xmlns:a16="http://schemas.microsoft.com/office/drawing/2014/main" id="{AAFF41D3-69EA-8275-B43D-E73EFAA24DF3}"/>
              </a:ext>
            </a:extLst>
          </p:cNvPr>
          <p:cNvSpPr/>
          <p:nvPr/>
        </p:nvSpPr>
        <p:spPr>
          <a:xfrm>
            <a:off x="2205685" y="140055"/>
            <a:ext cx="115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4" name="Rectangle 23">
            <a:hlinkClick r:id="rId8" action="ppaction://hlinksldjump"/>
            <a:extLst>
              <a:ext uri="{FF2B5EF4-FFF2-40B4-BE49-F238E27FC236}">
                <a16:creationId xmlns:a16="http://schemas.microsoft.com/office/drawing/2014/main" id="{59C71612-511B-F09C-9D88-0A8E1276284B}"/>
              </a:ext>
            </a:extLst>
          </p:cNvPr>
          <p:cNvSpPr/>
          <p:nvPr/>
        </p:nvSpPr>
        <p:spPr>
          <a:xfrm>
            <a:off x="446345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5" name="Rectangle 24">
            <a:hlinkClick r:id="" action="ppaction://noaction"/>
            <a:extLst>
              <a:ext uri="{FF2B5EF4-FFF2-40B4-BE49-F238E27FC236}">
                <a16:creationId xmlns:a16="http://schemas.microsoft.com/office/drawing/2014/main" id="{74CD7321-CF57-E9BA-C656-E9C854246F13}"/>
              </a:ext>
            </a:extLst>
          </p:cNvPr>
          <p:cNvSpPr/>
          <p:nvPr/>
        </p:nvSpPr>
        <p:spPr>
          <a:xfrm>
            <a:off x="781335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6" name="Rectangle 25">
            <a:hlinkClick r:id="rId9" action="ppaction://hlinksldjump"/>
            <a:extLst>
              <a:ext uri="{FF2B5EF4-FFF2-40B4-BE49-F238E27FC236}">
                <a16:creationId xmlns:a16="http://schemas.microsoft.com/office/drawing/2014/main" id="{6056D0AF-8C59-490D-2529-363BB79CAEEE}"/>
              </a:ext>
            </a:extLst>
          </p:cNvPr>
          <p:cNvSpPr/>
          <p:nvPr/>
        </p:nvSpPr>
        <p:spPr>
          <a:xfrm>
            <a:off x="540415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7" name="Rectangle 26">
            <a:hlinkClick r:id="rId10" action="ppaction://hlinksldjump"/>
            <a:extLst>
              <a:ext uri="{FF2B5EF4-FFF2-40B4-BE49-F238E27FC236}">
                <a16:creationId xmlns:a16="http://schemas.microsoft.com/office/drawing/2014/main" id="{752EFA72-E9B5-082B-DC9B-C46C9B077863}"/>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28" name="Rectangle 27">
            <a:hlinkClick r:id="rId11" action="ppaction://hlinksldjump"/>
            <a:extLst>
              <a:ext uri="{FF2B5EF4-FFF2-40B4-BE49-F238E27FC236}">
                <a16:creationId xmlns:a16="http://schemas.microsoft.com/office/drawing/2014/main" id="{EB7292C8-9FA5-2180-E3CB-9205881CC92B}"/>
              </a:ext>
            </a:extLst>
          </p:cNvPr>
          <p:cNvSpPr/>
          <p:nvPr/>
        </p:nvSpPr>
        <p:spPr>
          <a:xfrm>
            <a:off x="3401161" y="140055"/>
            <a:ext cx="100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9" name="Rectangle 28">
            <a:hlinkClick r:id="rId12" action="ppaction://hlinksldjump"/>
            <a:extLst>
              <a:ext uri="{FF2B5EF4-FFF2-40B4-BE49-F238E27FC236}">
                <a16:creationId xmlns:a16="http://schemas.microsoft.com/office/drawing/2014/main" id="{E2B84A55-3925-9E1B-0FCE-5680D9374A0F}"/>
              </a:ext>
            </a:extLst>
          </p:cNvPr>
          <p:cNvSpPr/>
          <p:nvPr/>
        </p:nvSpPr>
        <p:spPr>
          <a:xfrm>
            <a:off x="617245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0" name="Rectangle 29">
            <a:hlinkClick r:id="" action="ppaction://noaction"/>
            <a:extLst>
              <a:ext uri="{FF2B5EF4-FFF2-40B4-BE49-F238E27FC236}">
                <a16:creationId xmlns:a16="http://schemas.microsoft.com/office/drawing/2014/main" id="{27DA0B52-2DF4-3916-41B6-AE987BDD2FAB}"/>
              </a:ext>
            </a:extLst>
          </p:cNvPr>
          <p:cNvSpPr/>
          <p:nvPr/>
        </p:nvSpPr>
        <p:spPr>
          <a:xfrm>
            <a:off x="68664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1" name="Rectangle 30">
            <a:hlinkClick r:id="rId13" action="ppaction://hlinksldjump"/>
            <a:extLst>
              <a:ext uri="{FF2B5EF4-FFF2-40B4-BE49-F238E27FC236}">
                <a16:creationId xmlns:a16="http://schemas.microsoft.com/office/drawing/2014/main" id="{35794142-CC06-A5FD-2F35-EA90F1AD4F39}"/>
              </a:ext>
            </a:extLst>
          </p:cNvPr>
          <p:cNvSpPr/>
          <p:nvPr/>
        </p:nvSpPr>
        <p:spPr>
          <a:xfrm>
            <a:off x="8753938"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3" name="Text Placeholder 12">
            <a:extLst>
              <a:ext uri="{FF2B5EF4-FFF2-40B4-BE49-F238E27FC236}">
                <a16:creationId xmlns:a16="http://schemas.microsoft.com/office/drawing/2014/main" id="{F98949F7-C4AE-3BEE-3F3C-42D9CDC5AC2A}"/>
              </a:ext>
            </a:extLst>
          </p:cNvPr>
          <p:cNvSpPr txBox="1">
            <a:spLocks/>
          </p:cNvSpPr>
          <p:nvPr/>
        </p:nvSpPr>
        <p:spPr>
          <a:xfrm>
            <a:off x="995121" y="5907053"/>
            <a:ext cx="3600000" cy="210314"/>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a:t>
            </a:r>
          </a:p>
          <a:p>
            <a:pPr defTabSz="444500" rtl="0">
              <a:spcAft>
                <a:spcPts val="200"/>
              </a:spcAft>
            </a:pPr>
            <a:r>
              <a:rPr lang="en-US" sz="600" b="0">
                <a:solidFill>
                  <a:schemeClr val="tx2"/>
                </a:solidFill>
                <a:latin typeface="Arial" panose="020B0604020202020204" pitchFamily="34" charset="0"/>
              </a:rPr>
              <a:t>Source: 	[…].</a:t>
            </a:r>
          </a:p>
        </p:txBody>
      </p:sp>
      <p:sp>
        <p:nvSpPr>
          <p:cNvPr id="18" name="Text Placeholder 7">
            <a:extLst>
              <a:ext uri="{FF2B5EF4-FFF2-40B4-BE49-F238E27FC236}">
                <a16:creationId xmlns:a16="http://schemas.microsoft.com/office/drawing/2014/main" id="{608FBD46-AAF9-9BD9-C108-F95D57F56515}"/>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9" name="Text Placeholder 12">
            <a:extLst>
              <a:ext uri="{FF2B5EF4-FFF2-40B4-BE49-F238E27FC236}">
                <a16:creationId xmlns:a16="http://schemas.microsoft.com/office/drawing/2014/main" id="{154BF9DC-A46A-4D88-F738-F44D4EAF8876}"/>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20" name="Rounded Rectangle 7">
            <a:extLst>
              <a:ext uri="{FF2B5EF4-FFF2-40B4-BE49-F238E27FC236}">
                <a16:creationId xmlns:a16="http://schemas.microsoft.com/office/drawing/2014/main" id="{537B1C8B-0CBD-B9DF-C2E2-7608E8466AF3}"/>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21" name="Rectangle 20">
            <a:extLst>
              <a:ext uri="{FF2B5EF4-FFF2-40B4-BE49-F238E27FC236}">
                <a16:creationId xmlns:a16="http://schemas.microsoft.com/office/drawing/2014/main" id="{57DBBFEA-25D8-CDE6-52C8-31B9FF0FB91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32" name="Straight Arrow Connector 31">
            <a:extLst>
              <a:ext uri="{FF2B5EF4-FFF2-40B4-BE49-F238E27FC236}">
                <a16:creationId xmlns:a16="http://schemas.microsoft.com/office/drawing/2014/main" id="{0594A462-AC6C-CEF5-0ACC-DA02D4B827E2}"/>
              </a:ext>
            </a:extLst>
          </p:cNvPr>
          <p:cNvCxnSpPr>
            <a:cxnSpLocks/>
            <a:stCxn id="21" idx="2"/>
            <a:endCxn id="20"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51F0A015-F98A-2432-F1F4-A183A288E23E}"/>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0" name="Rectangle 9">
            <a:extLst>
              <a:ext uri="{FF2B5EF4-FFF2-40B4-BE49-F238E27FC236}">
                <a16:creationId xmlns:a16="http://schemas.microsoft.com/office/drawing/2014/main" id="{7A8FFBA0-4006-A466-5EAA-B412992A55A3}"/>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2" name="Rectangle 11">
            <a:extLst>
              <a:ext uri="{FF2B5EF4-FFF2-40B4-BE49-F238E27FC236}">
                <a16:creationId xmlns:a16="http://schemas.microsoft.com/office/drawing/2014/main" id="{5B4675E3-4B68-2663-7291-322E8AAF7BBC}"/>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3" name="Rectangle 12">
            <a:extLst>
              <a:ext uri="{FF2B5EF4-FFF2-40B4-BE49-F238E27FC236}">
                <a16:creationId xmlns:a16="http://schemas.microsoft.com/office/drawing/2014/main" id="{85FEB675-A9D8-C6F1-2984-E13879F9471C}"/>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8" name="Rectangle 7">
            <a:extLst>
              <a:ext uri="{FF2B5EF4-FFF2-40B4-BE49-F238E27FC236}">
                <a16:creationId xmlns:a16="http://schemas.microsoft.com/office/drawing/2014/main" id="{A5AD704D-95FA-BBA7-930B-1082D5A2A59C}"/>
              </a:ext>
            </a:extLst>
          </p:cNvPr>
          <p:cNvSpPr/>
          <p:nvPr/>
        </p:nvSpPr>
        <p:spPr>
          <a:xfrm>
            <a:off x="10598330" y="6277289"/>
            <a:ext cx="1550957" cy="554584"/>
          </a:xfrm>
          <a:prstGeom prst="rect">
            <a:avLst/>
          </a:prstGeom>
          <a:solidFill>
            <a:schemeClr val="accent6"/>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800" b="1">
                <a:solidFill>
                  <a:schemeClr val="bg1"/>
                </a:solidFill>
              </a:rPr>
              <a:t>UPDATES:</a:t>
            </a:r>
            <a:r>
              <a:rPr lang="en-US" sz="800">
                <a:solidFill>
                  <a:schemeClr val="bg1"/>
                </a:solidFill>
              </a:rPr>
              <a:t> headers and text boxes aligned with Diligence+ gridlines</a:t>
            </a:r>
          </a:p>
        </p:txBody>
      </p:sp>
    </p:spTree>
    <p:extLst>
      <p:ext uri="{BB962C8B-B14F-4D97-AF65-F5344CB8AC3E}">
        <p14:creationId xmlns:p14="http://schemas.microsoft.com/office/powerpoint/2010/main" val="1579248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47E7CBDE-86DF-4A6F-AF64-81A8C766429C}"/>
              </a:ext>
            </a:extLst>
          </p:cNvPr>
          <p:cNvGraphicFramePr>
            <a:graphicFrameLocks noChangeAspect="1"/>
          </p:cNvGraphicFramePr>
          <p:nvPr>
            <p:custDataLst>
              <p:tags r:id="rId1"/>
            </p:custDataLst>
            <p:extLst>
              <p:ext uri="{D42A27DB-BD31-4B8C-83A1-F6EECF244321}">
                <p14:modId xmlns:p14="http://schemas.microsoft.com/office/powerpoint/2010/main" val="2389482959"/>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15" name="Object 14" hidden="1">
                        <a:extLst>
                          <a:ext uri="{FF2B5EF4-FFF2-40B4-BE49-F238E27FC236}">
                            <a16:creationId xmlns:a16="http://schemas.microsoft.com/office/drawing/2014/main" id="{47E7CBDE-86DF-4A6F-AF64-81A8C766429C}"/>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id="{0B2531FF-CA1B-BB8F-64F3-2DF0CB5B700F}"/>
              </a:ext>
            </a:extLst>
          </p:cNvPr>
          <p:cNvSpPr>
            <a:spLocks noGrp="1"/>
          </p:cNvSpPr>
          <p:nvPr>
            <p:ph type="body" sz="quarter" idx="10"/>
          </p:nvPr>
        </p:nvSpPr>
        <p:spPr/>
        <p:txBody>
          <a:bodyPr/>
          <a:lstStyle/>
          <a:p>
            <a:endParaRPr lang="fi-FI"/>
          </a:p>
        </p:txBody>
      </p:sp>
      <p:sp>
        <p:nvSpPr>
          <p:cNvPr id="9" name="Title 8">
            <a:extLst>
              <a:ext uri="{FF2B5EF4-FFF2-40B4-BE49-F238E27FC236}">
                <a16:creationId xmlns:a16="http://schemas.microsoft.com/office/drawing/2014/main" id="{47BAC35B-23EE-4DBF-807E-03EE7CBD8842}"/>
              </a:ext>
            </a:extLst>
          </p:cNvPr>
          <p:cNvSpPr>
            <a:spLocks noGrp="1"/>
          </p:cNvSpPr>
          <p:nvPr>
            <p:ph type="title"/>
          </p:nvPr>
        </p:nvSpPr>
        <p:spPr/>
        <p:txBody>
          <a:bodyPr vert="horz"/>
          <a:lstStyle/>
          <a:p>
            <a:r>
              <a:rPr lang="en-US"/>
              <a:t>Business drivers — Net sales breakdown</a:t>
            </a:r>
          </a:p>
        </p:txBody>
      </p:sp>
      <p:sp>
        <p:nvSpPr>
          <p:cNvPr id="10" name="Text Placeholder 9">
            <a:extLst>
              <a:ext uri="{FF2B5EF4-FFF2-40B4-BE49-F238E27FC236}">
                <a16:creationId xmlns:a16="http://schemas.microsoft.com/office/drawing/2014/main" id="{9FC4BB7C-C4A1-4031-B5ED-D2756823D353}"/>
              </a:ext>
            </a:extLst>
          </p:cNvPr>
          <p:cNvSpPr>
            <a:spLocks noGrp="1"/>
          </p:cNvSpPr>
          <p:nvPr>
            <p:ph type="body" sz="quarter" idx="26"/>
          </p:nvPr>
        </p:nvSpPr>
        <p:spPr/>
        <p:txBody>
          <a:bodyPr/>
          <a:lstStyle/>
          <a:p>
            <a:pPr lvl="1" defTabSz="914377">
              <a:defRPr/>
            </a:pPr>
            <a:r>
              <a:rPr lang="en-US" sz="1000">
                <a:solidFill>
                  <a:srgbClr val="000000"/>
                </a:solidFill>
                <a:latin typeface="Arial"/>
              </a:rPr>
              <a:t>Second level</a:t>
            </a:r>
          </a:p>
          <a:p>
            <a:pPr marL="180970" lvl="2" indent="-180970" defTabSz="914377">
              <a:defRPr/>
            </a:pPr>
            <a:r>
              <a:rPr lang="en-US" sz="1000">
                <a:solidFill>
                  <a:srgbClr val="000000"/>
                </a:solidFill>
                <a:latin typeface="Arial"/>
              </a:rPr>
              <a:t>Third level</a:t>
            </a:r>
          </a:p>
          <a:p>
            <a:pPr marL="361942" lvl="3" indent="-180970" defTabSz="914377">
              <a:defRPr/>
            </a:pPr>
            <a:r>
              <a:rPr lang="en-US" sz="1000">
                <a:solidFill>
                  <a:srgbClr val="000000"/>
                </a:solidFill>
                <a:latin typeface="Arial"/>
              </a:rPr>
              <a:t>Fourth level</a:t>
            </a:r>
          </a:p>
          <a:p>
            <a:pPr marL="542912" lvl="4" indent="-180970" defTabSz="914377">
              <a:defRPr/>
            </a:pPr>
            <a:r>
              <a:rPr lang="en-US" sz="1000">
                <a:solidFill>
                  <a:srgbClr val="000000"/>
                </a:solidFill>
                <a:latin typeface="Arial"/>
              </a:rPr>
              <a:t>Fifth level</a:t>
            </a:r>
            <a:endParaRPr lang="en-US"/>
          </a:p>
        </p:txBody>
      </p:sp>
      <p:sp>
        <p:nvSpPr>
          <p:cNvPr id="17" name="Text Placeholder 16">
            <a:extLst>
              <a:ext uri="{FF2B5EF4-FFF2-40B4-BE49-F238E27FC236}">
                <a16:creationId xmlns:a16="http://schemas.microsoft.com/office/drawing/2014/main" id="{99321552-63FC-25AF-267B-F463EE080A48}"/>
              </a:ext>
            </a:extLst>
          </p:cNvPr>
          <p:cNvSpPr>
            <a:spLocks noGrp="1"/>
          </p:cNvSpPr>
          <p:nvPr>
            <p:ph type="body" sz="quarter" idx="11"/>
          </p:nvPr>
        </p:nvSpPr>
        <p:spPr/>
        <p:txBody>
          <a:bodyPr/>
          <a:lstStyle/>
          <a:p>
            <a:endParaRPr lang="fi-FI"/>
          </a:p>
        </p:txBody>
      </p:sp>
      <p:sp>
        <p:nvSpPr>
          <p:cNvPr id="18" name="Table Placeholder 17">
            <a:extLst>
              <a:ext uri="{FF2B5EF4-FFF2-40B4-BE49-F238E27FC236}">
                <a16:creationId xmlns:a16="http://schemas.microsoft.com/office/drawing/2014/main" id="{AB9B17AE-8A74-13A8-1A4D-DD0151DAB0C1}"/>
              </a:ext>
            </a:extLst>
          </p:cNvPr>
          <p:cNvSpPr>
            <a:spLocks noGrp="1"/>
          </p:cNvSpPr>
          <p:nvPr>
            <p:ph type="tbl" sz="quarter" idx="13"/>
          </p:nvPr>
        </p:nvSpPr>
        <p:spPr/>
        <p:txBody>
          <a:bodyPr/>
          <a:lstStyle/>
          <a:p>
            <a:endParaRPr lang="fi-FI"/>
          </a:p>
        </p:txBody>
      </p:sp>
      <p:sp>
        <p:nvSpPr>
          <p:cNvPr id="89" name="Rectangle 88">
            <a:extLst>
              <a:ext uri="{FF2B5EF4-FFF2-40B4-BE49-F238E27FC236}">
                <a16:creationId xmlns:a16="http://schemas.microsoft.com/office/drawing/2014/main" id="{5E78A5B0-70C5-4C76-BCF5-34FEC630BA8F}"/>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0" name="Rectangle 89">
            <a:extLst>
              <a:ext uri="{FF2B5EF4-FFF2-40B4-BE49-F238E27FC236}">
                <a16:creationId xmlns:a16="http://schemas.microsoft.com/office/drawing/2014/main" id="{72906FB7-1823-4ADC-B570-E5F7C17B958B}"/>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4" name="Rectangle 93">
            <a:extLst>
              <a:ext uri="{FF2B5EF4-FFF2-40B4-BE49-F238E27FC236}">
                <a16:creationId xmlns:a16="http://schemas.microsoft.com/office/drawing/2014/main" id="{30B6F19B-7E96-427E-9E87-12BB1A037949}"/>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5" name="Rectangle 94">
            <a:extLst>
              <a:ext uri="{FF2B5EF4-FFF2-40B4-BE49-F238E27FC236}">
                <a16:creationId xmlns:a16="http://schemas.microsoft.com/office/drawing/2014/main" id="{DF31C6D3-C84D-4454-8636-D9A7A66B4373}"/>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6" name="Rectangle 95">
            <a:extLst>
              <a:ext uri="{FF2B5EF4-FFF2-40B4-BE49-F238E27FC236}">
                <a16:creationId xmlns:a16="http://schemas.microsoft.com/office/drawing/2014/main" id="{FD5FCEC2-3639-46D4-85C4-730331770CC0}"/>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graphicFrame>
        <p:nvGraphicFramePr>
          <p:cNvPr id="5" name="Table 10">
            <a:extLst>
              <a:ext uri="{FF2B5EF4-FFF2-40B4-BE49-F238E27FC236}">
                <a16:creationId xmlns:a16="http://schemas.microsoft.com/office/drawing/2014/main" id="{3389EA59-32E6-DEEC-8562-2CE537F7BCE7}"/>
              </a:ext>
            </a:extLst>
          </p:cNvPr>
          <p:cNvGraphicFramePr>
            <a:graphicFrameLocks noGrp="1"/>
          </p:cNvGraphicFramePr>
          <p:nvPr>
            <p:extLst>
              <p:ext uri="{D42A27DB-BD31-4B8C-83A1-F6EECF244321}">
                <p14:modId xmlns:p14="http://schemas.microsoft.com/office/powerpoint/2010/main" val="1055321448"/>
              </p:ext>
            </p:extLst>
          </p:nvPr>
        </p:nvGraphicFramePr>
        <p:xfrm>
          <a:off x="932737" y="142211"/>
          <a:ext cx="9248845"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87450">
                  <a:extLst>
                    <a:ext uri="{9D8B030D-6E8A-4147-A177-3AD203B41FA5}">
                      <a16:colId xmlns:a16="http://schemas.microsoft.com/office/drawing/2014/main" val="3480804512"/>
                    </a:ext>
                  </a:extLst>
                </a:gridCol>
                <a:gridCol w="1060450">
                  <a:extLst>
                    <a:ext uri="{9D8B030D-6E8A-4147-A177-3AD203B41FA5}">
                      <a16:colId xmlns:a16="http://schemas.microsoft.com/office/drawing/2014/main" val="1508802548"/>
                    </a:ext>
                  </a:extLst>
                </a:gridCol>
                <a:gridCol w="946150">
                  <a:extLst>
                    <a:ext uri="{9D8B030D-6E8A-4147-A177-3AD203B41FA5}">
                      <a16:colId xmlns:a16="http://schemas.microsoft.com/office/drawing/2014/main" val="1380669789"/>
                    </a:ext>
                  </a:extLst>
                </a:gridCol>
                <a:gridCol w="768350">
                  <a:extLst>
                    <a:ext uri="{9D8B030D-6E8A-4147-A177-3AD203B41FA5}">
                      <a16:colId xmlns:a16="http://schemas.microsoft.com/office/drawing/2014/main" val="3717172380"/>
                    </a:ext>
                  </a:extLst>
                </a:gridCol>
                <a:gridCol w="693738">
                  <a:extLst>
                    <a:ext uri="{9D8B030D-6E8A-4147-A177-3AD203B41FA5}">
                      <a16:colId xmlns:a16="http://schemas.microsoft.com/office/drawing/2014/main" val="2348796435"/>
                    </a:ext>
                  </a:extLst>
                </a:gridCol>
                <a:gridCol w="952500">
                  <a:extLst>
                    <a:ext uri="{9D8B030D-6E8A-4147-A177-3AD203B41FA5}">
                      <a16:colId xmlns:a16="http://schemas.microsoft.com/office/drawing/2014/main" val="3209140028"/>
                    </a:ext>
                  </a:extLst>
                </a:gridCol>
                <a:gridCol w="935831">
                  <a:extLst>
                    <a:ext uri="{9D8B030D-6E8A-4147-A177-3AD203B41FA5}">
                      <a16:colId xmlns:a16="http://schemas.microsoft.com/office/drawing/2014/main" val="2651425576"/>
                    </a:ext>
                  </a:extLst>
                </a:gridCol>
                <a:gridCol w="631673">
                  <a:extLst>
                    <a:ext uri="{9D8B030D-6E8A-4147-A177-3AD203B41FA5}">
                      <a16:colId xmlns:a16="http://schemas.microsoft.com/office/drawing/2014/main" val="3903366463"/>
                    </a:ext>
                  </a:extLst>
                </a:gridCol>
                <a:gridCol w="817865">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1" i="0" u="none" strike="noStrike" kern="1200" cap="none" spc="0" normalizeH="0" baseline="0" noProof="0">
                          <a:ln>
                            <a:noFill/>
                          </a:ln>
                          <a:solidFill>
                            <a:srgbClr val="00338D"/>
                          </a:solidFill>
                          <a:effectLst/>
                          <a:uLnTx/>
                          <a:uFillTx/>
                          <a:latin typeface="+mn-lt"/>
                          <a:ea typeface="+mn-ea"/>
                          <a:cs typeface="+mn-cs"/>
                        </a:rPr>
                        <a:t>Historical trading</a:t>
                      </a:r>
                      <a:endParaRPr kumimoji="0" lang="en-US" sz="1000" b="1" i="0" u="none" strike="noStrike" kern="1200" cap="none" spc="0" normalizeH="0" baseline="0">
                        <a:ln>
                          <a:noFill/>
                        </a:ln>
                        <a:solidFill>
                          <a:srgbClr val="00338D"/>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21" name="Rectangle 20">
            <a:hlinkClick r:id="rId6" action="ppaction://hlinksldjump"/>
            <a:extLst>
              <a:ext uri="{FF2B5EF4-FFF2-40B4-BE49-F238E27FC236}">
                <a16:creationId xmlns:a16="http://schemas.microsoft.com/office/drawing/2014/main" id="{5054DF28-D531-BFB8-074F-FF54E08323A4}"/>
              </a:ext>
            </a:extLst>
          </p:cNvPr>
          <p:cNvSpPr/>
          <p:nvPr/>
        </p:nvSpPr>
        <p:spPr>
          <a:xfrm>
            <a:off x="938704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2" name="Rectangle 21">
            <a:hlinkClick r:id="rId7" action="ppaction://hlinksldjump"/>
            <a:extLst>
              <a:ext uri="{FF2B5EF4-FFF2-40B4-BE49-F238E27FC236}">
                <a16:creationId xmlns:a16="http://schemas.microsoft.com/office/drawing/2014/main" id="{8A37BC37-0459-2CA8-AC90-FC9340CFD817}"/>
              </a:ext>
            </a:extLst>
          </p:cNvPr>
          <p:cNvSpPr/>
          <p:nvPr/>
        </p:nvSpPr>
        <p:spPr>
          <a:xfrm>
            <a:off x="2205685" y="140055"/>
            <a:ext cx="115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3" name="Rectangle 22">
            <a:hlinkClick r:id="rId8" action="ppaction://hlinksldjump"/>
            <a:extLst>
              <a:ext uri="{FF2B5EF4-FFF2-40B4-BE49-F238E27FC236}">
                <a16:creationId xmlns:a16="http://schemas.microsoft.com/office/drawing/2014/main" id="{0F74E64E-E54B-2942-7F10-29D6E89BD706}"/>
              </a:ext>
            </a:extLst>
          </p:cNvPr>
          <p:cNvSpPr/>
          <p:nvPr/>
        </p:nvSpPr>
        <p:spPr>
          <a:xfrm>
            <a:off x="446345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4" name="Rectangle 23">
            <a:hlinkClick r:id="" action="ppaction://noaction"/>
            <a:extLst>
              <a:ext uri="{FF2B5EF4-FFF2-40B4-BE49-F238E27FC236}">
                <a16:creationId xmlns:a16="http://schemas.microsoft.com/office/drawing/2014/main" id="{9BD212EE-459D-0473-5ABD-D2A11AD9C20E}"/>
              </a:ext>
            </a:extLst>
          </p:cNvPr>
          <p:cNvSpPr/>
          <p:nvPr/>
        </p:nvSpPr>
        <p:spPr>
          <a:xfrm>
            <a:off x="781335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7" name="Rectangle 26">
            <a:hlinkClick r:id="rId9" action="ppaction://hlinksldjump"/>
            <a:extLst>
              <a:ext uri="{FF2B5EF4-FFF2-40B4-BE49-F238E27FC236}">
                <a16:creationId xmlns:a16="http://schemas.microsoft.com/office/drawing/2014/main" id="{6B888702-6B4D-7A2D-CE66-EDA7B601D4E9}"/>
              </a:ext>
            </a:extLst>
          </p:cNvPr>
          <p:cNvSpPr/>
          <p:nvPr/>
        </p:nvSpPr>
        <p:spPr>
          <a:xfrm>
            <a:off x="540415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8" name="Rectangle 27">
            <a:hlinkClick r:id="rId10" action="ppaction://hlinksldjump"/>
            <a:extLst>
              <a:ext uri="{FF2B5EF4-FFF2-40B4-BE49-F238E27FC236}">
                <a16:creationId xmlns:a16="http://schemas.microsoft.com/office/drawing/2014/main" id="{7145754D-FC72-6817-1FD6-14CCC42BA6F5}"/>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29" name="Rectangle 28">
            <a:hlinkClick r:id="rId11" action="ppaction://hlinksldjump"/>
            <a:extLst>
              <a:ext uri="{FF2B5EF4-FFF2-40B4-BE49-F238E27FC236}">
                <a16:creationId xmlns:a16="http://schemas.microsoft.com/office/drawing/2014/main" id="{DDD6B9D0-DD64-11B3-00F5-CA640F97571B}"/>
              </a:ext>
            </a:extLst>
          </p:cNvPr>
          <p:cNvSpPr/>
          <p:nvPr/>
        </p:nvSpPr>
        <p:spPr>
          <a:xfrm>
            <a:off x="3401161" y="140055"/>
            <a:ext cx="100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3" name="Rectangle 32">
            <a:hlinkClick r:id="rId12" action="ppaction://hlinksldjump"/>
            <a:extLst>
              <a:ext uri="{FF2B5EF4-FFF2-40B4-BE49-F238E27FC236}">
                <a16:creationId xmlns:a16="http://schemas.microsoft.com/office/drawing/2014/main" id="{D93E10A8-7815-59F8-166C-09D9AA6EBAEE}"/>
              </a:ext>
            </a:extLst>
          </p:cNvPr>
          <p:cNvSpPr/>
          <p:nvPr/>
        </p:nvSpPr>
        <p:spPr>
          <a:xfrm>
            <a:off x="617245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4" name="Rectangle 33">
            <a:hlinkClick r:id="" action="ppaction://noaction"/>
            <a:extLst>
              <a:ext uri="{FF2B5EF4-FFF2-40B4-BE49-F238E27FC236}">
                <a16:creationId xmlns:a16="http://schemas.microsoft.com/office/drawing/2014/main" id="{5914F347-1B23-8D89-8FCB-6CB3E3868ADC}"/>
              </a:ext>
            </a:extLst>
          </p:cNvPr>
          <p:cNvSpPr/>
          <p:nvPr/>
        </p:nvSpPr>
        <p:spPr>
          <a:xfrm>
            <a:off x="68664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5" name="Rectangle 34">
            <a:hlinkClick r:id="rId13" action="ppaction://hlinksldjump"/>
            <a:extLst>
              <a:ext uri="{FF2B5EF4-FFF2-40B4-BE49-F238E27FC236}">
                <a16:creationId xmlns:a16="http://schemas.microsoft.com/office/drawing/2014/main" id="{51605206-C6C5-3D9E-E858-417DF31FF36D}"/>
              </a:ext>
            </a:extLst>
          </p:cNvPr>
          <p:cNvSpPr/>
          <p:nvPr/>
        </p:nvSpPr>
        <p:spPr>
          <a:xfrm>
            <a:off x="8753938"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3" name="Text Placeholder 12">
            <a:extLst>
              <a:ext uri="{FF2B5EF4-FFF2-40B4-BE49-F238E27FC236}">
                <a16:creationId xmlns:a16="http://schemas.microsoft.com/office/drawing/2014/main" id="{147DB770-0BBC-E246-8AA7-3A2F5367D88B}"/>
              </a:ext>
            </a:extLst>
          </p:cNvPr>
          <p:cNvSpPr txBox="1">
            <a:spLocks/>
          </p:cNvSpPr>
          <p:nvPr/>
        </p:nvSpPr>
        <p:spPr>
          <a:xfrm>
            <a:off x="995121" y="5907053"/>
            <a:ext cx="3600000" cy="210314"/>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a:t>
            </a:r>
          </a:p>
          <a:p>
            <a:pPr defTabSz="444500" rtl="0">
              <a:spcAft>
                <a:spcPts val="200"/>
              </a:spcAft>
            </a:pPr>
            <a:r>
              <a:rPr lang="en-US" sz="600" b="0">
                <a:solidFill>
                  <a:schemeClr val="tx2"/>
                </a:solidFill>
                <a:latin typeface="Arial" panose="020B0604020202020204" pitchFamily="34" charset="0"/>
              </a:rPr>
              <a:t>Source: 	[…].</a:t>
            </a:r>
          </a:p>
        </p:txBody>
      </p:sp>
      <p:sp>
        <p:nvSpPr>
          <p:cNvPr id="6" name="Text Placeholder 7">
            <a:extLst>
              <a:ext uri="{FF2B5EF4-FFF2-40B4-BE49-F238E27FC236}">
                <a16:creationId xmlns:a16="http://schemas.microsoft.com/office/drawing/2014/main" id="{647AEACA-C8B6-45B6-6414-C910017E315A}"/>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7" name="Text Placeholder 12">
            <a:extLst>
              <a:ext uri="{FF2B5EF4-FFF2-40B4-BE49-F238E27FC236}">
                <a16:creationId xmlns:a16="http://schemas.microsoft.com/office/drawing/2014/main" id="{FF0D9CEF-A55A-A5E0-E896-31D335B997BE}"/>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8" name="Rounded Rectangle 7">
            <a:extLst>
              <a:ext uri="{FF2B5EF4-FFF2-40B4-BE49-F238E27FC236}">
                <a16:creationId xmlns:a16="http://schemas.microsoft.com/office/drawing/2014/main" id="{A4B74336-783A-3E88-48F8-9891DAEC06BF}"/>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1" name="Rectangle 10">
            <a:extLst>
              <a:ext uri="{FF2B5EF4-FFF2-40B4-BE49-F238E27FC236}">
                <a16:creationId xmlns:a16="http://schemas.microsoft.com/office/drawing/2014/main" id="{6BBFABAF-F10D-833B-11FC-38B41F4D3307}"/>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2" name="Straight Arrow Connector 11">
            <a:extLst>
              <a:ext uri="{FF2B5EF4-FFF2-40B4-BE49-F238E27FC236}">
                <a16:creationId xmlns:a16="http://schemas.microsoft.com/office/drawing/2014/main" id="{E4DF45A2-3914-6D29-B410-1ECEC5959993}"/>
              </a:ext>
            </a:extLst>
          </p:cNvPr>
          <p:cNvCxnSpPr>
            <a:cxnSpLocks/>
            <a:stCxn id="11" idx="2"/>
            <a:endCxn id="8"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B5D72037-00C1-B179-4CB0-1902176F4A01}"/>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2" name="Rectangle 1">
            <a:extLst>
              <a:ext uri="{FF2B5EF4-FFF2-40B4-BE49-F238E27FC236}">
                <a16:creationId xmlns:a16="http://schemas.microsoft.com/office/drawing/2014/main" id="{0110D164-1130-6FBF-FF72-E9ED1A94CE15}"/>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4" name="Rectangle 3">
            <a:extLst>
              <a:ext uri="{FF2B5EF4-FFF2-40B4-BE49-F238E27FC236}">
                <a16:creationId xmlns:a16="http://schemas.microsoft.com/office/drawing/2014/main" id="{9C2A0DA3-18EE-93FB-3B46-FCD973C1E0CE}"/>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4" name="Rectangle 13">
            <a:extLst>
              <a:ext uri="{FF2B5EF4-FFF2-40B4-BE49-F238E27FC236}">
                <a16:creationId xmlns:a16="http://schemas.microsoft.com/office/drawing/2014/main" id="{626CF161-9283-0238-60D7-817A0765169E}"/>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9" name="Rectangle 18">
            <a:extLst>
              <a:ext uri="{FF2B5EF4-FFF2-40B4-BE49-F238E27FC236}">
                <a16:creationId xmlns:a16="http://schemas.microsoft.com/office/drawing/2014/main" id="{A7D71EBE-6642-719A-1EBC-4DFC17D94799}"/>
              </a:ext>
            </a:extLst>
          </p:cNvPr>
          <p:cNvSpPr/>
          <p:nvPr/>
        </p:nvSpPr>
        <p:spPr>
          <a:xfrm>
            <a:off x="10598330" y="6277289"/>
            <a:ext cx="1550957" cy="554584"/>
          </a:xfrm>
          <a:prstGeom prst="rect">
            <a:avLst/>
          </a:prstGeom>
          <a:solidFill>
            <a:schemeClr val="accent6"/>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800" b="1">
                <a:solidFill>
                  <a:schemeClr val="bg1"/>
                </a:solidFill>
              </a:rPr>
              <a:t>UPDATES:</a:t>
            </a:r>
            <a:r>
              <a:rPr lang="en-US" sz="800">
                <a:solidFill>
                  <a:schemeClr val="bg1"/>
                </a:solidFill>
              </a:rPr>
              <a:t> headers and text boxes aligned with Diligence+ gridlines</a:t>
            </a:r>
          </a:p>
        </p:txBody>
      </p:sp>
    </p:spTree>
    <p:extLst>
      <p:ext uri="{BB962C8B-B14F-4D97-AF65-F5344CB8AC3E}">
        <p14:creationId xmlns:p14="http://schemas.microsoft.com/office/powerpoint/2010/main" val="2055155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47E7CBDE-86DF-4A6F-AF64-81A8C766429C}"/>
              </a:ext>
            </a:extLst>
          </p:cNvPr>
          <p:cNvGraphicFramePr>
            <a:graphicFrameLocks noChangeAspect="1"/>
          </p:cNvGraphicFramePr>
          <p:nvPr>
            <p:custDataLst>
              <p:tags r:id="rId1"/>
            </p:custDataLst>
            <p:extLst>
              <p:ext uri="{D42A27DB-BD31-4B8C-83A1-F6EECF244321}">
                <p14:modId xmlns:p14="http://schemas.microsoft.com/office/powerpoint/2010/main" val="2133390877"/>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15" name="Object 14" hidden="1">
                        <a:extLst>
                          <a:ext uri="{FF2B5EF4-FFF2-40B4-BE49-F238E27FC236}">
                            <a16:creationId xmlns:a16="http://schemas.microsoft.com/office/drawing/2014/main" id="{47E7CBDE-86DF-4A6F-AF64-81A8C766429C}"/>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14" name="Text Placeholder 13">
            <a:extLst>
              <a:ext uri="{FF2B5EF4-FFF2-40B4-BE49-F238E27FC236}">
                <a16:creationId xmlns:a16="http://schemas.microsoft.com/office/drawing/2014/main" id="{B6551663-7652-C889-D944-0D7D97587445}"/>
              </a:ext>
            </a:extLst>
          </p:cNvPr>
          <p:cNvSpPr>
            <a:spLocks noGrp="1"/>
          </p:cNvSpPr>
          <p:nvPr>
            <p:ph type="body" sz="quarter" idx="10"/>
          </p:nvPr>
        </p:nvSpPr>
        <p:spPr/>
        <p:txBody>
          <a:bodyPr/>
          <a:lstStyle/>
          <a:p>
            <a:endParaRPr lang="fi-FI"/>
          </a:p>
        </p:txBody>
      </p:sp>
      <p:sp>
        <p:nvSpPr>
          <p:cNvPr id="9" name="Title 8">
            <a:extLst>
              <a:ext uri="{FF2B5EF4-FFF2-40B4-BE49-F238E27FC236}">
                <a16:creationId xmlns:a16="http://schemas.microsoft.com/office/drawing/2014/main" id="{47BAC35B-23EE-4DBF-807E-03EE7CBD8842}"/>
              </a:ext>
            </a:extLst>
          </p:cNvPr>
          <p:cNvSpPr>
            <a:spLocks noGrp="1"/>
          </p:cNvSpPr>
          <p:nvPr>
            <p:ph type="title"/>
          </p:nvPr>
        </p:nvSpPr>
        <p:spPr/>
        <p:txBody>
          <a:bodyPr vert="horz"/>
          <a:lstStyle/>
          <a:p>
            <a:r>
              <a:rPr lang="en-US"/>
              <a:t>Business drivers — Customer concentration</a:t>
            </a:r>
          </a:p>
        </p:txBody>
      </p:sp>
      <p:sp>
        <p:nvSpPr>
          <p:cNvPr id="11" name="Text Placeholder 10">
            <a:extLst>
              <a:ext uri="{FF2B5EF4-FFF2-40B4-BE49-F238E27FC236}">
                <a16:creationId xmlns:a16="http://schemas.microsoft.com/office/drawing/2014/main" id="{7EF62C6F-44AB-4987-812E-BDB78445BA45}"/>
              </a:ext>
            </a:extLst>
          </p:cNvPr>
          <p:cNvSpPr>
            <a:spLocks noGrp="1"/>
          </p:cNvSpPr>
          <p:nvPr>
            <p:ph type="body" sz="quarter" idx="26"/>
          </p:nvPr>
        </p:nvSpPr>
        <p:spPr/>
        <p:txBody>
          <a:bodyPr/>
          <a:lstStyle/>
          <a:p>
            <a:pPr lvl="1" defTabSz="914377">
              <a:defRPr/>
            </a:pPr>
            <a:r>
              <a:rPr lang="en-US" sz="1000">
                <a:solidFill>
                  <a:srgbClr val="000000"/>
                </a:solidFill>
                <a:latin typeface="Arial"/>
              </a:rPr>
              <a:t>Second level</a:t>
            </a:r>
          </a:p>
          <a:p>
            <a:pPr marL="180970" lvl="2" indent="-180970" defTabSz="914377">
              <a:defRPr/>
            </a:pPr>
            <a:r>
              <a:rPr lang="en-US" sz="1000">
                <a:solidFill>
                  <a:srgbClr val="000000"/>
                </a:solidFill>
                <a:latin typeface="Arial"/>
              </a:rPr>
              <a:t>Third level</a:t>
            </a:r>
          </a:p>
          <a:p>
            <a:pPr marL="361942" lvl="3" indent="-180970" defTabSz="914377">
              <a:defRPr/>
            </a:pPr>
            <a:r>
              <a:rPr lang="en-US" sz="1000">
                <a:solidFill>
                  <a:srgbClr val="000000"/>
                </a:solidFill>
                <a:latin typeface="Arial"/>
              </a:rPr>
              <a:t>Fourth level</a:t>
            </a:r>
          </a:p>
          <a:p>
            <a:pPr marL="542912" lvl="4" indent="-180970" defTabSz="914377">
              <a:defRPr/>
            </a:pPr>
            <a:r>
              <a:rPr lang="en-US" sz="1000">
                <a:solidFill>
                  <a:srgbClr val="000000"/>
                </a:solidFill>
                <a:latin typeface="Arial"/>
              </a:rPr>
              <a:t>Fifth level</a:t>
            </a:r>
            <a:endParaRPr lang="en-US"/>
          </a:p>
        </p:txBody>
      </p:sp>
      <p:sp>
        <p:nvSpPr>
          <p:cNvPr id="16" name="Text Placeholder 15">
            <a:extLst>
              <a:ext uri="{FF2B5EF4-FFF2-40B4-BE49-F238E27FC236}">
                <a16:creationId xmlns:a16="http://schemas.microsoft.com/office/drawing/2014/main" id="{620A823A-71DE-FB00-E143-9E5564FEB992}"/>
              </a:ext>
            </a:extLst>
          </p:cNvPr>
          <p:cNvSpPr>
            <a:spLocks noGrp="1"/>
          </p:cNvSpPr>
          <p:nvPr>
            <p:ph type="body" sz="quarter" idx="11"/>
          </p:nvPr>
        </p:nvSpPr>
        <p:spPr/>
        <p:txBody>
          <a:bodyPr/>
          <a:lstStyle/>
          <a:p>
            <a:endParaRPr lang="fi-FI"/>
          </a:p>
        </p:txBody>
      </p:sp>
      <p:sp>
        <p:nvSpPr>
          <p:cNvPr id="17" name="Table Placeholder 16">
            <a:extLst>
              <a:ext uri="{FF2B5EF4-FFF2-40B4-BE49-F238E27FC236}">
                <a16:creationId xmlns:a16="http://schemas.microsoft.com/office/drawing/2014/main" id="{26B45255-5783-5DB5-A23B-8998576F9FB6}"/>
              </a:ext>
            </a:extLst>
          </p:cNvPr>
          <p:cNvSpPr>
            <a:spLocks noGrp="1"/>
          </p:cNvSpPr>
          <p:nvPr>
            <p:ph type="tbl" sz="quarter" idx="13"/>
          </p:nvPr>
        </p:nvSpPr>
        <p:spPr/>
        <p:txBody>
          <a:bodyPr/>
          <a:lstStyle/>
          <a:p>
            <a:endParaRPr lang="fi-FI"/>
          </a:p>
        </p:txBody>
      </p:sp>
      <p:sp>
        <p:nvSpPr>
          <p:cNvPr id="89" name="Rectangle 88">
            <a:extLst>
              <a:ext uri="{FF2B5EF4-FFF2-40B4-BE49-F238E27FC236}">
                <a16:creationId xmlns:a16="http://schemas.microsoft.com/office/drawing/2014/main" id="{756669E9-3E48-4762-8273-8EF971F6F1CA}"/>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0" name="Rectangle 89">
            <a:extLst>
              <a:ext uri="{FF2B5EF4-FFF2-40B4-BE49-F238E27FC236}">
                <a16:creationId xmlns:a16="http://schemas.microsoft.com/office/drawing/2014/main" id="{7D7F174F-CC58-4E3F-B673-535EECFA3BD8}"/>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4" name="Rectangle 93">
            <a:extLst>
              <a:ext uri="{FF2B5EF4-FFF2-40B4-BE49-F238E27FC236}">
                <a16:creationId xmlns:a16="http://schemas.microsoft.com/office/drawing/2014/main" id="{05B02054-2C2E-4603-94CA-F96E15B49AE4}"/>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5" name="Rectangle 94">
            <a:extLst>
              <a:ext uri="{FF2B5EF4-FFF2-40B4-BE49-F238E27FC236}">
                <a16:creationId xmlns:a16="http://schemas.microsoft.com/office/drawing/2014/main" id="{BC342EE3-4DCA-45AA-9C58-6784B6F58FB6}"/>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6" name="Rectangle 95">
            <a:extLst>
              <a:ext uri="{FF2B5EF4-FFF2-40B4-BE49-F238E27FC236}">
                <a16:creationId xmlns:a16="http://schemas.microsoft.com/office/drawing/2014/main" id="{0066B0B2-58FF-49A9-83D5-92AC1B90B0D8}"/>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graphicFrame>
        <p:nvGraphicFramePr>
          <p:cNvPr id="5" name="Table 10">
            <a:extLst>
              <a:ext uri="{FF2B5EF4-FFF2-40B4-BE49-F238E27FC236}">
                <a16:creationId xmlns:a16="http://schemas.microsoft.com/office/drawing/2014/main" id="{EF43D418-80B9-313A-AD59-A078F921489E}"/>
              </a:ext>
            </a:extLst>
          </p:cNvPr>
          <p:cNvGraphicFramePr>
            <a:graphicFrameLocks noGrp="1"/>
          </p:cNvGraphicFramePr>
          <p:nvPr>
            <p:extLst>
              <p:ext uri="{D42A27DB-BD31-4B8C-83A1-F6EECF244321}">
                <p14:modId xmlns:p14="http://schemas.microsoft.com/office/powerpoint/2010/main" val="1942242779"/>
              </p:ext>
            </p:extLst>
          </p:nvPr>
        </p:nvGraphicFramePr>
        <p:xfrm>
          <a:off x="932737" y="142211"/>
          <a:ext cx="9248845"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87450">
                  <a:extLst>
                    <a:ext uri="{9D8B030D-6E8A-4147-A177-3AD203B41FA5}">
                      <a16:colId xmlns:a16="http://schemas.microsoft.com/office/drawing/2014/main" val="3480804512"/>
                    </a:ext>
                  </a:extLst>
                </a:gridCol>
                <a:gridCol w="1060450">
                  <a:extLst>
                    <a:ext uri="{9D8B030D-6E8A-4147-A177-3AD203B41FA5}">
                      <a16:colId xmlns:a16="http://schemas.microsoft.com/office/drawing/2014/main" val="1508802548"/>
                    </a:ext>
                  </a:extLst>
                </a:gridCol>
                <a:gridCol w="946150">
                  <a:extLst>
                    <a:ext uri="{9D8B030D-6E8A-4147-A177-3AD203B41FA5}">
                      <a16:colId xmlns:a16="http://schemas.microsoft.com/office/drawing/2014/main" val="1380669789"/>
                    </a:ext>
                  </a:extLst>
                </a:gridCol>
                <a:gridCol w="768350">
                  <a:extLst>
                    <a:ext uri="{9D8B030D-6E8A-4147-A177-3AD203B41FA5}">
                      <a16:colId xmlns:a16="http://schemas.microsoft.com/office/drawing/2014/main" val="3717172380"/>
                    </a:ext>
                  </a:extLst>
                </a:gridCol>
                <a:gridCol w="693738">
                  <a:extLst>
                    <a:ext uri="{9D8B030D-6E8A-4147-A177-3AD203B41FA5}">
                      <a16:colId xmlns:a16="http://schemas.microsoft.com/office/drawing/2014/main" val="2348796435"/>
                    </a:ext>
                  </a:extLst>
                </a:gridCol>
                <a:gridCol w="952500">
                  <a:extLst>
                    <a:ext uri="{9D8B030D-6E8A-4147-A177-3AD203B41FA5}">
                      <a16:colId xmlns:a16="http://schemas.microsoft.com/office/drawing/2014/main" val="3209140028"/>
                    </a:ext>
                  </a:extLst>
                </a:gridCol>
                <a:gridCol w="935831">
                  <a:extLst>
                    <a:ext uri="{9D8B030D-6E8A-4147-A177-3AD203B41FA5}">
                      <a16:colId xmlns:a16="http://schemas.microsoft.com/office/drawing/2014/main" val="2651425576"/>
                    </a:ext>
                  </a:extLst>
                </a:gridCol>
                <a:gridCol w="631673">
                  <a:extLst>
                    <a:ext uri="{9D8B030D-6E8A-4147-A177-3AD203B41FA5}">
                      <a16:colId xmlns:a16="http://schemas.microsoft.com/office/drawing/2014/main" val="3903366463"/>
                    </a:ext>
                  </a:extLst>
                </a:gridCol>
                <a:gridCol w="817865">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1" i="0" u="none" strike="noStrike" kern="1200" cap="none" spc="0" normalizeH="0" baseline="0" noProof="0">
                          <a:ln>
                            <a:noFill/>
                          </a:ln>
                          <a:solidFill>
                            <a:srgbClr val="00338D"/>
                          </a:solidFill>
                          <a:effectLst/>
                          <a:uLnTx/>
                          <a:uFillTx/>
                          <a:latin typeface="+mn-lt"/>
                          <a:ea typeface="+mn-ea"/>
                          <a:cs typeface="+mn-cs"/>
                        </a:rPr>
                        <a:t>Historical trading</a:t>
                      </a:r>
                      <a:endParaRPr kumimoji="0" lang="en-US" sz="1000" b="1" i="0" u="none" strike="noStrike" kern="1200" cap="none" spc="0" normalizeH="0" baseline="0">
                        <a:ln>
                          <a:noFill/>
                        </a:ln>
                        <a:solidFill>
                          <a:srgbClr val="00338D"/>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21" name="Rectangle 20">
            <a:hlinkClick r:id="rId6" action="ppaction://hlinksldjump"/>
            <a:extLst>
              <a:ext uri="{FF2B5EF4-FFF2-40B4-BE49-F238E27FC236}">
                <a16:creationId xmlns:a16="http://schemas.microsoft.com/office/drawing/2014/main" id="{CA6391BB-E56A-BC04-2DE6-579375295FAA}"/>
              </a:ext>
            </a:extLst>
          </p:cNvPr>
          <p:cNvSpPr/>
          <p:nvPr/>
        </p:nvSpPr>
        <p:spPr>
          <a:xfrm>
            <a:off x="938704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2" name="Rectangle 21">
            <a:hlinkClick r:id="rId7" action="ppaction://hlinksldjump"/>
            <a:extLst>
              <a:ext uri="{FF2B5EF4-FFF2-40B4-BE49-F238E27FC236}">
                <a16:creationId xmlns:a16="http://schemas.microsoft.com/office/drawing/2014/main" id="{B885DF5E-BD3D-E62D-7793-EAFC5A9161DC}"/>
              </a:ext>
            </a:extLst>
          </p:cNvPr>
          <p:cNvSpPr/>
          <p:nvPr/>
        </p:nvSpPr>
        <p:spPr>
          <a:xfrm>
            <a:off x="2205685" y="140055"/>
            <a:ext cx="115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3" name="Rectangle 22">
            <a:hlinkClick r:id="rId8" action="ppaction://hlinksldjump"/>
            <a:extLst>
              <a:ext uri="{FF2B5EF4-FFF2-40B4-BE49-F238E27FC236}">
                <a16:creationId xmlns:a16="http://schemas.microsoft.com/office/drawing/2014/main" id="{3C48382B-8C9A-DC85-AE72-927C2CE6B129}"/>
              </a:ext>
            </a:extLst>
          </p:cNvPr>
          <p:cNvSpPr/>
          <p:nvPr/>
        </p:nvSpPr>
        <p:spPr>
          <a:xfrm>
            <a:off x="446345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4" name="Rectangle 23">
            <a:hlinkClick r:id="" action="ppaction://noaction"/>
            <a:extLst>
              <a:ext uri="{FF2B5EF4-FFF2-40B4-BE49-F238E27FC236}">
                <a16:creationId xmlns:a16="http://schemas.microsoft.com/office/drawing/2014/main" id="{6F4B98B7-3867-03D8-A249-F8EE54C5A5B3}"/>
              </a:ext>
            </a:extLst>
          </p:cNvPr>
          <p:cNvSpPr/>
          <p:nvPr/>
        </p:nvSpPr>
        <p:spPr>
          <a:xfrm>
            <a:off x="781335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0" name="Rectangle 29">
            <a:hlinkClick r:id="rId9" action="ppaction://hlinksldjump"/>
            <a:extLst>
              <a:ext uri="{FF2B5EF4-FFF2-40B4-BE49-F238E27FC236}">
                <a16:creationId xmlns:a16="http://schemas.microsoft.com/office/drawing/2014/main" id="{0ECB709E-5E5B-B587-35CA-AF294CE1832A}"/>
              </a:ext>
            </a:extLst>
          </p:cNvPr>
          <p:cNvSpPr/>
          <p:nvPr/>
        </p:nvSpPr>
        <p:spPr>
          <a:xfrm>
            <a:off x="540415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1" name="Rectangle 30">
            <a:hlinkClick r:id="rId10" action="ppaction://hlinksldjump"/>
            <a:extLst>
              <a:ext uri="{FF2B5EF4-FFF2-40B4-BE49-F238E27FC236}">
                <a16:creationId xmlns:a16="http://schemas.microsoft.com/office/drawing/2014/main" id="{01388FB2-39CD-4010-6D02-4D66B0B94689}"/>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32" name="Rectangle 31">
            <a:hlinkClick r:id="rId11" action="ppaction://hlinksldjump"/>
            <a:extLst>
              <a:ext uri="{FF2B5EF4-FFF2-40B4-BE49-F238E27FC236}">
                <a16:creationId xmlns:a16="http://schemas.microsoft.com/office/drawing/2014/main" id="{6E594E73-B9B0-5205-CD04-AAB25B6D9EBB}"/>
              </a:ext>
            </a:extLst>
          </p:cNvPr>
          <p:cNvSpPr/>
          <p:nvPr/>
        </p:nvSpPr>
        <p:spPr>
          <a:xfrm>
            <a:off x="3401161" y="140055"/>
            <a:ext cx="100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3" name="Rectangle 32">
            <a:hlinkClick r:id="rId12" action="ppaction://hlinksldjump"/>
            <a:extLst>
              <a:ext uri="{FF2B5EF4-FFF2-40B4-BE49-F238E27FC236}">
                <a16:creationId xmlns:a16="http://schemas.microsoft.com/office/drawing/2014/main" id="{36B17CD1-90C3-FFDC-555C-482109D59CF7}"/>
              </a:ext>
            </a:extLst>
          </p:cNvPr>
          <p:cNvSpPr/>
          <p:nvPr/>
        </p:nvSpPr>
        <p:spPr>
          <a:xfrm>
            <a:off x="617245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4" name="Rectangle 33">
            <a:hlinkClick r:id="" action="ppaction://noaction"/>
            <a:extLst>
              <a:ext uri="{FF2B5EF4-FFF2-40B4-BE49-F238E27FC236}">
                <a16:creationId xmlns:a16="http://schemas.microsoft.com/office/drawing/2014/main" id="{659E51E9-0E68-B3E0-2A88-890358D09115}"/>
              </a:ext>
            </a:extLst>
          </p:cNvPr>
          <p:cNvSpPr/>
          <p:nvPr/>
        </p:nvSpPr>
        <p:spPr>
          <a:xfrm>
            <a:off x="68664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5" name="Rectangle 34">
            <a:hlinkClick r:id="rId13" action="ppaction://hlinksldjump"/>
            <a:extLst>
              <a:ext uri="{FF2B5EF4-FFF2-40B4-BE49-F238E27FC236}">
                <a16:creationId xmlns:a16="http://schemas.microsoft.com/office/drawing/2014/main" id="{91D3AFB4-388C-62D0-2D2B-4B7E06BC304B}"/>
              </a:ext>
            </a:extLst>
          </p:cNvPr>
          <p:cNvSpPr/>
          <p:nvPr/>
        </p:nvSpPr>
        <p:spPr>
          <a:xfrm>
            <a:off x="8753938"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12" name="Text Placeholder 12">
            <a:extLst>
              <a:ext uri="{FF2B5EF4-FFF2-40B4-BE49-F238E27FC236}">
                <a16:creationId xmlns:a16="http://schemas.microsoft.com/office/drawing/2014/main" id="{7F66E3DF-AE72-85BA-A448-BBB145E00063}"/>
              </a:ext>
            </a:extLst>
          </p:cNvPr>
          <p:cNvSpPr txBox="1">
            <a:spLocks/>
          </p:cNvSpPr>
          <p:nvPr/>
        </p:nvSpPr>
        <p:spPr>
          <a:xfrm>
            <a:off x="995121" y="5907053"/>
            <a:ext cx="3600000" cy="210314"/>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a:t>
            </a:r>
          </a:p>
          <a:p>
            <a:pPr defTabSz="444500" rtl="0">
              <a:spcAft>
                <a:spcPts val="200"/>
              </a:spcAft>
            </a:pPr>
            <a:r>
              <a:rPr lang="en-US" sz="600" b="0">
                <a:solidFill>
                  <a:schemeClr val="tx2"/>
                </a:solidFill>
                <a:latin typeface="Arial" panose="020B0604020202020204" pitchFamily="34" charset="0"/>
              </a:rPr>
              <a:t>Source: 	[…].</a:t>
            </a:r>
          </a:p>
        </p:txBody>
      </p:sp>
      <p:sp>
        <p:nvSpPr>
          <p:cNvPr id="4" name="Text Placeholder 7">
            <a:extLst>
              <a:ext uri="{FF2B5EF4-FFF2-40B4-BE49-F238E27FC236}">
                <a16:creationId xmlns:a16="http://schemas.microsoft.com/office/drawing/2014/main" id="{C849832F-46A3-3820-B28A-7691947E46F2}"/>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8" name="Text Placeholder 12">
            <a:extLst>
              <a:ext uri="{FF2B5EF4-FFF2-40B4-BE49-F238E27FC236}">
                <a16:creationId xmlns:a16="http://schemas.microsoft.com/office/drawing/2014/main" id="{DBC4CF3F-7443-36DB-59D8-D40E26A30AF2}"/>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0" name="Rounded Rectangle 7">
            <a:extLst>
              <a:ext uri="{FF2B5EF4-FFF2-40B4-BE49-F238E27FC236}">
                <a16:creationId xmlns:a16="http://schemas.microsoft.com/office/drawing/2014/main" id="{639269C7-ED70-EBDF-0A98-3ADC19CC4AC3}"/>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8" name="Rectangle 17">
            <a:extLst>
              <a:ext uri="{FF2B5EF4-FFF2-40B4-BE49-F238E27FC236}">
                <a16:creationId xmlns:a16="http://schemas.microsoft.com/office/drawing/2014/main" id="{1F71D389-7330-9A05-20B0-673812251575}"/>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20" name="Straight Arrow Connector 19">
            <a:extLst>
              <a:ext uri="{FF2B5EF4-FFF2-40B4-BE49-F238E27FC236}">
                <a16:creationId xmlns:a16="http://schemas.microsoft.com/office/drawing/2014/main" id="{3F965573-6F12-F780-ADAF-F1A1B5FC94D7}"/>
              </a:ext>
            </a:extLst>
          </p:cNvPr>
          <p:cNvCxnSpPr>
            <a:cxnSpLocks/>
            <a:stCxn id="18" idx="2"/>
            <a:endCxn id="10"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46BDA906-415D-ECED-6A24-0D705F916D7A}"/>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2" name="Rectangle 1">
            <a:extLst>
              <a:ext uri="{FF2B5EF4-FFF2-40B4-BE49-F238E27FC236}">
                <a16:creationId xmlns:a16="http://schemas.microsoft.com/office/drawing/2014/main" id="{1EABC8E3-ADCF-6416-66C1-5394156F4B61}"/>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3" name="Rectangle 2">
            <a:extLst>
              <a:ext uri="{FF2B5EF4-FFF2-40B4-BE49-F238E27FC236}">
                <a16:creationId xmlns:a16="http://schemas.microsoft.com/office/drawing/2014/main" id="{F6FD855F-9A90-6F36-3BFB-79D97A6F40B4}"/>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6" name="Rectangle 5">
            <a:extLst>
              <a:ext uri="{FF2B5EF4-FFF2-40B4-BE49-F238E27FC236}">
                <a16:creationId xmlns:a16="http://schemas.microsoft.com/office/drawing/2014/main" id="{A34336AB-35DE-C0E3-4481-9D57A0FE256C}"/>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7" name="Rectangle 6">
            <a:extLst>
              <a:ext uri="{FF2B5EF4-FFF2-40B4-BE49-F238E27FC236}">
                <a16:creationId xmlns:a16="http://schemas.microsoft.com/office/drawing/2014/main" id="{07F5D00E-CFA2-1BB9-3D52-84F233723410}"/>
              </a:ext>
            </a:extLst>
          </p:cNvPr>
          <p:cNvSpPr/>
          <p:nvPr/>
        </p:nvSpPr>
        <p:spPr>
          <a:xfrm>
            <a:off x="10598330" y="6277289"/>
            <a:ext cx="1550957" cy="554584"/>
          </a:xfrm>
          <a:prstGeom prst="rect">
            <a:avLst/>
          </a:prstGeom>
          <a:solidFill>
            <a:schemeClr val="accent6"/>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800" b="1">
                <a:solidFill>
                  <a:schemeClr val="bg1"/>
                </a:solidFill>
              </a:rPr>
              <a:t>UPDATES:</a:t>
            </a:r>
            <a:r>
              <a:rPr lang="en-US" sz="800">
                <a:solidFill>
                  <a:schemeClr val="bg1"/>
                </a:solidFill>
              </a:rPr>
              <a:t> headers and text boxes aligned with Diligence+ gridlines</a:t>
            </a:r>
          </a:p>
        </p:txBody>
      </p:sp>
    </p:spTree>
    <p:extLst>
      <p:ext uri="{BB962C8B-B14F-4D97-AF65-F5344CB8AC3E}">
        <p14:creationId xmlns:p14="http://schemas.microsoft.com/office/powerpoint/2010/main" val="4139501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47E7CBDE-86DF-4A6F-AF64-81A8C766429C}"/>
              </a:ext>
            </a:extLst>
          </p:cNvPr>
          <p:cNvGraphicFramePr>
            <a:graphicFrameLocks noChangeAspect="1"/>
          </p:cNvGraphicFramePr>
          <p:nvPr>
            <p:custDataLst>
              <p:tags r:id="rId1"/>
            </p:custDataLst>
            <p:extLst>
              <p:ext uri="{D42A27DB-BD31-4B8C-83A1-F6EECF244321}">
                <p14:modId xmlns:p14="http://schemas.microsoft.com/office/powerpoint/2010/main" val="3508486924"/>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15" name="Object 14" hidden="1">
                        <a:extLst>
                          <a:ext uri="{FF2B5EF4-FFF2-40B4-BE49-F238E27FC236}">
                            <a16:creationId xmlns:a16="http://schemas.microsoft.com/office/drawing/2014/main" id="{47E7CBDE-86DF-4A6F-AF64-81A8C766429C}"/>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CB5374E0-60EA-C868-FD64-00A73CA9CEFC}"/>
              </a:ext>
            </a:extLst>
          </p:cNvPr>
          <p:cNvSpPr>
            <a:spLocks noGrp="1"/>
          </p:cNvSpPr>
          <p:nvPr>
            <p:ph type="body" sz="quarter" idx="10"/>
          </p:nvPr>
        </p:nvSpPr>
        <p:spPr/>
        <p:txBody>
          <a:bodyPr/>
          <a:lstStyle/>
          <a:p>
            <a:endParaRPr lang="fi-FI"/>
          </a:p>
        </p:txBody>
      </p:sp>
      <p:sp>
        <p:nvSpPr>
          <p:cNvPr id="9" name="Title 8">
            <a:extLst>
              <a:ext uri="{FF2B5EF4-FFF2-40B4-BE49-F238E27FC236}">
                <a16:creationId xmlns:a16="http://schemas.microsoft.com/office/drawing/2014/main" id="{47BAC35B-23EE-4DBF-807E-03EE7CBD8842}"/>
              </a:ext>
            </a:extLst>
          </p:cNvPr>
          <p:cNvSpPr>
            <a:spLocks noGrp="1"/>
          </p:cNvSpPr>
          <p:nvPr>
            <p:ph type="title"/>
          </p:nvPr>
        </p:nvSpPr>
        <p:spPr/>
        <p:txBody>
          <a:bodyPr vert="horz"/>
          <a:lstStyle/>
          <a:p>
            <a:r>
              <a:rPr lang="en-US"/>
              <a:t>Business drivers — Personnel</a:t>
            </a:r>
          </a:p>
        </p:txBody>
      </p:sp>
      <p:sp>
        <p:nvSpPr>
          <p:cNvPr id="11" name="Text Placeholder 10">
            <a:extLst>
              <a:ext uri="{FF2B5EF4-FFF2-40B4-BE49-F238E27FC236}">
                <a16:creationId xmlns:a16="http://schemas.microsoft.com/office/drawing/2014/main" id="{09C2E5B6-3D30-4FA7-A1CD-7E33D9E7762C}"/>
              </a:ext>
            </a:extLst>
          </p:cNvPr>
          <p:cNvSpPr>
            <a:spLocks noGrp="1"/>
          </p:cNvSpPr>
          <p:nvPr>
            <p:ph type="body" sz="quarter" idx="26"/>
          </p:nvPr>
        </p:nvSpPr>
        <p:spPr/>
        <p:txBody>
          <a:bodyPr/>
          <a:lstStyle/>
          <a:p>
            <a:pPr lvl="1" defTabSz="914377">
              <a:defRPr/>
            </a:pPr>
            <a:r>
              <a:rPr lang="en-US" sz="1000">
                <a:solidFill>
                  <a:srgbClr val="000000"/>
                </a:solidFill>
                <a:latin typeface="Arial"/>
              </a:rPr>
              <a:t>Second level</a:t>
            </a:r>
          </a:p>
          <a:p>
            <a:pPr marL="180970" lvl="2" indent="-180970" defTabSz="914377">
              <a:defRPr/>
            </a:pPr>
            <a:r>
              <a:rPr lang="en-US" sz="1000">
                <a:solidFill>
                  <a:srgbClr val="000000"/>
                </a:solidFill>
                <a:latin typeface="Arial"/>
              </a:rPr>
              <a:t>Third level</a:t>
            </a:r>
          </a:p>
          <a:p>
            <a:pPr marL="361942" lvl="3" indent="-180970" defTabSz="914377">
              <a:defRPr/>
            </a:pPr>
            <a:r>
              <a:rPr lang="en-US" sz="1000">
                <a:solidFill>
                  <a:srgbClr val="000000"/>
                </a:solidFill>
                <a:latin typeface="Arial"/>
              </a:rPr>
              <a:t>Fourth level</a:t>
            </a:r>
          </a:p>
          <a:p>
            <a:pPr marL="542912" lvl="4" indent="-180970" defTabSz="914377">
              <a:defRPr/>
            </a:pPr>
            <a:r>
              <a:rPr lang="en-US" sz="1000">
                <a:solidFill>
                  <a:srgbClr val="000000"/>
                </a:solidFill>
                <a:latin typeface="Arial"/>
              </a:rPr>
              <a:t>Fifth level</a:t>
            </a:r>
            <a:endParaRPr lang="en-US"/>
          </a:p>
        </p:txBody>
      </p:sp>
      <p:sp>
        <p:nvSpPr>
          <p:cNvPr id="7" name="Text Placeholder 6">
            <a:extLst>
              <a:ext uri="{FF2B5EF4-FFF2-40B4-BE49-F238E27FC236}">
                <a16:creationId xmlns:a16="http://schemas.microsoft.com/office/drawing/2014/main" id="{B1DFB516-A50B-E39E-7E41-66D6C66D4675}"/>
              </a:ext>
            </a:extLst>
          </p:cNvPr>
          <p:cNvSpPr>
            <a:spLocks noGrp="1"/>
          </p:cNvSpPr>
          <p:nvPr>
            <p:ph type="body" sz="quarter" idx="11"/>
          </p:nvPr>
        </p:nvSpPr>
        <p:spPr/>
        <p:txBody>
          <a:bodyPr/>
          <a:lstStyle/>
          <a:p>
            <a:endParaRPr lang="fi-FI"/>
          </a:p>
        </p:txBody>
      </p:sp>
      <p:sp>
        <p:nvSpPr>
          <p:cNvPr id="12" name="Table Placeholder 11">
            <a:extLst>
              <a:ext uri="{FF2B5EF4-FFF2-40B4-BE49-F238E27FC236}">
                <a16:creationId xmlns:a16="http://schemas.microsoft.com/office/drawing/2014/main" id="{166EE3A5-80AA-CA4E-699E-2230856A2581}"/>
              </a:ext>
            </a:extLst>
          </p:cNvPr>
          <p:cNvSpPr>
            <a:spLocks noGrp="1"/>
          </p:cNvSpPr>
          <p:nvPr>
            <p:ph type="tbl" sz="quarter" idx="13"/>
          </p:nvPr>
        </p:nvSpPr>
        <p:spPr/>
        <p:txBody>
          <a:bodyPr/>
          <a:lstStyle/>
          <a:p>
            <a:endParaRPr lang="fi-FI"/>
          </a:p>
        </p:txBody>
      </p:sp>
      <p:sp>
        <p:nvSpPr>
          <p:cNvPr id="85" name="Rectangle 84">
            <a:extLst>
              <a:ext uri="{FF2B5EF4-FFF2-40B4-BE49-F238E27FC236}">
                <a16:creationId xmlns:a16="http://schemas.microsoft.com/office/drawing/2014/main" id="{A879DCE6-99F5-48F3-A898-76393E32A113}"/>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86" name="Rectangle 85">
            <a:extLst>
              <a:ext uri="{FF2B5EF4-FFF2-40B4-BE49-F238E27FC236}">
                <a16:creationId xmlns:a16="http://schemas.microsoft.com/office/drawing/2014/main" id="{EC81F592-1463-4872-BCA0-2E97C551D118}"/>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0" name="Rectangle 89">
            <a:extLst>
              <a:ext uri="{FF2B5EF4-FFF2-40B4-BE49-F238E27FC236}">
                <a16:creationId xmlns:a16="http://schemas.microsoft.com/office/drawing/2014/main" id="{E8E0001E-EEF5-444F-B1BB-1CAAC1B11269}"/>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1" name="Rectangle 90">
            <a:extLst>
              <a:ext uri="{FF2B5EF4-FFF2-40B4-BE49-F238E27FC236}">
                <a16:creationId xmlns:a16="http://schemas.microsoft.com/office/drawing/2014/main" id="{39B55A80-0161-45D3-96B2-2497CD7B7A04}"/>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2" name="Rectangle 91">
            <a:extLst>
              <a:ext uri="{FF2B5EF4-FFF2-40B4-BE49-F238E27FC236}">
                <a16:creationId xmlns:a16="http://schemas.microsoft.com/office/drawing/2014/main" id="{DBE9E423-EDD9-40C5-9756-F468D8DE811F}"/>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graphicFrame>
        <p:nvGraphicFramePr>
          <p:cNvPr id="5" name="Table 10">
            <a:extLst>
              <a:ext uri="{FF2B5EF4-FFF2-40B4-BE49-F238E27FC236}">
                <a16:creationId xmlns:a16="http://schemas.microsoft.com/office/drawing/2014/main" id="{85A7F6F2-1F8F-D82C-73D2-98FDE9836099}"/>
              </a:ext>
            </a:extLst>
          </p:cNvPr>
          <p:cNvGraphicFramePr>
            <a:graphicFrameLocks noGrp="1"/>
          </p:cNvGraphicFramePr>
          <p:nvPr>
            <p:extLst>
              <p:ext uri="{D42A27DB-BD31-4B8C-83A1-F6EECF244321}">
                <p14:modId xmlns:p14="http://schemas.microsoft.com/office/powerpoint/2010/main" val="4264873366"/>
              </p:ext>
            </p:extLst>
          </p:nvPr>
        </p:nvGraphicFramePr>
        <p:xfrm>
          <a:off x="932737" y="142211"/>
          <a:ext cx="9248845"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87450">
                  <a:extLst>
                    <a:ext uri="{9D8B030D-6E8A-4147-A177-3AD203B41FA5}">
                      <a16:colId xmlns:a16="http://schemas.microsoft.com/office/drawing/2014/main" val="3480804512"/>
                    </a:ext>
                  </a:extLst>
                </a:gridCol>
                <a:gridCol w="1060450">
                  <a:extLst>
                    <a:ext uri="{9D8B030D-6E8A-4147-A177-3AD203B41FA5}">
                      <a16:colId xmlns:a16="http://schemas.microsoft.com/office/drawing/2014/main" val="1508802548"/>
                    </a:ext>
                  </a:extLst>
                </a:gridCol>
                <a:gridCol w="946150">
                  <a:extLst>
                    <a:ext uri="{9D8B030D-6E8A-4147-A177-3AD203B41FA5}">
                      <a16:colId xmlns:a16="http://schemas.microsoft.com/office/drawing/2014/main" val="1380669789"/>
                    </a:ext>
                  </a:extLst>
                </a:gridCol>
                <a:gridCol w="768350">
                  <a:extLst>
                    <a:ext uri="{9D8B030D-6E8A-4147-A177-3AD203B41FA5}">
                      <a16:colId xmlns:a16="http://schemas.microsoft.com/office/drawing/2014/main" val="3717172380"/>
                    </a:ext>
                  </a:extLst>
                </a:gridCol>
                <a:gridCol w="693738">
                  <a:extLst>
                    <a:ext uri="{9D8B030D-6E8A-4147-A177-3AD203B41FA5}">
                      <a16:colId xmlns:a16="http://schemas.microsoft.com/office/drawing/2014/main" val="2348796435"/>
                    </a:ext>
                  </a:extLst>
                </a:gridCol>
                <a:gridCol w="952500">
                  <a:extLst>
                    <a:ext uri="{9D8B030D-6E8A-4147-A177-3AD203B41FA5}">
                      <a16:colId xmlns:a16="http://schemas.microsoft.com/office/drawing/2014/main" val="3209140028"/>
                    </a:ext>
                  </a:extLst>
                </a:gridCol>
                <a:gridCol w="935831">
                  <a:extLst>
                    <a:ext uri="{9D8B030D-6E8A-4147-A177-3AD203B41FA5}">
                      <a16:colId xmlns:a16="http://schemas.microsoft.com/office/drawing/2014/main" val="2651425576"/>
                    </a:ext>
                  </a:extLst>
                </a:gridCol>
                <a:gridCol w="631673">
                  <a:extLst>
                    <a:ext uri="{9D8B030D-6E8A-4147-A177-3AD203B41FA5}">
                      <a16:colId xmlns:a16="http://schemas.microsoft.com/office/drawing/2014/main" val="3903366463"/>
                    </a:ext>
                  </a:extLst>
                </a:gridCol>
                <a:gridCol w="817865">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1" i="0" u="none" strike="noStrike" kern="1200" cap="none" spc="0" normalizeH="0" baseline="0" noProof="0">
                          <a:ln>
                            <a:noFill/>
                          </a:ln>
                          <a:solidFill>
                            <a:srgbClr val="00338D"/>
                          </a:solidFill>
                          <a:effectLst/>
                          <a:uLnTx/>
                          <a:uFillTx/>
                          <a:latin typeface="+mn-lt"/>
                          <a:ea typeface="+mn-ea"/>
                          <a:cs typeface="+mn-cs"/>
                        </a:rPr>
                        <a:t>Historical trading</a:t>
                      </a:r>
                      <a:endParaRPr kumimoji="0" lang="en-US" sz="1000" b="1" i="0" u="none" strike="noStrike" kern="1200" cap="none" spc="0" normalizeH="0" baseline="0">
                        <a:ln>
                          <a:noFill/>
                        </a:ln>
                        <a:solidFill>
                          <a:srgbClr val="00338D"/>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21" name="Rectangle 20">
            <a:hlinkClick r:id="rId6" action="ppaction://hlinksldjump"/>
            <a:extLst>
              <a:ext uri="{FF2B5EF4-FFF2-40B4-BE49-F238E27FC236}">
                <a16:creationId xmlns:a16="http://schemas.microsoft.com/office/drawing/2014/main" id="{9CCA9E40-2643-7D4E-1C89-EC182D2A8872}"/>
              </a:ext>
            </a:extLst>
          </p:cNvPr>
          <p:cNvSpPr/>
          <p:nvPr/>
        </p:nvSpPr>
        <p:spPr>
          <a:xfrm>
            <a:off x="938704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2" name="Rectangle 21">
            <a:hlinkClick r:id="rId7" action="ppaction://hlinksldjump"/>
            <a:extLst>
              <a:ext uri="{FF2B5EF4-FFF2-40B4-BE49-F238E27FC236}">
                <a16:creationId xmlns:a16="http://schemas.microsoft.com/office/drawing/2014/main" id="{481A1D98-3175-2FE9-5F43-EBA99CBE9220}"/>
              </a:ext>
            </a:extLst>
          </p:cNvPr>
          <p:cNvSpPr/>
          <p:nvPr/>
        </p:nvSpPr>
        <p:spPr>
          <a:xfrm>
            <a:off x="2205685" y="140055"/>
            <a:ext cx="115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3" name="Rectangle 22">
            <a:hlinkClick r:id="rId8" action="ppaction://hlinksldjump"/>
            <a:extLst>
              <a:ext uri="{FF2B5EF4-FFF2-40B4-BE49-F238E27FC236}">
                <a16:creationId xmlns:a16="http://schemas.microsoft.com/office/drawing/2014/main" id="{B81B0339-92E6-0F5B-0517-00627A4600FA}"/>
              </a:ext>
            </a:extLst>
          </p:cNvPr>
          <p:cNvSpPr/>
          <p:nvPr/>
        </p:nvSpPr>
        <p:spPr>
          <a:xfrm>
            <a:off x="446345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4" name="Rectangle 23">
            <a:hlinkClick r:id="" action="ppaction://noaction"/>
            <a:extLst>
              <a:ext uri="{FF2B5EF4-FFF2-40B4-BE49-F238E27FC236}">
                <a16:creationId xmlns:a16="http://schemas.microsoft.com/office/drawing/2014/main" id="{933F5F95-E55D-3E0D-678B-1005044ABAE2}"/>
              </a:ext>
            </a:extLst>
          </p:cNvPr>
          <p:cNvSpPr/>
          <p:nvPr/>
        </p:nvSpPr>
        <p:spPr>
          <a:xfrm>
            <a:off x="781335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5" name="Rectangle 24">
            <a:hlinkClick r:id="rId9" action="ppaction://hlinksldjump"/>
            <a:extLst>
              <a:ext uri="{FF2B5EF4-FFF2-40B4-BE49-F238E27FC236}">
                <a16:creationId xmlns:a16="http://schemas.microsoft.com/office/drawing/2014/main" id="{B0B9B289-0015-8B2B-5E99-33EF5E9EA92A}"/>
              </a:ext>
            </a:extLst>
          </p:cNvPr>
          <p:cNvSpPr/>
          <p:nvPr/>
        </p:nvSpPr>
        <p:spPr>
          <a:xfrm>
            <a:off x="540415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6" name="Rectangle 25">
            <a:hlinkClick r:id="rId10" action="ppaction://hlinksldjump"/>
            <a:extLst>
              <a:ext uri="{FF2B5EF4-FFF2-40B4-BE49-F238E27FC236}">
                <a16:creationId xmlns:a16="http://schemas.microsoft.com/office/drawing/2014/main" id="{6F220921-816D-8C74-9AB6-EE23D2D8D184}"/>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27" name="Rectangle 26">
            <a:hlinkClick r:id="rId11" action="ppaction://hlinksldjump"/>
            <a:extLst>
              <a:ext uri="{FF2B5EF4-FFF2-40B4-BE49-F238E27FC236}">
                <a16:creationId xmlns:a16="http://schemas.microsoft.com/office/drawing/2014/main" id="{05FD1D9D-29DD-C95E-FC33-E2F1CFBAC56C}"/>
              </a:ext>
            </a:extLst>
          </p:cNvPr>
          <p:cNvSpPr/>
          <p:nvPr/>
        </p:nvSpPr>
        <p:spPr>
          <a:xfrm>
            <a:off x="3401161" y="140055"/>
            <a:ext cx="100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8" name="Rectangle 27">
            <a:hlinkClick r:id="rId12" action="ppaction://hlinksldjump"/>
            <a:extLst>
              <a:ext uri="{FF2B5EF4-FFF2-40B4-BE49-F238E27FC236}">
                <a16:creationId xmlns:a16="http://schemas.microsoft.com/office/drawing/2014/main" id="{CC09169F-2638-D95A-1432-6B404C36D13E}"/>
              </a:ext>
            </a:extLst>
          </p:cNvPr>
          <p:cNvSpPr/>
          <p:nvPr/>
        </p:nvSpPr>
        <p:spPr>
          <a:xfrm>
            <a:off x="617245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9" name="Rectangle 28">
            <a:hlinkClick r:id="" action="ppaction://noaction"/>
            <a:extLst>
              <a:ext uri="{FF2B5EF4-FFF2-40B4-BE49-F238E27FC236}">
                <a16:creationId xmlns:a16="http://schemas.microsoft.com/office/drawing/2014/main" id="{422ACF75-0351-7D70-2CBA-2406F2DD4A21}"/>
              </a:ext>
            </a:extLst>
          </p:cNvPr>
          <p:cNvSpPr/>
          <p:nvPr/>
        </p:nvSpPr>
        <p:spPr>
          <a:xfrm>
            <a:off x="68664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0" name="Rectangle 29">
            <a:hlinkClick r:id="rId13" action="ppaction://hlinksldjump"/>
            <a:extLst>
              <a:ext uri="{FF2B5EF4-FFF2-40B4-BE49-F238E27FC236}">
                <a16:creationId xmlns:a16="http://schemas.microsoft.com/office/drawing/2014/main" id="{61BA9E41-EE30-0B9F-89F6-382DA6E915AF}"/>
              </a:ext>
            </a:extLst>
          </p:cNvPr>
          <p:cNvSpPr/>
          <p:nvPr/>
        </p:nvSpPr>
        <p:spPr>
          <a:xfrm>
            <a:off x="8753938"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2" name="Text Placeholder 12">
            <a:extLst>
              <a:ext uri="{FF2B5EF4-FFF2-40B4-BE49-F238E27FC236}">
                <a16:creationId xmlns:a16="http://schemas.microsoft.com/office/drawing/2014/main" id="{361ABA80-176B-6978-AA76-3A33D614A67E}"/>
              </a:ext>
            </a:extLst>
          </p:cNvPr>
          <p:cNvSpPr txBox="1">
            <a:spLocks/>
          </p:cNvSpPr>
          <p:nvPr/>
        </p:nvSpPr>
        <p:spPr>
          <a:xfrm>
            <a:off x="995121" y="5907053"/>
            <a:ext cx="3600000" cy="210314"/>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a:t>
            </a:r>
          </a:p>
          <a:p>
            <a:pPr defTabSz="444500" rtl="0">
              <a:spcAft>
                <a:spcPts val="200"/>
              </a:spcAft>
            </a:pPr>
            <a:r>
              <a:rPr lang="en-US" sz="600" b="0">
                <a:solidFill>
                  <a:schemeClr val="tx2"/>
                </a:solidFill>
                <a:latin typeface="Arial" panose="020B0604020202020204" pitchFamily="34" charset="0"/>
              </a:rPr>
              <a:t>Source: 	[…].</a:t>
            </a:r>
          </a:p>
        </p:txBody>
      </p:sp>
      <p:sp>
        <p:nvSpPr>
          <p:cNvPr id="6" name="Text Placeholder 7">
            <a:extLst>
              <a:ext uri="{FF2B5EF4-FFF2-40B4-BE49-F238E27FC236}">
                <a16:creationId xmlns:a16="http://schemas.microsoft.com/office/drawing/2014/main" id="{B7FBF371-5772-221B-ED44-B62858D8257D}"/>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8" name="Text Placeholder 12">
            <a:extLst>
              <a:ext uri="{FF2B5EF4-FFF2-40B4-BE49-F238E27FC236}">
                <a16:creationId xmlns:a16="http://schemas.microsoft.com/office/drawing/2014/main" id="{E1E0D9A1-2978-D72F-8B47-5703994538E2}"/>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0" name="Rounded Rectangle 7">
            <a:extLst>
              <a:ext uri="{FF2B5EF4-FFF2-40B4-BE49-F238E27FC236}">
                <a16:creationId xmlns:a16="http://schemas.microsoft.com/office/drawing/2014/main" id="{AB6617E7-D087-64AC-9993-CDA6B76081C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3" name="Rectangle 12">
            <a:extLst>
              <a:ext uri="{FF2B5EF4-FFF2-40B4-BE49-F238E27FC236}">
                <a16:creationId xmlns:a16="http://schemas.microsoft.com/office/drawing/2014/main" id="{9A290BB8-3C10-6B9D-9037-CB344A893838}"/>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4" name="Straight Arrow Connector 13">
            <a:extLst>
              <a:ext uri="{FF2B5EF4-FFF2-40B4-BE49-F238E27FC236}">
                <a16:creationId xmlns:a16="http://schemas.microsoft.com/office/drawing/2014/main" id="{F3BD5C31-928B-1831-4AEB-819B89FB2BB8}"/>
              </a:ext>
            </a:extLst>
          </p:cNvPr>
          <p:cNvCxnSpPr>
            <a:cxnSpLocks/>
            <a:stCxn id="13" idx="2"/>
            <a:endCxn id="10"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5736B387-A7CC-1C90-0946-6F762CCAF878}"/>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3" name="Rectangle 2">
            <a:extLst>
              <a:ext uri="{FF2B5EF4-FFF2-40B4-BE49-F238E27FC236}">
                <a16:creationId xmlns:a16="http://schemas.microsoft.com/office/drawing/2014/main" id="{FA4C3A8A-D4D6-BF7D-4B77-3439D774DAD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7" name="Rectangle 16">
            <a:extLst>
              <a:ext uri="{FF2B5EF4-FFF2-40B4-BE49-F238E27FC236}">
                <a16:creationId xmlns:a16="http://schemas.microsoft.com/office/drawing/2014/main" id="{BF43282A-9C48-9DED-FD05-9EC8CE426F63}"/>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8" name="Rectangle 17">
            <a:extLst>
              <a:ext uri="{FF2B5EF4-FFF2-40B4-BE49-F238E27FC236}">
                <a16:creationId xmlns:a16="http://schemas.microsoft.com/office/drawing/2014/main" id="{07118EBB-37AE-B045-2CF1-0170980625D7}"/>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9" name="Rectangle 18">
            <a:extLst>
              <a:ext uri="{FF2B5EF4-FFF2-40B4-BE49-F238E27FC236}">
                <a16:creationId xmlns:a16="http://schemas.microsoft.com/office/drawing/2014/main" id="{5DD88A1D-FA3B-9814-76AB-2D050147839C}"/>
              </a:ext>
            </a:extLst>
          </p:cNvPr>
          <p:cNvSpPr/>
          <p:nvPr/>
        </p:nvSpPr>
        <p:spPr>
          <a:xfrm>
            <a:off x="10598330" y="6277289"/>
            <a:ext cx="1550957" cy="554584"/>
          </a:xfrm>
          <a:prstGeom prst="rect">
            <a:avLst/>
          </a:prstGeom>
          <a:solidFill>
            <a:schemeClr val="accent6"/>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800" b="1">
                <a:solidFill>
                  <a:schemeClr val="bg1"/>
                </a:solidFill>
              </a:rPr>
              <a:t>UPDATES:</a:t>
            </a:r>
            <a:r>
              <a:rPr lang="en-US" sz="800">
                <a:solidFill>
                  <a:schemeClr val="bg1"/>
                </a:solidFill>
              </a:rPr>
              <a:t> headers and text boxes aligned with Diligence+ gridlines</a:t>
            </a:r>
          </a:p>
        </p:txBody>
      </p:sp>
    </p:spTree>
    <p:extLst>
      <p:ext uri="{BB962C8B-B14F-4D97-AF65-F5344CB8AC3E}">
        <p14:creationId xmlns:p14="http://schemas.microsoft.com/office/powerpoint/2010/main" val="26054118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47E7CBDE-86DF-4A6F-AF64-81A8C766429C}"/>
              </a:ext>
            </a:extLst>
          </p:cNvPr>
          <p:cNvGraphicFramePr>
            <a:graphicFrameLocks noChangeAspect="1"/>
          </p:cNvGraphicFramePr>
          <p:nvPr>
            <p:custDataLst>
              <p:tags r:id="rId1"/>
            </p:custDataLst>
            <p:extLst>
              <p:ext uri="{D42A27DB-BD31-4B8C-83A1-F6EECF244321}">
                <p14:modId xmlns:p14="http://schemas.microsoft.com/office/powerpoint/2010/main" val="1953296667"/>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15" name="Object 14" hidden="1">
                        <a:extLst>
                          <a:ext uri="{FF2B5EF4-FFF2-40B4-BE49-F238E27FC236}">
                            <a16:creationId xmlns:a16="http://schemas.microsoft.com/office/drawing/2014/main" id="{47E7CBDE-86DF-4A6F-AF64-81A8C766429C}"/>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14" name="Text Placeholder 13">
            <a:extLst>
              <a:ext uri="{FF2B5EF4-FFF2-40B4-BE49-F238E27FC236}">
                <a16:creationId xmlns:a16="http://schemas.microsoft.com/office/drawing/2014/main" id="{F29EDB3F-BFB1-BA7F-5537-132FFD4D7839}"/>
              </a:ext>
            </a:extLst>
          </p:cNvPr>
          <p:cNvSpPr>
            <a:spLocks noGrp="1"/>
          </p:cNvSpPr>
          <p:nvPr>
            <p:ph type="body" sz="quarter" idx="10"/>
          </p:nvPr>
        </p:nvSpPr>
        <p:spPr/>
        <p:txBody>
          <a:bodyPr/>
          <a:lstStyle/>
          <a:p>
            <a:endParaRPr lang="fi-FI"/>
          </a:p>
        </p:txBody>
      </p:sp>
      <p:sp>
        <p:nvSpPr>
          <p:cNvPr id="9" name="Title 8">
            <a:extLst>
              <a:ext uri="{FF2B5EF4-FFF2-40B4-BE49-F238E27FC236}">
                <a16:creationId xmlns:a16="http://schemas.microsoft.com/office/drawing/2014/main" id="{47BAC35B-23EE-4DBF-807E-03EE7CBD8842}"/>
              </a:ext>
            </a:extLst>
          </p:cNvPr>
          <p:cNvSpPr>
            <a:spLocks noGrp="1"/>
          </p:cNvSpPr>
          <p:nvPr>
            <p:ph type="title"/>
          </p:nvPr>
        </p:nvSpPr>
        <p:spPr/>
        <p:txBody>
          <a:bodyPr vert="horz"/>
          <a:lstStyle/>
          <a:p>
            <a:r>
              <a:rPr lang="en-US"/>
              <a:t>Cost breakdown — Variable costs</a:t>
            </a:r>
          </a:p>
        </p:txBody>
      </p:sp>
      <p:sp>
        <p:nvSpPr>
          <p:cNvPr id="11" name="Text Placeholder 10">
            <a:extLst>
              <a:ext uri="{FF2B5EF4-FFF2-40B4-BE49-F238E27FC236}">
                <a16:creationId xmlns:a16="http://schemas.microsoft.com/office/drawing/2014/main" id="{6EDAC131-030F-4415-9056-B214FFEBF576}"/>
              </a:ext>
            </a:extLst>
          </p:cNvPr>
          <p:cNvSpPr>
            <a:spLocks noGrp="1"/>
          </p:cNvSpPr>
          <p:nvPr>
            <p:ph type="body" sz="quarter" idx="26"/>
          </p:nvPr>
        </p:nvSpPr>
        <p:spPr/>
        <p:txBody>
          <a:bodyPr/>
          <a:lstStyle/>
          <a:p>
            <a:pPr lvl="1" defTabSz="914377">
              <a:defRPr/>
            </a:pPr>
            <a:r>
              <a:rPr lang="en-US" sz="1000">
                <a:solidFill>
                  <a:srgbClr val="000000"/>
                </a:solidFill>
                <a:latin typeface="Arial"/>
              </a:rPr>
              <a:t>Second level</a:t>
            </a:r>
          </a:p>
          <a:p>
            <a:pPr marL="180970" lvl="2" indent="-180970" defTabSz="914377">
              <a:defRPr/>
            </a:pPr>
            <a:r>
              <a:rPr lang="en-US" sz="1000">
                <a:solidFill>
                  <a:srgbClr val="000000"/>
                </a:solidFill>
                <a:latin typeface="Arial"/>
              </a:rPr>
              <a:t>Third level</a:t>
            </a:r>
          </a:p>
          <a:p>
            <a:pPr marL="361942" lvl="3" indent="-180970" defTabSz="914377">
              <a:defRPr/>
            </a:pPr>
            <a:r>
              <a:rPr lang="en-US" sz="1000">
                <a:solidFill>
                  <a:srgbClr val="000000"/>
                </a:solidFill>
                <a:latin typeface="Arial"/>
              </a:rPr>
              <a:t>Fourth level</a:t>
            </a:r>
          </a:p>
          <a:p>
            <a:pPr marL="542912" lvl="4" indent="-180970" defTabSz="914377">
              <a:defRPr/>
            </a:pPr>
            <a:r>
              <a:rPr lang="en-US" sz="1000">
                <a:solidFill>
                  <a:srgbClr val="000000"/>
                </a:solidFill>
                <a:latin typeface="Arial"/>
              </a:rPr>
              <a:t>Fifth level</a:t>
            </a:r>
            <a:endParaRPr lang="en-US"/>
          </a:p>
        </p:txBody>
      </p:sp>
      <p:sp>
        <p:nvSpPr>
          <p:cNvPr id="16" name="Text Placeholder 15">
            <a:extLst>
              <a:ext uri="{FF2B5EF4-FFF2-40B4-BE49-F238E27FC236}">
                <a16:creationId xmlns:a16="http://schemas.microsoft.com/office/drawing/2014/main" id="{2138BD6D-0104-A017-41FE-5D04762BBD09}"/>
              </a:ext>
            </a:extLst>
          </p:cNvPr>
          <p:cNvSpPr>
            <a:spLocks noGrp="1"/>
          </p:cNvSpPr>
          <p:nvPr>
            <p:ph type="body" sz="quarter" idx="11"/>
          </p:nvPr>
        </p:nvSpPr>
        <p:spPr/>
        <p:txBody>
          <a:bodyPr/>
          <a:lstStyle/>
          <a:p>
            <a:endParaRPr lang="fi-FI"/>
          </a:p>
        </p:txBody>
      </p:sp>
      <p:sp>
        <p:nvSpPr>
          <p:cNvPr id="17" name="Table Placeholder 16">
            <a:extLst>
              <a:ext uri="{FF2B5EF4-FFF2-40B4-BE49-F238E27FC236}">
                <a16:creationId xmlns:a16="http://schemas.microsoft.com/office/drawing/2014/main" id="{AEE3FBEA-6FD5-406B-E64B-8DC7F1D50B6F}"/>
              </a:ext>
            </a:extLst>
          </p:cNvPr>
          <p:cNvSpPr>
            <a:spLocks noGrp="1"/>
          </p:cNvSpPr>
          <p:nvPr>
            <p:ph type="tbl" sz="quarter" idx="13"/>
          </p:nvPr>
        </p:nvSpPr>
        <p:spPr/>
        <p:txBody>
          <a:bodyPr/>
          <a:lstStyle/>
          <a:p>
            <a:endParaRPr lang="fi-FI"/>
          </a:p>
        </p:txBody>
      </p:sp>
      <p:sp>
        <p:nvSpPr>
          <p:cNvPr id="89" name="Rectangle 88">
            <a:extLst>
              <a:ext uri="{FF2B5EF4-FFF2-40B4-BE49-F238E27FC236}">
                <a16:creationId xmlns:a16="http://schemas.microsoft.com/office/drawing/2014/main" id="{1A0D0CEC-183F-4C95-AF9A-94E4052F20BD}"/>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0" name="Rectangle 89">
            <a:extLst>
              <a:ext uri="{FF2B5EF4-FFF2-40B4-BE49-F238E27FC236}">
                <a16:creationId xmlns:a16="http://schemas.microsoft.com/office/drawing/2014/main" id="{278F672D-CA17-48C2-9F43-2186A9782E7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4" name="Rectangle 93">
            <a:extLst>
              <a:ext uri="{FF2B5EF4-FFF2-40B4-BE49-F238E27FC236}">
                <a16:creationId xmlns:a16="http://schemas.microsoft.com/office/drawing/2014/main" id="{C981839A-875A-4EC2-82DB-89043977B303}"/>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5" name="Rectangle 94">
            <a:extLst>
              <a:ext uri="{FF2B5EF4-FFF2-40B4-BE49-F238E27FC236}">
                <a16:creationId xmlns:a16="http://schemas.microsoft.com/office/drawing/2014/main" id="{8AA60396-91D1-49EE-B624-515C99CFB7B6}"/>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6" name="Rectangle 95">
            <a:extLst>
              <a:ext uri="{FF2B5EF4-FFF2-40B4-BE49-F238E27FC236}">
                <a16:creationId xmlns:a16="http://schemas.microsoft.com/office/drawing/2014/main" id="{28408247-3A9C-4026-973D-23BFE209D46C}"/>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graphicFrame>
        <p:nvGraphicFramePr>
          <p:cNvPr id="5" name="Table 10">
            <a:extLst>
              <a:ext uri="{FF2B5EF4-FFF2-40B4-BE49-F238E27FC236}">
                <a16:creationId xmlns:a16="http://schemas.microsoft.com/office/drawing/2014/main" id="{865B32D3-86E4-EA4D-957E-0E4B73C5E91B}"/>
              </a:ext>
            </a:extLst>
          </p:cNvPr>
          <p:cNvGraphicFramePr>
            <a:graphicFrameLocks noGrp="1"/>
          </p:cNvGraphicFramePr>
          <p:nvPr>
            <p:extLst>
              <p:ext uri="{D42A27DB-BD31-4B8C-83A1-F6EECF244321}">
                <p14:modId xmlns:p14="http://schemas.microsoft.com/office/powerpoint/2010/main" val="2032639896"/>
              </p:ext>
            </p:extLst>
          </p:nvPr>
        </p:nvGraphicFramePr>
        <p:xfrm>
          <a:off x="932737" y="142211"/>
          <a:ext cx="9248845"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87450">
                  <a:extLst>
                    <a:ext uri="{9D8B030D-6E8A-4147-A177-3AD203B41FA5}">
                      <a16:colId xmlns:a16="http://schemas.microsoft.com/office/drawing/2014/main" val="3480804512"/>
                    </a:ext>
                  </a:extLst>
                </a:gridCol>
                <a:gridCol w="1060450">
                  <a:extLst>
                    <a:ext uri="{9D8B030D-6E8A-4147-A177-3AD203B41FA5}">
                      <a16:colId xmlns:a16="http://schemas.microsoft.com/office/drawing/2014/main" val="1508802548"/>
                    </a:ext>
                  </a:extLst>
                </a:gridCol>
                <a:gridCol w="946150">
                  <a:extLst>
                    <a:ext uri="{9D8B030D-6E8A-4147-A177-3AD203B41FA5}">
                      <a16:colId xmlns:a16="http://schemas.microsoft.com/office/drawing/2014/main" val="1380669789"/>
                    </a:ext>
                  </a:extLst>
                </a:gridCol>
                <a:gridCol w="768350">
                  <a:extLst>
                    <a:ext uri="{9D8B030D-6E8A-4147-A177-3AD203B41FA5}">
                      <a16:colId xmlns:a16="http://schemas.microsoft.com/office/drawing/2014/main" val="3717172380"/>
                    </a:ext>
                  </a:extLst>
                </a:gridCol>
                <a:gridCol w="693738">
                  <a:extLst>
                    <a:ext uri="{9D8B030D-6E8A-4147-A177-3AD203B41FA5}">
                      <a16:colId xmlns:a16="http://schemas.microsoft.com/office/drawing/2014/main" val="2348796435"/>
                    </a:ext>
                  </a:extLst>
                </a:gridCol>
                <a:gridCol w="952500">
                  <a:extLst>
                    <a:ext uri="{9D8B030D-6E8A-4147-A177-3AD203B41FA5}">
                      <a16:colId xmlns:a16="http://schemas.microsoft.com/office/drawing/2014/main" val="3209140028"/>
                    </a:ext>
                  </a:extLst>
                </a:gridCol>
                <a:gridCol w="935831">
                  <a:extLst>
                    <a:ext uri="{9D8B030D-6E8A-4147-A177-3AD203B41FA5}">
                      <a16:colId xmlns:a16="http://schemas.microsoft.com/office/drawing/2014/main" val="2651425576"/>
                    </a:ext>
                  </a:extLst>
                </a:gridCol>
                <a:gridCol w="631673">
                  <a:extLst>
                    <a:ext uri="{9D8B030D-6E8A-4147-A177-3AD203B41FA5}">
                      <a16:colId xmlns:a16="http://schemas.microsoft.com/office/drawing/2014/main" val="3903366463"/>
                    </a:ext>
                  </a:extLst>
                </a:gridCol>
                <a:gridCol w="817865">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1" i="0" u="none" strike="noStrike" kern="1200" cap="none" spc="0" normalizeH="0" baseline="0" noProof="0">
                          <a:ln>
                            <a:noFill/>
                          </a:ln>
                          <a:solidFill>
                            <a:srgbClr val="00338D"/>
                          </a:solidFill>
                          <a:effectLst/>
                          <a:uLnTx/>
                          <a:uFillTx/>
                          <a:latin typeface="+mn-lt"/>
                          <a:ea typeface="+mn-ea"/>
                          <a:cs typeface="+mn-cs"/>
                        </a:rPr>
                        <a:t>Historical trading</a:t>
                      </a:r>
                      <a:endParaRPr kumimoji="0" lang="en-US" sz="1000" b="1" i="0" u="none" strike="noStrike" kern="1200" cap="none" spc="0" normalizeH="0" baseline="0">
                        <a:ln>
                          <a:noFill/>
                        </a:ln>
                        <a:solidFill>
                          <a:srgbClr val="00338D"/>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21" name="Rectangle 20">
            <a:hlinkClick r:id="rId6" action="ppaction://hlinksldjump"/>
            <a:extLst>
              <a:ext uri="{FF2B5EF4-FFF2-40B4-BE49-F238E27FC236}">
                <a16:creationId xmlns:a16="http://schemas.microsoft.com/office/drawing/2014/main" id="{71C996D3-CAD6-C006-3C3F-D233BB456898}"/>
              </a:ext>
            </a:extLst>
          </p:cNvPr>
          <p:cNvSpPr/>
          <p:nvPr/>
        </p:nvSpPr>
        <p:spPr>
          <a:xfrm>
            <a:off x="938704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2" name="Rectangle 21">
            <a:hlinkClick r:id="rId7" action="ppaction://hlinksldjump"/>
            <a:extLst>
              <a:ext uri="{FF2B5EF4-FFF2-40B4-BE49-F238E27FC236}">
                <a16:creationId xmlns:a16="http://schemas.microsoft.com/office/drawing/2014/main" id="{5E9E3487-925E-B31C-2E9E-23491E386D24}"/>
              </a:ext>
            </a:extLst>
          </p:cNvPr>
          <p:cNvSpPr/>
          <p:nvPr/>
        </p:nvSpPr>
        <p:spPr>
          <a:xfrm>
            <a:off x="2205685" y="140055"/>
            <a:ext cx="115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3" name="Rectangle 22">
            <a:hlinkClick r:id="rId8" action="ppaction://hlinksldjump"/>
            <a:extLst>
              <a:ext uri="{FF2B5EF4-FFF2-40B4-BE49-F238E27FC236}">
                <a16:creationId xmlns:a16="http://schemas.microsoft.com/office/drawing/2014/main" id="{EC3FECD8-194E-A51A-103D-99F268139A53}"/>
              </a:ext>
            </a:extLst>
          </p:cNvPr>
          <p:cNvSpPr/>
          <p:nvPr/>
        </p:nvSpPr>
        <p:spPr>
          <a:xfrm>
            <a:off x="446345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4" name="Rectangle 23">
            <a:hlinkClick r:id="" action="ppaction://noaction"/>
            <a:extLst>
              <a:ext uri="{FF2B5EF4-FFF2-40B4-BE49-F238E27FC236}">
                <a16:creationId xmlns:a16="http://schemas.microsoft.com/office/drawing/2014/main" id="{84E8FC4B-CC3D-8F64-06B4-AAE6F7D283A9}"/>
              </a:ext>
            </a:extLst>
          </p:cNvPr>
          <p:cNvSpPr/>
          <p:nvPr/>
        </p:nvSpPr>
        <p:spPr>
          <a:xfrm>
            <a:off x="781335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0" name="Rectangle 29">
            <a:hlinkClick r:id="rId9" action="ppaction://hlinksldjump"/>
            <a:extLst>
              <a:ext uri="{FF2B5EF4-FFF2-40B4-BE49-F238E27FC236}">
                <a16:creationId xmlns:a16="http://schemas.microsoft.com/office/drawing/2014/main" id="{CA490D73-485A-8B1C-0420-805604CD5846}"/>
              </a:ext>
            </a:extLst>
          </p:cNvPr>
          <p:cNvSpPr/>
          <p:nvPr/>
        </p:nvSpPr>
        <p:spPr>
          <a:xfrm>
            <a:off x="540415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1" name="Rectangle 30">
            <a:hlinkClick r:id="rId10" action="ppaction://hlinksldjump"/>
            <a:extLst>
              <a:ext uri="{FF2B5EF4-FFF2-40B4-BE49-F238E27FC236}">
                <a16:creationId xmlns:a16="http://schemas.microsoft.com/office/drawing/2014/main" id="{3A01145C-DF71-A750-394B-57D8FA898FDC}"/>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32" name="Rectangle 31">
            <a:hlinkClick r:id="rId11" action="ppaction://hlinksldjump"/>
            <a:extLst>
              <a:ext uri="{FF2B5EF4-FFF2-40B4-BE49-F238E27FC236}">
                <a16:creationId xmlns:a16="http://schemas.microsoft.com/office/drawing/2014/main" id="{16E7DD37-EA46-8B51-8E93-53DAF9B8D061}"/>
              </a:ext>
            </a:extLst>
          </p:cNvPr>
          <p:cNvSpPr/>
          <p:nvPr/>
        </p:nvSpPr>
        <p:spPr>
          <a:xfrm>
            <a:off x="3401161" y="140055"/>
            <a:ext cx="100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3" name="Rectangle 32">
            <a:hlinkClick r:id="rId12" action="ppaction://hlinksldjump"/>
            <a:extLst>
              <a:ext uri="{FF2B5EF4-FFF2-40B4-BE49-F238E27FC236}">
                <a16:creationId xmlns:a16="http://schemas.microsoft.com/office/drawing/2014/main" id="{E6ADFB55-ABB4-12F3-2458-D1D968342137}"/>
              </a:ext>
            </a:extLst>
          </p:cNvPr>
          <p:cNvSpPr/>
          <p:nvPr/>
        </p:nvSpPr>
        <p:spPr>
          <a:xfrm>
            <a:off x="617245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4" name="Rectangle 33">
            <a:hlinkClick r:id="" action="ppaction://noaction"/>
            <a:extLst>
              <a:ext uri="{FF2B5EF4-FFF2-40B4-BE49-F238E27FC236}">
                <a16:creationId xmlns:a16="http://schemas.microsoft.com/office/drawing/2014/main" id="{C37CA8E0-C0E9-DA72-1BFE-3527B8D3703A}"/>
              </a:ext>
            </a:extLst>
          </p:cNvPr>
          <p:cNvSpPr/>
          <p:nvPr/>
        </p:nvSpPr>
        <p:spPr>
          <a:xfrm>
            <a:off x="68664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5" name="Rectangle 34">
            <a:hlinkClick r:id="rId13" action="ppaction://hlinksldjump"/>
            <a:extLst>
              <a:ext uri="{FF2B5EF4-FFF2-40B4-BE49-F238E27FC236}">
                <a16:creationId xmlns:a16="http://schemas.microsoft.com/office/drawing/2014/main" id="{AE41B1E0-36E3-9680-27D5-F65CD422777F}"/>
              </a:ext>
            </a:extLst>
          </p:cNvPr>
          <p:cNvSpPr/>
          <p:nvPr/>
        </p:nvSpPr>
        <p:spPr>
          <a:xfrm>
            <a:off x="8753938"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12" name="Text Placeholder 12">
            <a:extLst>
              <a:ext uri="{FF2B5EF4-FFF2-40B4-BE49-F238E27FC236}">
                <a16:creationId xmlns:a16="http://schemas.microsoft.com/office/drawing/2014/main" id="{B29724B4-1131-1341-5034-A82BC16EDD3A}"/>
              </a:ext>
            </a:extLst>
          </p:cNvPr>
          <p:cNvSpPr txBox="1">
            <a:spLocks/>
          </p:cNvSpPr>
          <p:nvPr/>
        </p:nvSpPr>
        <p:spPr>
          <a:xfrm>
            <a:off x="995121" y="5907053"/>
            <a:ext cx="3600000" cy="210314"/>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a:t>
            </a:r>
          </a:p>
          <a:p>
            <a:pPr defTabSz="444500" rtl="0">
              <a:spcAft>
                <a:spcPts val="200"/>
              </a:spcAft>
            </a:pPr>
            <a:r>
              <a:rPr lang="en-US" sz="600" b="0">
                <a:solidFill>
                  <a:schemeClr val="tx2"/>
                </a:solidFill>
                <a:latin typeface="Arial" panose="020B0604020202020204" pitchFamily="34" charset="0"/>
              </a:rPr>
              <a:t>Source: 	[…].</a:t>
            </a:r>
          </a:p>
        </p:txBody>
      </p:sp>
      <p:sp>
        <p:nvSpPr>
          <p:cNvPr id="7" name="Text Placeholder 7">
            <a:extLst>
              <a:ext uri="{FF2B5EF4-FFF2-40B4-BE49-F238E27FC236}">
                <a16:creationId xmlns:a16="http://schemas.microsoft.com/office/drawing/2014/main" id="{E7502E86-CB31-A032-30A8-B59BE241B36A}"/>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8" name="Text Placeholder 12">
            <a:extLst>
              <a:ext uri="{FF2B5EF4-FFF2-40B4-BE49-F238E27FC236}">
                <a16:creationId xmlns:a16="http://schemas.microsoft.com/office/drawing/2014/main" id="{DF0DDAB4-4A01-579A-EB6F-F050678FB16E}"/>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0" name="Rounded Rectangle 7">
            <a:extLst>
              <a:ext uri="{FF2B5EF4-FFF2-40B4-BE49-F238E27FC236}">
                <a16:creationId xmlns:a16="http://schemas.microsoft.com/office/drawing/2014/main" id="{5A650608-BC3D-0DF8-7DDF-A22789551BF2}"/>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8" name="Rectangle 17">
            <a:extLst>
              <a:ext uri="{FF2B5EF4-FFF2-40B4-BE49-F238E27FC236}">
                <a16:creationId xmlns:a16="http://schemas.microsoft.com/office/drawing/2014/main" id="{E0362519-C906-1ECF-66EA-51F0BD6B761E}"/>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20" name="Straight Arrow Connector 19">
            <a:extLst>
              <a:ext uri="{FF2B5EF4-FFF2-40B4-BE49-F238E27FC236}">
                <a16:creationId xmlns:a16="http://schemas.microsoft.com/office/drawing/2014/main" id="{480E78A4-E7B8-5E7F-1477-4410F28F45D0}"/>
              </a:ext>
            </a:extLst>
          </p:cNvPr>
          <p:cNvCxnSpPr>
            <a:cxnSpLocks/>
            <a:stCxn id="18" idx="2"/>
            <a:endCxn id="10"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27C94845-4512-FAF4-826F-CA5506A9FC8E}"/>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2" name="Rectangle 1">
            <a:extLst>
              <a:ext uri="{FF2B5EF4-FFF2-40B4-BE49-F238E27FC236}">
                <a16:creationId xmlns:a16="http://schemas.microsoft.com/office/drawing/2014/main" id="{20360358-59B3-B105-5EA2-96FD7F43B81A}"/>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3" name="Rectangle 2">
            <a:extLst>
              <a:ext uri="{FF2B5EF4-FFF2-40B4-BE49-F238E27FC236}">
                <a16:creationId xmlns:a16="http://schemas.microsoft.com/office/drawing/2014/main" id="{84331B2C-D62F-EEDE-1D80-5C49ADD748DA}"/>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4" name="Rectangle 3">
            <a:extLst>
              <a:ext uri="{FF2B5EF4-FFF2-40B4-BE49-F238E27FC236}">
                <a16:creationId xmlns:a16="http://schemas.microsoft.com/office/drawing/2014/main" id="{0D3153CA-F851-696F-221E-1B553E5D313A}"/>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6" name="Rectangle 5">
            <a:extLst>
              <a:ext uri="{FF2B5EF4-FFF2-40B4-BE49-F238E27FC236}">
                <a16:creationId xmlns:a16="http://schemas.microsoft.com/office/drawing/2014/main" id="{AC83A7B0-5CBD-5864-86ED-238E8F1C904B}"/>
              </a:ext>
            </a:extLst>
          </p:cNvPr>
          <p:cNvSpPr/>
          <p:nvPr/>
        </p:nvSpPr>
        <p:spPr>
          <a:xfrm>
            <a:off x="10598330" y="6277289"/>
            <a:ext cx="1550957" cy="554584"/>
          </a:xfrm>
          <a:prstGeom prst="rect">
            <a:avLst/>
          </a:prstGeom>
          <a:solidFill>
            <a:schemeClr val="accent6"/>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800" b="1">
                <a:solidFill>
                  <a:schemeClr val="bg1"/>
                </a:solidFill>
              </a:rPr>
              <a:t>UPDATES:</a:t>
            </a:r>
            <a:r>
              <a:rPr lang="en-US" sz="800">
                <a:solidFill>
                  <a:schemeClr val="bg1"/>
                </a:solidFill>
              </a:rPr>
              <a:t> headers and text boxes aligned with Diligence+ gridlines</a:t>
            </a:r>
          </a:p>
        </p:txBody>
      </p:sp>
    </p:spTree>
    <p:extLst>
      <p:ext uri="{BB962C8B-B14F-4D97-AF65-F5344CB8AC3E}">
        <p14:creationId xmlns:p14="http://schemas.microsoft.com/office/powerpoint/2010/main" val="2688097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47E7CBDE-86DF-4A6F-AF64-81A8C766429C}"/>
              </a:ext>
            </a:extLst>
          </p:cNvPr>
          <p:cNvGraphicFramePr>
            <a:graphicFrameLocks noChangeAspect="1"/>
          </p:cNvGraphicFramePr>
          <p:nvPr>
            <p:custDataLst>
              <p:tags r:id="rId1"/>
            </p:custDataLst>
            <p:extLst>
              <p:ext uri="{D42A27DB-BD31-4B8C-83A1-F6EECF244321}">
                <p14:modId xmlns:p14="http://schemas.microsoft.com/office/powerpoint/2010/main" val="1266017133"/>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15" name="Object 14" hidden="1">
                        <a:extLst>
                          <a:ext uri="{FF2B5EF4-FFF2-40B4-BE49-F238E27FC236}">
                            <a16:creationId xmlns:a16="http://schemas.microsoft.com/office/drawing/2014/main" id="{47E7CBDE-86DF-4A6F-AF64-81A8C766429C}"/>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14" name="Text Placeholder 13">
            <a:extLst>
              <a:ext uri="{FF2B5EF4-FFF2-40B4-BE49-F238E27FC236}">
                <a16:creationId xmlns:a16="http://schemas.microsoft.com/office/drawing/2014/main" id="{25B43002-D079-428E-3B36-1D01DFDC82E9}"/>
              </a:ext>
            </a:extLst>
          </p:cNvPr>
          <p:cNvSpPr>
            <a:spLocks noGrp="1"/>
          </p:cNvSpPr>
          <p:nvPr>
            <p:ph type="body" sz="quarter" idx="10"/>
          </p:nvPr>
        </p:nvSpPr>
        <p:spPr/>
        <p:txBody>
          <a:bodyPr/>
          <a:lstStyle/>
          <a:p>
            <a:endParaRPr lang="fi-FI"/>
          </a:p>
        </p:txBody>
      </p:sp>
      <p:sp>
        <p:nvSpPr>
          <p:cNvPr id="9" name="Title 8">
            <a:extLst>
              <a:ext uri="{FF2B5EF4-FFF2-40B4-BE49-F238E27FC236}">
                <a16:creationId xmlns:a16="http://schemas.microsoft.com/office/drawing/2014/main" id="{47BAC35B-23EE-4DBF-807E-03EE7CBD8842}"/>
              </a:ext>
            </a:extLst>
          </p:cNvPr>
          <p:cNvSpPr>
            <a:spLocks noGrp="1"/>
          </p:cNvSpPr>
          <p:nvPr>
            <p:ph type="title"/>
          </p:nvPr>
        </p:nvSpPr>
        <p:spPr/>
        <p:txBody>
          <a:bodyPr vert="horz"/>
          <a:lstStyle/>
          <a:p>
            <a:r>
              <a:rPr lang="en-US"/>
              <a:t>Cost breakdown — Overheads</a:t>
            </a:r>
          </a:p>
        </p:txBody>
      </p:sp>
      <p:sp>
        <p:nvSpPr>
          <p:cNvPr id="11" name="Text Placeholder 10">
            <a:extLst>
              <a:ext uri="{FF2B5EF4-FFF2-40B4-BE49-F238E27FC236}">
                <a16:creationId xmlns:a16="http://schemas.microsoft.com/office/drawing/2014/main" id="{37880B8D-553E-4D21-87CB-2F5A4B493124}"/>
              </a:ext>
            </a:extLst>
          </p:cNvPr>
          <p:cNvSpPr>
            <a:spLocks noGrp="1"/>
          </p:cNvSpPr>
          <p:nvPr>
            <p:ph type="body" sz="quarter" idx="26"/>
          </p:nvPr>
        </p:nvSpPr>
        <p:spPr/>
        <p:txBody>
          <a:bodyPr/>
          <a:lstStyle/>
          <a:p>
            <a:pPr lvl="1" defTabSz="914377">
              <a:defRPr/>
            </a:pPr>
            <a:r>
              <a:rPr lang="en-US" sz="1000">
                <a:solidFill>
                  <a:srgbClr val="000000"/>
                </a:solidFill>
                <a:latin typeface="Arial"/>
              </a:rPr>
              <a:t>Second level</a:t>
            </a:r>
          </a:p>
          <a:p>
            <a:pPr marL="180970" lvl="2" indent="-180970" defTabSz="914377">
              <a:defRPr/>
            </a:pPr>
            <a:r>
              <a:rPr lang="en-US" sz="1000">
                <a:solidFill>
                  <a:srgbClr val="000000"/>
                </a:solidFill>
                <a:latin typeface="Arial"/>
              </a:rPr>
              <a:t>Third level</a:t>
            </a:r>
          </a:p>
          <a:p>
            <a:pPr marL="361942" lvl="3" indent="-180970" defTabSz="914377">
              <a:defRPr/>
            </a:pPr>
            <a:r>
              <a:rPr lang="en-US" sz="1000">
                <a:solidFill>
                  <a:srgbClr val="000000"/>
                </a:solidFill>
                <a:latin typeface="Arial"/>
              </a:rPr>
              <a:t>Fourth level</a:t>
            </a:r>
          </a:p>
          <a:p>
            <a:pPr marL="542912" lvl="4" indent="-180970" defTabSz="914377">
              <a:defRPr/>
            </a:pPr>
            <a:r>
              <a:rPr lang="en-US" sz="1000">
                <a:solidFill>
                  <a:srgbClr val="000000"/>
                </a:solidFill>
                <a:latin typeface="Arial"/>
              </a:rPr>
              <a:t>Fifth level</a:t>
            </a:r>
            <a:endParaRPr lang="en-US"/>
          </a:p>
        </p:txBody>
      </p:sp>
      <p:sp>
        <p:nvSpPr>
          <p:cNvPr id="16" name="Text Placeholder 15">
            <a:extLst>
              <a:ext uri="{FF2B5EF4-FFF2-40B4-BE49-F238E27FC236}">
                <a16:creationId xmlns:a16="http://schemas.microsoft.com/office/drawing/2014/main" id="{6C6FFE40-7DBE-21B9-9912-C67CE89A0929}"/>
              </a:ext>
            </a:extLst>
          </p:cNvPr>
          <p:cNvSpPr>
            <a:spLocks noGrp="1"/>
          </p:cNvSpPr>
          <p:nvPr>
            <p:ph type="body" sz="quarter" idx="11"/>
          </p:nvPr>
        </p:nvSpPr>
        <p:spPr/>
        <p:txBody>
          <a:bodyPr/>
          <a:lstStyle/>
          <a:p>
            <a:endParaRPr lang="fi-FI"/>
          </a:p>
        </p:txBody>
      </p:sp>
      <p:sp>
        <p:nvSpPr>
          <p:cNvPr id="17" name="Table Placeholder 16">
            <a:extLst>
              <a:ext uri="{FF2B5EF4-FFF2-40B4-BE49-F238E27FC236}">
                <a16:creationId xmlns:a16="http://schemas.microsoft.com/office/drawing/2014/main" id="{0150C902-4F56-939B-1615-778FA40D6244}"/>
              </a:ext>
            </a:extLst>
          </p:cNvPr>
          <p:cNvSpPr>
            <a:spLocks noGrp="1"/>
          </p:cNvSpPr>
          <p:nvPr>
            <p:ph type="tbl" sz="quarter" idx="13"/>
          </p:nvPr>
        </p:nvSpPr>
        <p:spPr/>
        <p:txBody>
          <a:bodyPr/>
          <a:lstStyle/>
          <a:p>
            <a:endParaRPr lang="fi-FI"/>
          </a:p>
        </p:txBody>
      </p:sp>
      <p:sp>
        <p:nvSpPr>
          <p:cNvPr id="89" name="Rectangle 88">
            <a:extLst>
              <a:ext uri="{FF2B5EF4-FFF2-40B4-BE49-F238E27FC236}">
                <a16:creationId xmlns:a16="http://schemas.microsoft.com/office/drawing/2014/main" id="{B90664FD-4044-4E37-94AA-B8647648FCFB}"/>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0" name="Rectangle 89">
            <a:extLst>
              <a:ext uri="{FF2B5EF4-FFF2-40B4-BE49-F238E27FC236}">
                <a16:creationId xmlns:a16="http://schemas.microsoft.com/office/drawing/2014/main" id="{3A376F06-A4BF-4ECB-8959-56669E2D1979}"/>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4" name="Rectangle 93">
            <a:extLst>
              <a:ext uri="{FF2B5EF4-FFF2-40B4-BE49-F238E27FC236}">
                <a16:creationId xmlns:a16="http://schemas.microsoft.com/office/drawing/2014/main" id="{1ED278F9-CB9B-4184-85B4-B154C22323D4}"/>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5" name="Rectangle 94">
            <a:extLst>
              <a:ext uri="{FF2B5EF4-FFF2-40B4-BE49-F238E27FC236}">
                <a16:creationId xmlns:a16="http://schemas.microsoft.com/office/drawing/2014/main" id="{DBD9B265-8C05-473C-B84A-E41FD04A5E97}"/>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6" name="Rectangle 95">
            <a:extLst>
              <a:ext uri="{FF2B5EF4-FFF2-40B4-BE49-F238E27FC236}">
                <a16:creationId xmlns:a16="http://schemas.microsoft.com/office/drawing/2014/main" id="{9C1C2D8C-4107-4D3F-82C1-5997A83F8EC7}"/>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graphicFrame>
        <p:nvGraphicFramePr>
          <p:cNvPr id="5" name="Table 10">
            <a:extLst>
              <a:ext uri="{FF2B5EF4-FFF2-40B4-BE49-F238E27FC236}">
                <a16:creationId xmlns:a16="http://schemas.microsoft.com/office/drawing/2014/main" id="{9E291608-A430-1381-72CE-FAF1C7F82187}"/>
              </a:ext>
            </a:extLst>
          </p:cNvPr>
          <p:cNvGraphicFramePr>
            <a:graphicFrameLocks noGrp="1"/>
          </p:cNvGraphicFramePr>
          <p:nvPr>
            <p:extLst>
              <p:ext uri="{D42A27DB-BD31-4B8C-83A1-F6EECF244321}">
                <p14:modId xmlns:p14="http://schemas.microsoft.com/office/powerpoint/2010/main" val="3539596656"/>
              </p:ext>
            </p:extLst>
          </p:nvPr>
        </p:nvGraphicFramePr>
        <p:xfrm>
          <a:off x="932737" y="142211"/>
          <a:ext cx="9248845"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87450">
                  <a:extLst>
                    <a:ext uri="{9D8B030D-6E8A-4147-A177-3AD203B41FA5}">
                      <a16:colId xmlns:a16="http://schemas.microsoft.com/office/drawing/2014/main" val="3480804512"/>
                    </a:ext>
                  </a:extLst>
                </a:gridCol>
                <a:gridCol w="1060450">
                  <a:extLst>
                    <a:ext uri="{9D8B030D-6E8A-4147-A177-3AD203B41FA5}">
                      <a16:colId xmlns:a16="http://schemas.microsoft.com/office/drawing/2014/main" val="1508802548"/>
                    </a:ext>
                  </a:extLst>
                </a:gridCol>
                <a:gridCol w="946150">
                  <a:extLst>
                    <a:ext uri="{9D8B030D-6E8A-4147-A177-3AD203B41FA5}">
                      <a16:colId xmlns:a16="http://schemas.microsoft.com/office/drawing/2014/main" val="1380669789"/>
                    </a:ext>
                  </a:extLst>
                </a:gridCol>
                <a:gridCol w="768350">
                  <a:extLst>
                    <a:ext uri="{9D8B030D-6E8A-4147-A177-3AD203B41FA5}">
                      <a16:colId xmlns:a16="http://schemas.microsoft.com/office/drawing/2014/main" val="3717172380"/>
                    </a:ext>
                  </a:extLst>
                </a:gridCol>
                <a:gridCol w="693738">
                  <a:extLst>
                    <a:ext uri="{9D8B030D-6E8A-4147-A177-3AD203B41FA5}">
                      <a16:colId xmlns:a16="http://schemas.microsoft.com/office/drawing/2014/main" val="2348796435"/>
                    </a:ext>
                  </a:extLst>
                </a:gridCol>
                <a:gridCol w="952500">
                  <a:extLst>
                    <a:ext uri="{9D8B030D-6E8A-4147-A177-3AD203B41FA5}">
                      <a16:colId xmlns:a16="http://schemas.microsoft.com/office/drawing/2014/main" val="3209140028"/>
                    </a:ext>
                  </a:extLst>
                </a:gridCol>
                <a:gridCol w="935831">
                  <a:extLst>
                    <a:ext uri="{9D8B030D-6E8A-4147-A177-3AD203B41FA5}">
                      <a16:colId xmlns:a16="http://schemas.microsoft.com/office/drawing/2014/main" val="2651425576"/>
                    </a:ext>
                  </a:extLst>
                </a:gridCol>
                <a:gridCol w="631673">
                  <a:extLst>
                    <a:ext uri="{9D8B030D-6E8A-4147-A177-3AD203B41FA5}">
                      <a16:colId xmlns:a16="http://schemas.microsoft.com/office/drawing/2014/main" val="3903366463"/>
                    </a:ext>
                  </a:extLst>
                </a:gridCol>
                <a:gridCol w="817865">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1" i="0" u="none" strike="noStrike" kern="1200" cap="none" spc="0" normalizeH="0" baseline="0" noProof="0">
                          <a:ln>
                            <a:noFill/>
                          </a:ln>
                          <a:solidFill>
                            <a:srgbClr val="00338D"/>
                          </a:solidFill>
                          <a:effectLst/>
                          <a:uLnTx/>
                          <a:uFillTx/>
                          <a:latin typeface="+mn-lt"/>
                          <a:ea typeface="+mn-ea"/>
                          <a:cs typeface="+mn-cs"/>
                        </a:rPr>
                        <a:t>Historical trading</a:t>
                      </a:r>
                      <a:endParaRPr kumimoji="0" lang="en-US" sz="1000" b="1" i="0" u="none" strike="noStrike" kern="1200" cap="none" spc="0" normalizeH="0" baseline="0">
                        <a:ln>
                          <a:noFill/>
                        </a:ln>
                        <a:solidFill>
                          <a:srgbClr val="00338D"/>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21" name="Rectangle 20">
            <a:hlinkClick r:id="rId6" action="ppaction://hlinksldjump"/>
            <a:extLst>
              <a:ext uri="{FF2B5EF4-FFF2-40B4-BE49-F238E27FC236}">
                <a16:creationId xmlns:a16="http://schemas.microsoft.com/office/drawing/2014/main" id="{90F40B0D-50B9-C902-C532-32BB7906ED43}"/>
              </a:ext>
            </a:extLst>
          </p:cNvPr>
          <p:cNvSpPr/>
          <p:nvPr/>
        </p:nvSpPr>
        <p:spPr>
          <a:xfrm>
            <a:off x="938704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2" name="Rectangle 21">
            <a:hlinkClick r:id="rId7" action="ppaction://hlinksldjump"/>
            <a:extLst>
              <a:ext uri="{FF2B5EF4-FFF2-40B4-BE49-F238E27FC236}">
                <a16:creationId xmlns:a16="http://schemas.microsoft.com/office/drawing/2014/main" id="{AEBF6108-61A3-E452-126F-78CDAECCB595}"/>
              </a:ext>
            </a:extLst>
          </p:cNvPr>
          <p:cNvSpPr/>
          <p:nvPr/>
        </p:nvSpPr>
        <p:spPr>
          <a:xfrm>
            <a:off x="2205685" y="140055"/>
            <a:ext cx="115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3" name="Rectangle 22">
            <a:hlinkClick r:id="rId8" action="ppaction://hlinksldjump"/>
            <a:extLst>
              <a:ext uri="{FF2B5EF4-FFF2-40B4-BE49-F238E27FC236}">
                <a16:creationId xmlns:a16="http://schemas.microsoft.com/office/drawing/2014/main" id="{052D8045-6BC2-9B2C-DB73-1048C3958FAD}"/>
              </a:ext>
            </a:extLst>
          </p:cNvPr>
          <p:cNvSpPr/>
          <p:nvPr/>
        </p:nvSpPr>
        <p:spPr>
          <a:xfrm>
            <a:off x="446345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4" name="Rectangle 23">
            <a:hlinkClick r:id="" action="ppaction://noaction"/>
            <a:extLst>
              <a:ext uri="{FF2B5EF4-FFF2-40B4-BE49-F238E27FC236}">
                <a16:creationId xmlns:a16="http://schemas.microsoft.com/office/drawing/2014/main" id="{A6D61D55-0D91-5BB4-DFAE-7FFC1D9BC7F0}"/>
              </a:ext>
            </a:extLst>
          </p:cNvPr>
          <p:cNvSpPr/>
          <p:nvPr/>
        </p:nvSpPr>
        <p:spPr>
          <a:xfrm>
            <a:off x="781335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0" name="Rectangle 29">
            <a:hlinkClick r:id="rId9" action="ppaction://hlinksldjump"/>
            <a:extLst>
              <a:ext uri="{FF2B5EF4-FFF2-40B4-BE49-F238E27FC236}">
                <a16:creationId xmlns:a16="http://schemas.microsoft.com/office/drawing/2014/main" id="{FE47DCF8-656F-963A-8161-FD075057717A}"/>
              </a:ext>
            </a:extLst>
          </p:cNvPr>
          <p:cNvSpPr/>
          <p:nvPr/>
        </p:nvSpPr>
        <p:spPr>
          <a:xfrm>
            <a:off x="540415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1" name="Rectangle 30">
            <a:hlinkClick r:id="rId10" action="ppaction://hlinksldjump"/>
            <a:extLst>
              <a:ext uri="{FF2B5EF4-FFF2-40B4-BE49-F238E27FC236}">
                <a16:creationId xmlns:a16="http://schemas.microsoft.com/office/drawing/2014/main" id="{6085CAD4-2D8C-82F2-74B1-B21980D2FFB8}"/>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32" name="Rectangle 31">
            <a:hlinkClick r:id="rId11" action="ppaction://hlinksldjump"/>
            <a:extLst>
              <a:ext uri="{FF2B5EF4-FFF2-40B4-BE49-F238E27FC236}">
                <a16:creationId xmlns:a16="http://schemas.microsoft.com/office/drawing/2014/main" id="{31DE5046-E203-D77E-2ECE-07F88A57E776}"/>
              </a:ext>
            </a:extLst>
          </p:cNvPr>
          <p:cNvSpPr/>
          <p:nvPr/>
        </p:nvSpPr>
        <p:spPr>
          <a:xfrm>
            <a:off x="3401161" y="140055"/>
            <a:ext cx="100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3" name="Rectangle 32">
            <a:hlinkClick r:id="rId12" action="ppaction://hlinksldjump"/>
            <a:extLst>
              <a:ext uri="{FF2B5EF4-FFF2-40B4-BE49-F238E27FC236}">
                <a16:creationId xmlns:a16="http://schemas.microsoft.com/office/drawing/2014/main" id="{689D4E74-E339-1809-4B26-EF2B1BFF913C}"/>
              </a:ext>
            </a:extLst>
          </p:cNvPr>
          <p:cNvSpPr/>
          <p:nvPr/>
        </p:nvSpPr>
        <p:spPr>
          <a:xfrm>
            <a:off x="617245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4" name="Rectangle 33">
            <a:hlinkClick r:id="" action="ppaction://noaction"/>
            <a:extLst>
              <a:ext uri="{FF2B5EF4-FFF2-40B4-BE49-F238E27FC236}">
                <a16:creationId xmlns:a16="http://schemas.microsoft.com/office/drawing/2014/main" id="{BA0F1C8C-CBE1-57C1-5D9A-8FB5EA556B88}"/>
              </a:ext>
            </a:extLst>
          </p:cNvPr>
          <p:cNvSpPr/>
          <p:nvPr/>
        </p:nvSpPr>
        <p:spPr>
          <a:xfrm>
            <a:off x="68664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5" name="Rectangle 34">
            <a:hlinkClick r:id="rId13" action="ppaction://hlinksldjump"/>
            <a:extLst>
              <a:ext uri="{FF2B5EF4-FFF2-40B4-BE49-F238E27FC236}">
                <a16:creationId xmlns:a16="http://schemas.microsoft.com/office/drawing/2014/main" id="{A1426548-2EB9-9DA6-4B3A-69640D128499}"/>
              </a:ext>
            </a:extLst>
          </p:cNvPr>
          <p:cNvSpPr/>
          <p:nvPr/>
        </p:nvSpPr>
        <p:spPr>
          <a:xfrm>
            <a:off x="8753938"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12" name="Text Placeholder 12">
            <a:extLst>
              <a:ext uri="{FF2B5EF4-FFF2-40B4-BE49-F238E27FC236}">
                <a16:creationId xmlns:a16="http://schemas.microsoft.com/office/drawing/2014/main" id="{BF389D16-9ADC-4BF5-32EE-705357CBA43F}"/>
              </a:ext>
            </a:extLst>
          </p:cNvPr>
          <p:cNvSpPr txBox="1">
            <a:spLocks/>
          </p:cNvSpPr>
          <p:nvPr/>
        </p:nvSpPr>
        <p:spPr>
          <a:xfrm>
            <a:off x="995121" y="5907053"/>
            <a:ext cx="3600000" cy="210314"/>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a:t>
            </a:r>
          </a:p>
          <a:p>
            <a:pPr defTabSz="444500" rtl="0">
              <a:spcAft>
                <a:spcPts val="200"/>
              </a:spcAft>
            </a:pPr>
            <a:r>
              <a:rPr lang="en-US" sz="600" b="0">
                <a:solidFill>
                  <a:schemeClr val="tx2"/>
                </a:solidFill>
                <a:latin typeface="Arial" panose="020B0604020202020204" pitchFamily="34" charset="0"/>
              </a:rPr>
              <a:t>Source: 	[…].</a:t>
            </a:r>
          </a:p>
        </p:txBody>
      </p:sp>
      <p:sp>
        <p:nvSpPr>
          <p:cNvPr id="7" name="Text Placeholder 7">
            <a:extLst>
              <a:ext uri="{FF2B5EF4-FFF2-40B4-BE49-F238E27FC236}">
                <a16:creationId xmlns:a16="http://schemas.microsoft.com/office/drawing/2014/main" id="{9C66C94A-72D7-351A-2098-DDC555C92782}"/>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8" name="Text Placeholder 12">
            <a:extLst>
              <a:ext uri="{FF2B5EF4-FFF2-40B4-BE49-F238E27FC236}">
                <a16:creationId xmlns:a16="http://schemas.microsoft.com/office/drawing/2014/main" id="{F28278FA-5455-9157-78E2-53D3A034831E}"/>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0" name="Rounded Rectangle 7">
            <a:extLst>
              <a:ext uri="{FF2B5EF4-FFF2-40B4-BE49-F238E27FC236}">
                <a16:creationId xmlns:a16="http://schemas.microsoft.com/office/drawing/2014/main" id="{569C3874-2E05-487A-607A-EF48CCAFE9DA}"/>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8" name="Rectangle 17">
            <a:extLst>
              <a:ext uri="{FF2B5EF4-FFF2-40B4-BE49-F238E27FC236}">
                <a16:creationId xmlns:a16="http://schemas.microsoft.com/office/drawing/2014/main" id="{6288F875-37C3-2264-D20A-0AEB88F3F11B}"/>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20" name="Straight Arrow Connector 19">
            <a:extLst>
              <a:ext uri="{FF2B5EF4-FFF2-40B4-BE49-F238E27FC236}">
                <a16:creationId xmlns:a16="http://schemas.microsoft.com/office/drawing/2014/main" id="{20F0E664-C6E2-9DF2-72B1-79EA6C945BF2}"/>
              </a:ext>
            </a:extLst>
          </p:cNvPr>
          <p:cNvCxnSpPr>
            <a:cxnSpLocks/>
            <a:stCxn id="18" idx="2"/>
            <a:endCxn id="10"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964603A1-BB7D-508C-AB57-D658E74FE20D}"/>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2" name="Rectangle 1">
            <a:extLst>
              <a:ext uri="{FF2B5EF4-FFF2-40B4-BE49-F238E27FC236}">
                <a16:creationId xmlns:a16="http://schemas.microsoft.com/office/drawing/2014/main" id="{50E7DA95-05D7-61CA-79F3-EE4AE1803A23}"/>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3" name="Rectangle 2">
            <a:extLst>
              <a:ext uri="{FF2B5EF4-FFF2-40B4-BE49-F238E27FC236}">
                <a16:creationId xmlns:a16="http://schemas.microsoft.com/office/drawing/2014/main" id="{C1074673-F22C-D08F-AAE6-7E8C6C04A5D5}"/>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4" name="Rectangle 3">
            <a:extLst>
              <a:ext uri="{FF2B5EF4-FFF2-40B4-BE49-F238E27FC236}">
                <a16:creationId xmlns:a16="http://schemas.microsoft.com/office/drawing/2014/main" id="{BE2C75A3-117D-BD4E-D5C1-611BA954793E}"/>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6" name="Rectangle 5">
            <a:extLst>
              <a:ext uri="{FF2B5EF4-FFF2-40B4-BE49-F238E27FC236}">
                <a16:creationId xmlns:a16="http://schemas.microsoft.com/office/drawing/2014/main" id="{00F33FA4-5C47-4352-5A41-EA6B03FEE993}"/>
              </a:ext>
            </a:extLst>
          </p:cNvPr>
          <p:cNvSpPr/>
          <p:nvPr/>
        </p:nvSpPr>
        <p:spPr>
          <a:xfrm>
            <a:off x="10598330" y="6277289"/>
            <a:ext cx="1550957" cy="554584"/>
          </a:xfrm>
          <a:prstGeom prst="rect">
            <a:avLst/>
          </a:prstGeom>
          <a:solidFill>
            <a:schemeClr val="accent6"/>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800" b="1">
                <a:solidFill>
                  <a:schemeClr val="bg1"/>
                </a:solidFill>
              </a:rPr>
              <a:t>UPDATES:</a:t>
            </a:r>
            <a:r>
              <a:rPr lang="en-US" sz="800">
                <a:solidFill>
                  <a:schemeClr val="bg1"/>
                </a:solidFill>
              </a:rPr>
              <a:t> headers and text boxes aligned with Diligence+ gridlines</a:t>
            </a:r>
          </a:p>
        </p:txBody>
      </p:sp>
    </p:spTree>
    <p:extLst>
      <p:ext uri="{BB962C8B-B14F-4D97-AF65-F5344CB8AC3E}">
        <p14:creationId xmlns:p14="http://schemas.microsoft.com/office/powerpoint/2010/main" val="3599720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66C5109-0111-4E17-8D7D-F69D2B2B94DC}"/>
              </a:ext>
            </a:extLst>
          </p:cNvPr>
          <p:cNvGraphicFramePr>
            <a:graphicFrameLocks noChangeAspect="1"/>
          </p:cNvGraphicFramePr>
          <p:nvPr>
            <p:custDataLst>
              <p:tags r:id="rId1"/>
            </p:custDataLst>
            <p:extLst>
              <p:ext uri="{D42A27DB-BD31-4B8C-83A1-F6EECF244321}">
                <p14:modId xmlns:p14="http://schemas.microsoft.com/office/powerpoint/2010/main" val="3682808572"/>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466C5109-0111-4E17-8D7D-F69D2B2B94DC}"/>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graphicFrame>
        <p:nvGraphicFramePr>
          <p:cNvPr id="3" name="Table 7">
            <a:extLst>
              <a:ext uri="{FF2B5EF4-FFF2-40B4-BE49-F238E27FC236}">
                <a16:creationId xmlns:a16="http://schemas.microsoft.com/office/drawing/2014/main" id="{89637A6D-41D5-C988-1A3B-7306ACE4CAB1}"/>
              </a:ext>
            </a:extLst>
          </p:cNvPr>
          <p:cNvGraphicFramePr>
            <a:graphicFrameLocks/>
          </p:cNvGraphicFramePr>
          <p:nvPr>
            <p:extLst>
              <p:ext uri="{D42A27DB-BD31-4B8C-83A1-F6EECF244321}">
                <p14:modId xmlns:p14="http://schemas.microsoft.com/office/powerpoint/2010/main" val="2136966125"/>
              </p:ext>
            </p:extLst>
          </p:nvPr>
        </p:nvGraphicFramePr>
        <p:xfrm>
          <a:off x="1293813" y="3022600"/>
          <a:ext cx="6321424" cy="2743200"/>
        </p:xfrm>
        <a:graphic>
          <a:graphicData uri="http://schemas.openxmlformats.org/drawingml/2006/table">
            <a:tbl>
              <a:tblPr firstRow="1" bandRow="1">
                <a:tableStyleId>{5C22544A-7EE6-4342-B048-85BDC9FD1C3A}</a:tableStyleId>
              </a:tblPr>
              <a:tblGrid>
                <a:gridCol w="995362">
                  <a:extLst>
                    <a:ext uri="{9D8B030D-6E8A-4147-A177-3AD203B41FA5}">
                      <a16:colId xmlns:a16="http://schemas.microsoft.com/office/drawing/2014/main" val="742544998"/>
                    </a:ext>
                  </a:extLst>
                </a:gridCol>
                <a:gridCol w="4521201">
                  <a:extLst>
                    <a:ext uri="{9D8B030D-6E8A-4147-A177-3AD203B41FA5}">
                      <a16:colId xmlns:a16="http://schemas.microsoft.com/office/drawing/2014/main" val="1401308672"/>
                    </a:ext>
                  </a:extLst>
                </a:gridCol>
                <a:gridCol w="804861">
                  <a:extLst>
                    <a:ext uri="{9D8B030D-6E8A-4147-A177-3AD203B41FA5}">
                      <a16:colId xmlns:a16="http://schemas.microsoft.com/office/drawing/2014/main" val="4196980023"/>
                    </a:ext>
                  </a:extLst>
                </a:gridCol>
              </a:tblGrid>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0" u="none" kern="1200">
                          <a:solidFill>
                            <a:schemeClr val="bg1"/>
                          </a:solidFill>
                          <a:latin typeface="+mj-lt"/>
                          <a:ea typeface="+mn-ea"/>
                          <a:cs typeface="+mn-cs"/>
                        </a:rPr>
                        <a:t>01</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a:solidFill>
                            <a:schemeClr val="bg1"/>
                          </a:solidFill>
                        </a:rPr>
                        <a:t>Current trading and run rate</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sz="1600" b="0">
                          <a:solidFill>
                            <a:schemeClr val="bg1"/>
                          </a:solidFill>
                        </a:rPr>
                        <a:t>37</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93307755"/>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02</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bg1"/>
                          </a:solidFill>
                        </a:rPr>
                        <a:t>Historical forecasting accuracy</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a:solidFill>
                            <a:schemeClr val="bg1"/>
                          </a:solidFill>
                        </a:rPr>
                        <a:t>38</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88271"/>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03</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bg1"/>
                          </a:solidFill>
                        </a:rPr>
                        <a:t>Forecast overview</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a:solidFill>
                            <a:schemeClr val="bg1"/>
                          </a:solidFill>
                        </a:rPr>
                        <a:t>39</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9013508"/>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04</a:t>
                      </a: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bg1"/>
                          </a:solidFill>
                        </a:rPr>
                        <a:t>Forecast revenue and EBITDA bridge</a:t>
                      </a: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a:r>
                        <a:rPr lang="en-US" sz="1600">
                          <a:solidFill>
                            <a:schemeClr val="bg1"/>
                          </a:solidFill>
                        </a:rPr>
                        <a:t>40–41</a:t>
                      </a: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30954912"/>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05</a:t>
                      </a: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bg1"/>
                          </a:solidFill>
                        </a:rPr>
                        <a:t>Forecast assumptions</a:t>
                      </a: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lang="en-US" sz="1600">
                          <a:solidFill>
                            <a:schemeClr val="bg1"/>
                          </a:solidFill>
                        </a:rPr>
                        <a:t>42</a:t>
                      </a: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57734648"/>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06</a:t>
                      </a: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bg1"/>
                          </a:solidFill>
                        </a:rPr>
                        <a:t>Upsides and sensitivities</a:t>
                      </a: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1"/>
                          </a:solidFill>
                        </a:rPr>
                        <a:t>43</a:t>
                      </a: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915418"/>
                  </a:ext>
                </a:extLst>
              </a:tr>
            </a:tbl>
          </a:graphicData>
        </a:graphic>
      </p:graphicFrame>
      <p:sp>
        <p:nvSpPr>
          <p:cNvPr id="4" name="Text Placeholder 3">
            <a:extLst>
              <a:ext uri="{FF2B5EF4-FFF2-40B4-BE49-F238E27FC236}">
                <a16:creationId xmlns:a16="http://schemas.microsoft.com/office/drawing/2014/main" id="{A97AF671-F83C-4C73-B887-334A69D8A375}"/>
              </a:ext>
            </a:extLst>
          </p:cNvPr>
          <p:cNvSpPr>
            <a:spLocks noGrp="1"/>
          </p:cNvSpPr>
          <p:nvPr>
            <p:ph type="body" sz="quarter" idx="14"/>
          </p:nvPr>
        </p:nvSpPr>
        <p:spPr/>
        <p:txBody>
          <a:bodyPr/>
          <a:lstStyle/>
          <a:p>
            <a:r>
              <a:rPr lang="en-US"/>
              <a:t>03</a:t>
            </a:r>
          </a:p>
        </p:txBody>
      </p:sp>
      <p:sp>
        <p:nvSpPr>
          <p:cNvPr id="2" name="Title 1">
            <a:extLst>
              <a:ext uri="{FF2B5EF4-FFF2-40B4-BE49-F238E27FC236}">
                <a16:creationId xmlns:a16="http://schemas.microsoft.com/office/drawing/2014/main" id="{99EB806D-E49B-4342-86BA-76DFA48575D9}"/>
              </a:ext>
            </a:extLst>
          </p:cNvPr>
          <p:cNvSpPr>
            <a:spLocks noGrp="1"/>
          </p:cNvSpPr>
          <p:nvPr>
            <p:ph type="ctrTitle"/>
          </p:nvPr>
        </p:nvSpPr>
        <p:spPr/>
        <p:txBody>
          <a:bodyPr vert="horz"/>
          <a:lstStyle/>
          <a:p>
            <a:r>
              <a:rPr lang="en-US"/>
              <a:t>Forecast trading</a:t>
            </a:r>
          </a:p>
        </p:txBody>
      </p:sp>
      <p:sp>
        <p:nvSpPr>
          <p:cNvPr id="29" name="Rectangle 28">
            <a:hlinkClick r:id="rId5" action="ppaction://hlinksldjump"/>
            <a:extLst>
              <a:ext uri="{FF2B5EF4-FFF2-40B4-BE49-F238E27FC236}">
                <a16:creationId xmlns:a16="http://schemas.microsoft.com/office/drawing/2014/main" id="{5DD16843-3462-45B0-A51B-7F4FB367BAE5}"/>
              </a:ext>
            </a:extLst>
          </p:cNvPr>
          <p:cNvSpPr/>
          <p:nvPr/>
        </p:nvSpPr>
        <p:spPr>
          <a:xfrm>
            <a:off x="1312805" y="3059814"/>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a:solidFill>
                <a:schemeClr val="bg1"/>
              </a:solidFill>
            </a:endParaRPr>
          </a:p>
        </p:txBody>
      </p:sp>
      <p:sp>
        <p:nvSpPr>
          <p:cNvPr id="30" name="Rectangle 29">
            <a:hlinkClick r:id="rId6" action="ppaction://hlinksldjump"/>
            <a:extLst>
              <a:ext uri="{FF2B5EF4-FFF2-40B4-BE49-F238E27FC236}">
                <a16:creationId xmlns:a16="http://schemas.microsoft.com/office/drawing/2014/main" id="{D10C06EA-8127-474E-8C9F-3E31D778D77A}"/>
              </a:ext>
            </a:extLst>
          </p:cNvPr>
          <p:cNvSpPr/>
          <p:nvPr/>
        </p:nvSpPr>
        <p:spPr>
          <a:xfrm>
            <a:off x="1312805" y="3530139"/>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err="1">
              <a:solidFill>
                <a:schemeClr val="bg1"/>
              </a:solidFill>
            </a:endParaRPr>
          </a:p>
        </p:txBody>
      </p:sp>
      <p:sp>
        <p:nvSpPr>
          <p:cNvPr id="31" name="Rectangle 30">
            <a:hlinkClick r:id="rId7" action="ppaction://hlinksldjump"/>
            <a:extLst>
              <a:ext uri="{FF2B5EF4-FFF2-40B4-BE49-F238E27FC236}">
                <a16:creationId xmlns:a16="http://schemas.microsoft.com/office/drawing/2014/main" id="{DA46F9A1-B339-4327-A6ED-CA0F6DA1C1D2}"/>
              </a:ext>
            </a:extLst>
          </p:cNvPr>
          <p:cNvSpPr/>
          <p:nvPr/>
        </p:nvSpPr>
        <p:spPr>
          <a:xfrm>
            <a:off x="1312805" y="3994372"/>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err="1">
              <a:solidFill>
                <a:schemeClr val="bg1"/>
              </a:solidFill>
            </a:endParaRPr>
          </a:p>
        </p:txBody>
      </p:sp>
      <p:sp>
        <p:nvSpPr>
          <p:cNvPr id="32" name="Rectangle 31">
            <a:hlinkClick r:id="rId8" action="ppaction://hlinksldjump"/>
            <a:extLst>
              <a:ext uri="{FF2B5EF4-FFF2-40B4-BE49-F238E27FC236}">
                <a16:creationId xmlns:a16="http://schemas.microsoft.com/office/drawing/2014/main" id="{F2EC9BE3-A48E-41A8-AEF8-23C4A75CC2D6}"/>
              </a:ext>
            </a:extLst>
          </p:cNvPr>
          <p:cNvSpPr/>
          <p:nvPr/>
        </p:nvSpPr>
        <p:spPr>
          <a:xfrm>
            <a:off x="1312805" y="4458606"/>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err="1">
              <a:solidFill>
                <a:schemeClr val="bg1"/>
              </a:solidFill>
            </a:endParaRPr>
          </a:p>
        </p:txBody>
      </p:sp>
      <p:sp>
        <p:nvSpPr>
          <p:cNvPr id="33" name="Rectangle 32">
            <a:hlinkClick r:id="rId9" action="ppaction://hlinksldjump"/>
            <a:extLst>
              <a:ext uri="{FF2B5EF4-FFF2-40B4-BE49-F238E27FC236}">
                <a16:creationId xmlns:a16="http://schemas.microsoft.com/office/drawing/2014/main" id="{6FC657E8-29B0-4C6A-9E3E-2316CBD7FC8A}"/>
              </a:ext>
            </a:extLst>
          </p:cNvPr>
          <p:cNvSpPr/>
          <p:nvPr/>
        </p:nvSpPr>
        <p:spPr>
          <a:xfrm>
            <a:off x="1312805" y="4919320"/>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err="1">
              <a:solidFill>
                <a:schemeClr val="bg1"/>
              </a:solidFill>
            </a:endParaRPr>
          </a:p>
        </p:txBody>
      </p:sp>
      <p:sp>
        <p:nvSpPr>
          <p:cNvPr id="34" name="Rectangle 33">
            <a:hlinkClick r:id="rId10" action="ppaction://hlinksldjump"/>
            <a:extLst>
              <a:ext uri="{FF2B5EF4-FFF2-40B4-BE49-F238E27FC236}">
                <a16:creationId xmlns:a16="http://schemas.microsoft.com/office/drawing/2014/main" id="{00A790A1-EDAC-4EB6-9B35-0917CAD2BC0B}"/>
              </a:ext>
            </a:extLst>
          </p:cNvPr>
          <p:cNvSpPr/>
          <p:nvPr/>
        </p:nvSpPr>
        <p:spPr>
          <a:xfrm>
            <a:off x="1312805" y="5367082"/>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err="1">
              <a:solidFill>
                <a:schemeClr val="bg1"/>
              </a:solidFill>
            </a:endParaRPr>
          </a:p>
        </p:txBody>
      </p:sp>
    </p:spTree>
    <p:extLst>
      <p:ext uri="{BB962C8B-B14F-4D97-AF65-F5344CB8AC3E}">
        <p14:creationId xmlns:p14="http://schemas.microsoft.com/office/powerpoint/2010/main" val="4489756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Object 25" hidden="1">
            <a:extLst>
              <a:ext uri="{FF2B5EF4-FFF2-40B4-BE49-F238E27FC236}">
                <a16:creationId xmlns:a16="http://schemas.microsoft.com/office/drawing/2014/main" id="{9C8B9D13-AD2A-4261-8033-5C9CCDFEF527}"/>
              </a:ext>
            </a:extLst>
          </p:cNvPr>
          <p:cNvGraphicFramePr>
            <a:graphicFrameLocks noChangeAspect="1"/>
          </p:cNvGraphicFramePr>
          <p:nvPr>
            <p:custDataLst>
              <p:tags r:id="rId1"/>
            </p:custDataLst>
            <p:extLst>
              <p:ext uri="{D42A27DB-BD31-4B8C-83A1-F6EECF244321}">
                <p14:modId xmlns:p14="http://schemas.microsoft.com/office/powerpoint/2010/main" val="4041708835"/>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26" name="Object 25" hidden="1">
                        <a:extLst>
                          <a:ext uri="{FF2B5EF4-FFF2-40B4-BE49-F238E27FC236}">
                            <a16:creationId xmlns:a16="http://schemas.microsoft.com/office/drawing/2014/main" id="{9C8B9D13-AD2A-4261-8033-5C9CCDFEF527}"/>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11" name="Text Placeholder 10">
            <a:extLst>
              <a:ext uri="{FF2B5EF4-FFF2-40B4-BE49-F238E27FC236}">
                <a16:creationId xmlns:a16="http://schemas.microsoft.com/office/drawing/2014/main" id="{643FF106-0884-471B-EE9F-6FEA5179FD41}"/>
              </a:ext>
            </a:extLst>
          </p:cNvPr>
          <p:cNvSpPr>
            <a:spLocks noGrp="1"/>
          </p:cNvSpPr>
          <p:nvPr>
            <p:ph type="body" sz="quarter" idx="10"/>
          </p:nvPr>
        </p:nvSpPr>
        <p:spPr/>
        <p:txBody>
          <a:bodyPr/>
          <a:lstStyle/>
          <a:p>
            <a:endParaRPr lang="fi-FI"/>
          </a:p>
        </p:txBody>
      </p:sp>
      <p:sp>
        <p:nvSpPr>
          <p:cNvPr id="27" name="Title 26">
            <a:extLst>
              <a:ext uri="{FF2B5EF4-FFF2-40B4-BE49-F238E27FC236}">
                <a16:creationId xmlns:a16="http://schemas.microsoft.com/office/drawing/2014/main" id="{7EAFB3CD-7DBF-4FA1-A9CB-6A3220A4A427}"/>
              </a:ext>
            </a:extLst>
          </p:cNvPr>
          <p:cNvSpPr>
            <a:spLocks noGrp="1"/>
          </p:cNvSpPr>
          <p:nvPr>
            <p:ph type="title"/>
          </p:nvPr>
        </p:nvSpPr>
        <p:spPr/>
        <p:txBody>
          <a:bodyPr vert="horz"/>
          <a:lstStyle/>
          <a:p>
            <a:r>
              <a:rPr lang="en-US"/>
              <a:t>Current trading and run rate</a:t>
            </a:r>
          </a:p>
        </p:txBody>
      </p:sp>
      <p:sp>
        <p:nvSpPr>
          <p:cNvPr id="10" name="Text Placeholder 9">
            <a:extLst>
              <a:ext uri="{FF2B5EF4-FFF2-40B4-BE49-F238E27FC236}">
                <a16:creationId xmlns:a16="http://schemas.microsoft.com/office/drawing/2014/main" id="{062B6174-E1E0-4EFB-BC0C-A23DAA46A121}"/>
              </a:ext>
            </a:extLst>
          </p:cNvPr>
          <p:cNvSpPr>
            <a:spLocks noGrp="1"/>
          </p:cNvSpPr>
          <p:nvPr>
            <p:ph type="body" sz="quarter" idx="24"/>
          </p:nvPr>
        </p:nvSpPr>
        <p:spPr/>
        <p:txBody>
          <a:bodyPr/>
          <a:lstStyle/>
          <a:p>
            <a:pPr lvl="1" defTabSz="914377">
              <a:defRPr/>
            </a:pPr>
            <a:r>
              <a:rPr lang="en-US" sz="1000">
                <a:solidFill>
                  <a:srgbClr val="000000"/>
                </a:solidFill>
                <a:latin typeface="Arial"/>
              </a:rPr>
              <a:t>Second level</a:t>
            </a:r>
          </a:p>
          <a:p>
            <a:pPr marL="180970" lvl="2" indent="-180970" defTabSz="914377">
              <a:defRPr/>
            </a:pPr>
            <a:r>
              <a:rPr lang="en-US" sz="1000">
                <a:solidFill>
                  <a:srgbClr val="000000"/>
                </a:solidFill>
                <a:latin typeface="Arial"/>
              </a:rPr>
              <a:t>Third level</a:t>
            </a:r>
          </a:p>
          <a:p>
            <a:pPr marL="361942" lvl="3" indent="-180970" defTabSz="914377">
              <a:defRPr/>
            </a:pPr>
            <a:r>
              <a:rPr lang="en-US" sz="1000">
                <a:solidFill>
                  <a:srgbClr val="000000"/>
                </a:solidFill>
                <a:latin typeface="Arial"/>
              </a:rPr>
              <a:t>Fourth level</a:t>
            </a:r>
          </a:p>
          <a:p>
            <a:pPr marL="542912" lvl="4" indent="-180970" defTabSz="914377">
              <a:defRPr/>
            </a:pPr>
            <a:r>
              <a:rPr lang="en-US" sz="1000">
                <a:solidFill>
                  <a:srgbClr val="000000"/>
                </a:solidFill>
                <a:latin typeface="Arial"/>
              </a:rPr>
              <a:t>Fifth level</a:t>
            </a:r>
            <a:endParaRPr lang="en-US"/>
          </a:p>
        </p:txBody>
      </p:sp>
      <p:sp>
        <p:nvSpPr>
          <p:cNvPr id="12" name="Text Placeholder 11">
            <a:extLst>
              <a:ext uri="{FF2B5EF4-FFF2-40B4-BE49-F238E27FC236}">
                <a16:creationId xmlns:a16="http://schemas.microsoft.com/office/drawing/2014/main" id="{68621551-E220-791B-E4C3-1B1CC74FE329}"/>
              </a:ext>
            </a:extLst>
          </p:cNvPr>
          <p:cNvSpPr>
            <a:spLocks noGrp="1"/>
          </p:cNvSpPr>
          <p:nvPr>
            <p:ph type="body" sz="quarter" idx="11"/>
          </p:nvPr>
        </p:nvSpPr>
        <p:spPr/>
        <p:txBody>
          <a:bodyPr/>
          <a:lstStyle/>
          <a:p>
            <a:endParaRPr lang="fi-FI"/>
          </a:p>
        </p:txBody>
      </p:sp>
      <p:sp>
        <p:nvSpPr>
          <p:cNvPr id="13" name="Table Placeholder 12">
            <a:extLst>
              <a:ext uri="{FF2B5EF4-FFF2-40B4-BE49-F238E27FC236}">
                <a16:creationId xmlns:a16="http://schemas.microsoft.com/office/drawing/2014/main" id="{B43EF41B-8101-4FC2-4C1B-A835BCEFCC76}"/>
              </a:ext>
            </a:extLst>
          </p:cNvPr>
          <p:cNvSpPr>
            <a:spLocks noGrp="1"/>
          </p:cNvSpPr>
          <p:nvPr>
            <p:ph type="tbl" sz="quarter" idx="13"/>
          </p:nvPr>
        </p:nvSpPr>
        <p:spPr/>
        <p:txBody>
          <a:bodyPr/>
          <a:lstStyle/>
          <a:p>
            <a:endParaRPr lang="fi-FI"/>
          </a:p>
        </p:txBody>
      </p:sp>
      <p:sp>
        <p:nvSpPr>
          <p:cNvPr id="68" name="Rectangle 67">
            <a:extLst>
              <a:ext uri="{FF2B5EF4-FFF2-40B4-BE49-F238E27FC236}">
                <a16:creationId xmlns:a16="http://schemas.microsoft.com/office/drawing/2014/main" id="{A034DEB1-C1C2-415D-87FB-4B17A669B8B3}"/>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69" name="Rectangle 68">
            <a:extLst>
              <a:ext uri="{FF2B5EF4-FFF2-40B4-BE49-F238E27FC236}">
                <a16:creationId xmlns:a16="http://schemas.microsoft.com/office/drawing/2014/main" id="{67BE7144-1079-4F05-A635-00039974A6FC}"/>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73" name="Rectangle 72">
            <a:extLst>
              <a:ext uri="{FF2B5EF4-FFF2-40B4-BE49-F238E27FC236}">
                <a16:creationId xmlns:a16="http://schemas.microsoft.com/office/drawing/2014/main" id="{0EC2AE80-83FA-4CCD-835A-F4C37A75A3EE}"/>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74" name="Rectangle 73">
            <a:extLst>
              <a:ext uri="{FF2B5EF4-FFF2-40B4-BE49-F238E27FC236}">
                <a16:creationId xmlns:a16="http://schemas.microsoft.com/office/drawing/2014/main" id="{B5A59C34-6658-4178-8FEB-A9E66327CD62}"/>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75" name="Rectangle 74">
            <a:extLst>
              <a:ext uri="{FF2B5EF4-FFF2-40B4-BE49-F238E27FC236}">
                <a16:creationId xmlns:a16="http://schemas.microsoft.com/office/drawing/2014/main" id="{7048EB9C-9CE3-4F7F-AC41-0B5F6ADCF609}"/>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graphicFrame>
        <p:nvGraphicFramePr>
          <p:cNvPr id="2" name="Table 10">
            <a:extLst>
              <a:ext uri="{FF2B5EF4-FFF2-40B4-BE49-F238E27FC236}">
                <a16:creationId xmlns:a16="http://schemas.microsoft.com/office/drawing/2014/main" id="{5BD09C18-1B93-C68D-1AAF-A4F7B0058843}"/>
              </a:ext>
            </a:extLst>
          </p:cNvPr>
          <p:cNvGraphicFramePr>
            <a:graphicFrameLocks noGrp="1"/>
          </p:cNvGraphicFramePr>
          <p:nvPr>
            <p:extLst>
              <p:ext uri="{D42A27DB-BD31-4B8C-83A1-F6EECF244321}">
                <p14:modId xmlns:p14="http://schemas.microsoft.com/office/powerpoint/2010/main" val="1635565498"/>
              </p:ext>
            </p:extLst>
          </p:nvPr>
        </p:nvGraphicFramePr>
        <p:xfrm>
          <a:off x="932737" y="142211"/>
          <a:ext cx="9248845"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04900">
                  <a:extLst>
                    <a:ext uri="{9D8B030D-6E8A-4147-A177-3AD203B41FA5}">
                      <a16:colId xmlns:a16="http://schemas.microsoft.com/office/drawing/2014/main" val="3480804512"/>
                    </a:ext>
                  </a:extLst>
                </a:gridCol>
                <a:gridCol w="1143000">
                  <a:extLst>
                    <a:ext uri="{9D8B030D-6E8A-4147-A177-3AD203B41FA5}">
                      <a16:colId xmlns:a16="http://schemas.microsoft.com/office/drawing/2014/main" val="1508802548"/>
                    </a:ext>
                  </a:extLst>
                </a:gridCol>
                <a:gridCol w="946150">
                  <a:extLst>
                    <a:ext uri="{9D8B030D-6E8A-4147-A177-3AD203B41FA5}">
                      <a16:colId xmlns:a16="http://schemas.microsoft.com/office/drawing/2014/main" val="1380669789"/>
                    </a:ext>
                  </a:extLst>
                </a:gridCol>
                <a:gridCol w="768350">
                  <a:extLst>
                    <a:ext uri="{9D8B030D-6E8A-4147-A177-3AD203B41FA5}">
                      <a16:colId xmlns:a16="http://schemas.microsoft.com/office/drawing/2014/main" val="3717172380"/>
                    </a:ext>
                  </a:extLst>
                </a:gridCol>
                <a:gridCol w="693738">
                  <a:extLst>
                    <a:ext uri="{9D8B030D-6E8A-4147-A177-3AD203B41FA5}">
                      <a16:colId xmlns:a16="http://schemas.microsoft.com/office/drawing/2014/main" val="2348796435"/>
                    </a:ext>
                  </a:extLst>
                </a:gridCol>
                <a:gridCol w="952500">
                  <a:extLst>
                    <a:ext uri="{9D8B030D-6E8A-4147-A177-3AD203B41FA5}">
                      <a16:colId xmlns:a16="http://schemas.microsoft.com/office/drawing/2014/main" val="3209140028"/>
                    </a:ext>
                  </a:extLst>
                </a:gridCol>
                <a:gridCol w="935831">
                  <a:extLst>
                    <a:ext uri="{9D8B030D-6E8A-4147-A177-3AD203B41FA5}">
                      <a16:colId xmlns:a16="http://schemas.microsoft.com/office/drawing/2014/main" val="2651425576"/>
                    </a:ext>
                  </a:extLst>
                </a:gridCol>
                <a:gridCol w="631673">
                  <a:extLst>
                    <a:ext uri="{9D8B030D-6E8A-4147-A177-3AD203B41FA5}">
                      <a16:colId xmlns:a16="http://schemas.microsoft.com/office/drawing/2014/main" val="3903366463"/>
                    </a:ext>
                  </a:extLst>
                </a:gridCol>
                <a:gridCol w="817865">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338D"/>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3" name="Rectangle 2">
            <a:hlinkClick r:id="rId6" action="ppaction://hlinksldjump"/>
            <a:extLst>
              <a:ext uri="{FF2B5EF4-FFF2-40B4-BE49-F238E27FC236}">
                <a16:creationId xmlns:a16="http://schemas.microsoft.com/office/drawing/2014/main" id="{990E64B0-9BFC-8F73-15CF-9CA964E0DC5F}"/>
              </a:ext>
            </a:extLst>
          </p:cNvPr>
          <p:cNvSpPr/>
          <p:nvPr/>
        </p:nvSpPr>
        <p:spPr>
          <a:xfrm>
            <a:off x="938704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1" name="Rectangle 20">
            <a:hlinkClick r:id="rId7" action="ppaction://hlinksldjump"/>
            <a:extLst>
              <a:ext uri="{FF2B5EF4-FFF2-40B4-BE49-F238E27FC236}">
                <a16:creationId xmlns:a16="http://schemas.microsoft.com/office/drawing/2014/main" id="{EA5F0CA6-B973-1283-E162-F4DCE91EBA73}"/>
              </a:ext>
            </a:extLst>
          </p:cNvPr>
          <p:cNvSpPr/>
          <p:nvPr/>
        </p:nvSpPr>
        <p:spPr>
          <a:xfrm>
            <a:off x="2199335" y="140055"/>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2" name="Rectangle 21">
            <a:hlinkClick r:id="rId8" action="ppaction://hlinksldjump"/>
            <a:extLst>
              <a:ext uri="{FF2B5EF4-FFF2-40B4-BE49-F238E27FC236}">
                <a16:creationId xmlns:a16="http://schemas.microsoft.com/office/drawing/2014/main" id="{DC2175F0-E5FF-7FFA-4778-8B37FE444D64}"/>
              </a:ext>
            </a:extLst>
          </p:cNvPr>
          <p:cNvSpPr/>
          <p:nvPr/>
        </p:nvSpPr>
        <p:spPr>
          <a:xfrm>
            <a:off x="445583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3" name="Rectangle 22">
            <a:hlinkClick r:id="" action="ppaction://noaction"/>
            <a:extLst>
              <a:ext uri="{FF2B5EF4-FFF2-40B4-BE49-F238E27FC236}">
                <a16:creationId xmlns:a16="http://schemas.microsoft.com/office/drawing/2014/main" id="{FFA87D34-C474-96DB-9309-8A7C8D9D85D5}"/>
              </a:ext>
            </a:extLst>
          </p:cNvPr>
          <p:cNvSpPr/>
          <p:nvPr/>
        </p:nvSpPr>
        <p:spPr>
          <a:xfrm>
            <a:off x="781335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4" name="Rectangle 23">
            <a:hlinkClick r:id="rId9" action="ppaction://hlinksldjump"/>
            <a:extLst>
              <a:ext uri="{FF2B5EF4-FFF2-40B4-BE49-F238E27FC236}">
                <a16:creationId xmlns:a16="http://schemas.microsoft.com/office/drawing/2014/main" id="{97EC0F01-E609-81BC-33F7-6C9D2CC07751}"/>
              </a:ext>
            </a:extLst>
          </p:cNvPr>
          <p:cNvSpPr/>
          <p:nvPr/>
        </p:nvSpPr>
        <p:spPr>
          <a:xfrm>
            <a:off x="540415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5" name="Rectangle 24">
            <a:hlinkClick r:id="rId10" action="ppaction://hlinksldjump"/>
            <a:extLst>
              <a:ext uri="{FF2B5EF4-FFF2-40B4-BE49-F238E27FC236}">
                <a16:creationId xmlns:a16="http://schemas.microsoft.com/office/drawing/2014/main" id="{7FDBF2BE-1BE9-4999-9BCF-A95DCDE7F075}"/>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31" name="Rectangle 30">
            <a:hlinkClick r:id="rId11" action="ppaction://hlinksldjump"/>
            <a:extLst>
              <a:ext uri="{FF2B5EF4-FFF2-40B4-BE49-F238E27FC236}">
                <a16:creationId xmlns:a16="http://schemas.microsoft.com/office/drawing/2014/main" id="{41AA183C-3E81-333B-FB3D-D6514CE9FA07}"/>
              </a:ext>
            </a:extLst>
          </p:cNvPr>
          <p:cNvSpPr/>
          <p:nvPr/>
        </p:nvSpPr>
        <p:spPr>
          <a:xfrm>
            <a:off x="3305911" y="140055"/>
            <a:ext cx="111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3" name="Rectangle 32">
            <a:hlinkClick r:id="rId12" action="ppaction://hlinksldjump"/>
            <a:extLst>
              <a:ext uri="{FF2B5EF4-FFF2-40B4-BE49-F238E27FC236}">
                <a16:creationId xmlns:a16="http://schemas.microsoft.com/office/drawing/2014/main" id="{7BF01B7F-382F-ABF2-C099-978D23A977AA}"/>
              </a:ext>
            </a:extLst>
          </p:cNvPr>
          <p:cNvSpPr/>
          <p:nvPr/>
        </p:nvSpPr>
        <p:spPr>
          <a:xfrm>
            <a:off x="617245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4" name="Rectangle 33">
            <a:hlinkClick r:id="" action="ppaction://noaction"/>
            <a:extLst>
              <a:ext uri="{FF2B5EF4-FFF2-40B4-BE49-F238E27FC236}">
                <a16:creationId xmlns:a16="http://schemas.microsoft.com/office/drawing/2014/main" id="{01DBB6F0-DE40-ADF0-62E1-C926E7B2EFAA}"/>
              </a:ext>
            </a:extLst>
          </p:cNvPr>
          <p:cNvSpPr/>
          <p:nvPr/>
        </p:nvSpPr>
        <p:spPr>
          <a:xfrm>
            <a:off x="68664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5" name="Rectangle 34">
            <a:hlinkClick r:id="rId13" action="ppaction://hlinksldjump"/>
            <a:extLst>
              <a:ext uri="{FF2B5EF4-FFF2-40B4-BE49-F238E27FC236}">
                <a16:creationId xmlns:a16="http://schemas.microsoft.com/office/drawing/2014/main" id="{CD6FD014-E567-6B63-4D40-A268DA7E3548}"/>
              </a:ext>
            </a:extLst>
          </p:cNvPr>
          <p:cNvSpPr/>
          <p:nvPr/>
        </p:nvSpPr>
        <p:spPr>
          <a:xfrm>
            <a:off x="8753938"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7" name="Text Placeholder 12">
            <a:extLst>
              <a:ext uri="{FF2B5EF4-FFF2-40B4-BE49-F238E27FC236}">
                <a16:creationId xmlns:a16="http://schemas.microsoft.com/office/drawing/2014/main" id="{95B375D2-0AA2-3592-3A1B-2A6A092797D6}"/>
              </a:ext>
            </a:extLst>
          </p:cNvPr>
          <p:cNvSpPr txBox="1">
            <a:spLocks/>
          </p:cNvSpPr>
          <p:nvPr/>
        </p:nvSpPr>
        <p:spPr>
          <a:xfrm>
            <a:off x="995121" y="5907053"/>
            <a:ext cx="3600000" cy="210314"/>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a:t>
            </a:r>
          </a:p>
          <a:p>
            <a:pPr defTabSz="444500" rtl="0">
              <a:spcAft>
                <a:spcPts val="200"/>
              </a:spcAft>
            </a:pPr>
            <a:r>
              <a:rPr lang="en-US" sz="600" b="0">
                <a:solidFill>
                  <a:schemeClr val="tx2"/>
                </a:solidFill>
                <a:latin typeface="Arial" panose="020B0604020202020204" pitchFamily="34" charset="0"/>
              </a:rPr>
              <a:t>Source: 	[…].</a:t>
            </a:r>
          </a:p>
        </p:txBody>
      </p:sp>
      <p:sp>
        <p:nvSpPr>
          <p:cNvPr id="4" name="Text Placeholder 7">
            <a:extLst>
              <a:ext uri="{FF2B5EF4-FFF2-40B4-BE49-F238E27FC236}">
                <a16:creationId xmlns:a16="http://schemas.microsoft.com/office/drawing/2014/main" id="{06B55218-287F-8FF5-3B8D-8984C29DA194}"/>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5" name="Text Placeholder 12">
            <a:extLst>
              <a:ext uri="{FF2B5EF4-FFF2-40B4-BE49-F238E27FC236}">
                <a16:creationId xmlns:a16="http://schemas.microsoft.com/office/drawing/2014/main" id="{5BCEF092-A8A3-BF41-3A58-0709803B3533}"/>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9" name="Rounded Rectangle 7">
            <a:extLst>
              <a:ext uri="{FF2B5EF4-FFF2-40B4-BE49-F238E27FC236}">
                <a16:creationId xmlns:a16="http://schemas.microsoft.com/office/drawing/2014/main" id="{7214BDCF-9FE7-1B8A-C614-266AE4DDD81E}"/>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4" name="Rectangle 13">
            <a:extLst>
              <a:ext uri="{FF2B5EF4-FFF2-40B4-BE49-F238E27FC236}">
                <a16:creationId xmlns:a16="http://schemas.microsoft.com/office/drawing/2014/main" id="{9EBC2519-EC49-372D-CC8D-605AC2C30FAC}"/>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5" name="Straight Arrow Connector 14">
            <a:extLst>
              <a:ext uri="{FF2B5EF4-FFF2-40B4-BE49-F238E27FC236}">
                <a16:creationId xmlns:a16="http://schemas.microsoft.com/office/drawing/2014/main" id="{D8C8AD4D-BB57-C647-CD6C-3FDCEE05D7EA}"/>
              </a:ext>
            </a:extLst>
          </p:cNvPr>
          <p:cNvCxnSpPr>
            <a:cxnSpLocks/>
            <a:stCxn id="14" idx="2"/>
            <a:endCxn id="9"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B61B5B22-0493-7BE2-48C8-EE1FE8FFE6AB}"/>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6" name="Rectangle 5">
            <a:extLst>
              <a:ext uri="{FF2B5EF4-FFF2-40B4-BE49-F238E27FC236}">
                <a16:creationId xmlns:a16="http://schemas.microsoft.com/office/drawing/2014/main" id="{1D92B301-A1F1-C5D5-1753-AE073C364A51}"/>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8" name="Rectangle 7">
            <a:extLst>
              <a:ext uri="{FF2B5EF4-FFF2-40B4-BE49-F238E27FC236}">
                <a16:creationId xmlns:a16="http://schemas.microsoft.com/office/drawing/2014/main" id="{C493189A-F815-9E19-FE50-789D104A8412}"/>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7" name="Rectangle 16">
            <a:extLst>
              <a:ext uri="{FF2B5EF4-FFF2-40B4-BE49-F238E27FC236}">
                <a16:creationId xmlns:a16="http://schemas.microsoft.com/office/drawing/2014/main" id="{43003494-0C24-01E0-D951-F09A031D8CE3}"/>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8" name="Rectangle 17">
            <a:extLst>
              <a:ext uri="{FF2B5EF4-FFF2-40B4-BE49-F238E27FC236}">
                <a16:creationId xmlns:a16="http://schemas.microsoft.com/office/drawing/2014/main" id="{185E38F2-7E56-A7E7-D61E-0901021720D5}"/>
              </a:ext>
            </a:extLst>
          </p:cNvPr>
          <p:cNvSpPr/>
          <p:nvPr/>
        </p:nvSpPr>
        <p:spPr>
          <a:xfrm>
            <a:off x="10598330" y="6277289"/>
            <a:ext cx="1550957" cy="554584"/>
          </a:xfrm>
          <a:prstGeom prst="rect">
            <a:avLst/>
          </a:prstGeom>
          <a:solidFill>
            <a:schemeClr val="accent6"/>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800" b="1">
                <a:solidFill>
                  <a:schemeClr val="bg1"/>
                </a:solidFill>
              </a:rPr>
              <a:t>UPDATES:</a:t>
            </a:r>
            <a:r>
              <a:rPr lang="en-US" sz="800">
                <a:solidFill>
                  <a:schemeClr val="bg1"/>
                </a:solidFill>
              </a:rPr>
              <a:t> headers and text boxes aligned with Diligence+ gridlines</a:t>
            </a:r>
          </a:p>
        </p:txBody>
      </p:sp>
    </p:spTree>
    <p:extLst>
      <p:ext uri="{BB962C8B-B14F-4D97-AF65-F5344CB8AC3E}">
        <p14:creationId xmlns:p14="http://schemas.microsoft.com/office/powerpoint/2010/main" val="26614917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Object 17" hidden="1">
            <a:extLst>
              <a:ext uri="{FF2B5EF4-FFF2-40B4-BE49-F238E27FC236}">
                <a16:creationId xmlns:a16="http://schemas.microsoft.com/office/drawing/2014/main" id="{A3BBE112-EC06-48A8-9D16-5E746A34A3C0}"/>
              </a:ext>
            </a:extLst>
          </p:cNvPr>
          <p:cNvGraphicFramePr>
            <a:graphicFrameLocks noChangeAspect="1"/>
          </p:cNvGraphicFramePr>
          <p:nvPr>
            <p:custDataLst>
              <p:tags r:id="rId1"/>
            </p:custDataLst>
            <p:extLst>
              <p:ext uri="{D42A27DB-BD31-4B8C-83A1-F6EECF244321}">
                <p14:modId xmlns:p14="http://schemas.microsoft.com/office/powerpoint/2010/main" val="306354210"/>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18" name="Object 17" hidden="1">
                        <a:extLst>
                          <a:ext uri="{FF2B5EF4-FFF2-40B4-BE49-F238E27FC236}">
                            <a16:creationId xmlns:a16="http://schemas.microsoft.com/office/drawing/2014/main" id="{A3BBE112-EC06-48A8-9D16-5E746A34A3C0}"/>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10" name="Text Placeholder 9">
            <a:extLst>
              <a:ext uri="{FF2B5EF4-FFF2-40B4-BE49-F238E27FC236}">
                <a16:creationId xmlns:a16="http://schemas.microsoft.com/office/drawing/2014/main" id="{486F6236-0BB4-6F49-2C72-0FD58ECE2091}"/>
              </a:ext>
            </a:extLst>
          </p:cNvPr>
          <p:cNvSpPr>
            <a:spLocks noGrp="1"/>
          </p:cNvSpPr>
          <p:nvPr>
            <p:ph type="body" sz="quarter" idx="10"/>
          </p:nvPr>
        </p:nvSpPr>
        <p:spPr/>
        <p:txBody>
          <a:bodyPr/>
          <a:lstStyle/>
          <a:p>
            <a:endParaRPr lang="fi-FI"/>
          </a:p>
        </p:txBody>
      </p:sp>
      <p:sp>
        <p:nvSpPr>
          <p:cNvPr id="4" name="Title 3">
            <a:extLst>
              <a:ext uri="{FF2B5EF4-FFF2-40B4-BE49-F238E27FC236}">
                <a16:creationId xmlns:a16="http://schemas.microsoft.com/office/drawing/2014/main" id="{948D68EE-8274-40CA-90E5-E7CC23A314CA}"/>
              </a:ext>
            </a:extLst>
          </p:cNvPr>
          <p:cNvSpPr>
            <a:spLocks noGrp="1"/>
          </p:cNvSpPr>
          <p:nvPr>
            <p:ph type="title"/>
          </p:nvPr>
        </p:nvSpPr>
        <p:spPr/>
        <p:txBody>
          <a:bodyPr vert="horz"/>
          <a:lstStyle/>
          <a:p>
            <a:r>
              <a:rPr lang="en-US"/>
              <a:t>Historical forecasting accuracy</a:t>
            </a:r>
          </a:p>
        </p:txBody>
      </p:sp>
      <p:sp>
        <p:nvSpPr>
          <p:cNvPr id="7" name="Text Placeholder 6">
            <a:extLst>
              <a:ext uri="{FF2B5EF4-FFF2-40B4-BE49-F238E27FC236}">
                <a16:creationId xmlns:a16="http://schemas.microsoft.com/office/drawing/2014/main" id="{0BBEDC1B-9350-470F-A8B1-4CADDEB64E59}"/>
              </a:ext>
            </a:extLst>
          </p:cNvPr>
          <p:cNvSpPr>
            <a:spLocks noGrp="1"/>
          </p:cNvSpPr>
          <p:nvPr>
            <p:ph type="body" sz="quarter" idx="24"/>
          </p:nvPr>
        </p:nvSpPr>
        <p:spPr/>
        <p:txBody>
          <a:bodyPr/>
          <a:lstStyle/>
          <a:p>
            <a:pPr lvl="1" defTabSz="914377">
              <a:defRPr/>
            </a:pPr>
            <a:r>
              <a:rPr lang="en-US" sz="1000">
                <a:solidFill>
                  <a:srgbClr val="000000"/>
                </a:solidFill>
                <a:latin typeface="Arial"/>
              </a:rPr>
              <a:t>Second level</a:t>
            </a:r>
          </a:p>
          <a:p>
            <a:pPr marL="180970" lvl="2" indent="-180970" defTabSz="914377">
              <a:defRPr/>
            </a:pPr>
            <a:r>
              <a:rPr lang="en-US" sz="1000">
                <a:solidFill>
                  <a:srgbClr val="000000"/>
                </a:solidFill>
                <a:latin typeface="Arial"/>
              </a:rPr>
              <a:t>Third level</a:t>
            </a:r>
          </a:p>
          <a:p>
            <a:pPr marL="361942" lvl="3" indent="-180970" defTabSz="914377">
              <a:defRPr/>
            </a:pPr>
            <a:r>
              <a:rPr lang="en-US" sz="1000">
                <a:solidFill>
                  <a:srgbClr val="000000"/>
                </a:solidFill>
                <a:latin typeface="Arial"/>
              </a:rPr>
              <a:t>Fourth level</a:t>
            </a:r>
          </a:p>
          <a:p>
            <a:pPr marL="542912" lvl="4" indent="-180970" defTabSz="914377">
              <a:defRPr/>
            </a:pPr>
            <a:r>
              <a:rPr lang="en-US" sz="1000">
                <a:solidFill>
                  <a:srgbClr val="000000"/>
                </a:solidFill>
                <a:latin typeface="Arial"/>
              </a:rPr>
              <a:t>Fifth level</a:t>
            </a:r>
            <a:endParaRPr lang="en-US"/>
          </a:p>
        </p:txBody>
      </p:sp>
      <p:sp>
        <p:nvSpPr>
          <p:cNvPr id="11" name="Text Placeholder 10">
            <a:extLst>
              <a:ext uri="{FF2B5EF4-FFF2-40B4-BE49-F238E27FC236}">
                <a16:creationId xmlns:a16="http://schemas.microsoft.com/office/drawing/2014/main" id="{4B1072B3-971F-1E93-3AFD-7EB9D121BD41}"/>
              </a:ext>
            </a:extLst>
          </p:cNvPr>
          <p:cNvSpPr>
            <a:spLocks noGrp="1"/>
          </p:cNvSpPr>
          <p:nvPr>
            <p:ph type="body" sz="quarter" idx="11"/>
          </p:nvPr>
        </p:nvSpPr>
        <p:spPr/>
        <p:txBody>
          <a:bodyPr/>
          <a:lstStyle/>
          <a:p>
            <a:endParaRPr lang="fi-FI"/>
          </a:p>
        </p:txBody>
      </p:sp>
      <p:sp>
        <p:nvSpPr>
          <p:cNvPr id="12" name="Table Placeholder 11">
            <a:extLst>
              <a:ext uri="{FF2B5EF4-FFF2-40B4-BE49-F238E27FC236}">
                <a16:creationId xmlns:a16="http://schemas.microsoft.com/office/drawing/2014/main" id="{353C9748-4E27-E525-BDCE-F6FBDFACEC17}"/>
              </a:ext>
            </a:extLst>
          </p:cNvPr>
          <p:cNvSpPr>
            <a:spLocks noGrp="1"/>
          </p:cNvSpPr>
          <p:nvPr>
            <p:ph type="tbl" sz="quarter" idx="13"/>
          </p:nvPr>
        </p:nvSpPr>
        <p:spPr/>
        <p:txBody>
          <a:bodyPr/>
          <a:lstStyle/>
          <a:p>
            <a:endParaRPr lang="fi-FI"/>
          </a:p>
        </p:txBody>
      </p:sp>
      <p:sp>
        <p:nvSpPr>
          <p:cNvPr id="101" name="Rectangle 100">
            <a:extLst>
              <a:ext uri="{FF2B5EF4-FFF2-40B4-BE49-F238E27FC236}">
                <a16:creationId xmlns:a16="http://schemas.microsoft.com/office/drawing/2014/main" id="{33B4B115-A504-4BB1-8F6F-D6CF9FC8ADCF}"/>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102" name="Rectangle 101">
            <a:extLst>
              <a:ext uri="{FF2B5EF4-FFF2-40B4-BE49-F238E27FC236}">
                <a16:creationId xmlns:a16="http://schemas.microsoft.com/office/drawing/2014/main" id="{D189B9A0-99CF-4E1F-8150-5E7E0BEF7F80}"/>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06" name="Rectangle 105">
            <a:extLst>
              <a:ext uri="{FF2B5EF4-FFF2-40B4-BE49-F238E27FC236}">
                <a16:creationId xmlns:a16="http://schemas.microsoft.com/office/drawing/2014/main" id="{FE39FE50-39F1-4F9D-B652-DC9EEB054EF9}"/>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07" name="Rectangle 106">
            <a:extLst>
              <a:ext uri="{FF2B5EF4-FFF2-40B4-BE49-F238E27FC236}">
                <a16:creationId xmlns:a16="http://schemas.microsoft.com/office/drawing/2014/main" id="{14C3424E-0BFC-4C44-9661-8D14D6DCB518}"/>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08" name="Rectangle 107">
            <a:extLst>
              <a:ext uri="{FF2B5EF4-FFF2-40B4-BE49-F238E27FC236}">
                <a16:creationId xmlns:a16="http://schemas.microsoft.com/office/drawing/2014/main" id="{74018BC7-988E-4D5E-B3D6-9C0D3E5D868C}"/>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graphicFrame>
        <p:nvGraphicFramePr>
          <p:cNvPr id="2" name="Table 10">
            <a:extLst>
              <a:ext uri="{FF2B5EF4-FFF2-40B4-BE49-F238E27FC236}">
                <a16:creationId xmlns:a16="http://schemas.microsoft.com/office/drawing/2014/main" id="{1679BC12-CA32-71A1-48AB-04DA2E1AA32D}"/>
              </a:ext>
            </a:extLst>
          </p:cNvPr>
          <p:cNvGraphicFramePr>
            <a:graphicFrameLocks noGrp="1"/>
          </p:cNvGraphicFramePr>
          <p:nvPr>
            <p:extLst>
              <p:ext uri="{D42A27DB-BD31-4B8C-83A1-F6EECF244321}">
                <p14:modId xmlns:p14="http://schemas.microsoft.com/office/powerpoint/2010/main" val="732184410"/>
              </p:ext>
            </p:extLst>
          </p:nvPr>
        </p:nvGraphicFramePr>
        <p:xfrm>
          <a:off x="932737" y="142211"/>
          <a:ext cx="9248845"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04900">
                  <a:extLst>
                    <a:ext uri="{9D8B030D-6E8A-4147-A177-3AD203B41FA5}">
                      <a16:colId xmlns:a16="http://schemas.microsoft.com/office/drawing/2014/main" val="3480804512"/>
                    </a:ext>
                  </a:extLst>
                </a:gridCol>
                <a:gridCol w="1143000">
                  <a:extLst>
                    <a:ext uri="{9D8B030D-6E8A-4147-A177-3AD203B41FA5}">
                      <a16:colId xmlns:a16="http://schemas.microsoft.com/office/drawing/2014/main" val="1508802548"/>
                    </a:ext>
                  </a:extLst>
                </a:gridCol>
                <a:gridCol w="946150">
                  <a:extLst>
                    <a:ext uri="{9D8B030D-6E8A-4147-A177-3AD203B41FA5}">
                      <a16:colId xmlns:a16="http://schemas.microsoft.com/office/drawing/2014/main" val="1380669789"/>
                    </a:ext>
                  </a:extLst>
                </a:gridCol>
                <a:gridCol w="768350">
                  <a:extLst>
                    <a:ext uri="{9D8B030D-6E8A-4147-A177-3AD203B41FA5}">
                      <a16:colId xmlns:a16="http://schemas.microsoft.com/office/drawing/2014/main" val="3717172380"/>
                    </a:ext>
                  </a:extLst>
                </a:gridCol>
                <a:gridCol w="693738">
                  <a:extLst>
                    <a:ext uri="{9D8B030D-6E8A-4147-A177-3AD203B41FA5}">
                      <a16:colId xmlns:a16="http://schemas.microsoft.com/office/drawing/2014/main" val="2348796435"/>
                    </a:ext>
                  </a:extLst>
                </a:gridCol>
                <a:gridCol w="952500">
                  <a:extLst>
                    <a:ext uri="{9D8B030D-6E8A-4147-A177-3AD203B41FA5}">
                      <a16:colId xmlns:a16="http://schemas.microsoft.com/office/drawing/2014/main" val="3209140028"/>
                    </a:ext>
                  </a:extLst>
                </a:gridCol>
                <a:gridCol w="935831">
                  <a:extLst>
                    <a:ext uri="{9D8B030D-6E8A-4147-A177-3AD203B41FA5}">
                      <a16:colId xmlns:a16="http://schemas.microsoft.com/office/drawing/2014/main" val="2651425576"/>
                    </a:ext>
                  </a:extLst>
                </a:gridCol>
                <a:gridCol w="631673">
                  <a:extLst>
                    <a:ext uri="{9D8B030D-6E8A-4147-A177-3AD203B41FA5}">
                      <a16:colId xmlns:a16="http://schemas.microsoft.com/office/drawing/2014/main" val="3903366463"/>
                    </a:ext>
                  </a:extLst>
                </a:gridCol>
                <a:gridCol w="817865">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338D"/>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19" name="Rectangle 18">
            <a:hlinkClick r:id="rId6" action="ppaction://hlinksldjump"/>
            <a:extLst>
              <a:ext uri="{FF2B5EF4-FFF2-40B4-BE49-F238E27FC236}">
                <a16:creationId xmlns:a16="http://schemas.microsoft.com/office/drawing/2014/main" id="{571CD7DB-C00C-DD70-BCE7-01C098F9EF1A}"/>
              </a:ext>
            </a:extLst>
          </p:cNvPr>
          <p:cNvSpPr/>
          <p:nvPr/>
        </p:nvSpPr>
        <p:spPr>
          <a:xfrm>
            <a:off x="938704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0" name="Rectangle 19">
            <a:hlinkClick r:id="rId7" action="ppaction://hlinksldjump"/>
            <a:extLst>
              <a:ext uri="{FF2B5EF4-FFF2-40B4-BE49-F238E27FC236}">
                <a16:creationId xmlns:a16="http://schemas.microsoft.com/office/drawing/2014/main" id="{0F85F0EA-66C0-A0BF-CD3E-5892191D47F7}"/>
              </a:ext>
            </a:extLst>
          </p:cNvPr>
          <p:cNvSpPr/>
          <p:nvPr/>
        </p:nvSpPr>
        <p:spPr>
          <a:xfrm>
            <a:off x="2199335" y="140055"/>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1" name="Rectangle 20">
            <a:hlinkClick r:id="rId8" action="ppaction://hlinksldjump"/>
            <a:extLst>
              <a:ext uri="{FF2B5EF4-FFF2-40B4-BE49-F238E27FC236}">
                <a16:creationId xmlns:a16="http://schemas.microsoft.com/office/drawing/2014/main" id="{9FA7A5A8-1019-8BA9-EAA2-18846336CC31}"/>
              </a:ext>
            </a:extLst>
          </p:cNvPr>
          <p:cNvSpPr/>
          <p:nvPr/>
        </p:nvSpPr>
        <p:spPr>
          <a:xfrm>
            <a:off x="445583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2" name="Rectangle 21">
            <a:hlinkClick r:id="" action="ppaction://noaction"/>
            <a:extLst>
              <a:ext uri="{FF2B5EF4-FFF2-40B4-BE49-F238E27FC236}">
                <a16:creationId xmlns:a16="http://schemas.microsoft.com/office/drawing/2014/main" id="{A28D570A-6688-73CA-98B8-F88CBBE372D1}"/>
              </a:ext>
            </a:extLst>
          </p:cNvPr>
          <p:cNvSpPr/>
          <p:nvPr/>
        </p:nvSpPr>
        <p:spPr>
          <a:xfrm>
            <a:off x="781335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3" name="Rectangle 22">
            <a:hlinkClick r:id="rId9" action="ppaction://hlinksldjump"/>
            <a:extLst>
              <a:ext uri="{FF2B5EF4-FFF2-40B4-BE49-F238E27FC236}">
                <a16:creationId xmlns:a16="http://schemas.microsoft.com/office/drawing/2014/main" id="{7FF16A04-5D32-CAF1-6356-C4BA961E5A87}"/>
              </a:ext>
            </a:extLst>
          </p:cNvPr>
          <p:cNvSpPr/>
          <p:nvPr/>
        </p:nvSpPr>
        <p:spPr>
          <a:xfrm>
            <a:off x="540415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4" name="Rectangle 23">
            <a:hlinkClick r:id="rId10" action="ppaction://hlinksldjump"/>
            <a:extLst>
              <a:ext uri="{FF2B5EF4-FFF2-40B4-BE49-F238E27FC236}">
                <a16:creationId xmlns:a16="http://schemas.microsoft.com/office/drawing/2014/main" id="{BB9BA71D-294F-40E2-36B7-19C4A027D1FA}"/>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25" name="Rectangle 24">
            <a:hlinkClick r:id="rId11" action="ppaction://hlinksldjump"/>
            <a:extLst>
              <a:ext uri="{FF2B5EF4-FFF2-40B4-BE49-F238E27FC236}">
                <a16:creationId xmlns:a16="http://schemas.microsoft.com/office/drawing/2014/main" id="{6CA8186F-56E1-A276-C7B9-4B40D466CED3}"/>
              </a:ext>
            </a:extLst>
          </p:cNvPr>
          <p:cNvSpPr/>
          <p:nvPr/>
        </p:nvSpPr>
        <p:spPr>
          <a:xfrm>
            <a:off x="3305911" y="140055"/>
            <a:ext cx="111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6" name="Rectangle 25">
            <a:hlinkClick r:id="rId12" action="ppaction://hlinksldjump"/>
            <a:extLst>
              <a:ext uri="{FF2B5EF4-FFF2-40B4-BE49-F238E27FC236}">
                <a16:creationId xmlns:a16="http://schemas.microsoft.com/office/drawing/2014/main" id="{92BB7795-EFE6-85C9-486E-2800A5CFEEB9}"/>
              </a:ext>
            </a:extLst>
          </p:cNvPr>
          <p:cNvSpPr/>
          <p:nvPr/>
        </p:nvSpPr>
        <p:spPr>
          <a:xfrm>
            <a:off x="617245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7" name="Rectangle 26">
            <a:hlinkClick r:id="" action="ppaction://noaction"/>
            <a:extLst>
              <a:ext uri="{FF2B5EF4-FFF2-40B4-BE49-F238E27FC236}">
                <a16:creationId xmlns:a16="http://schemas.microsoft.com/office/drawing/2014/main" id="{276F9007-F949-53BB-A37B-DFC4B6D99CBF}"/>
              </a:ext>
            </a:extLst>
          </p:cNvPr>
          <p:cNvSpPr/>
          <p:nvPr/>
        </p:nvSpPr>
        <p:spPr>
          <a:xfrm>
            <a:off x="68664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8" name="Rectangle 27">
            <a:hlinkClick r:id="rId13" action="ppaction://hlinksldjump"/>
            <a:extLst>
              <a:ext uri="{FF2B5EF4-FFF2-40B4-BE49-F238E27FC236}">
                <a16:creationId xmlns:a16="http://schemas.microsoft.com/office/drawing/2014/main" id="{7B550C25-C09B-CBE3-39B3-0D25F0A37D80}"/>
              </a:ext>
            </a:extLst>
          </p:cNvPr>
          <p:cNvSpPr/>
          <p:nvPr/>
        </p:nvSpPr>
        <p:spPr>
          <a:xfrm>
            <a:off x="8753938"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8" name="Text Placeholder 12">
            <a:extLst>
              <a:ext uri="{FF2B5EF4-FFF2-40B4-BE49-F238E27FC236}">
                <a16:creationId xmlns:a16="http://schemas.microsoft.com/office/drawing/2014/main" id="{54D481C6-2A52-201C-B4E5-F2CF0A46071A}"/>
              </a:ext>
            </a:extLst>
          </p:cNvPr>
          <p:cNvSpPr txBox="1">
            <a:spLocks/>
          </p:cNvSpPr>
          <p:nvPr/>
        </p:nvSpPr>
        <p:spPr>
          <a:xfrm>
            <a:off x="995121" y="5907053"/>
            <a:ext cx="3600000" cy="210314"/>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a:t>
            </a:r>
          </a:p>
          <a:p>
            <a:pPr defTabSz="444500" rtl="0">
              <a:spcAft>
                <a:spcPts val="200"/>
              </a:spcAft>
            </a:pPr>
            <a:r>
              <a:rPr lang="en-US" sz="600" b="0">
                <a:solidFill>
                  <a:schemeClr val="tx2"/>
                </a:solidFill>
                <a:latin typeface="Arial" panose="020B0604020202020204" pitchFamily="34" charset="0"/>
              </a:rPr>
              <a:t>Source: 	[…].</a:t>
            </a:r>
          </a:p>
        </p:txBody>
      </p:sp>
      <p:sp>
        <p:nvSpPr>
          <p:cNvPr id="3" name="Text Placeholder 7">
            <a:extLst>
              <a:ext uri="{FF2B5EF4-FFF2-40B4-BE49-F238E27FC236}">
                <a16:creationId xmlns:a16="http://schemas.microsoft.com/office/drawing/2014/main" id="{6C5C06AA-93E9-20FB-F4A9-F0CD1A8451A4}"/>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5" name="Text Placeholder 12">
            <a:extLst>
              <a:ext uri="{FF2B5EF4-FFF2-40B4-BE49-F238E27FC236}">
                <a16:creationId xmlns:a16="http://schemas.microsoft.com/office/drawing/2014/main" id="{E0FC859F-B97B-2FD0-0154-3E5EFCB2B0D7}"/>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6" name="Rounded Rectangle 7">
            <a:extLst>
              <a:ext uri="{FF2B5EF4-FFF2-40B4-BE49-F238E27FC236}">
                <a16:creationId xmlns:a16="http://schemas.microsoft.com/office/drawing/2014/main" id="{44C23592-19C1-D876-A7E1-798B95957FD1}"/>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3" name="Rectangle 12">
            <a:extLst>
              <a:ext uri="{FF2B5EF4-FFF2-40B4-BE49-F238E27FC236}">
                <a16:creationId xmlns:a16="http://schemas.microsoft.com/office/drawing/2014/main" id="{39A7AC05-3091-E646-6539-467BC33762EC}"/>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4" name="Straight Arrow Connector 13">
            <a:extLst>
              <a:ext uri="{FF2B5EF4-FFF2-40B4-BE49-F238E27FC236}">
                <a16:creationId xmlns:a16="http://schemas.microsoft.com/office/drawing/2014/main" id="{3CD2EC21-8379-7B67-3595-EFF406211BCE}"/>
              </a:ext>
            </a:extLst>
          </p:cNvPr>
          <p:cNvCxnSpPr>
            <a:cxnSpLocks/>
            <a:stCxn id="13"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39C6EBB7-22D6-F856-D968-7C53FC6BB32C}"/>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9" name="Rectangle 8">
            <a:extLst>
              <a:ext uri="{FF2B5EF4-FFF2-40B4-BE49-F238E27FC236}">
                <a16:creationId xmlns:a16="http://schemas.microsoft.com/office/drawing/2014/main" id="{0E3CFBA4-8FBD-C001-D1A2-C33F8BBCC0A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6" name="Rectangle 15">
            <a:extLst>
              <a:ext uri="{FF2B5EF4-FFF2-40B4-BE49-F238E27FC236}">
                <a16:creationId xmlns:a16="http://schemas.microsoft.com/office/drawing/2014/main" id="{A05ADF7F-B472-A4EE-EA7F-50EAB1A782F6}"/>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7" name="Rectangle 16">
            <a:extLst>
              <a:ext uri="{FF2B5EF4-FFF2-40B4-BE49-F238E27FC236}">
                <a16:creationId xmlns:a16="http://schemas.microsoft.com/office/drawing/2014/main" id="{D04F8B0A-C289-D989-A1FC-60C597BE1202}"/>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29" name="Rectangle 28">
            <a:extLst>
              <a:ext uri="{FF2B5EF4-FFF2-40B4-BE49-F238E27FC236}">
                <a16:creationId xmlns:a16="http://schemas.microsoft.com/office/drawing/2014/main" id="{E43FE34A-A49C-5BE8-6B0B-7BA61388C8E9}"/>
              </a:ext>
            </a:extLst>
          </p:cNvPr>
          <p:cNvSpPr/>
          <p:nvPr/>
        </p:nvSpPr>
        <p:spPr>
          <a:xfrm>
            <a:off x="10598330" y="6277289"/>
            <a:ext cx="1550957" cy="554584"/>
          </a:xfrm>
          <a:prstGeom prst="rect">
            <a:avLst/>
          </a:prstGeom>
          <a:solidFill>
            <a:schemeClr val="accent6"/>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800" b="1">
                <a:solidFill>
                  <a:schemeClr val="bg1"/>
                </a:solidFill>
              </a:rPr>
              <a:t>UPDATES:</a:t>
            </a:r>
            <a:r>
              <a:rPr lang="en-US" sz="800">
                <a:solidFill>
                  <a:schemeClr val="bg1"/>
                </a:solidFill>
              </a:rPr>
              <a:t> headers and text boxes aligned with Diligence+ gridlines</a:t>
            </a:r>
          </a:p>
        </p:txBody>
      </p:sp>
    </p:spTree>
    <p:extLst>
      <p:ext uri="{BB962C8B-B14F-4D97-AF65-F5344CB8AC3E}">
        <p14:creationId xmlns:p14="http://schemas.microsoft.com/office/powerpoint/2010/main" val="19793823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Object 25" hidden="1">
            <a:extLst>
              <a:ext uri="{FF2B5EF4-FFF2-40B4-BE49-F238E27FC236}">
                <a16:creationId xmlns:a16="http://schemas.microsoft.com/office/drawing/2014/main" id="{9C8B9D13-AD2A-4261-8033-5C9CCDFEF527}"/>
              </a:ext>
            </a:extLst>
          </p:cNvPr>
          <p:cNvGraphicFramePr>
            <a:graphicFrameLocks noChangeAspect="1"/>
          </p:cNvGraphicFramePr>
          <p:nvPr>
            <p:custDataLst>
              <p:tags r:id="rId1"/>
            </p:custDataLst>
            <p:extLst>
              <p:ext uri="{D42A27DB-BD31-4B8C-83A1-F6EECF244321}">
                <p14:modId xmlns:p14="http://schemas.microsoft.com/office/powerpoint/2010/main" val="3357539156"/>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26" name="Object 25" hidden="1">
                        <a:extLst>
                          <a:ext uri="{FF2B5EF4-FFF2-40B4-BE49-F238E27FC236}">
                            <a16:creationId xmlns:a16="http://schemas.microsoft.com/office/drawing/2014/main" id="{9C8B9D13-AD2A-4261-8033-5C9CCDFEF527}"/>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10" name="Text Placeholder 9">
            <a:extLst>
              <a:ext uri="{FF2B5EF4-FFF2-40B4-BE49-F238E27FC236}">
                <a16:creationId xmlns:a16="http://schemas.microsoft.com/office/drawing/2014/main" id="{3F2262C7-573E-2F20-771A-392C63D3A87E}"/>
              </a:ext>
            </a:extLst>
          </p:cNvPr>
          <p:cNvSpPr>
            <a:spLocks noGrp="1"/>
          </p:cNvSpPr>
          <p:nvPr>
            <p:ph type="body" sz="quarter" idx="10"/>
          </p:nvPr>
        </p:nvSpPr>
        <p:spPr/>
        <p:txBody>
          <a:bodyPr/>
          <a:lstStyle/>
          <a:p>
            <a:endParaRPr lang="fi-FI"/>
          </a:p>
        </p:txBody>
      </p:sp>
      <p:sp>
        <p:nvSpPr>
          <p:cNvPr id="27" name="Title 26">
            <a:extLst>
              <a:ext uri="{FF2B5EF4-FFF2-40B4-BE49-F238E27FC236}">
                <a16:creationId xmlns:a16="http://schemas.microsoft.com/office/drawing/2014/main" id="{7EAFB3CD-7DBF-4FA1-A9CB-6A3220A4A427}"/>
              </a:ext>
            </a:extLst>
          </p:cNvPr>
          <p:cNvSpPr>
            <a:spLocks noGrp="1"/>
          </p:cNvSpPr>
          <p:nvPr>
            <p:ph type="title"/>
          </p:nvPr>
        </p:nvSpPr>
        <p:spPr/>
        <p:txBody>
          <a:bodyPr vert="horz"/>
          <a:lstStyle/>
          <a:p>
            <a:r>
              <a:rPr lang="en-US"/>
              <a:t>Forecast overview</a:t>
            </a:r>
          </a:p>
        </p:txBody>
      </p:sp>
      <p:sp>
        <p:nvSpPr>
          <p:cNvPr id="19" name="Text Placeholder 18">
            <a:extLst>
              <a:ext uri="{FF2B5EF4-FFF2-40B4-BE49-F238E27FC236}">
                <a16:creationId xmlns:a16="http://schemas.microsoft.com/office/drawing/2014/main" id="{6ECA424E-256F-45F7-8A39-DBB197E7941C}"/>
              </a:ext>
            </a:extLst>
          </p:cNvPr>
          <p:cNvSpPr>
            <a:spLocks noGrp="1"/>
          </p:cNvSpPr>
          <p:nvPr>
            <p:ph type="body" sz="quarter" idx="24"/>
          </p:nvPr>
        </p:nvSpPr>
        <p:spPr/>
        <p:txBody>
          <a:bodyPr/>
          <a:lstStyle/>
          <a:p>
            <a:pPr lvl="1" defTabSz="914377">
              <a:defRPr/>
            </a:pPr>
            <a:r>
              <a:rPr lang="en-US" sz="1000">
                <a:solidFill>
                  <a:srgbClr val="000000"/>
                </a:solidFill>
                <a:latin typeface="Arial"/>
              </a:rPr>
              <a:t>Second level</a:t>
            </a:r>
          </a:p>
          <a:p>
            <a:pPr marL="180970" lvl="2" indent="-180970" defTabSz="914377">
              <a:defRPr/>
            </a:pPr>
            <a:r>
              <a:rPr lang="en-US" sz="1000">
                <a:solidFill>
                  <a:srgbClr val="000000"/>
                </a:solidFill>
                <a:latin typeface="Arial"/>
              </a:rPr>
              <a:t>Third level</a:t>
            </a:r>
          </a:p>
          <a:p>
            <a:pPr marL="361942" lvl="3" indent="-180970" defTabSz="914377">
              <a:defRPr/>
            </a:pPr>
            <a:r>
              <a:rPr lang="en-US" sz="1000">
                <a:solidFill>
                  <a:srgbClr val="000000"/>
                </a:solidFill>
                <a:latin typeface="Arial"/>
              </a:rPr>
              <a:t>Fourth level</a:t>
            </a:r>
          </a:p>
          <a:p>
            <a:pPr marL="542912" lvl="4" indent="-180970" defTabSz="914377">
              <a:defRPr/>
            </a:pPr>
            <a:r>
              <a:rPr lang="en-US" sz="1000">
                <a:solidFill>
                  <a:srgbClr val="000000"/>
                </a:solidFill>
                <a:latin typeface="Arial"/>
              </a:rPr>
              <a:t>Fifth level</a:t>
            </a:r>
            <a:endParaRPr lang="en-US"/>
          </a:p>
        </p:txBody>
      </p:sp>
      <p:sp>
        <p:nvSpPr>
          <p:cNvPr id="11" name="Text Placeholder 10">
            <a:extLst>
              <a:ext uri="{FF2B5EF4-FFF2-40B4-BE49-F238E27FC236}">
                <a16:creationId xmlns:a16="http://schemas.microsoft.com/office/drawing/2014/main" id="{85C8C469-BF7E-3A9E-9B11-ED2E1082E7FE}"/>
              </a:ext>
            </a:extLst>
          </p:cNvPr>
          <p:cNvSpPr>
            <a:spLocks noGrp="1"/>
          </p:cNvSpPr>
          <p:nvPr>
            <p:ph type="body" sz="quarter" idx="11"/>
          </p:nvPr>
        </p:nvSpPr>
        <p:spPr/>
        <p:txBody>
          <a:bodyPr/>
          <a:lstStyle/>
          <a:p>
            <a:endParaRPr lang="fi-FI"/>
          </a:p>
        </p:txBody>
      </p:sp>
      <p:sp>
        <p:nvSpPr>
          <p:cNvPr id="12" name="Table Placeholder 11">
            <a:extLst>
              <a:ext uri="{FF2B5EF4-FFF2-40B4-BE49-F238E27FC236}">
                <a16:creationId xmlns:a16="http://schemas.microsoft.com/office/drawing/2014/main" id="{68EAD015-4FAE-13E2-2ED6-FA4CBEBF37C2}"/>
              </a:ext>
            </a:extLst>
          </p:cNvPr>
          <p:cNvSpPr>
            <a:spLocks noGrp="1"/>
          </p:cNvSpPr>
          <p:nvPr>
            <p:ph type="tbl" sz="quarter" idx="13"/>
          </p:nvPr>
        </p:nvSpPr>
        <p:spPr/>
        <p:txBody>
          <a:bodyPr/>
          <a:lstStyle/>
          <a:p>
            <a:endParaRPr lang="fi-FI"/>
          </a:p>
        </p:txBody>
      </p:sp>
      <p:sp>
        <p:nvSpPr>
          <p:cNvPr id="90" name="Rectangle 89">
            <a:extLst>
              <a:ext uri="{FF2B5EF4-FFF2-40B4-BE49-F238E27FC236}">
                <a16:creationId xmlns:a16="http://schemas.microsoft.com/office/drawing/2014/main" id="{43F267C1-37B3-4257-B855-A14417CAB901}"/>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1" name="Rectangle 90">
            <a:extLst>
              <a:ext uri="{FF2B5EF4-FFF2-40B4-BE49-F238E27FC236}">
                <a16:creationId xmlns:a16="http://schemas.microsoft.com/office/drawing/2014/main" id="{4EC3F47F-DB1C-45BC-8B9A-2DF5525DDF1F}"/>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5" name="Rectangle 94">
            <a:extLst>
              <a:ext uri="{FF2B5EF4-FFF2-40B4-BE49-F238E27FC236}">
                <a16:creationId xmlns:a16="http://schemas.microsoft.com/office/drawing/2014/main" id="{2AF3C29F-CDE1-4250-9BD6-DA77F56C06E9}"/>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6" name="Rectangle 95">
            <a:extLst>
              <a:ext uri="{FF2B5EF4-FFF2-40B4-BE49-F238E27FC236}">
                <a16:creationId xmlns:a16="http://schemas.microsoft.com/office/drawing/2014/main" id="{4C5B55D9-90AA-4813-BDF1-6F5488847BB5}"/>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7" name="Rectangle 96">
            <a:extLst>
              <a:ext uri="{FF2B5EF4-FFF2-40B4-BE49-F238E27FC236}">
                <a16:creationId xmlns:a16="http://schemas.microsoft.com/office/drawing/2014/main" id="{2FF2AD9C-2467-44E4-9E0A-74C2D74AFB0A}"/>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graphicFrame>
        <p:nvGraphicFramePr>
          <p:cNvPr id="5" name="Table 10">
            <a:extLst>
              <a:ext uri="{FF2B5EF4-FFF2-40B4-BE49-F238E27FC236}">
                <a16:creationId xmlns:a16="http://schemas.microsoft.com/office/drawing/2014/main" id="{FF562787-C8B9-8FA4-9E90-FAF361F95B07}"/>
              </a:ext>
            </a:extLst>
          </p:cNvPr>
          <p:cNvGraphicFramePr>
            <a:graphicFrameLocks noGrp="1"/>
          </p:cNvGraphicFramePr>
          <p:nvPr>
            <p:extLst>
              <p:ext uri="{D42A27DB-BD31-4B8C-83A1-F6EECF244321}">
                <p14:modId xmlns:p14="http://schemas.microsoft.com/office/powerpoint/2010/main" val="2320994847"/>
              </p:ext>
            </p:extLst>
          </p:nvPr>
        </p:nvGraphicFramePr>
        <p:xfrm>
          <a:off x="932737" y="142211"/>
          <a:ext cx="9248845"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04900">
                  <a:extLst>
                    <a:ext uri="{9D8B030D-6E8A-4147-A177-3AD203B41FA5}">
                      <a16:colId xmlns:a16="http://schemas.microsoft.com/office/drawing/2014/main" val="3480804512"/>
                    </a:ext>
                  </a:extLst>
                </a:gridCol>
                <a:gridCol w="1143000">
                  <a:extLst>
                    <a:ext uri="{9D8B030D-6E8A-4147-A177-3AD203B41FA5}">
                      <a16:colId xmlns:a16="http://schemas.microsoft.com/office/drawing/2014/main" val="1508802548"/>
                    </a:ext>
                  </a:extLst>
                </a:gridCol>
                <a:gridCol w="946150">
                  <a:extLst>
                    <a:ext uri="{9D8B030D-6E8A-4147-A177-3AD203B41FA5}">
                      <a16:colId xmlns:a16="http://schemas.microsoft.com/office/drawing/2014/main" val="1380669789"/>
                    </a:ext>
                  </a:extLst>
                </a:gridCol>
                <a:gridCol w="768350">
                  <a:extLst>
                    <a:ext uri="{9D8B030D-6E8A-4147-A177-3AD203B41FA5}">
                      <a16:colId xmlns:a16="http://schemas.microsoft.com/office/drawing/2014/main" val="3717172380"/>
                    </a:ext>
                  </a:extLst>
                </a:gridCol>
                <a:gridCol w="693738">
                  <a:extLst>
                    <a:ext uri="{9D8B030D-6E8A-4147-A177-3AD203B41FA5}">
                      <a16:colId xmlns:a16="http://schemas.microsoft.com/office/drawing/2014/main" val="2348796435"/>
                    </a:ext>
                  </a:extLst>
                </a:gridCol>
                <a:gridCol w="952500">
                  <a:extLst>
                    <a:ext uri="{9D8B030D-6E8A-4147-A177-3AD203B41FA5}">
                      <a16:colId xmlns:a16="http://schemas.microsoft.com/office/drawing/2014/main" val="3209140028"/>
                    </a:ext>
                  </a:extLst>
                </a:gridCol>
                <a:gridCol w="935831">
                  <a:extLst>
                    <a:ext uri="{9D8B030D-6E8A-4147-A177-3AD203B41FA5}">
                      <a16:colId xmlns:a16="http://schemas.microsoft.com/office/drawing/2014/main" val="2651425576"/>
                    </a:ext>
                  </a:extLst>
                </a:gridCol>
                <a:gridCol w="631673">
                  <a:extLst>
                    <a:ext uri="{9D8B030D-6E8A-4147-A177-3AD203B41FA5}">
                      <a16:colId xmlns:a16="http://schemas.microsoft.com/office/drawing/2014/main" val="3903366463"/>
                    </a:ext>
                  </a:extLst>
                </a:gridCol>
                <a:gridCol w="817865">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338D"/>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24" name="Rectangle 23">
            <a:hlinkClick r:id="rId6" action="ppaction://hlinksldjump"/>
            <a:extLst>
              <a:ext uri="{FF2B5EF4-FFF2-40B4-BE49-F238E27FC236}">
                <a16:creationId xmlns:a16="http://schemas.microsoft.com/office/drawing/2014/main" id="{63E02CF9-DC75-E889-36DA-2A02B2FBF68B}"/>
              </a:ext>
            </a:extLst>
          </p:cNvPr>
          <p:cNvSpPr/>
          <p:nvPr/>
        </p:nvSpPr>
        <p:spPr>
          <a:xfrm>
            <a:off x="938704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5" name="Rectangle 24">
            <a:hlinkClick r:id="rId7" action="ppaction://hlinksldjump"/>
            <a:extLst>
              <a:ext uri="{FF2B5EF4-FFF2-40B4-BE49-F238E27FC236}">
                <a16:creationId xmlns:a16="http://schemas.microsoft.com/office/drawing/2014/main" id="{A36F4BA2-42AC-910D-DE00-BED103AB436E}"/>
              </a:ext>
            </a:extLst>
          </p:cNvPr>
          <p:cNvSpPr/>
          <p:nvPr/>
        </p:nvSpPr>
        <p:spPr>
          <a:xfrm>
            <a:off x="2199335" y="140055"/>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8" name="Rectangle 27">
            <a:hlinkClick r:id="rId8" action="ppaction://hlinksldjump"/>
            <a:extLst>
              <a:ext uri="{FF2B5EF4-FFF2-40B4-BE49-F238E27FC236}">
                <a16:creationId xmlns:a16="http://schemas.microsoft.com/office/drawing/2014/main" id="{0E41FF30-1CB7-0C16-5958-FCF32F213672}"/>
              </a:ext>
            </a:extLst>
          </p:cNvPr>
          <p:cNvSpPr/>
          <p:nvPr/>
        </p:nvSpPr>
        <p:spPr>
          <a:xfrm>
            <a:off x="445583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9" name="Rectangle 28">
            <a:hlinkClick r:id="" action="ppaction://noaction"/>
            <a:extLst>
              <a:ext uri="{FF2B5EF4-FFF2-40B4-BE49-F238E27FC236}">
                <a16:creationId xmlns:a16="http://schemas.microsoft.com/office/drawing/2014/main" id="{B2DCBC5C-A273-81C8-36F2-AF4CA4D5D82D}"/>
              </a:ext>
            </a:extLst>
          </p:cNvPr>
          <p:cNvSpPr/>
          <p:nvPr/>
        </p:nvSpPr>
        <p:spPr>
          <a:xfrm>
            <a:off x="781335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0" name="Rectangle 29">
            <a:hlinkClick r:id="rId9" action="ppaction://hlinksldjump"/>
            <a:extLst>
              <a:ext uri="{FF2B5EF4-FFF2-40B4-BE49-F238E27FC236}">
                <a16:creationId xmlns:a16="http://schemas.microsoft.com/office/drawing/2014/main" id="{BC7CF3C6-EF69-2D46-8549-03BD60408B45}"/>
              </a:ext>
            </a:extLst>
          </p:cNvPr>
          <p:cNvSpPr/>
          <p:nvPr/>
        </p:nvSpPr>
        <p:spPr>
          <a:xfrm>
            <a:off x="540415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1" name="Rectangle 30">
            <a:hlinkClick r:id="rId10" action="ppaction://hlinksldjump"/>
            <a:extLst>
              <a:ext uri="{FF2B5EF4-FFF2-40B4-BE49-F238E27FC236}">
                <a16:creationId xmlns:a16="http://schemas.microsoft.com/office/drawing/2014/main" id="{12853D11-8906-3803-CD59-997995A7FF07}"/>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32" name="Rectangle 31">
            <a:hlinkClick r:id="rId11" action="ppaction://hlinksldjump"/>
            <a:extLst>
              <a:ext uri="{FF2B5EF4-FFF2-40B4-BE49-F238E27FC236}">
                <a16:creationId xmlns:a16="http://schemas.microsoft.com/office/drawing/2014/main" id="{C4B2A193-DC08-6382-BF54-09F2BF31CA9E}"/>
              </a:ext>
            </a:extLst>
          </p:cNvPr>
          <p:cNvSpPr/>
          <p:nvPr/>
        </p:nvSpPr>
        <p:spPr>
          <a:xfrm>
            <a:off x="3305911" y="140055"/>
            <a:ext cx="111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3" name="Rectangle 32">
            <a:hlinkClick r:id="rId12" action="ppaction://hlinksldjump"/>
            <a:extLst>
              <a:ext uri="{FF2B5EF4-FFF2-40B4-BE49-F238E27FC236}">
                <a16:creationId xmlns:a16="http://schemas.microsoft.com/office/drawing/2014/main" id="{18298F3C-2D0C-F6FF-DCA9-4516F8072169}"/>
              </a:ext>
            </a:extLst>
          </p:cNvPr>
          <p:cNvSpPr/>
          <p:nvPr/>
        </p:nvSpPr>
        <p:spPr>
          <a:xfrm>
            <a:off x="617245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4" name="Rectangle 33">
            <a:hlinkClick r:id="" action="ppaction://noaction"/>
            <a:extLst>
              <a:ext uri="{FF2B5EF4-FFF2-40B4-BE49-F238E27FC236}">
                <a16:creationId xmlns:a16="http://schemas.microsoft.com/office/drawing/2014/main" id="{F93F86FB-4E9E-E410-D7CE-126289DD9169}"/>
              </a:ext>
            </a:extLst>
          </p:cNvPr>
          <p:cNvSpPr/>
          <p:nvPr/>
        </p:nvSpPr>
        <p:spPr>
          <a:xfrm>
            <a:off x="68664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5" name="Rectangle 34">
            <a:hlinkClick r:id="rId13" action="ppaction://hlinksldjump"/>
            <a:extLst>
              <a:ext uri="{FF2B5EF4-FFF2-40B4-BE49-F238E27FC236}">
                <a16:creationId xmlns:a16="http://schemas.microsoft.com/office/drawing/2014/main" id="{66E99531-5320-151D-8B50-791676054E83}"/>
              </a:ext>
            </a:extLst>
          </p:cNvPr>
          <p:cNvSpPr/>
          <p:nvPr/>
        </p:nvSpPr>
        <p:spPr>
          <a:xfrm>
            <a:off x="8753938"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8" name="Text Placeholder 12">
            <a:extLst>
              <a:ext uri="{FF2B5EF4-FFF2-40B4-BE49-F238E27FC236}">
                <a16:creationId xmlns:a16="http://schemas.microsoft.com/office/drawing/2014/main" id="{951F2D53-2EF0-D938-C385-3457CDB35AC4}"/>
              </a:ext>
            </a:extLst>
          </p:cNvPr>
          <p:cNvSpPr txBox="1">
            <a:spLocks/>
          </p:cNvSpPr>
          <p:nvPr/>
        </p:nvSpPr>
        <p:spPr>
          <a:xfrm>
            <a:off x="995121" y="5907053"/>
            <a:ext cx="3600000" cy="210314"/>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a:t>
            </a:r>
          </a:p>
          <a:p>
            <a:pPr defTabSz="444500" rtl="0">
              <a:spcAft>
                <a:spcPts val="200"/>
              </a:spcAft>
            </a:pPr>
            <a:r>
              <a:rPr lang="en-US" sz="600" b="0">
                <a:solidFill>
                  <a:schemeClr val="tx2"/>
                </a:solidFill>
                <a:latin typeface="Arial" panose="020B0604020202020204" pitchFamily="34" charset="0"/>
              </a:rPr>
              <a:t>Source: 	[…].</a:t>
            </a:r>
          </a:p>
        </p:txBody>
      </p:sp>
      <p:sp>
        <p:nvSpPr>
          <p:cNvPr id="13" name="Text Placeholder 7">
            <a:extLst>
              <a:ext uri="{FF2B5EF4-FFF2-40B4-BE49-F238E27FC236}">
                <a16:creationId xmlns:a16="http://schemas.microsoft.com/office/drawing/2014/main" id="{737F0803-91B7-452B-AC9B-99B3EFAE516E}"/>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4" name="Text Placeholder 12">
            <a:extLst>
              <a:ext uri="{FF2B5EF4-FFF2-40B4-BE49-F238E27FC236}">
                <a16:creationId xmlns:a16="http://schemas.microsoft.com/office/drawing/2014/main" id="{F9BD0955-6DF6-8D28-C5CA-BABEBB6C345E}"/>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5" name="Rounded Rectangle 7">
            <a:extLst>
              <a:ext uri="{FF2B5EF4-FFF2-40B4-BE49-F238E27FC236}">
                <a16:creationId xmlns:a16="http://schemas.microsoft.com/office/drawing/2014/main" id="{5E3EEC51-DA66-D923-22B4-D0CB024E7558}"/>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6" name="Rectangle 15">
            <a:extLst>
              <a:ext uri="{FF2B5EF4-FFF2-40B4-BE49-F238E27FC236}">
                <a16:creationId xmlns:a16="http://schemas.microsoft.com/office/drawing/2014/main" id="{93F4437A-84C8-D5D4-555F-5D06DAB396F1}"/>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7" name="Straight Arrow Connector 16">
            <a:extLst>
              <a:ext uri="{FF2B5EF4-FFF2-40B4-BE49-F238E27FC236}">
                <a16:creationId xmlns:a16="http://schemas.microsoft.com/office/drawing/2014/main" id="{9C4DC97C-3D10-3EAC-301C-EF440D8FA406}"/>
              </a:ext>
            </a:extLst>
          </p:cNvPr>
          <p:cNvCxnSpPr>
            <a:cxnSpLocks/>
            <a:stCxn id="16" idx="2"/>
            <a:endCxn id="1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48A197D5-6574-72C2-129B-331473C46CB1}"/>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2" name="Rectangle 1">
            <a:extLst>
              <a:ext uri="{FF2B5EF4-FFF2-40B4-BE49-F238E27FC236}">
                <a16:creationId xmlns:a16="http://schemas.microsoft.com/office/drawing/2014/main" id="{B988E52C-CD8F-3FF6-9658-D8936923C834}"/>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3" name="Rectangle 2">
            <a:extLst>
              <a:ext uri="{FF2B5EF4-FFF2-40B4-BE49-F238E27FC236}">
                <a16:creationId xmlns:a16="http://schemas.microsoft.com/office/drawing/2014/main" id="{DE688B0D-A68F-5BEE-EE5D-8B64BF0641BD}"/>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4" name="Rectangle 3">
            <a:extLst>
              <a:ext uri="{FF2B5EF4-FFF2-40B4-BE49-F238E27FC236}">
                <a16:creationId xmlns:a16="http://schemas.microsoft.com/office/drawing/2014/main" id="{AF5C2F51-DA96-F8F1-896F-35BCE0D7C4C5}"/>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6" name="Rectangle 5">
            <a:extLst>
              <a:ext uri="{FF2B5EF4-FFF2-40B4-BE49-F238E27FC236}">
                <a16:creationId xmlns:a16="http://schemas.microsoft.com/office/drawing/2014/main" id="{C30870AD-3A98-7A8A-8811-05FBF0899C4C}"/>
              </a:ext>
            </a:extLst>
          </p:cNvPr>
          <p:cNvSpPr/>
          <p:nvPr/>
        </p:nvSpPr>
        <p:spPr>
          <a:xfrm>
            <a:off x="10598330" y="6277289"/>
            <a:ext cx="1550957" cy="554584"/>
          </a:xfrm>
          <a:prstGeom prst="rect">
            <a:avLst/>
          </a:prstGeom>
          <a:solidFill>
            <a:schemeClr val="accent6"/>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800" b="1">
                <a:solidFill>
                  <a:schemeClr val="bg1"/>
                </a:solidFill>
              </a:rPr>
              <a:t>UPDATES:</a:t>
            </a:r>
            <a:r>
              <a:rPr lang="en-US" sz="800">
                <a:solidFill>
                  <a:schemeClr val="bg1"/>
                </a:solidFill>
              </a:rPr>
              <a:t> headers and text boxes aligned with Diligence+ gridlines</a:t>
            </a:r>
          </a:p>
        </p:txBody>
      </p:sp>
    </p:spTree>
    <p:extLst>
      <p:ext uri="{BB962C8B-B14F-4D97-AF65-F5344CB8AC3E}">
        <p14:creationId xmlns:p14="http://schemas.microsoft.com/office/powerpoint/2010/main" val="3407876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Object 25" hidden="1">
            <a:extLst>
              <a:ext uri="{FF2B5EF4-FFF2-40B4-BE49-F238E27FC236}">
                <a16:creationId xmlns:a16="http://schemas.microsoft.com/office/drawing/2014/main" id="{9C8B9D13-AD2A-4261-8033-5C9CCDFEF527}"/>
              </a:ext>
            </a:extLst>
          </p:cNvPr>
          <p:cNvGraphicFramePr>
            <a:graphicFrameLocks noChangeAspect="1"/>
          </p:cNvGraphicFramePr>
          <p:nvPr>
            <p:custDataLst>
              <p:tags r:id="rId1"/>
            </p:custDataLst>
            <p:extLst>
              <p:ext uri="{D42A27DB-BD31-4B8C-83A1-F6EECF244321}">
                <p14:modId xmlns:p14="http://schemas.microsoft.com/office/powerpoint/2010/main" val="345861185"/>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26" name="Object 25" hidden="1">
                        <a:extLst>
                          <a:ext uri="{FF2B5EF4-FFF2-40B4-BE49-F238E27FC236}">
                            <a16:creationId xmlns:a16="http://schemas.microsoft.com/office/drawing/2014/main" id="{9C8B9D13-AD2A-4261-8033-5C9CCDFEF527}"/>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5" name="Text Placeholder 4">
            <a:extLst>
              <a:ext uri="{FF2B5EF4-FFF2-40B4-BE49-F238E27FC236}">
                <a16:creationId xmlns:a16="http://schemas.microsoft.com/office/drawing/2014/main" id="{8DA1A777-A5B5-9930-8F87-4B0F7DD8E3B3}"/>
              </a:ext>
            </a:extLst>
          </p:cNvPr>
          <p:cNvSpPr>
            <a:spLocks noGrp="1"/>
          </p:cNvSpPr>
          <p:nvPr>
            <p:ph type="body" sz="quarter" idx="10"/>
          </p:nvPr>
        </p:nvSpPr>
        <p:spPr/>
        <p:txBody>
          <a:bodyPr/>
          <a:lstStyle/>
          <a:p>
            <a:endParaRPr lang="fi-FI"/>
          </a:p>
        </p:txBody>
      </p:sp>
      <p:sp>
        <p:nvSpPr>
          <p:cNvPr id="27" name="Title 26">
            <a:extLst>
              <a:ext uri="{FF2B5EF4-FFF2-40B4-BE49-F238E27FC236}">
                <a16:creationId xmlns:a16="http://schemas.microsoft.com/office/drawing/2014/main" id="{7EAFB3CD-7DBF-4FA1-A9CB-6A3220A4A427}"/>
              </a:ext>
            </a:extLst>
          </p:cNvPr>
          <p:cNvSpPr>
            <a:spLocks noGrp="1"/>
          </p:cNvSpPr>
          <p:nvPr>
            <p:ph type="title"/>
          </p:nvPr>
        </p:nvSpPr>
        <p:spPr/>
        <p:txBody>
          <a:bodyPr vert="horz"/>
          <a:lstStyle/>
          <a:p>
            <a:r>
              <a:rPr lang="en-US"/>
              <a:t>Forecast revenue bridge</a:t>
            </a:r>
          </a:p>
        </p:txBody>
      </p:sp>
      <p:sp>
        <p:nvSpPr>
          <p:cNvPr id="13" name="Text Placeholder 12">
            <a:extLst>
              <a:ext uri="{FF2B5EF4-FFF2-40B4-BE49-F238E27FC236}">
                <a16:creationId xmlns:a16="http://schemas.microsoft.com/office/drawing/2014/main" id="{D3CDA7CB-B9C8-4980-BBA7-7784D98DF8FC}"/>
              </a:ext>
            </a:extLst>
          </p:cNvPr>
          <p:cNvSpPr>
            <a:spLocks noGrp="1"/>
          </p:cNvSpPr>
          <p:nvPr>
            <p:ph type="body" sz="quarter" idx="25"/>
          </p:nvPr>
        </p:nvSpPr>
        <p:spPr/>
        <p:txBody>
          <a:bodyPr/>
          <a:lstStyle/>
          <a:p>
            <a:endParaRPr lang="fi-FI"/>
          </a:p>
        </p:txBody>
      </p:sp>
      <p:sp>
        <p:nvSpPr>
          <p:cNvPr id="6" name="Text Placeholder 5">
            <a:extLst>
              <a:ext uri="{FF2B5EF4-FFF2-40B4-BE49-F238E27FC236}">
                <a16:creationId xmlns:a16="http://schemas.microsoft.com/office/drawing/2014/main" id="{2CCECF11-E896-47FD-A3EC-5A28393AAFB2}"/>
              </a:ext>
            </a:extLst>
          </p:cNvPr>
          <p:cNvSpPr>
            <a:spLocks noGrp="1"/>
          </p:cNvSpPr>
          <p:nvPr>
            <p:ph type="body" sz="quarter" idx="18"/>
          </p:nvPr>
        </p:nvSpPr>
        <p:spPr/>
        <p:txBody>
          <a:bodyPr/>
          <a:lstStyle/>
          <a:p>
            <a:pPr>
              <a:defRPr/>
            </a:pPr>
            <a:r>
              <a:rPr lang="en-US" sz="1000" b="1">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a:p>
        </p:txBody>
      </p:sp>
      <p:sp>
        <p:nvSpPr>
          <p:cNvPr id="8" name="Chart Placeholder 7">
            <a:extLst>
              <a:ext uri="{FF2B5EF4-FFF2-40B4-BE49-F238E27FC236}">
                <a16:creationId xmlns:a16="http://schemas.microsoft.com/office/drawing/2014/main" id="{DB86550F-F85B-1C75-625A-44E9A9D02C55}"/>
              </a:ext>
            </a:extLst>
          </p:cNvPr>
          <p:cNvSpPr>
            <a:spLocks noGrp="1"/>
          </p:cNvSpPr>
          <p:nvPr>
            <p:ph type="chart" sz="quarter" idx="15"/>
          </p:nvPr>
        </p:nvSpPr>
        <p:spPr/>
        <p:txBody>
          <a:bodyPr/>
          <a:lstStyle/>
          <a:p>
            <a:endParaRPr lang="fi-FI"/>
          </a:p>
        </p:txBody>
      </p:sp>
      <p:sp>
        <p:nvSpPr>
          <p:cNvPr id="17" name="Text Placeholder 16">
            <a:extLst>
              <a:ext uri="{FF2B5EF4-FFF2-40B4-BE49-F238E27FC236}">
                <a16:creationId xmlns:a16="http://schemas.microsoft.com/office/drawing/2014/main" id="{3D29F47A-10B8-4374-2D8D-E8F5E855AB53}"/>
              </a:ext>
            </a:extLst>
          </p:cNvPr>
          <p:cNvSpPr>
            <a:spLocks noGrp="1"/>
          </p:cNvSpPr>
          <p:nvPr>
            <p:ph type="body" sz="quarter" idx="24"/>
          </p:nvPr>
        </p:nvSpPr>
        <p:spPr/>
        <p:txBody>
          <a:bodyPr/>
          <a:lstStyle/>
          <a:p>
            <a:pPr>
              <a:defRPr/>
            </a:pPr>
            <a:r>
              <a:rPr lang="en-US" sz="1000" b="1">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a:p>
        </p:txBody>
      </p:sp>
      <p:sp>
        <p:nvSpPr>
          <p:cNvPr id="92" name="Rectangle 91">
            <a:extLst>
              <a:ext uri="{FF2B5EF4-FFF2-40B4-BE49-F238E27FC236}">
                <a16:creationId xmlns:a16="http://schemas.microsoft.com/office/drawing/2014/main" id="{D0BDA713-0738-4758-9F6A-4E570B5CD030}"/>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3" name="Rectangle 92">
            <a:extLst>
              <a:ext uri="{FF2B5EF4-FFF2-40B4-BE49-F238E27FC236}">
                <a16:creationId xmlns:a16="http://schemas.microsoft.com/office/drawing/2014/main" id="{7406996E-5411-43D6-AC1D-1A8AF8E9A739}"/>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7" name="Rectangle 96">
            <a:extLst>
              <a:ext uri="{FF2B5EF4-FFF2-40B4-BE49-F238E27FC236}">
                <a16:creationId xmlns:a16="http://schemas.microsoft.com/office/drawing/2014/main" id="{AEF4F39F-0DF8-4B08-B510-FD2099F3B05C}"/>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8" name="Rectangle 97">
            <a:extLst>
              <a:ext uri="{FF2B5EF4-FFF2-40B4-BE49-F238E27FC236}">
                <a16:creationId xmlns:a16="http://schemas.microsoft.com/office/drawing/2014/main" id="{55DF3C61-EF00-4B68-8CF4-3964E53EC09A}"/>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9" name="Rectangle 98">
            <a:extLst>
              <a:ext uri="{FF2B5EF4-FFF2-40B4-BE49-F238E27FC236}">
                <a16:creationId xmlns:a16="http://schemas.microsoft.com/office/drawing/2014/main" id="{E01BB1AA-2381-49E6-BD4B-40C5BE1E99BF}"/>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graphicFrame>
        <p:nvGraphicFramePr>
          <p:cNvPr id="2" name="Table 10">
            <a:extLst>
              <a:ext uri="{FF2B5EF4-FFF2-40B4-BE49-F238E27FC236}">
                <a16:creationId xmlns:a16="http://schemas.microsoft.com/office/drawing/2014/main" id="{76BDF362-92BF-2DA2-DB11-3417613F3015}"/>
              </a:ext>
            </a:extLst>
          </p:cNvPr>
          <p:cNvGraphicFramePr>
            <a:graphicFrameLocks noGrp="1"/>
          </p:cNvGraphicFramePr>
          <p:nvPr>
            <p:extLst>
              <p:ext uri="{D42A27DB-BD31-4B8C-83A1-F6EECF244321}">
                <p14:modId xmlns:p14="http://schemas.microsoft.com/office/powerpoint/2010/main" val="2539558461"/>
              </p:ext>
            </p:extLst>
          </p:nvPr>
        </p:nvGraphicFramePr>
        <p:xfrm>
          <a:off x="932737" y="142211"/>
          <a:ext cx="9248845"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04900">
                  <a:extLst>
                    <a:ext uri="{9D8B030D-6E8A-4147-A177-3AD203B41FA5}">
                      <a16:colId xmlns:a16="http://schemas.microsoft.com/office/drawing/2014/main" val="3480804512"/>
                    </a:ext>
                  </a:extLst>
                </a:gridCol>
                <a:gridCol w="1143000">
                  <a:extLst>
                    <a:ext uri="{9D8B030D-6E8A-4147-A177-3AD203B41FA5}">
                      <a16:colId xmlns:a16="http://schemas.microsoft.com/office/drawing/2014/main" val="1508802548"/>
                    </a:ext>
                  </a:extLst>
                </a:gridCol>
                <a:gridCol w="946150">
                  <a:extLst>
                    <a:ext uri="{9D8B030D-6E8A-4147-A177-3AD203B41FA5}">
                      <a16:colId xmlns:a16="http://schemas.microsoft.com/office/drawing/2014/main" val="1380669789"/>
                    </a:ext>
                  </a:extLst>
                </a:gridCol>
                <a:gridCol w="768350">
                  <a:extLst>
                    <a:ext uri="{9D8B030D-6E8A-4147-A177-3AD203B41FA5}">
                      <a16:colId xmlns:a16="http://schemas.microsoft.com/office/drawing/2014/main" val="3717172380"/>
                    </a:ext>
                  </a:extLst>
                </a:gridCol>
                <a:gridCol w="693738">
                  <a:extLst>
                    <a:ext uri="{9D8B030D-6E8A-4147-A177-3AD203B41FA5}">
                      <a16:colId xmlns:a16="http://schemas.microsoft.com/office/drawing/2014/main" val="2348796435"/>
                    </a:ext>
                  </a:extLst>
                </a:gridCol>
                <a:gridCol w="952500">
                  <a:extLst>
                    <a:ext uri="{9D8B030D-6E8A-4147-A177-3AD203B41FA5}">
                      <a16:colId xmlns:a16="http://schemas.microsoft.com/office/drawing/2014/main" val="3209140028"/>
                    </a:ext>
                  </a:extLst>
                </a:gridCol>
                <a:gridCol w="935831">
                  <a:extLst>
                    <a:ext uri="{9D8B030D-6E8A-4147-A177-3AD203B41FA5}">
                      <a16:colId xmlns:a16="http://schemas.microsoft.com/office/drawing/2014/main" val="2651425576"/>
                    </a:ext>
                  </a:extLst>
                </a:gridCol>
                <a:gridCol w="631673">
                  <a:extLst>
                    <a:ext uri="{9D8B030D-6E8A-4147-A177-3AD203B41FA5}">
                      <a16:colId xmlns:a16="http://schemas.microsoft.com/office/drawing/2014/main" val="3903366463"/>
                    </a:ext>
                  </a:extLst>
                </a:gridCol>
                <a:gridCol w="817865">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338D"/>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25" name="Rectangle 24">
            <a:hlinkClick r:id="rId6" action="ppaction://hlinksldjump"/>
            <a:extLst>
              <a:ext uri="{FF2B5EF4-FFF2-40B4-BE49-F238E27FC236}">
                <a16:creationId xmlns:a16="http://schemas.microsoft.com/office/drawing/2014/main" id="{52E28DB7-1A41-343B-4B18-1AAE59DE2287}"/>
              </a:ext>
            </a:extLst>
          </p:cNvPr>
          <p:cNvSpPr/>
          <p:nvPr/>
        </p:nvSpPr>
        <p:spPr>
          <a:xfrm>
            <a:off x="938704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8" name="Rectangle 27">
            <a:hlinkClick r:id="rId7" action="ppaction://hlinksldjump"/>
            <a:extLst>
              <a:ext uri="{FF2B5EF4-FFF2-40B4-BE49-F238E27FC236}">
                <a16:creationId xmlns:a16="http://schemas.microsoft.com/office/drawing/2014/main" id="{15C322FE-A708-16B3-8396-B310E8D44F09}"/>
              </a:ext>
            </a:extLst>
          </p:cNvPr>
          <p:cNvSpPr/>
          <p:nvPr/>
        </p:nvSpPr>
        <p:spPr>
          <a:xfrm>
            <a:off x="2199335" y="140055"/>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9" name="Rectangle 28">
            <a:hlinkClick r:id="rId8" action="ppaction://hlinksldjump"/>
            <a:extLst>
              <a:ext uri="{FF2B5EF4-FFF2-40B4-BE49-F238E27FC236}">
                <a16:creationId xmlns:a16="http://schemas.microsoft.com/office/drawing/2014/main" id="{880CBC7A-8619-8141-FE8F-36A4475FEE8D}"/>
              </a:ext>
            </a:extLst>
          </p:cNvPr>
          <p:cNvSpPr/>
          <p:nvPr/>
        </p:nvSpPr>
        <p:spPr>
          <a:xfrm>
            <a:off x="445583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0" name="Rectangle 29">
            <a:hlinkClick r:id="" action="ppaction://noaction"/>
            <a:extLst>
              <a:ext uri="{FF2B5EF4-FFF2-40B4-BE49-F238E27FC236}">
                <a16:creationId xmlns:a16="http://schemas.microsoft.com/office/drawing/2014/main" id="{F30DC340-129F-D333-D424-A03F8E368EAB}"/>
              </a:ext>
            </a:extLst>
          </p:cNvPr>
          <p:cNvSpPr/>
          <p:nvPr/>
        </p:nvSpPr>
        <p:spPr>
          <a:xfrm>
            <a:off x="781335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1" name="Rectangle 30">
            <a:hlinkClick r:id="rId9" action="ppaction://hlinksldjump"/>
            <a:extLst>
              <a:ext uri="{FF2B5EF4-FFF2-40B4-BE49-F238E27FC236}">
                <a16:creationId xmlns:a16="http://schemas.microsoft.com/office/drawing/2014/main" id="{DE51500A-0E35-75EF-15BF-F1317B26A242}"/>
              </a:ext>
            </a:extLst>
          </p:cNvPr>
          <p:cNvSpPr/>
          <p:nvPr/>
        </p:nvSpPr>
        <p:spPr>
          <a:xfrm>
            <a:off x="540415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2" name="Rectangle 31">
            <a:hlinkClick r:id="rId10" action="ppaction://hlinksldjump"/>
            <a:extLst>
              <a:ext uri="{FF2B5EF4-FFF2-40B4-BE49-F238E27FC236}">
                <a16:creationId xmlns:a16="http://schemas.microsoft.com/office/drawing/2014/main" id="{6E514F24-2AEC-4CB0-A4CF-CCBBCC7D3E30}"/>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33" name="Rectangle 32">
            <a:hlinkClick r:id="rId11" action="ppaction://hlinksldjump"/>
            <a:extLst>
              <a:ext uri="{FF2B5EF4-FFF2-40B4-BE49-F238E27FC236}">
                <a16:creationId xmlns:a16="http://schemas.microsoft.com/office/drawing/2014/main" id="{634B5DFC-2C26-FD0D-B14F-3782CDFF30F4}"/>
              </a:ext>
            </a:extLst>
          </p:cNvPr>
          <p:cNvSpPr/>
          <p:nvPr/>
        </p:nvSpPr>
        <p:spPr>
          <a:xfrm>
            <a:off x="3305911" y="140055"/>
            <a:ext cx="111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4" name="Rectangle 33">
            <a:hlinkClick r:id="rId12" action="ppaction://hlinksldjump"/>
            <a:extLst>
              <a:ext uri="{FF2B5EF4-FFF2-40B4-BE49-F238E27FC236}">
                <a16:creationId xmlns:a16="http://schemas.microsoft.com/office/drawing/2014/main" id="{1324DA34-BC43-B216-9B98-3A9E9B6AC2D1}"/>
              </a:ext>
            </a:extLst>
          </p:cNvPr>
          <p:cNvSpPr/>
          <p:nvPr/>
        </p:nvSpPr>
        <p:spPr>
          <a:xfrm>
            <a:off x="617245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5" name="Rectangle 34">
            <a:hlinkClick r:id="" action="ppaction://noaction"/>
            <a:extLst>
              <a:ext uri="{FF2B5EF4-FFF2-40B4-BE49-F238E27FC236}">
                <a16:creationId xmlns:a16="http://schemas.microsoft.com/office/drawing/2014/main" id="{2B1D97F1-7004-5B35-E004-423DE0559BEA}"/>
              </a:ext>
            </a:extLst>
          </p:cNvPr>
          <p:cNvSpPr/>
          <p:nvPr/>
        </p:nvSpPr>
        <p:spPr>
          <a:xfrm>
            <a:off x="68664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6" name="Rectangle 35">
            <a:hlinkClick r:id="rId13" action="ppaction://hlinksldjump"/>
            <a:extLst>
              <a:ext uri="{FF2B5EF4-FFF2-40B4-BE49-F238E27FC236}">
                <a16:creationId xmlns:a16="http://schemas.microsoft.com/office/drawing/2014/main" id="{F6658A6A-063E-6E61-88EE-6D7299223A4D}"/>
              </a:ext>
            </a:extLst>
          </p:cNvPr>
          <p:cNvSpPr/>
          <p:nvPr/>
        </p:nvSpPr>
        <p:spPr>
          <a:xfrm>
            <a:off x="8753938"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7" name="Text Placeholder 12">
            <a:extLst>
              <a:ext uri="{FF2B5EF4-FFF2-40B4-BE49-F238E27FC236}">
                <a16:creationId xmlns:a16="http://schemas.microsoft.com/office/drawing/2014/main" id="{8E922799-FE88-2BFA-6EBF-E7F92A11E021}"/>
              </a:ext>
            </a:extLst>
          </p:cNvPr>
          <p:cNvSpPr txBox="1">
            <a:spLocks/>
          </p:cNvSpPr>
          <p:nvPr/>
        </p:nvSpPr>
        <p:spPr>
          <a:xfrm>
            <a:off x="995121" y="5907053"/>
            <a:ext cx="3600000" cy="210314"/>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a:t>
            </a:r>
          </a:p>
          <a:p>
            <a:pPr defTabSz="444500" rtl="0">
              <a:spcAft>
                <a:spcPts val="200"/>
              </a:spcAft>
            </a:pPr>
            <a:r>
              <a:rPr lang="en-US" sz="600" b="0">
                <a:solidFill>
                  <a:schemeClr val="tx2"/>
                </a:solidFill>
                <a:latin typeface="Arial" panose="020B0604020202020204" pitchFamily="34" charset="0"/>
              </a:rPr>
              <a:t>Source: 	[…].</a:t>
            </a:r>
          </a:p>
        </p:txBody>
      </p:sp>
      <p:sp>
        <p:nvSpPr>
          <p:cNvPr id="3" name="Text Placeholder 7">
            <a:extLst>
              <a:ext uri="{FF2B5EF4-FFF2-40B4-BE49-F238E27FC236}">
                <a16:creationId xmlns:a16="http://schemas.microsoft.com/office/drawing/2014/main" id="{EA606EBC-8514-875A-82D1-DC3CCCD1B400}"/>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4" name="Text Placeholder 12">
            <a:extLst>
              <a:ext uri="{FF2B5EF4-FFF2-40B4-BE49-F238E27FC236}">
                <a16:creationId xmlns:a16="http://schemas.microsoft.com/office/drawing/2014/main" id="{F44EC630-DCFB-DD61-7127-526CBF2AB844}"/>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9" name="Rounded Rectangle 7">
            <a:extLst>
              <a:ext uri="{FF2B5EF4-FFF2-40B4-BE49-F238E27FC236}">
                <a16:creationId xmlns:a16="http://schemas.microsoft.com/office/drawing/2014/main" id="{D68E30EA-1582-61C2-E120-F5D447CEBEA2}"/>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0" name="Rectangle 9">
            <a:extLst>
              <a:ext uri="{FF2B5EF4-FFF2-40B4-BE49-F238E27FC236}">
                <a16:creationId xmlns:a16="http://schemas.microsoft.com/office/drawing/2014/main" id="{601F3170-36EA-2883-BB3F-29BB13793628}"/>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1" name="Straight Arrow Connector 10">
            <a:extLst>
              <a:ext uri="{FF2B5EF4-FFF2-40B4-BE49-F238E27FC236}">
                <a16:creationId xmlns:a16="http://schemas.microsoft.com/office/drawing/2014/main" id="{ABDB4871-0E22-394F-2641-D9B24D2A28D6}"/>
              </a:ext>
            </a:extLst>
          </p:cNvPr>
          <p:cNvCxnSpPr>
            <a:cxnSpLocks/>
            <a:stCxn id="10" idx="2"/>
            <a:endCxn id="9"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F4B3B5F9-EEC9-A0B7-DE65-295D11E40409}"/>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5" name="Rectangle 14">
            <a:extLst>
              <a:ext uri="{FF2B5EF4-FFF2-40B4-BE49-F238E27FC236}">
                <a16:creationId xmlns:a16="http://schemas.microsoft.com/office/drawing/2014/main" id="{B3773845-0AD5-FDC2-B0FF-5264D92DC3A1}"/>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6" name="Rectangle 15">
            <a:extLst>
              <a:ext uri="{FF2B5EF4-FFF2-40B4-BE49-F238E27FC236}">
                <a16:creationId xmlns:a16="http://schemas.microsoft.com/office/drawing/2014/main" id="{AC9D3D9C-3A18-7C8E-4386-797B7A7F04B7}"/>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8" name="Rectangle 17">
            <a:extLst>
              <a:ext uri="{FF2B5EF4-FFF2-40B4-BE49-F238E27FC236}">
                <a16:creationId xmlns:a16="http://schemas.microsoft.com/office/drawing/2014/main" id="{0EA5180B-C424-230C-F0A8-D89033819EB8}"/>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4" name="Rectangle 13">
            <a:extLst>
              <a:ext uri="{FF2B5EF4-FFF2-40B4-BE49-F238E27FC236}">
                <a16:creationId xmlns:a16="http://schemas.microsoft.com/office/drawing/2014/main" id="{0F09AECD-927C-3B99-865F-344C49E85ECE}"/>
              </a:ext>
            </a:extLst>
          </p:cNvPr>
          <p:cNvSpPr/>
          <p:nvPr/>
        </p:nvSpPr>
        <p:spPr>
          <a:xfrm>
            <a:off x="10598330" y="6277289"/>
            <a:ext cx="1550957" cy="554584"/>
          </a:xfrm>
          <a:prstGeom prst="rect">
            <a:avLst/>
          </a:prstGeom>
          <a:solidFill>
            <a:schemeClr val="accent6"/>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800" b="1">
                <a:solidFill>
                  <a:schemeClr val="bg1"/>
                </a:solidFill>
              </a:rPr>
              <a:t>UPDATES:</a:t>
            </a:r>
            <a:r>
              <a:rPr lang="en-US" sz="800">
                <a:solidFill>
                  <a:schemeClr val="bg1"/>
                </a:solidFill>
              </a:rPr>
              <a:t> headers and text boxes aligned with Diligence+ gridlines</a:t>
            </a:r>
          </a:p>
        </p:txBody>
      </p:sp>
    </p:spTree>
    <p:extLst>
      <p:ext uri="{BB962C8B-B14F-4D97-AF65-F5344CB8AC3E}">
        <p14:creationId xmlns:p14="http://schemas.microsoft.com/office/powerpoint/2010/main" val="1921801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Object 25" hidden="1">
            <a:extLst>
              <a:ext uri="{FF2B5EF4-FFF2-40B4-BE49-F238E27FC236}">
                <a16:creationId xmlns:a16="http://schemas.microsoft.com/office/drawing/2014/main" id="{9C8B9D13-AD2A-4261-8033-5C9CCDFEF527}"/>
              </a:ext>
            </a:extLst>
          </p:cNvPr>
          <p:cNvGraphicFramePr>
            <a:graphicFrameLocks noChangeAspect="1"/>
          </p:cNvGraphicFramePr>
          <p:nvPr>
            <p:custDataLst>
              <p:tags r:id="rId1"/>
            </p:custDataLst>
            <p:extLst>
              <p:ext uri="{D42A27DB-BD31-4B8C-83A1-F6EECF244321}">
                <p14:modId xmlns:p14="http://schemas.microsoft.com/office/powerpoint/2010/main" val="93624245"/>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26" name="Object 25" hidden="1">
                        <a:extLst>
                          <a:ext uri="{FF2B5EF4-FFF2-40B4-BE49-F238E27FC236}">
                            <a16:creationId xmlns:a16="http://schemas.microsoft.com/office/drawing/2014/main" id="{9C8B9D13-AD2A-4261-8033-5C9CCDFEF527}"/>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EC4E776A-4CF6-D501-8B7C-C480E283213F}"/>
              </a:ext>
            </a:extLst>
          </p:cNvPr>
          <p:cNvSpPr>
            <a:spLocks noGrp="1"/>
          </p:cNvSpPr>
          <p:nvPr>
            <p:ph type="body" sz="quarter" idx="10"/>
          </p:nvPr>
        </p:nvSpPr>
        <p:spPr/>
        <p:txBody>
          <a:bodyPr/>
          <a:lstStyle/>
          <a:p>
            <a:endParaRPr lang="fi-FI"/>
          </a:p>
        </p:txBody>
      </p:sp>
      <p:sp>
        <p:nvSpPr>
          <p:cNvPr id="27" name="Title 26">
            <a:extLst>
              <a:ext uri="{FF2B5EF4-FFF2-40B4-BE49-F238E27FC236}">
                <a16:creationId xmlns:a16="http://schemas.microsoft.com/office/drawing/2014/main" id="{7EAFB3CD-7DBF-4FA1-A9CB-6A3220A4A427}"/>
              </a:ext>
            </a:extLst>
          </p:cNvPr>
          <p:cNvSpPr>
            <a:spLocks noGrp="1"/>
          </p:cNvSpPr>
          <p:nvPr>
            <p:ph type="title"/>
          </p:nvPr>
        </p:nvSpPr>
        <p:spPr/>
        <p:txBody>
          <a:bodyPr vert="horz"/>
          <a:lstStyle/>
          <a:p>
            <a:r>
              <a:rPr lang="en-US"/>
              <a:t>Forecast EBITDA bridge</a:t>
            </a:r>
          </a:p>
        </p:txBody>
      </p:sp>
      <p:sp>
        <p:nvSpPr>
          <p:cNvPr id="9" name="Text Placeholder 8">
            <a:extLst>
              <a:ext uri="{FF2B5EF4-FFF2-40B4-BE49-F238E27FC236}">
                <a16:creationId xmlns:a16="http://schemas.microsoft.com/office/drawing/2014/main" id="{56901266-5D4C-6057-8C9B-B331B285909E}"/>
              </a:ext>
            </a:extLst>
          </p:cNvPr>
          <p:cNvSpPr>
            <a:spLocks noGrp="1"/>
          </p:cNvSpPr>
          <p:nvPr>
            <p:ph type="body" sz="quarter" idx="25"/>
          </p:nvPr>
        </p:nvSpPr>
        <p:spPr/>
        <p:txBody>
          <a:bodyPr/>
          <a:lstStyle/>
          <a:p>
            <a:endParaRPr lang="fi-FI"/>
          </a:p>
        </p:txBody>
      </p:sp>
      <p:sp>
        <p:nvSpPr>
          <p:cNvPr id="4" name="Text Placeholder 3">
            <a:extLst>
              <a:ext uri="{FF2B5EF4-FFF2-40B4-BE49-F238E27FC236}">
                <a16:creationId xmlns:a16="http://schemas.microsoft.com/office/drawing/2014/main" id="{06DEAB01-8A2F-4DD6-8E74-E671DAE4B3F1}"/>
              </a:ext>
            </a:extLst>
          </p:cNvPr>
          <p:cNvSpPr>
            <a:spLocks noGrp="1"/>
          </p:cNvSpPr>
          <p:nvPr>
            <p:ph type="body" sz="quarter" idx="18"/>
          </p:nvPr>
        </p:nvSpPr>
        <p:spPr/>
        <p:txBody>
          <a:bodyPr/>
          <a:lstStyle/>
          <a:p>
            <a:pPr>
              <a:defRPr/>
            </a:pPr>
            <a:r>
              <a:rPr lang="en-US" sz="1000" b="1">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a:p>
        </p:txBody>
      </p:sp>
      <p:sp>
        <p:nvSpPr>
          <p:cNvPr id="7" name="Chart Placeholder 6">
            <a:extLst>
              <a:ext uri="{FF2B5EF4-FFF2-40B4-BE49-F238E27FC236}">
                <a16:creationId xmlns:a16="http://schemas.microsoft.com/office/drawing/2014/main" id="{E43ACE03-31BB-ECBE-2BC4-796E82A039FA}"/>
              </a:ext>
            </a:extLst>
          </p:cNvPr>
          <p:cNvSpPr>
            <a:spLocks noGrp="1"/>
          </p:cNvSpPr>
          <p:nvPr>
            <p:ph type="chart" sz="quarter" idx="15"/>
          </p:nvPr>
        </p:nvSpPr>
        <p:spPr/>
        <p:txBody>
          <a:bodyPr/>
          <a:lstStyle/>
          <a:p>
            <a:endParaRPr lang="fi-FI"/>
          </a:p>
        </p:txBody>
      </p:sp>
      <p:sp>
        <p:nvSpPr>
          <p:cNvPr id="21" name="Text Placeholder 20">
            <a:extLst>
              <a:ext uri="{FF2B5EF4-FFF2-40B4-BE49-F238E27FC236}">
                <a16:creationId xmlns:a16="http://schemas.microsoft.com/office/drawing/2014/main" id="{C03FCEC1-C822-D77F-3B2D-A6ED36F97948}"/>
              </a:ext>
            </a:extLst>
          </p:cNvPr>
          <p:cNvSpPr>
            <a:spLocks noGrp="1"/>
          </p:cNvSpPr>
          <p:nvPr>
            <p:ph type="body" sz="quarter" idx="24"/>
          </p:nvPr>
        </p:nvSpPr>
        <p:spPr/>
        <p:txBody>
          <a:bodyPr/>
          <a:lstStyle/>
          <a:p>
            <a:pPr>
              <a:defRPr/>
            </a:pPr>
            <a:r>
              <a:rPr lang="en-US" sz="1000" b="1">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a:p>
        </p:txBody>
      </p:sp>
      <p:sp>
        <p:nvSpPr>
          <p:cNvPr id="91" name="Rectangle 90">
            <a:extLst>
              <a:ext uri="{FF2B5EF4-FFF2-40B4-BE49-F238E27FC236}">
                <a16:creationId xmlns:a16="http://schemas.microsoft.com/office/drawing/2014/main" id="{EDDEC491-BA26-407F-8ECD-48D402D84297}"/>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2" name="Rectangle 91">
            <a:extLst>
              <a:ext uri="{FF2B5EF4-FFF2-40B4-BE49-F238E27FC236}">
                <a16:creationId xmlns:a16="http://schemas.microsoft.com/office/drawing/2014/main" id="{F76284F1-A2DF-4463-9717-6F0AF8B052C8}"/>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6" name="Rectangle 95">
            <a:extLst>
              <a:ext uri="{FF2B5EF4-FFF2-40B4-BE49-F238E27FC236}">
                <a16:creationId xmlns:a16="http://schemas.microsoft.com/office/drawing/2014/main" id="{4068F747-DAA9-4399-BAC8-B93C77B43DF7}"/>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7" name="Rectangle 96">
            <a:extLst>
              <a:ext uri="{FF2B5EF4-FFF2-40B4-BE49-F238E27FC236}">
                <a16:creationId xmlns:a16="http://schemas.microsoft.com/office/drawing/2014/main" id="{62C824BD-A9DD-46C5-86CA-A7A819D65F38}"/>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8" name="Rectangle 97">
            <a:extLst>
              <a:ext uri="{FF2B5EF4-FFF2-40B4-BE49-F238E27FC236}">
                <a16:creationId xmlns:a16="http://schemas.microsoft.com/office/drawing/2014/main" id="{BC1E942C-9B07-4D18-AD28-C69A004F2025}"/>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graphicFrame>
        <p:nvGraphicFramePr>
          <p:cNvPr id="5" name="Table 10">
            <a:extLst>
              <a:ext uri="{FF2B5EF4-FFF2-40B4-BE49-F238E27FC236}">
                <a16:creationId xmlns:a16="http://schemas.microsoft.com/office/drawing/2014/main" id="{BBFFBEC4-E804-5302-91C9-AF7F87E1B2BE}"/>
              </a:ext>
            </a:extLst>
          </p:cNvPr>
          <p:cNvGraphicFramePr>
            <a:graphicFrameLocks noGrp="1"/>
          </p:cNvGraphicFramePr>
          <p:nvPr>
            <p:extLst>
              <p:ext uri="{D42A27DB-BD31-4B8C-83A1-F6EECF244321}">
                <p14:modId xmlns:p14="http://schemas.microsoft.com/office/powerpoint/2010/main" val="1346049029"/>
              </p:ext>
            </p:extLst>
          </p:nvPr>
        </p:nvGraphicFramePr>
        <p:xfrm>
          <a:off x="932737" y="142211"/>
          <a:ext cx="9248845"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04900">
                  <a:extLst>
                    <a:ext uri="{9D8B030D-6E8A-4147-A177-3AD203B41FA5}">
                      <a16:colId xmlns:a16="http://schemas.microsoft.com/office/drawing/2014/main" val="3480804512"/>
                    </a:ext>
                  </a:extLst>
                </a:gridCol>
                <a:gridCol w="1143000">
                  <a:extLst>
                    <a:ext uri="{9D8B030D-6E8A-4147-A177-3AD203B41FA5}">
                      <a16:colId xmlns:a16="http://schemas.microsoft.com/office/drawing/2014/main" val="1508802548"/>
                    </a:ext>
                  </a:extLst>
                </a:gridCol>
                <a:gridCol w="946150">
                  <a:extLst>
                    <a:ext uri="{9D8B030D-6E8A-4147-A177-3AD203B41FA5}">
                      <a16:colId xmlns:a16="http://schemas.microsoft.com/office/drawing/2014/main" val="1380669789"/>
                    </a:ext>
                  </a:extLst>
                </a:gridCol>
                <a:gridCol w="768350">
                  <a:extLst>
                    <a:ext uri="{9D8B030D-6E8A-4147-A177-3AD203B41FA5}">
                      <a16:colId xmlns:a16="http://schemas.microsoft.com/office/drawing/2014/main" val="3717172380"/>
                    </a:ext>
                  </a:extLst>
                </a:gridCol>
                <a:gridCol w="693738">
                  <a:extLst>
                    <a:ext uri="{9D8B030D-6E8A-4147-A177-3AD203B41FA5}">
                      <a16:colId xmlns:a16="http://schemas.microsoft.com/office/drawing/2014/main" val="2348796435"/>
                    </a:ext>
                  </a:extLst>
                </a:gridCol>
                <a:gridCol w="952500">
                  <a:extLst>
                    <a:ext uri="{9D8B030D-6E8A-4147-A177-3AD203B41FA5}">
                      <a16:colId xmlns:a16="http://schemas.microsoft.com/office/drawing/2014/main" val="3209140028"/>
                    </a:ext>
                  </a:extLst>
                </a:gridCol>
                <a:gridCol w="935831">
                  <a:extLst>
                    <a:ext uri="{9D8B030D-6E8A-4147-A177-3AD203B41FA5}">
                      <a16:colId xmlns:a16="http://schemas.microsoft.com/office/drawing/2014/main" val="2651425576"/>
                    </a:ext>
                  </a:extLst>
                </a:gridCol>
                <a:gridCol w="631673">
                  <a:extLst>
                    <a:ext uri="{9D8B030D-6E8A-4147-A177-3AD203B41FA5}">
                      <a16:colId xmlns:a16="http://schemas.microsoft.com/office/drawing/2014/main" val="3903366463"/>
                    </a:ext>
                  </a:extLst>
                </a:gridCol>
                <a:gridCol w="817865">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338D"/>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24" name="Rectangle 23">
            <a:hlinkClick r:id="rId6" action="ppaction://hlinksldjump"/>
            <a:extLst>
              <a:ext uri="{FF2B5EF4-FFF2-40B4-BE49-F238E27FC236}">
                <a16:creationId xmlns:a16="http://schemas.microsoft.com/office/drawing/2014/main" id="{333976F1-14BB-7E46-1E6D-01588852E574}"/>
              </a:ext>
            </a:extLst>
          </p:cNvPr>
          <p:cNvSpPr/>
          <p:nvPr/>
        </p:nvSpPr>
        <p:spPr>
          <a:xfrm>
            <a:off x="938704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5" name="Rectangle 24">
            <a:hlinkClick r:id="rId7" action="ppaction://hlinksldjump"/>
            <a:extLst>
              <a:ext uri="{FF2B5EF4-FFF2-40B4-BE49-F238E27FC236}">
                <a16:creationId xmlns:a16="http://schemas.microsoft.com/office/drawing/2014/main" id="{FCEADE2D-C429-A874-BAC5-64E1769DA2C1}"/>
              </a:ext>
            </a:extLst>
          </p:cNvPr>
          <p:cNvSpPr/>
          <p:nvPr/>
        </p:nvSpPr>
        <p:spPr>
          <a:xfrm>
            <a:off x="2199335" y="140055"/>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8" name="Rectangle 27">
            <a:hlinkClick r:id="rId8" action="ppaction://hlinksldjump"/>
            <a:extLst>
              <a:ext uri="{FF2B5EF4-FFF2-40B4-BE49-F238E27FC236}">
                <a16:creationId xmlns:a16="http://schemas.microsoft.com/office/drawing/2014/main" id="{C0B1AF22-6EFC-9724-1A0F-ECBAE199AD2B}"/>
              </a:ext>
            </a:extLst>
          </p:cNvPr>
          <p:cNvSpPr/>
          <p:nvPr/>
        </p:nvSpPr>
        <p:spPr>
          <a:xfrm>
            <a:off x="445583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9" name="Rectangle 28">
            <a:hlinkClick r:id="" action="ppaction://noaction"/>
            <a:extLst>
              <a:ext uri="{FF2B5EF4-FFF2-40B4-BE49-F238E27FC236}">
                <a16:creationId xmlns:a16="http://schemas.microsoft.com/office/drawing/2014/main" id="{781179F3-1045-610A-1EA7-05148C810F13}"/>
              </a:ext>
            </a:extLst>
          </p:cNvPr>
          <p:cNvSpPr/>
          <p:nvPr/>
        </p:nvSpPr>
        <p:spPr>
          <a:xfrm>
            <a:off x="781335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0" name="Rectangle 29">
            <a:hlinkClick r:id="rId9" action="ppaction://hlinksldjump"/>
            <a:extLst>
              <a:ext uri="{FF2B5EF4-FFF2-40B4-BE49-F238E27FC236}">
                <a16:creationId xmlns:a16="http://schemas.microsoft.com/office/drawing/2014/main" id="{1ECA4261-9FB9-7CDF-CE4B-9092F6EB9DFA}"/>
              </a:ext>
            </a:extLst>
          </p:cNvPr>
          <p:cNvSpPr/>
          <p:nvPr/>
        </p:nvSpPr>
        <p:spPr>
          <a:xfrm>
            <a:off x="540415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2" name="Rectangle 31">
            <a:hlinkClick r:id="rId10" action="ppaction://hlinksldjump"/>
            <a:extLst>
              <a:ext uri="{FF2B5EF4-FFF2-40B4-BE49-F238E27FC236}">
                <a16:creationId xmlns:a16="http://schemas.microsoft.com/office/drawing/2014/main" id="{5548DC65-5227-2A2D-BF6F-8E83DE8437B6}"/>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33" name="Rectangle 32">
            <a:hlinkClick r:id="rId11" action="ppaction://hlinksldjump"/>
            <a:extLst>
              <a:ext uri="{FF2B5EF4-FFF2-40B4-BE49-F238E27FC236}">
                <a16:creationId xmlns:a16="http://schemas.microsoft.com/office/drawing/2014/main" id="{CB2AE18A-2080-B935-F9C6-857DFE6B2EFA}"/>
              </a:ext>
            </a:extLst>
          </p:cNvPr>
          <p:cNvSpPr/>
          <p:nvPr/>
        </p:nvSpPr>
        <p:spPr>
          <a:xfrm>
            <a:off x="3305911" y="140055"/>
            <a:ext cx="111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4" name="Rectangle 33">
            <a:hlinkClick r:id="rId12" action="ppaction://hlinksldjump"/>
            <a:extLst>
              <a:ext uri="{FF2B5EF4-FFF2-40B4-BE49-F238E27FC236}">
                <a16:creationId xmlns:a16="http://schemas.microsoft.com/office/drawing/2014/main" id="{F20BDDF3-4CF1-ADDE-0DFB-672F5864A0C8}"/>
              </a:ext>
            </a:extLst>
          </p:cNvPr>
          <p:cNvSpPr/>
          <p:nvPr/>
        </p:nvSpPr>
        <p:spPr>
          <a:xfrm>
            <a:off x="617245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5" name="Rectangle 34">
            <a:hlinkClick r:id="" action="ppaction://noaction"/>
            <a:extLst>
              <a:ext uri="{FF2B5EF4-FFF2-40B4-BE49-F238E27FC236}">
                <a16:creationId xmlns:a16="http://schemas.microsoft.com/office/drawing/2014/main" id="{BC2C471A-CBFE-B606-B6E8-7B0AE3C3D484}"/>
              </a:ext>
            </a:extLst>
          </p:cNvPr>
          <p:cNvSpPr/>
          <p:nvPr/>
        </p:nvSpPr>
        <p:spPr>
          <a:xfrm>
            <a:off x="68664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6" name="Rectangle 35">
            <a:hlinkClick r:id="rId13" action="ppaction://hlinksldjump"/>
            <a:extLst>
              <a:ext uri="{FF2B5EF4-FFF2-40B4-BE49-F238E27FC236}">
                <a16:creationId xmlns:a16="http://schemas.microsoft.com/office/drawing/2014/main" id="{6D3E2EBB-B2F4-C73C-7B3F-65E458BB4187}"/>
              </a:ext>
            </a:extLst>
          </p:cNvPr>
          <p:cNvSpPr/>
          <p:nvPr/>
        </p:nvSpPr>
        <p:spPr>
          <a:xfrm>
            <a:off x="8753938"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13" name="Text Placeholder 12">
            <a:extLst>
              <a:ext uri="{FF2B5EF4-FFF2-40B4-BE49-F238E27FC236}">
                <a16:creationId xmlns:a16="http://schemas.microsoft.com/office/drawing/2014/main" id="{37C6F5EF-649F-F0E9-9DDC-12D8CEF37523}"/>
              </a:ext>
            </a:extLst>
          </p:cNvPr>
          <p:cNvSpPr txBox="1">
            <a:spLocks/>
          </p:cNvSpPr>
          <p:nvPr/>
        </p:nvSpPr>
        <p:spPr>
          <a:xfrm>
            <a:off x="995121" y="5907053"/>
            <a:ext cx="3600000" cy="210314"/>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a:t>
            </a:r>
          </a:p>
          <a:p>
            <a:pPr defTabSz="444500" rtl="0">
              <a:spcAft>
                <a:spcPts val="200"/>
              </a:spcAft>
            </a:pPr>
            <a:r>
              <a:rPr lang="en-US" sz="600" b="0">
                <a:solidFill>
                  <a:schemeClr val="tx2"/>
                </a:solidFill>
                <a:latin typeface="Arial" panose="020B0604020202020204" pitchFamily="34" charset="0"/>
              </a:rPr>
              <a:t>Source: 	[…].</a:t>
            </a:r>
          </a:p>
        </p:txBody>
      </p:sp>
      <p:sp>
        <p:nvSpPr>
          <p:cNvPr id="2" name="Text Placeholder 7">
            <a:extLst>
              <a:ext uri="{FF2B5EF4-FFF2-40B4-BE49-F238E27FC236}">
                <a16:creationId xmlns:a16="http://schemas.microsoft.com/office/drawing/2014/main" id="{B6ABD5FC-AB5F-FB40-E960-0FDA92FA1FD2}"/>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F753E3AD-51F0-7C16-DA4E-8B48D6DEC7EF}"/>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8" name="Rounded Rectangle 7">
            <a:extLst>
              <a:ext uri="{FF2B5EF4-FFF2-40B4-BE49-F238E27FC236}">
                <a16:creationId xmlns:a16="http://schemas.microsoft.com/office/drawing/2014/main" id="{F4422C30-8F49-C1C7-9212-D6C6BDE0DD24}"/>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2" name="Rectangle 11">
            <a:extLst>
              <a:ext uri="{FF2B5EF4-FFF2-40B4-BE49-F238E27FC236}">
                <a16:creationId xmlns:a16="http://schemas.microsoft.com/office/drawing/2014/main" id="{29981FE9-39D5-5669-AC34-64A82EF4EAA2}"/>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5" name="Straight Arrow Connector 14">
            <a:extLst>
              <a:ext uri="{FF2B5EF4-FFF2-40B4-BE49-F238E27FC236}">
                <a16:creationId xmlns:a16="http://schemas.microsoft.com/office/drawing/2014/main" id="{4082C883-B66C-097C-9C44-B64C83559E15}"/>
              </a:ext>
            </a:extLst>
          </p:cNvPr>
          <p:cNvCxnSpPr>
            <a:cxnSpLocks/>
            <a:stCxn id="12" idx="2"/>
            <a:endCxn id="8"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1F759861-CDBC-0666-F127-77B193E7EF00}"/>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0" name="Rectangle 9">
            <a:extLst>
              <a:ext uri="{FF2B5EF4-FFF2-40B4-BE49-F238E27FC236}">
                <a16:creationId xmlns:a16="http://schemas.microsoft.com/office/drawing/2014/main" id="{5533D78A-4DC3-10FD-F202-0359AAED574C}"/>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1" name="Rectangle 10">
            <a:extLst>
              <a:ext uri="{FF2B5EF4-FFF2-40B4-BE49-F238E27FC236}">
                <a16:creationId xmlns:a16="http://schemas.microsoft.com/office/drawing/2014/main" id="{D884B6E8-3160-6DF3-BBE0-A66FC6F7DBEB}"/>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4" name="Rectangle 13">
            <a:extLst>
              <a:ext uri="{FF2B5EF4-FFF2-40B4-BE49-F238E27FC236}">
                <a16:creationId xmlns:a16="http://schemas.microsoft.com/office/drawing/2014/main" id="{084390ED-E7F5-5C86-5597-DC963CE1428A}"/>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7" name="Rectangle 16">
            <a:extLst>
              <a:ext uri="{FF2B5EF4-FFF2-40B4-BE49-F238E27FC236}">
                <a16:creationId xmlns:a16="http://schemas.microsoft.com/office/drawing/2014/main" id="{7E0E5463-4381-7DD5-4469-8272441BF547}"/>
              </a:ext>
            </a:extLst>
          </p:cNvPr>
          <p:cNvSpPr/>
          <p:nvPr/>
        </p:nvSpPr>
        <p:spPr>
          <a:xfrm>
            <a:off x="10598330" y="6277289"/>
            <a:ext cx="1550957" cy="554584"/>
          </a:xfrm>
          <a:prstGeom prst="rect">
            <a:avLst/>
          </a:prstGeom>
          <a:solidFill>
            <a:schemeClr val="accent6"/>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800" b="1">
                <a:solidFill>
                  <a:schemeClr val="bg1"/>
                </a:solidFill>
              </a:rPr>
              <a:t>UPDATES:</a:t>
            </a:r>
            <a:r>
              <a:rPr lang="en-US" sz="800">
                <a:solidFill>
                  <a:schemeClr val="bg1"/>
                </a:solidFill>
              </a:rPr>
              <a:t> headers and text boxes aligned with Diligence+ gridlines</a:t>
            </a:r>
          </a:p>
        </p:txBody>
      </p:sp>
    </p:spTree>
    <p:extLst>
      <p:ext uri="{BB962C8B-B14F-4D97-AF65-F5344CB8AC3E}">
        <p14:creationId xmlns:p14="http://schemas.microsoft.com/office/powerpoint/2010/main" val="40154313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Object 25" hidden="1">
            <a:extLst>
              <a:ext uri="{FF2B5EF4-FFF2-40B4-BE49-F238E27FC236}">
                <a16:creationId xmlns:a16="http://schemas.microsoft.com/office/drawing/2014/main" id="{9C8B9D13-AD2A-4261-8033-5C9CCDFEF527}"/>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26" name="Object 25" hidden="1">
                        <a:extLst>
                          <a:ext uri="{FF2B5EF4-FFF2-40B4-BE49-F238E27FC236}">
                            <a16:creationId xmlns:a16="http://schemas.microsoft.com/office/drawing/2014/main" id="{9C8B9D13-AD2A-4261-8033-5C9CCDFEF527}"/>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27" name="Title 26">
            <a:extLst>
              <a:ext uri="{FF2B5EF4-FFF2-40B4-BE49-F238E27FC236}">
                <a16:creationId xmlns:a16="http://schemas.microsoft.com/office/drawing/2014/main" id="{7EAFB3CD-7DBF-4FA1-A9CB-6A3220A4A427}"/>
              </a:ext>
            </a:extLst>
          </p:cNvPr>
          <p:cNvSpPr>
            <a:spLocks noGrp="1"/>
          </p:cNvSpPr>
          <p:nvPr>
            <p:ph type="title"/>
          </p:nvPr>
        </p:nvSpPr>
        <p:spPr/>
        <p:txBody>
          <a:bodyPr vert="horz"/>
          <a:lstStyle/>
          <a:p>
            <a:r>
              <a:rPr lang="en-US"/>
              <a:t>Forecast assumptions</a:t>
            </a:r>
          </a:p>
        </p:txBody>
      </p:sp>
      <p:graphicFrame>
        <p:nvGraphicFramePr>
          <p:cNvPr id="16" name="Table 5">
            <a:extLst>
              <a:ext uri="{FF2B5EF4-FFF2-40B4-BE49-F238E27FC236}">
                <a16:creationId xmlns:a16="http://schemas.microsoft.com/office/drawing/2014/main" id="{A3E5783F-B8B9-49DF-727E-2352568305DC}"/>
              </a:ext>
            </a:extLst>
          </p:cNvPr>
          <p:cNvGraphicFramePr>
            <a:graphicFrameLocks noGrp="1"/>
          </p:cNvGraphicFramePr>
          <p:nvPr>
            <p:extLst>
              <p:ext uri="{D42A27DB-BD31-4B8C-83A1-F6EECF244321}">
                <p14:modId xmlns:p14="http://schemas.microsoft.com/office/powerpoint/2010/main" val="2745493946"/>
              </p:ext>
            </p:extLst>
          </p:nvPr>
        </p:nvGraphicFramePr>
        <p:xfrm>
          <a:off x="998399" y="1179513"/>
          <a:ext cx="10195199" cy="4379051"/>
        </p:xfrm>
        <a:graphic>
          <a:graphicData uri="http://schemas.openxmlformats.org/drawingml/2006/table">
            <a:tbl>
              <a:tblPr firstRow="1" bandRow="1">
                <a:tableStyleId>{5C22544A-7EE6-4342-B048-85BDC9FD1C3A}</a:tableStyleId>
              </a:tblPr>
              <a:tblGrid>
                <a:gridCol w="163775">
                  <a:extLst>
                    <a:ext uri="{9D8B030D-6E8A-4147-A177-3AD203B41FA5}">
                      <a16:colId xmlns:a16="http://schemas.microsoft.com/office/drawing/2014/main" val="3733560347"/>
                    </a:ext>
                  </a:extLst>
                </a:gridCol>
                <a:gridCol w="1190409">
                  <a:extLst>
                    <a:ext uri="{9D8B030D-6E8A-4147-A177-3AD203B41FA5}">
                      <a16:colId xmlns:a16="http://schemas.microsoft.com/office/drawing/2014/main" val="2534074653"/>
                    </a:ext>
                  </a:extLst>
                </a:gridCol>
                <a:gridCol w="3187083">
                  <a:extLst>
                    <a:ext uri="{9D8B030D-6E8A-4147-A177-3AD203B41FA5}">
                      <a16:colId xmlns:a16="http://schemas.microsoft.com/office/drawing/2014/main" val="15913284"/>
                    </a:ext>
                  </a:extLst>
                </a:gridCol>
                <a:gridCol w="3195961">
                  <a:extLst>
                    <a:ext uri="{9D8B030D-6E8A-4147-A177-3AD203B41FA5}">
                      <a16:colId xmlns:a16="http://schemas.microsoft.com/office/drawing/2014/main" val="1241778817"/>
                    </a:ext>
                  </a:extLst>
                </a:gridCol>
                <a:gridCol w="2457971">
                  <a:extLst>
                    <a:ext uri="{9D8B030D-6E8A-4147-A177-3AD203B41FA5}">
                      <a16:colId xmlns:a16="http://schemas.microsoft.com/office/drawing/2014/main" val="1869424930"/>
                    </a:ext>
                  </a:extLst>
                </a:gridCol>
              </a:tblGrid>
              <a:tr h="0">
                <a:tc>
                  <a:txBody>
                    <a:bodyPr/>
                    <a:lstStyle/>
                    <a:p>
                      <a:pPr>
                        <a:lnSpc>
                          <a:spcPct val="100000"/>
                        </a:lnSpc>
                      </a:pPr>
                      <a:endParaRPr lang="en-GB" sz="100">
                        <a:solidFill>
                          <a:srgbClr val="00338D"/>
                        </a:solidFill>
                        <a:latin typeface="+mn-lt"/>
                      </a:endParaRPr>
                    </a:p>
                  </a:txBody>
                  <a:tcPr marL="36000" marR="36000" marT="0" marB="72000">
                    <a:lnL w="12700" cmpd="sng">
                      <a:noFill/>
                    </a:lnL>
                    <a:lnR w="12700" cmpd="sng">
                      <a:noFill/>
                    </a:lnR>
                    <a:lnT w="12700" cmpd="sng">
                      <a:noFill/>
                    </a:lnT>
                    <a:lnB w="190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lang="en-GB">
                        <a:solidFill>
                          <a:schemeClr val="tx2"/>
                        </a:solidFill>
                      </a:endParaRPr>
                    </a:p>
                  </a:txBody>
                  <a:tcPr marL="720000" marR="126000" marT="0" marB="72000">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10000"/>
                        </a:lnSpc>
                      </a:pPr>
                      <a:r>
                        <a:rPr kumimoji="0" lang="en-US" sz="2000" b="0" i="0" u="none" strike="noStrike" kern="1200" cap="none" spc="0" normalizeH="0" baseline="0" noProof="0">
                          <a:ln>
                            <a:noFill/>
                          </a:ln>
                          <a:solidFill>
                            <a:schemeClr val="tx2"/>
                          </a:solidFill>
                          <a:effectLst/>
                          <a:uLnTx/>
                          <a:uFillTx/>
                          <a:latin typeface="KPMG Bold"/>
                          <a:ea typeface="+mn-ea"/>
                          <a:cs typeface="+mn-cs"/>
                        </a:rPr>
                        <a:t>Assumptions</a:t>
                      </a:r>
                      <a:endParaRPr lang="en-US" sz="2000" b="0">
                        <a:solidFill>
                          <a:schemeClr val="tx2"/>
                        </a:solidFill>
                        <a:latin typeface="+mj-lt"/>
                      </a:endParaRPr>
                    </a:p>
                  </a:txBody>
                  <a:tcPr marL="72000" marR="72000" marT="0" marB="72000">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2000" b="0" i="0" u="none" strike="noStrike" kern="1200" cap="none" spc="0" normalizeH="0" baseline="0" noProof="0">
                          <a:ln>
                            <a:noFill/>
                          </a:ln>
                          <a:solidFill>
                            <a:schemeClr val="tx2"/>
                          </a:solidFill>
                          <a:effectLst/>
                          <a:uLnTx/>
                          <a:uFillTx/>
                          <a:latin typeface="KPMG Bold"/>
                          <a:ea typeface="+mn-ea"/>
                          <a:cs typeface="+mn-cs"/>
                        </a:rPr>
                        <a:t>Analysis</a:t>
                      </a:r>
                    </a:p>
                  </a:txBody>
                  <a:tcPr marL="72000" marR="72000" marT="0" marB="72000">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2000" b="0" i="0" u="none" strike="noStrike" kern="1200" cap="none" spc="0" normalizeH="0" baseline="0" noProof="0">
                          <a:ln>
                            <a:noFill/>
                          </a:ln>
                          <a:solidFill>
                            <a:schemeClr val="tx2"/>
                          </a:solidFill>
                          <a:effectLst/>
                          <a:uLnTx/>
                          <a:uFillTx/>
                          <a:latin typeface="KPMG Bold"/>
                          <a:ea typeface="+mn-ea"/>
                          <a:cs typeface="+mn-cs"/>
                        </a:rPr>
                        <a:t>KPMG comment</a:t>
                      </a:r>
                    </a:p>
                  </a:txBody>
                  <a:tcPr marL="72000" marR="72000" marT="0" marB="72000">
                    <a:lnL w="12700" cmpd="sng">
                      <a:noFill/>
                    </a:lnL>
                    <a:lnR w="12700" cmpd="sng">
                      <a:noFill/>
                    </a:lnR>
                    <a:lnT w="12700" cmpd="sng">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622467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 b="1" i="0" u="none" strike="noStrike" kern="1200" cap="none" spc="0" normalizeH="0" baseline="0" noProof="0">
                        <a:ln>
                          <a:noFill/>
                        </a:ln>
                        <a:solidFill>
                          <a:srgbClr val="00338D"/>
                        </a:solidFill>
                        <a:effectLst/>
                        <a:uLnTx/>
                        <a:uFillTx/>
                        <a:latin typeface="+mn-lt"/>
                        <a:ea typeface="+mn-ea"/>
                        <a:cs typeface="+mn-cs"/>
                      </a:endParaRPr>
                    </a:p>
                  </a:txBody>
                  <a:tcPr marL="36000" marR="36000" marT="126000" marB="126000">
                    <a:lnL w="12700" cmpd="sng">
                      <a:noFill/>
                    </a:lnL>
                    <a:lnR w="12700" cmpd="sng">
                      <a:noFill/>
                    </a:lnR>
                    <a:lnT w="190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2"/>
                          </a:solidFill>
                          <a:effectLst/>
                          <a:uLnTx/>
                          <a:uFillTx/>
                          <a:latin typeface="+mn-lt"/>
                          <a:ea typeface="+mn-ea"/>
                          <a:cs typeface="+mn-cs"/>
                        </a:rPr>
                        <a:t>Assumption 1</a:t>
                      </a:r>
                    </a:p>
                  </a:txBody>
                  <a:tcPr marL="54000" marR="54000" marT="54000" marB="54000">
                    <a:lnL w="12700" cmpd="sng">
                      <a:noFill/>
                    </a:lnL>
                    <a:lnR w="12700" cmpd="sng">
                      <a:noFill/>
                    </a:lnR>
                    <a:lnT w="1270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a:ln>
                            <a:noFill/>
                          </a:ln>
                          <a:solidFill>
                            <a:schemeClr val="tx2"/>
                          </a:solidFill>
                          <a:effectLst/>
                          <a:uLnTx/>
                          <a:uFillTx/>
                          <a:latin typeface="+mn-lt"/>
                          <a:ea typeface="+mn-ea"/>
                          <a:cs typeface="+mn-cs"/>
                        </a:rPr>
                        <a:t>FYxx [first year of forecast]</a:t>
                      </a:r>
                    </a:p>
                    <a:p>
                      <a:pPr marL="0" marR="0" lvl="1" indent="0" algn="l" defTabSz="914400"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Commentary on the assumptions in the first year of the forecast (e.g., pipeline unwind/link to historical KPIs/gross profit assumptions).</a:t>
                      </a:r>
                    </a:p>
                    <a:p>
                      <a:pPr marL="0" marR="0" lvl="1" indent="0" algn="l"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a:ln>
                            <a:noFill/>
                          </a:ln>
                          <a:solidFill>
                            <a:schemeClr val="tx2"/>
                          </a:solidFill>
                          <a:effectLst/>
                          <a:uLnTx/>
                          <a:uFillTx/>
                          <a:latin typeface="+mn-lt"/>
                          <a:ea typeface="+mn-ea"/>
                          <a:cs typeface="+mn-cs"/>
                        </a:rPr>
                        <a:t>FYxx onwards [second year onward of forecast]</a:t>
                      </a:r>
                    </a:p>
                    <a:p>
                      <a:pPr marL="0" marR="0" lvl="1" indent="0" algn="l" defTabSz="914400"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Commentary on the assumptions on the second year of the forecast and years beyond (e.g., inflationary increase of [x]%/assumed price increases).</a:t>
                      </a:r>
                    </a:p>
                  </a:txBody>
                  <a:tcPr marL="72000" marR="54610" marT="54610" marB="54610">
                    <a:lnL w="12700" cmpd="sng">
                      <a:noFill/>
                    </a:lnL>
                    <a:lnR w="12700" cmpd="sng">
                      <a:noFill/>
                    </a:lnR>
                    <a:lnT w="1270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1" indent="0" algn="l" defTabSz="914400"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[Table and/or analysis for most recent financial period (e.g., FY21) and the forecast periods) showing split by products/customers/sites for specific revenue stream and the associated KPIs].</a:t>
                      </a:r>
                    </a:p>
                  </a:txBody>
                  <a:tcPr marL="72000" marR="54610" marT="54610" marB="54610">
                    <a:lnL w="12700" cmpd="sng">
                      <a:noFill/>
                    </a:lnL>
                    <a:lnR w="12700" cmpd="sng">
                      <a:noFill/>
                    </a:lnR>
                    <a:lnT w="1270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Comparing forecast to the historical trends and commenting on the reasonableness of the assumptions included within the forecast</a:t>
                      </a:r>
                      <a:r>
                        <a:rPr kumimoji="0" lang="en-US" sz="1000" b="0" i="0" u="none" strike="noStrike" kern="0" cap="none" spc="0" normalizeH="0" baseline="0" noProof="0">
                          <a:ln>
                            <a:noFill/>
                          </a:ln>
                          <a:solidFill>
                            <a:schemeClr val="tx1"/>
                          </a:solidFill>
                          <a:effectLst/>
                          <a:uLnTx/>
                          <a:uFillTx/>
                          <a:latin typeface="+mn-lt"/>
                          <a:ea typeface="+mn-ea"/>
                          <a:cs typeface="Arial" panose="020B0604020202020204" pitchFamily="34" charset="0"/>
                        </a:rPr>
                        <a:t>.</a:t>
                      </a:r>
                      <a:endParaRPr kumimoji="0" lang="en-US" sz="1000" b="0" i="0" u="none" strike="noStrike" kern="1200" cap="none" spc="0" normalizeH="0" baseline="0" noProof="0">
                        <a:ln>
                          <a:noFill/>
                        </a:ln>
                        <a:solidFill>
                          <a:schemeClr val="tx1"/>
                        </a:solidFill>
                        <a:effectLst/>
                        <a:uLnTx/>
                        <a:uFillTx/>
                        <a:latin typeface="+mn-lt"/>
                        <a:ea typeface="+mn-ea"/>
                        <a:cs typeface="+mn-cs"/>
                      </a:endParaRPr>
                    </a:p>
                  </a:txBody>
                  <a:tcPr marL="72000" marR="54610" marT="54610" marB="54610">
                    <a:lnL w="12700" cmpd="sng">
                      <a:noFill/>
                    </a:lnL>
                    <a:lnR w="12700" cmpd="sng">
                      <a:noFill/>
                    </a:lnR>
                    <a:lnT w="1270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95815367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 b="1" i="0" u="none" strike="noStrike" kern="1200" cap="none" spc="0" normalizeH="0" baseline="0" noProof="0">
                        <a:ln>
                          <a:noFill/>
                        </a:ln>
                        <a:solidFill>
                          <a:srgbClr val="00338D"/>
                        </a:solidFill>
                        <a:effectLst/>
                        <a:uLnTx/>
                        <a:uFillTx/>
                        <a:latin typeface="+mn-lt"/>
                        <a:ea typeface="+mn-ea"/>
                        <a:cs typeface="+mn-cs"/>
                      </a:endParaRPr>
                    </a:p>
                  </a:txBody>
                  <a:tcPr marL="36000" marR="36000" marT="126000" marB="126000">
                    <a:lnL w="12700" cmpd="sng">
                      <a:noFill/>
                    </a:lnL>
                    <a:lnR w="12700" cmpd="sng">
                      <a:noFill/>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2"/>
                          </a:solidFill>
                          <a:effectLst/>
                          <a:uLnTx/>
                          <a:uFillTx/>
                          <a:latin typeface="+mn-lt"/>
                          <a:ea typeface="+mn-ea"/>
                          <a:cs typeface="+mn-cs"/>
                        </a:rPr>
                        <a:t>Assumption 2</a:t>
                      </a:r>
                    </a:p>
                  </a:txBody>
                  <a:tcPr marL="54610" marR="54610" marT="54610" marB="5461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Third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chemeClr val="tx1"/>
                        </a:solidFill>
                        <a:effectLst/>
                        <a:uLnTx/>
                        <a:uFillTx/>
                        <a:latin typeface="+mn-lt"/>
                        <a:ea typeface="+mn-ea"/>
                        <a:cs typeface="+mn-cs"/>
                      </a:endParaRP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chemeClr val="tx1"/>
                        </a:solidFill>
                        <a:effectLst/>
                        <a:uLnTx/>
                        <a:uFillTx/>
                        <a:latin typeface="+mn-lt"/>
                        <a:ea typeface="+mn-ea"/>
                        <a:cs typeface="+mn-cs"/>
                      </a:endParaRP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chemeClr val="tx1"/>
                        </a:solidFill>
                        <a:effectLst/>
                        <a:uLnTx/>
                        <a:uFillTx/>
                        <a:latin typeface="+mn-lt"/>
                        <a:ea typeface="+mn-ea"/>
                        <a:cs typeface="+mn-cs"/>
                      </a:endParaRP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chemeClr val="tx1"/>
                        </a:solidFill>
                        <a:effectLst/>
                        <a:uLnTx/>
                        <a:uFillTx/>
                        <a:latin typeface="+mn-lt"/>
                        <a:ea typeface="+mn-ea"/>
                        <a:cs typeface="+mn-cs"/>
                      </a:endParaRPr>
                    </a:p>
                  </a:txBody>
                  <a:tcPr marL="72000" marR="54000" marT="54000" marB="54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Third level</a:t>
                      </a:r>
                    </a:p>
                  </a:txBody>
                  <a:tcPr marL="72000" marR="54000" marT="54000" marB="54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Third level</a:t>
                      </a:r>
                    </a:p>
                  </a:txBody>
                  <a:tcPr marL="72000" marR="54000" marT="54000" marB="54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41410410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 b="1" i="0" u="none" strike="noStrike" kern="1200" cap="none" spc="0" normalizeH="0" baseline="0" noProof="0">
                        <a:ln>
                          <a:noFill/>
                        </a:ln>
                        <a:solidFill>
                          <a:srgbClr val="00338D"/>
                        </a:solidFill>
                        <a:effectLst/>
                        <a:uLnTx/>
                        <a:uFillTx/>
                        <a:latin typeface="+mn-lt"/>
                        <a:ea typeface="+mn-ea"/>
                        <a:cs typeface="+mn-cs"/>
                      </a:endParaRPr>
                    </a:p>
                  </a:txBody>
                  <a:tcPr marL="36000" marR="36000" marT="126000" marB="126000">
                    <a:lnL w="12700" cmpd="sng">
                      <a:noFill/>
                    </a:lnL>
                    <a:lnR w="12700" cmpd="sng">
                      <a:noFill/>
                    </a:lnR>
                    <a:lnT w="6350" cap="flat" cmpd="sng" algn="ctr">
                      <a:solidFill>
                        <a:srgbClr val="00338D"/>
                      </a:solidFill>
                      <a:prstDash val="solid"/>
                      <a:round/>
                      <a:headEnd type="none" w="med" len="med"/>
                      <a:tailEnd type="none" w="med" len="med"/>
                    </a:lnT>
                    <a:lnB w="635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ACEA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2"/>
                          </a:solidFill>
                          <a:effectLst/>
                          <a:uLnTx/>
                          <a:uFillTx/>
                          <a:latin typeface="+mn-lt"/>
                          <a:ea typeface="+mn-ea"/>
                          <a:cs typeface="+mn-cs"/>
                        </a:rPr>
                        <a:t>Assumption 3</a:t>
                      </a:r>
                    </a:p>
                  </a:txBody>
                  <a:tcPr marL="54610" marR="54610" marT="54610" marB="5461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Third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chemeClr val="tx1"/>
                        </a:solidFill>
                        <a:effectLst/>
                        <a:uLnTx/>
                        <a:uFillTx/>
                        <a:latin typeface="+mn-lt"/>
                        <a:ea typeface="+mn-ea"/>
                        <a:cs typeface="+mn-cs"/>
                      </a:endParaRP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chemeClr val="tx1"/>
                        </a:solidFill>
                        <a:effectLst/>
                        <a:uLnTx/>
                        <a:uFillTx/>
                        <a:latin typeface="+mn-lt"/>
                        <a:ea typeface="+mn-ea"/>
                        <a:cs typeface="+mn-cs"/>
                      </a:endParaRP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chemeClr val="tx1"/>
                        </a:solidFill>
                        <a:effectLst/>
                        <a:uLnTx/>
                        <a:uFillTx/>
                        <a:latin typeface="+mn-lt"/>
                        <a:ea typeface="+mn-ea"/>
                        <a:cs typeface="+mn-cs"/>
                      </a:endParaRPr>
                    </a:p>
                  </a:txBody>
                  <a:tcPr marL="72000" marR="54000" marT="54000" marB="54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Third level</a:t>
                      </a:r>
                    </a:p>
                  </a:txBody>
                  <a:tcPr marL="72000" marR="54000" marT="54000" marB="54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Third level</a:t>
                      </a:r>
                    </a:p>
                  </a:txBody>
                  <a:tcPr marL="72000" marR="54000" marT="54000" marB="54000">
                    <a:lnL w="12700" cmpd="sng">
                      <a:noFill/>
                    </a:lnL>
                    <a:lnR w="12700" cmpd="sng">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90736881"/>
                  </a:ext>
                </a:extLst>
              </a:tr>
            </a:tbl>
          </a:graphicData>
        </a:graphic>
      </p:graphicFrame>
      <p:sp>
        <p:nvSpPr>
          <p:cNvPr id="17" name="Text Placeholder 12">
            <a:extLst>
              <a:ext uri="{FF2B5EF4-FFF2-40B4-BE49-F238E27FC236}">
                <a16:creationId xmlns:a16="http://schemas.microsoft.com/office/drawing/2014/main" id="{04DC9003-05B0-89B2-CBDD-74149AF75003}"/>
              </a:ext>
            </a:extLst>
          </p:cNvPr>
          <p:cNvSpPr txBox="1">
            <a:spLocks/>
          </p:cNvSpPr>
          <p:nvPr/>
        </p:nvSpPr>
        <p:spPr>
          <a:xfrm rot="10800000" flipV="1">
            <a:off x="995361" y="5611841"/>
            <a:ext cx="10212330" cy="523220"/>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400"/>
              </a:spcAft>
            </a:pPr>
            <a:r>
              <a:rPr lang="en-US" sz="600" b="0" i="0" u="none" strike="noStrike" kern="1200" baseline="0">
                <a:solidFill>
                  <a:schemeClr val="tx2"/>
                </a:solidFill>
                <a:latin typeface="Arial" panose="020B0604020202020204" pitchFamily="34" charset="0"/>
              </a:rPr>
              <a:t>Note: The prospective financial information has been prepared </a:t>
            </a:r>
            <a:r>
              <a:rPr lang="en-US" sz="600" b="0">
                <a:solidFill>
                  <a:schemeClr val="tx2"/>
                </a:solidFill>
                <a:latin typeface="Arial" panose="020B0604020202020204" pitchFamily="34" charset="0"/>
              </a:rPr>
              <a:t>by Target</a:t>
            </a:r>
            <a:r>
              <a:rPr lang="en-US" sz="600" b="0" i="0" u="none" strike="noStrike" kern="1200" baseline="0">
                <a:solidFill>
                  <a:schemeClr val="tx2"/>
                </a:solidFill>
                <a:latin typeface="Arial" panose="020B0604020202020204" pitchFamily="34" charset="0"/>
              </a:rPr>
              <a:t>. KPMG accepts no responsibility for the realization of the prospective financial information. Actual results are likely to be different from those shown in the prospective financial information, and the differences may be material.</a:t>
            </a:r>
          </a:p>
          <a:p>
            <a:pPr rtl="0">
              <a:spcAft>
                <a:spcPts val="400"/>
              </a:spcAft>
              <a:tabLst>
                <a:tab pos="447675" algn="l"/>
              </a:tabLst>
            </a:pPr>
            <a:r>
              <a:rPr lang="en-US" sz="600" b="0" i="0" u="none" strike="noStrike" kern="1200" baseline="0">
                <a:solidFill>
                  <a:schemeClr val="tx2"/>
                </a:solidFill>
                <a:latin typeface="Arial" panose="020B0604020202020204" pitchFamily="34" charset="0"/>
              </a:rPr>
              <a:t>Key: 	Supported by historical performance and outlook (e.g., contract </a:t>
            </a:r>
            <a:r>
              <a:rPr lang="en-US" sz="600" b="0">
                <a:solidFill>
                  <a:schemeClr val="tx2"/>
                </a:solidFill>
                <a:latin typeface="Arial" panose="020B0604020202020204" pitchFamily="34" charset="0"/>
              </a:rPr>
              <a:t>base/order book position)</a:t>
            </a:r>
          </a:p>
          <a:p>
            <a:pPr>
              <a:spcAft>
                <a:spcPts val="400"/>
              </a:spcAft>
              <a:tabLst>
                <a:tab pos="447675" algn="l"/>
              </a:tabLst>
            </a:pPr>
            <a:r>
              <a:rPr lang="en-US" sz="600" b="0">
                <a:solidFill>
                  <a:schemeClr val="tx2"/>
                </a:solidFill>
                <a:latin typeface="Arial" panose="020B0604020202020204" pitchFamily="34" charset="0"/>
              </a:rPr>
              <a:t>	Partially s</a:t>
            </a:r>
            <a:r>
              <a:rPr lang="en-US" sz="600" b="0" i="0" u="none" strike="noStrike" kern="1200" baseline="0">
                <a:solidFill>
                  <a:schemeClr val="tx2"/>
                </a:solidFill>
                <a:latin typeface="Arial" panose="020B0604020202020204" pitchFamily="34" charset="0"/>
              </a:rPr>
              <a:t>upported by historical performance and outlook (e.g., contract </a:t>
            </a:r>
            <a:r>
              <a:rPr lang="en-US" sz="600" b="0">
                <a:solidFill>
                  <a:schemeClr val="tx2"/>
                </a:solidFill>
                <a:latin typeface="Arial" panose="020B0604020202020204" pitchFamily="34" charset="0"/>
              </a:rPr>
              <a:t>base/order book position)</a:t>
            </a:r>
          </a:p>
          <a:p>
            <a:pPr>
              <a:spcAft>
                <a:spcPts val="400"/>
              </a:spcAft>
              <a:tabLst>
                <a:tab pos="447675" algn="l"/>
              </a:tabLst>
            </a:pPr>
            <a:r>
              <a:rPr lang="en-US" sz="600" b="0" i="0" u="none" strike="noStrike" kern="1200" baseline="0">
                <a:solidFill>
                  <a:schemeClr val="tx2"/>
                </a:solidFill>
                <a:latin typeface="Arial" panose="020B0604020202020204" pitchFamily="34" charset="0"/>
              </a:rPr>
              <a:t>	Not supported by historical performance and outlook (e.g., contract </a:t>
            </a:r>
            <a:r>
              <a:rPr lang="en-US" sz="600" b="0">
                <a:solidFill>
                  <a:schemeClr val="tx2"/>
                </a:solidFill>
                <a:latin typeface="Arial" panose="020B0604020202020204" pitchFamily="34" charset="0"/>
              </a:rPr>
              <a:t>base/order book position)</a:t>
            </a:r>
          </a:p>
        </p:txBody>
      </p:sp>
      <p:sp>
        <p:nvSpPr>
          <p:cNvPr id="18" name="Oval 17">
            <a:extLst>
              <a:ext uri="{FF2B5EF4-FFF2-40B4-BE49-F238E27FC236}">
                <a16:creationId xmlns:a16="http://schemas.microsoft.com/office/drawing/2014/main" id="{283607FD-AA11-3925-E4BF-B46FA6837E89}"/>
              </a:ext>
            </a:extLst>
          </p:cNvPr>
          <p:cNvSpPr/>
          <p:nvPr/>
        </p:nvSpPr>
        <p:spPr bwMode="black">
          <a:xfrm>
            <a:off x="1270854" y="5870897"/>
            <a:ext cx="141174" cy="141173"/>
          </a:xfrm>
          <a:prstGeom prst="ellipse">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sp>
        <p:nvSpPr>
          <p:cNvPr id="19" name="Oval 18">
            <a:extLst>
              <a:ext uri="{FF2B5EF4-FFF2-40B4-BE49-F238E27FC236}">
                <a16:creationId xmlns:a16="http://schemas.microsoft.com/office/drawing/2014/main" id="{D4076925-2489-0318-13ED-3186675B2DD8}"/>
              </a:ext>
            </a:extLst>
          </p:cNvPr>
          <p:cNvSpPr/>
          <p:nvPr/>
        </p:nvSpPr>
        <p:spPr>
          <a:xfrm>
            <a:off x="1270854" y="5729724"/>
            <a:ext cx="141174" cy="141173"/>
          </a:xfrm>
          <a:prstGeom prst="ellipse">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sp>
        <p:nvSpPr>
          <p:cNvPr id="20" name="Oval 19">
            <a:extLst>
              <a:ext uri="{FF2B5EF4-FFF2-40B4-BE49-F238E27FC236}">
                <a16:creationId xmlns:a16="http://schemas.microsoft.com/office/drawing/2014/main" id="{BFCF51FC-3DDC-A2B3-1E89-40D25663711B}"/>
              </a:ext>
            </a:extLst>
          </p:cNvPr>
          <p:cNvSpPr/>
          <p:nvPr/>
        </p:nvSpPr>
        <p:spPr>
          <a:xfrm>
            <a:off x="1270854" y="6012070"/>
            <a:ext cx="141174" cy="141173"/>
          </a:xfrm>
          <a:prstGeom prst="ellipse">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grpSp>
        <p:nvGrpSpPr>
          <p:cNvPr id="21" name="Group 20">
            <a:extLst>
              <a:ext uri="{FF2B5EF4-FFF2-40B4-BE49-F238E27FC236}">
                <a16:creationId xmlns:a16="http://schemas.microsoft.com/office/drawing/2014/main" id="{79FC1F47-B812-7521-A281-788398F0DA0F}"/>
              </a:ext>
            </a:extLst>
          </p:cNvPr>
          <p:cNvGrpSpPr>
            <a:grpSpLocks noChangeAspect="1"/>
          </p:cNvGrpSpPr>
          <p:nvPr/>
        </p:nvGrpSpPr>
        <p:grpSpPr>
          <a:xfrm>
            <a:off x="1393073" y="2723010"/>
            <a:ext cx="729000" cy="244847"/>
            <a:chOff x="9083102" y="4656588"/>
            <a:chExt cx="486000" cy="163233"/>
          </a:xfrm>
        </p:grpSpPr>
        <p:sp>
          <p:nvSpPr>
            <p:cNvPr id="22" name="Rectangle: Rounded Corners 21">
              <a:extLst>
                <a:ext uri="{FF2B5EF4-FFF2-40B4-BE49-F238E27FC236}">
                  <a16:creationId xmlns:a16="http://schemas.microsoft.com/office/drawing/2014/main" id="{569496A1-41AF-746B-C612-185A2F75A4E2}"/>
                </a:ext>
              </a:extLst>
            </p:cNvPr>
            <p:cNvSpPr/>
            <p:nvPr/>
          </p:nvSpPr>
          <p:spPr>
            <a:xfrm>
              <a:off x="9083102" y="4656588"/>
              <a:ext cx="486000" cy="163233"/>
            </a:xfrm>
            <a:prstGeom prst="round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sp>
          <p:nvSpPr>
            <p:cNvPr id="23" name="Oval 22">
              <a:extLst>
                <a:ext uri="{FF2B5EF4-FFF2-40B4-BE49-F238E27FC236}">
                  <a16:creationId xmlns:a16="http://schemas.microsoft.com/office/drawing/2014/main" id="{5E0E7070-0FEE-56D0-852F-08F54361A3AC}"/>
                </a:ext>
              </a:extLst>
            </p:cNvPr>
            <p:cNvSpPr/>
            <p:nvPr/>
          </p:nvSpPr>
          <p:spPr>
            <a:xfrm>
              <a:off x="9133509" y="4691147"/>
              <a:ext cx="94116" cy="941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sp>
          <p:nvSpPr>
            <p:cNvPr id="24" name="Oval 23">
              <a:extLst>
                <a:ext uri="{FF2B5EF4-FFF2-40B4-BE49-F238E27FC236}">
                  <a16:creationId xmlns:a16="http://schemas.microsoft.com/office/drawing/2014/main" id="{376558BE-E1DB-8414-BBD0-8E79A432F6ED}"/>
                </a:ext>
              </a:extLst>
            </p:cNvPr>
            <p:cNvSpPr/>
            <p:nvPr/>
          </p:nvSpPr>
          <p:spPr>
            <a:xfrm>
              <a:off x="9278078" y="4691147"/>
              <a:ext cx="94116" cy="941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sp>
          <p:nvSpPr>
            <p:cNvPr id="29" name="Oval 28">
              <a:extLst>
                <a:ext uri="{FF2B5EF4-FFF2-40B4-BE49-F238E27FC236}">
                  <a16:creationId xmlns:a16="http://schemas.microsoft.com/office/drawing/2014/main" id="{A29D1A22-0A5D-E4F1-068D-80ED1603094D}"/>
                </a:ext>
              </a:extLst>
            </p:cNvPr>
            <p:cNvSpPr/>
            <p:nvPr/>
          </p:nvSpPr>
          <p:spPr>
            <a:xfrm>
              <a:off x="9424579" y="4691147"/>
              <a:ext cx="94116" cy="94116"/>
            </a:xfrm>
            <a:prstGeom prst="ellipse">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grpSp>
      <p:grpSp>
        <p:nvGrpSpPr>
          <p:cNvPr id="30" name="Group 29">
            <a:extLst>
              <a:ext uri="{FF2B5EF4-FFF2-40B4-BE49-F238E27FC236}">
                <a16:creationId xmlns:a16="http://schemas.microsoft.com/office/drawing/2014/main" id="{79C4C274-B1B0-30BF-C4A1-4909F1E2C31E}"/>
              </a:ext>
            </a:extLst>
          </p:cNvPr>
          <p:cNvGrpSpPr>
            <a:grpSpLocks noChangeAspect="1"/>
          </p:cNvGrpSpPr>
          <p:nvPr/>
        </p:nvGrpSpPr>
        <p:grpSpPr>
          <a:xfrm>
            <a:off x="1393073" y="4121445"/>
            <a:ext cx="729000" cy="244847"/>
            <a:chOff x="9083102" y="4656588"/>
            <a:chExt cx="486000" cy="163233"/>
          </a:xfrm>
        </p:grpSpPr>
        <p:sp>
          <p:nvSpPr>
            <p:cNvPr id="31" name="Rectangle: Rounded Corners 30">
              <a:extLst>
                <a:ext uri="{FF2B5EF4-FFF2-40B4-BE49-F238E27FC236}">
                  <a16:creationId xmlns:a16="http://schemas.microsoft.com/office/drawing/2014/main" id="{E103373E-0279-D244-8305-E0C620E0E73F}"/>
                </a:ext>
              </a:extLst>
            </p:cNvPr>
            <p:cNvSpPr/>
            <p:nvPr/>
          </p:nvSpPr>
          <p:spPr>
            <a:xfrm>
              <a:off x="9083102" y="4656588"/>
              <a:ext cx="486000" cy="163233"/>
            </a:xfrm>
            <a:prstGeom prst="round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sp>
          <p:nvSpPr>
            <p:cNvPr id="32" name="Oval 31">
              <a:extLst>
                <a:ext uri="{FF2B5EF4-FFF2-40B4-BE49-F238E27FC236}">
                  <a16:creationId xmlns:a16="http://schemas.microsoft.com/office/drawing/2014/main" id="{A453FB31-2147-327E-1361-6A77D53B05C5}"/>
                </a:ext>
              </a:extLst>
            </p:cNvPr>
            <p:cNvSpPr/>
            <p:nvPr/>
          </p:nvSpPr>
          <p:spPr>
            <a:xfrm>
              <a:off x="9133509" y="4691147"/>
              <a:ext cx="94116" cy="941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sp>
          <p:nvSpPr>
            <p:cNvPr id="33" name="Oval 32">
              <a:extLst>
                <a:ext uri="{FF2B5EF4-FFF2-40B4-BE49-F238E27FC236}">
                  <a16:creationId xmlns:a16="http://schemas.microsoft.com/office/drawing/2014/main" id="{1E94A5DC-812C-2C9A-458E-7BBD168AD156}"/>
                </a:ext>
              </a:extLst>
            </p:cNvPr>
            <p:cNvSpPr/>
            <p:nvPr/>
          </p:nvSpPr>
          <p:spPr>
            <a:xfrm>
              <a:off x="9424579" y="4691147"/>
              <a:ext cx="94116" cy="941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grpSp>
      <p:grpSp>
        <p:nvGrpSpPr>
          <p:cNvPr id="34" name="Group 33">
            <a:extLst>
              <a:ext uri="{FF2B5EF4-FFF2-40B4-BE49-F238E27FC236}">
                <a16:creationId xmlns:a16="http://schemas.microsoft.com/office/drawing/2014/main" id="{5A8E5341-F372-ADB4-F0F8-A24ACE5D3A2A}"/>
              </a:ext>
            </a:extLst>
          </p:cNvPr>
          <p:cNvGrpSpPr>
            <a:grpSpLocks noChangeAspect="1"/>
          </p:cNvGrpSpPr>
          <p:nvPr/>
        </p:nvGrpSpPr>
        <p:grpSpPr>
          <a:xfrm>
            <a:off x="1393073" y="5298087"/>
            <a:ext cx="729000" cy="244847"/>
            <a:chOff x="9083102" y="4656588"/>
            <a:chExt cx="486000" cy="163233"/>
          </a:xfrm>
        </p:grpSpPr>
        <p:sp>
          <p:nvSpPr>
            <p:cNvPr id="35" name="Rectangle: Rounded Corners 34">
              <a:extLst>
                <a:ext uri="{FF2B5EF4-FFF2-40B4-BE49-F238E27FC236}">
                  <a16:creationId xmlns:a16="http://schemas.microsoft.com/office/drawing/2014/main" id="{91406AA3-977F-0768-A961-6D25B2D9549B}"/>
                </a:ext>
              </a:extLst>
            </p:cNvPr>
            <p:cNvSpPr/>
            <p:nvPr/>
          </p:nvSpPr>
          <p:spPr>
            <a:xfrm>
              <a:off x="9083102" y="4656588"/>
              <a:ext cx="486000" cy="163233"/>
            </a:xfrm>
            <a:prstGeom prst="round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sp>
          <p:nvSpPr>
            <p:cNvPr id="36" name="Oval 35">
              <a:extLst>
                <a:ext uri="{FF2B5EF4-FFF2-40B4-BE49-F238E27FC236}">
                  <a16:creationId xmlns:a16="http://schemas.microsoft.com/office/drawing/2014/main" id="{DE8D930E-8268-1432-1AA0-CDD35E28319B}"/>
                </a:ext>
              </a:extLst>
            </p:cNvPr>
            <p:cNvSpPr/>
            <p:nvPr/>
          </p:nvSpPr>
          <p:spPr>
            <a:xfrm>
              <a:off x="9133509" y="4691147"/>
              <a:ext cx="94116" cy="94116"/>
            </a:xfrm>
            <a:prstGeom prst="ellipse">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sp>
          <p:nvSpPr>
            <p:cNvPr id="37" name="Oval 36">
              <a:extLst>
                <a:ext uri="{FF2B5EF4-FFF2-40B4-BE49-F238E27FC236}">
                  <a16:creationId xmlns:a16="http://schemas.microsoft.com/office/drawing/2014/main" id="{B0B6490C-3C85-CD15-A090-0C4033AABFF6}"/>
                </a:ext>
              </a:extLst>
            </p:cNvPr>
            <p:cNvSpPr/>
            <p:nvPr/>
          </p:nvSpPr>
          <p:spPr>
            <a:xfrm>
              <a:off x="9278078" y="4691147"/>
              <a:ext cx="94116" cy="941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sp>
          <p:nvSpPr>
            <p:cNvPr id="38" name="Oval 37">
              <a:extLst>
                <a:ext uri="{FF2B5EF4-FFF2-40B4-BE49-F238E27FC236}">
                  <a16:creationId xmlns:a16="http://schemas.microsoft.com/office/drawing/2014/main" id="{1AABC267-5375-1E0E-F1B4-B5230EAA8A31}"/>
                </a:ext>
              </a:extLst>
            </p:cNvPr>
            <p:cNvSpPr/>
            <p:nvPr/>
          </p:nvSpPr>
          <p:spPr>
            <a:xfrm>
              <a:off x="9424579" y="4691147"/>
              <a:ext cx="94116" cy="941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grpSp>
      <p:sp>
        <p:nvSpPr>
          <p:cNvPr id="39" name="Oval 38">
            <a:extLst>
              <a:ext uri="{FF2B5EF4-FFF2-40B4-BE49-F238E27FC236}">
                <a16:creationId xmlns:a16="http://schemas.microsoft.com/office/drawing/2014/main" id="{84C3FE48-8CED-A38C-45E3-BDFFE0AAA12F}"/>
              </a:ext>
            </a:extLst>
          </p:cNvPr>
          <p:cNvSpPr/>
          <p:nvPr/>
        </p:nvSpPr>
        <p:spPr bwMode="black">
          <a:xfrm>
            <a:off x="1685537" y="4173283"/>
            <a:ext cx="141174" cy="141173"/>
          </a:xfrm>
          <a:prstGeom prst="ellipse">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err="1">
              <a:solidFill>
                <a:schemeClr val="bg1"/>
              </a:solidFill>
            </a:endParaRPr>
          </a:p>
        </p:txBody>
      </p:sp>
      <p:graphicFrame>
        <p:nvGraphicFramePr>
          <p:cNvPr id="13" name="Table 10">
            <a:extLst>
              <a:ext uri="{FF2B5EF4-FFF2-40B4-BE49-F238E27FC236}">
                <a16:creationId xmlns:a16="http://schemas.microsoft.com/office/drawing/2014/main" id="{3FE390DE-4073-79D1-FAE4-9EBFA51BD082}"/>
              </a:ext>
            </a:extLst>
          </p:cNvPr>
          <p:cNvGraphicFramePr>
            <a:graphicFrameLocks noGrp="1"/>
          </p:cNvGraphicFramePr>
          <p:nvPr>
            <p:extLst>
              <p:ext uri="{D42A27DB-BD31-4B8C-83A1-F6EECF244321}">
                <p14:modId xmlns:p14="http://schemas.microsoft.com/office/powerpoint/2010/main" val="2011654444"/>
              </p:ext>
            </p:extLst>
          </p:nvPr>
        </p:nvGraphicFramePr>
        <p:xfrm>
          <a:off x="932737" y="142211"/>
          <a:ext cx="9248845"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04900">
                  <a:extLst>
                    <a:ext uri="{9D8B030D-6E8A-4147-A177-3AD203B41FA5}">
                      <a16:colId xmlns:a16="http://schemas.microsoft.com/office/drawing/2014/main" val="3480804512"/>
                    </a:ext>
                  </a:extLst>
                </a:gridCol>
                <a:gridCol w="1143000">
                  <a:extLst>
                    <a:ext uri="{9D8B030D-6E8A-4147-A177-3AD203B41FA5}">
                      <a16:colId xmlns:a16="http://schemas.microsoft.com/office/drawing/2014/main" val="1508802548"/>
                    </a:ext>
                  </a:extLst>
                </a:gridCol>
                <a:gridCol w="946150">
                  <a:extLst>
                    <a:ext uri="{9D8B030D-6E8A-4147-A177-3AD203B41FA5}">
                      <a16:colId xmlns:a16="http://schemas.microsoft.com/office/drawing/2014/main" val="1380669789"/>
                    </a:ext>
                  </a:extLst>
                </a:gridCol>
                <a:gridCol w="768350">
                  <a:extLst>
                    <a:ext uri="{9D8B030D-6E8A-4147-A177-3AD203B41FA5}">
                      <a16:colId xmlns:a16="http://schemas.microsoft.com/office/drawing/2014/main" val="3717172380"/>
                    </a:ext>
                  </a:extLst>
                </a:gridCol>
                <a:gridCol w="693738">
                  <a:extLst>
                    <a:ext uri="{9D8B030D-6E8A-4147-A177-3AD203B41FA5}">
                      <a16:colId xmlns:a16="http://schemas.microsoft.com/office/drawing/2014/main" val="2348796435"/>
                    </a:ext>
                  </a:extLst>
                </a:gridCol>
                <a:gridCol w="952500">
                  <a:extLst>
                    <a:ext uri="{9D8B030D-6E8A-4147-A177-3AD203B41FA5}">
                      <a16:colId xmlns:a16="http://schemas.microsoft.com/office/drawing/2014/main" val="3209140028"/>
                    </a:ext>
                  </a:extLst>
                </a:gridCol>
                <a:gridCol w="935831">
                  <a:extLst>
                    <a:ext uri="{9D8B030D-6E8A-4147-A177-3AD203B41FA5}">
                      <a16:colId xmlns:a16="http://schemas.microsoft.com/office/drawing/2014/main" val="2651425576"/>
                    </a:ext>
                  </a:extLst>
                </a:gridCol>
                <a:gridCol w="631673">
                  <a:extLst>
                    <a:ext uri="{9D8B030D-6E8A-4147-A177-3AD203B41FA5}">
                      <a16:colId xmlns:a16="http://schemas.microsoft.com/office/drawing/2014/main" val="3903366463"/>
                    </a:ext>
                  </a:extLst>
                </a:gridCol>
                <a:gridCol w="817865">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338D"/>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14" name="Rectangle 13">
            <a:hlinkClick r:id="rId6" action="ppaction://hlinksldjump"/>
            <a:extLst>
              <a:ext uri="{FF2B5EF4-FFF2-40B4-BE49-F238E27FC236}">
                <a16:creationId xmlns:a16="http://schemas.microsoft.com/office/drawing/2014/main" id="{83494B61-9C87-626B-E2F7-E688EB6BEDAF}"/>
              </a:ext>
            </a:extLst>
          </p:cNvPr>
          <p:cNvSpPr/>
          <p:nvPr/>
        </p:nvSpPr>
        <p:spPr>
          <a:xfrm>
            <a:off x="938704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15" name="Rectangle 14">
            <a:hlinkClick r:id="rId7" action="ppaction://hlinksldjump"/>
            <a:extLst>
              <a:ext uri="{FF2B5EF4-FFF2-40B4-BE49-F238E27FC236}">
                <a16:creationId xmlns:a16="http://schemas.microsoft.com/office/drawing/2014/main" id="{FF25FAD3-5248-5520-72AC-603B6B8426ED}"/>
              </a:ext>
            </a:extLst>
          </p:cNvPr>
          <p:cNvSpPr/>
          <p:nvPr/>
        </p:nvSpPr>
        <p:spPr>
          <a:xfrm>
            <a:off x="2199335" y="140055"/>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5" name="Rectangle 24">
            <a:hlinkClick r:id="rId8" action="ppaction://hlinksldjump"/>
            <a:extLst>
              <a:ext uri="{FF2B5EF4-FFF2-40B4-BE49-F238E27FC236}">
                <a16:creationId xmlns:a16="http://schemas.microsoft.com/office/drawing/2014/main" id="{CF45DE30-98D4-14E9-CF60-2E8CB003FA53}"/>
              </a:ext>
            </a:extLst>
          </p:cNvPr>
          <p:cNvSpPr/>
          <p:nvPr/>
        </p:nvSpPr>
        <p:spPr>
          <a:xfrm>
            <a:off x="445583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8" name="Rectangle 27">
            <a:hlinkClick r:id="" action="ppaction://noaction"/>
            <a:extLst>
              <a:ext uri="{FF2B5EF4-FFF2-40B4-BE49-F238E27FC236}">
                <a16:creationId xmlns:a16="http://schemas.microsoft.com/office/drawing/2014/main" id="{1AE2BEFC-244A-2743-F05D-46E3B8BD5914}"/>
              </a:ext>
            </a:extLst>
          </p:cNvPr>
          <p:cNvSpPr/>
          <p:nvPr/>
        </p:nvSpPr>
        <p:spPr>
          <a:xfrm>
            <a:off x="781335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40" name="Rectangle 39">
            <a:hlinkClick r:id="rId9" action="ppaction://hlinksldjump"/>
            <a:extLst>
              <a:ext uri="{FF2B5EF4-FFF2-40B4-BE49-F238E27FC236}">
                <a16:creationId xmlns:a16="http://schemas.microsoft.com/office/drawing/2014/main" id="{49AC22BC-23A2-C920-E4F6-842657531C8E}"/>
              </a:ext>
            </a:extLst>
          </p:cNvPr>
          <p:cNvSpPr/>
          <p:nvPr/>
        </p:nvSpPr>
        <p:spPr>
          <a:xfrm>
            <a:off x="540415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41" name="Rectangle 40">
            <a:hlinkClick r:id="rId10" action="ppaction://hlinksldjump"/>
            <a:extLst>
              <a:ext uri="{FF2B5EF4-FFF2-40B4-BE49-F238E27FC236}">
                <a16:creationId xmlns:a16="http://schemas.microsoft.com/office/drawing/2014/main" id="{4FBE3365-258B-8FA4-163A-8B99E62B0E12}"/>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42" name="Rectangle 41">
            <a:hlinkClick r:id="rId11" action="ppaction://hlinksldjump"/>
            <a:extLst>
              <a:ext uri="{FF2B5EF4-FFF2-40B4-BE49-F238E27FC236}">
                <a16:creationId xmlns:a16="http://schemas.microsoft.com/office/drawing/2014/main" id="{2DD2CCD9-417C-C97A-9521-EC39AF59FFA3}"/>
              </a:ext>
            </a:extLst>
          </p:cNvPr>
          <p:cNvSpPr/>
          <p:nvPr/>
        </p:nvSpPr>
        <p:spPr>
          <a:xfrm>
            <a:off x="3305911" y="140055"/>
            <a:ext cx="111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43" name="Rectangle 42">
            <a:hlinkClick r:id="rId12" action="ppaction://hlinksldjump"/>
            <a:extLst>
              <a:ext uri="{FF2B5EF4-FFF2-40B4-BE49-F238E27FC236}">
                <a16:creationId xmlns:a16="http://schemas.microsoft.com/office/drawing/2014/main" id="{0D26A7BD-0AFD-95D0-F57A-B35A70633B34}"/>
              </a:ext>
            </a:extLst>
          </p:cNvPr>
          <p:cNvSpPr/>
          <p:nvPr/>
        </p:nvSpPr>
        <p:spPr>
          <a:xfrm>
            <a:off x="617245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44" name="Rectangle 43">
            <a:hlinkClick r:id="" action="ppaction://noaction"/>
            <a:extLst>
              <a:ext uri="{FF2B5EF4-FFF2-40B4-BE49-F238E27FC236}">
                <a16:creationId xmlns:a16="http://schemas.microsoft.com/office/drawing/2014/main" id="{A5DF6410-E9E4-4EAD-ADAD-8DCC6D56D21B}"/>
              </a:ext>
            </a:extLst>
          </p:cNvPr>
          <p:cNvSpPr/>
          <p:nvPr/>
        </p:nvSpPr>
        <p:spPr>
          <a:xfrm>
            <a:off x="68664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45" name="Rectangle 44">
            <a:hlinkClick r:id="rId13" action="ppaction://hlinksldjump"/>
            <a:extLst>
              <a:ext uri="{FF2B5EF4-FFF2-40B4-BE49-F238E27FC236}">
                <a16:creationId xmlns:a16="http://schemas.microsoft.com/office/drawing/2014/main" id="{F938C0B3-DAC0-3D4A-EA1F-3147FC7515CA}"/>
              </a:ext>
            </a:extLst>
          </p:cNvPr>
          <p:cNvSpPr/>
          <p:nvPr/>
        </p:nvSpPr>
        <p:spPr>
          <a:xfrm>
            <a:off x="8753938"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2" name="Text Placeholder 7">
            <a:extLst>
              <a:ext uri="{FF2B5EF4-FFF2-40B4-BE49-F238E27FC236}">
                <a16:creationId xmlns:a16="http://schemas.microsoft.com/office/drawing/2014/main" id="{C809DDD1-3C34-9204-0964-996854026563}"/>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17AB5E69-39E5-CE17-E47C-B639B9F05A28}"/>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1340341F-EAFE-86D1-D555-8BB70933AEFF}"/>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70D045C0-B735-8721-9919-214563960F20}"/>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6" name="Straight Arrow Connector 5">
            <a:extLst>
              <a:ext uri="{FF2B5EF4-FFF2-40B4-BE49-F238E27FC236}">
                <a16:creationId xmlns:a16="http://schemas.microsoft.com/office/drawing/2014/main" id="{F21AA573-CF21-994F-C8B6-C13B179D484A}"/>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222F0D0E-3AD6-D43F-287D-C53E5D8F809F}"/>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8" name="Rectangle 7">
            <a:extLst>
              <a:ext uri="{FF2B5EF4-FFF2-40B4-BE49-F238E27FC236}">
                <a16:creationId xmlns:a16="http://schemas.microsoft.com/office/drawing/2014/main" id="{1B926852-BF42-A788-446F-D0FFC5DD2EE7}"/>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 name="Rectangle 8">
            <a:extLst>
              <a:ext uri="{FF2B5EF4-FFF2-40B4-BE49-F238E27FC236}">
                <a16:creationId xmlns:a16="http://schemas.microsoft.com/office/drawing/2014/main" id="{0622A0DC-436A-1553-EA18-EA42625B022D}"/>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0" name="Rectangle 9">
            <a:extLst>
              <a:ext uri="{FF2B5EF4-FFF2-40B4-BE49-F238E27FC236}">
                <a16:creationId xmlns:a16="http://schemas.microsoft.com/office/drawing/2014/main" id="{74A435CC-76F7-BE1D-395B-74F421E93EC7}"/>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Tree>
    <p:extLst>
      <p:ext uri="{BB962C8B-B14F-4D97-AF65-F5344CB8AC3E}">
        <p14:creationId xmlns:p14="http://schemas.microsoft.com/office/powerpoint/2010/main" val="38497032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Object 25" hidden="1">
            <a:extLst>
              <a:ext uri="{FF2B5EF4-FFF2-40B4-BE49-F238E27FC236}">
                <a16:creationId xmlns:a16="http://schemas.microsoft.com/office/drawing/2014/main" id="{9C8B9D13-AD2A-4261-8033-5C9CCDFEF527}"/>
              </a:ext>
            </a:extLst>
          </p:cNvPr>
          <p:cNvGraphicFramePr>
            <a:graphicFrameLocks noChangeAspect="1"/>
          </p:cNvGraphicFramePr>
          <p:nvPr>
            <p:custDataLst>
              <p:tags r:id="rId1"/>
            </p:custDataLst>
            <p:extLst>
              <p:ext uri="{D42A27DB-BD31-4B8C-83A1-F6EECF244321}">
                <p14:modId xmlns:p14="http://schemas.microsoft.com/office/powerpoint/2010/main" val="3318027757"/>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26" name="Object 25" hidden="1">
                        <a:extLst>
                          <a:ext uri="{FF2B5EF4-FFF2-40B4-BE49-F238E27FC236}">
                            <a16:creationId xmlns:a16="http://schemas.microsoft.com/office/drawing/2014/main" id="{9C8B9D13-AD2A-4261-8033-5C9CCDFEF527}"/>
                          </a:ext>
                        </a:extLst>
                      </p:cNvPr>
                      <p:cNvPicPr/>
                      <p:nvPr/>
                    </p:nvPicPr>
                    <p:blipFill>
                      <a:blip r:embed="rId6"/>
                      <a:stretch>
                        <a:fillRect/>
                      </a:stretch>
                    </p:blipFill>
                    <p:spPr>
                      <a:xfrm>
                        <a:off x="1589" y="1589"/>
                        <a:ext cx="1588" cy="1588"/>
                      </a:xfrm>
                      <a:prstGeom prst="rect">
                        <a:avLst/>
                      </a:prstGeom>
                    </p:spPr>
                  </p:pic>
                </p:oleObj>
              </mc:Fallback>
            </mc:AlternateContent>
          </a:graphicData>
        </a:graphic>
      </p:graphicFrame>
      <p:sp>
        <p:nvSpPr>
          <p:cNvPr id="27" name="Title 26">
            <a:extLst>
              <a:ext uri="{FF2B5EF4-FFF2-40B4-BE49-F238E27FC236}">
                <a16:creationId xmlns:a16="http://schemas.microsoft.com/office/drawing/2014/main" id="{7EAFB3CD-7DBF-4FA1-A9CB-6A3220A4A427}"/>
              </a:ext>
            </a:extLst>
          </p:cNvPr>
          <p:cNvSpPr>
            <a:spLocks noGrp="1"/>
          </p:cNvSpPr>
          <p:nvPr>
            <p:ph type="title"/>
          </p:nvPr>
        </p:nvSpPr>
        <p:spPr/>
        <p:txBody>
          <a:bodyPr/>
          <a:lstStyle/>
          <a:p>
            <a:r>
              <a:rPr lang="en-US"/>
              <a:t>Upsides and sensitivities</a:t>
            </a:r>
          </a:p>
        </p:txBody>
      </p:sp>
      <p:sp>
        <p:nvSpPr>
          <p:cNvPr id="14" name="Text Placeholder 13">
            <a:extLst>
              <a:ext uri="{FF2B5EF4-FFF2-40B4-BE49-F238E27FC236}">
                <a16:creationId xmlns:a16="http://schemas.microsoft.com/office/drawing/2014/main" id="{21E55299-B1F6-A445-E776-F80055DD7BBC}"/>
              </a:ext>
            </a:extLst>
          </p:cNvPr>
          <p:cNvSpPr>
            <a:spLocks noGrp="1"/>
          </p:cNvSpPr>
          <p:nvPr>
            <p:ph type="body" sz="quarter" idx="10"/>
          </p:nvPr>
        </p:nvSpPr>
        <p:spPr/>
        <p:txBody>
          <a:bodyPr/>
          <a:lstStyle/>
          <a:p>
            <a:endParaRPr lang="en-IN"/>
          </a:p>
        </p:txBody>
      </p:sp>
      <p:graphicFrame>
        <p:nvGraphicFramePr>
          <p:cNvPr id="23" name="Table 5">
            <a:extLst>
              <a:ext uri="{FF2B5EF4-FFF2-40B4-BE49-F238E27FC236}">
                <a16:creationId xmlns:a16="http://schemas.microsoft.com/office/drawing/2014/main" id="{847015ED-0C9A-4B26-A66C-610CD1760EE3}"/>
              </a:ext>
            </a:extLst>
          </p:cNvPr>
          <p:cNvGraphicFramePr>
            <a:graphicFrameLocks noGrp="1"/>
          </p:cNvGraphicFramePr>
          <p:nvPr>
            <p:extLst>
              <p:ext uri="{D42A27DB-BD31-4B8C-83A1-F6EECF244321}">
                <p14:modId xmlns:p14="http://schemas.microsoft.com/office/powerpoint/2010/main" val="1305551854"/>
              </p:ext>
            </p:extLst>
          </p:nvPr>
        </p:nvGraphicFramePr>
        <p:xfrm>
          <a:off x="998401" y="1751584"/>
          <a:ext cx="10204346" cy="2654636"/>
        </p:xfrm>
        <a:graphic>
          <a:graphicData uri="http://schemas.openxmlformats.org/drawingml/2006/table">
            <a:tbl>
              <a:tblPr firstRow="1" bandRow="1">
                <a:tableStyleId>{5C22544A-7EE6-4342-B048-85BDC9FD1C3A}</a:tableStyleId>
              </a:tblPr>
              <a:tblGrid>
                <a:gridCol w="1895676">
                  <a:extLst>
                    <a:ext uri="{9D8B030D-6E8A-4147-A177-3AD203B41FA5}">
                      <a16:colId xmlns:a16="http://schemas.microsoft.com/office/drawing/2014/main" val="2534074653"/>
                    </a:ext>
                  </a:extLst>
                </a:gridCol>
                <a:gridCol w="6258803">
                  <a:extLst>
                    <a:ext uri="{9D8B030D-6E8A-4147-A177-3AD203B41FA5}">
                      <a16:colId xmlns:a16="http://schemas.microsoft.com/office/drawing/2014/main" val="15913284"/>
                    </a:ext>
                  </a:extLst>
                </a:gridCol>
                <a:gridCol w="324495">
                  <a:extLst>
                    <a:ext uri="{9D8B030D-6E8A-4147-A177-3AD203B41FA5}">
                      <a16:colId xmlns:a16="http://schemas.microsoft.com/office/drawing/2014/main" val="1869424930"/>
                    </a:ext>
                  </a:extLst>
                </a:gridCol>
                <a:gridCol w="1725372">
                  <a:extLst>
                    <a:ext uri="{9D8B030D-6E8A-4147-A177-3AD203B41FA5}">
                      <a16:colId xmlns:a16="http://schemas.microsoft.com/office/drawing/2014/main" val="3989268879"/>
                    </a:ext>
                  </a:extLst>
                </a:gridCol>
              </a:tblGrid>
              <a:tr h="270560">
                <a:tc>
                  <a:txBody>
                    <a:bodyPr/>
                    <a:lstStyle/>
                    <a:p>
                      <a:pPr>
                        <a:lnSpc>
                          <a:spcPct val="100000"/>
                        </a:lnSpc>
                      </a:pPr>
                      <a:endParaRPr lang="en-GB" sz="900"/>
                    </a:p>
                  </a:txBody>
                  <a:tcPr marL="720000" marR="126000" marT="54000" marB="54000" anchor="ctr">
                    <a:lnL w="12700" cmpd="sng">
                      <a:noFill/>
                    </a:lnL>
                    <a:lnR w="12700" cmpd="sng">
                      <a:noFill/>
                    </a:lnR>
                    <a:lnT w="12700" cmpd="sng">
                      <a:noFill/>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nSpc>
                          <a:spcPct val="100000"/>
                        </a:lnSpc>
                      </a:pPr>
                      <a:r>
                        <a:rPr lang="en-US" sz="1000" b="1">
                          <a:latin typeface="+mn-lt"/>
                        </a:rPr>
                        <a:t>Detail</a:t>
                      </a:r>
                    </a:p>
                  </a:txBody>
                  <a:tcPr marL="90000" marR="90000" marT="54000" marB="54000" anchor="ctr">
                    <a:lnL w="12700" cmpd="sng">
                      <a:noFill/>
                    </a:lnL>
                    <a:lnR w="6350" cap="flat" cmpd="sng" algn="ctr">
                      <a:solidFill>
                        <a:schemeClr val="bg1"/>
                      </a:solidFill>
                      <a:prstDash val="solid"/>
                      <a:round/>
                      <a:headEnd type="none" w="med" len="med"/>
                      <a:tailEnd type="none" w="med" len="med"/>
                    </a:lnR>
                    <a:lnT w="12700" cmpd="sng">
                      <a:noFill/>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prstClr val="white"/>
                        </a:solidFill>
                        <a:effectLst/>
                        <a:uLnTx/>
                        <a:uFillTx/>
                        <a:latin typeface="+mn-lt"/>
                        <a:ea typeface="+mn-ea"/>
                        <a:cs typeface="+mn-cs"/>
                      </a:endParaRPr>
                    </a:p>
                  </a:txBody>
                  <a:tcPr marL="90000" marR="9000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mpd="sng">
                      <a:noFill/>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latin typeface="+mn-lt"/>
                          <a:ea typeface="+mn-ea"/>
                          <a:cs typeface="+mn-cs"/>
                        </a:rPr>
                        <a:t>Potential EBITDA impact</a:t>
                      </a:r>
                    </a:p>
                  </a:txBody>
                  <a:tcPr marL="90000" marR="90000" marT="54000" marB="54000" anchor="ctr">
                    <a:lnL w="6350" cap="flat" cmpd="sng" algn="ctr">
                      <a:solidFill>
                        <a:schemeClr val="bg1"/>
                      </a:solidFill>
                      <a:prstDash val="solid"/>
                      <a:round/>
                      <a:headEnd type="none" w="med" len="med"/>
                      <a:tailEnd type="none" w="med" len="med"/>
                    </a:lnL>
                    <a:lnR w="12700" cmpd="sng">
                      <a:noFill/>
                    </a:lnR>
                    <a:lnT w="12700" cmpd="sng">
                      <a:noFill/>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4126224675"/>
                  </a:ext>
                </a:extLst>
              </a:tr>
              <a:tr h="5960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2"/>
                          </a:solidFill>
                          <a:effectLst/>
                          <a:uLnTx/>
                          <a:uFillTx/>
                          <a:latin typeface="+mn-lt"/>
                          <a:ea typeface="+mn-ea"/>
                          <a:cs typeface="+mn-cs"/>
                        </a:rPr>
                        <a:t>Lorem ipsum dolor sit odio amet</a:t>
                      </a:r>
                    </a:p>
                  </a:txBody>
                  <a:tcPr marL="54000" marR="54000" marT="54000" marB="54000">
                    <a:lnL w="12700" cmpd="sng">
                      <a:noFill/>
                    </a:lnL>
                    <a:lnR w="12700" cmpd="sng">
                      <a:noFill/>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Lorem ipsum dolor sit amet, consectetuer adipiscing elit.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Donec odio. Quisque volutpat mattis eros. Nullam malesuada.</a:t>
                      </a:r>
                    </a:p>
                  </a:txBody>
                  <a:tcPr marL="54000" marR="54000" marT="54000" marB="54000">
                    <a:lnL w="12700" cmpd="sng">
                      <a:noFill/>
                    </a:lnL>
                    <a:lnR w="12700" cmpd="sng">
                      <a:noFill/>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endParaRPr kumimoji="0" lang="en-GB" sz="900" b="0" i="0" u="none" strike="noStrike" kern="1200" cap="none" spc="0" normalizeH="0" baseline="0" noProof="0">
                        <a:ln>
                          <a:noFill/>
                        </a:ln>
                        <a:solidFill>
                          <a:schemeClr val="tx2"/>
                        </a:solidFill>
                        <a:effectLst/>
                        <a:uLnTx/>
                        <a:uFillTx/>
                        <a:latin typeface="+mn-lt"/>
                        <a:ea typeface="+mn-ea"/>
                        <a:cs typeface="+mn-cs"/>
                      </a:endParaRP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70000"/>
                        </a:lnSpc>
                        <a:spcBef>
                          <a:spcPts val="0"/>
                        </a:spcBef>
                        <a:spcAft>
                          <a:spcPts val="600"/>
                        </a:spcAft>
                        <a:buClrTx/>
                        <a:buSzTx/>
                        <a:buFont typeface="Arial" panose="020B0604020202020204" pitchFamily="34" charset="0"/>
                        <a:buNone/>
                        <a:tabLst/>
                        <a:defRPr/>
                      </a:pPr>
                      <a:r>
                        <a:rPr kumimoji="0" lang="en-US" sz="2800" b="0" i="0" u="none" strike="noStrike" kern="1200" cap="none" spc="0" normalizeH="0" baseline="0" noProof="0">
                          <a:ln>
                            <a:noFill/>
                          </a:ln>
                          <a:solidFill>
                            <a:schemeClr val="tx2"/>
                          </a:solidFill>
                          <a:effectLst/>
                          <a:uLnTx/>
                          <a:uFillTx/>
                          <a:latin typeface="+mj-lt"/>
                          <a:ea typeface="+mn-ea"/>
                          <a:cs typeface="+mn-cs"/>
                        </a:rPr>
                        <a:t>$1.4m</a:t>
                      </a:r>
                    </a:p>
                  </a:txBody>
                  <a:tcPr marL="90000" marR="90000" marT="126000" marB="126000">
                    <a:lnL w="12700" cmpd="sng">
                      <a:noFill/>
                    </a:lnL>
                    <a:lnR w="12700" cmpd="sng">
                      <a:noFill/>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58153674"/>
                  </a:ext>
                </a:extLst>
              </a:tr>
              <a:tr h="5960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2"/>
                          </a:solidFill>
                          <a:effectLst/>
                          <a:uLnTx/>
                          <a:uFillTx/>
                          <a:latin typeface="+mn-lt"/>
                          <a:ea typeface="+mn-ea"/>
                          <a:cs typeface="+mn-cs"/>
                        </a:rPr>
                        <a:t>Lorem ipsum dolor sit odio amet</a:t>
                      </a:r>
                    </a:p>
                  </a:txBody>
                  <a:tcPr marL="54000" marR="54000" marT="54000" marB="54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Lorem ipsum dolor sit amet, consectetuer adipiscing elit.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Donec odio. Quisque volutpat mattis eros. Nullam malesuada.</a:t>
                      </a:r>
                    </a:p>
                  </a:txBody>
                  <a:tcPr marL="54000" marR="54000" marT="54000" marB="54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endParaRPr kumimoji="0" lang="en-GB" sz="900" b="0" i="0" u="none" strike="noStrike" kern="1200" cap="none" spc="0" normalizeH="0" baseline="0" noProof="0">
                        <a:ln>
                          <a:noFill/>
                        </a:ln>
                        <a:solidFill>
                          <a:schemeClr val="tx2"/>
                        </a:solidFill>
                        <a:effectLst/>
                        <a:uLnTx/>
                        <a:uFillTx/>
                        <a:latin typeface="+mn-lt"/>
                        <a:ea typeface="+mn-ea"/>
                        <a:cs typeface="+mn-cs"/>
                      </a:endParaRPr>
                    </a:p>
                  </a:txBody>
                  <a:tcPr marL="90000" marR="90000" marT="126000" marB="126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r" defTabSz="914400" rtl="0" eaLnBrk="1" fontAlgn="auto" latinLnBrk="0" hangingPunct="1">
                        <a:lnSpc>
                          <a:spcPct val="70000"/>
                        </a:lnSpc>
                        <a:spcBef>
                          <a:spcPts val="0"/>
                        </a:spcBef>
                        <a:spcAft>
                          <a:spcPts val="600"/>
                        </a:spcAft>
                        <a:buClrTx/>
                        <a:buSzTx/>
                        <a:buFont typeface="Arial" panose="020B0604020202020204" pitchFamily="34" charset="0"/>
                        <a:buNone/>
                        <a:tabLst/>
                        <a:defRPr/>
                      </a:pPr>
                      <a:r>
                        <a:rPr kumimoji="0" lang="en-US" sz="2800" b="0" i="0" u="none" strike="noStrike" kern="1200" cap="none" spc="0" normalizeH="0" baseline="0" noProof="0">
                          <a:ln>
                            <a:noFill/>
                          </a:ln>
                          <a:solidFill>
                            <a:schemeClr val="tx2"/>
                          </a:solidFill>
                          <a:effectLst/>
                          <a:uLnTx/>
                          <a:uFillTx/>
                          <a:latin typeface="+mj-lt"/>
                          <a:ea typeface="+mn-ea"/>
                          <a:cs typeface="+mn-cs"/>
                        </a:rPr>
                        <a:t>$(1.1)m</a:t>
                      </a:r>
                    </a:p>
                  </a:txBody>
                  <a:tcPr marL="90000" marR="90000" marT="126000" marB="126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414104108"/>
                  </a:ext>
                </a:extLst>
              </a:tr>
              <a:tr h="5960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2"/>
                          </a:solidFill>
                          <a:effectLst/>
                          <a:uLnTx/>
                          <a:uFillTx/>
                          <a:latin typeface="+mn-lt"/>
                          <a:ea typeface="+mn-ea"/>
                          <a:cs typeface="+mn-cs"/>
                        </a:rPr>
                        <a:t>Lorem ipsum dolor sit odio amet</a:t>
                      </a:r>
                    </a:p>
                  </a:txBody>
                  <a:tcPr marL="54000" marR="54000" marT="54000" marB="54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Lorem ipsum dolor sit amet, consectetuer adipiscing elit.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Donec odio. Quisque volutpat mattis eros. Nullam malesuada.</a:t>
                      </a:r>
                    </a:p>
                  </a:txBody>
                  <a:tcPr marL="54000" marR="54000" marT="54000" marB="54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endParaRPr kumimoji="0" lang="en-GB" sz="900" b="0" i="0" u="none" strike="noStrike" kern="1200" cap="none" spc="0" normalizeH="0" baseline="0" noProof="0">
                        <a:ln>
                          <a:noFill/>
                        </a:ln>
                        <a:solidFill>
                          <a:schemeClr val="tx2"/>
                        </a:solidFill>
                        <a:effectLst/>
                        <a:uLnTx/>
                        <a:uFillTx/>
                        <a:latin typeface="+mn-lt"/>
                        <a:ea typeface="+mn-ea"/>
                        <a:cs typeface="+mn-cs"/>
                      </a:endParaRPr>
                    </a:p>
                  </a:txBody>
                  <a:tcPr marL="90000" marR="90000" marT="126000" marB="126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70000"/>
                        </a:lnSpc>
                        <a:spcBef>
                          <a:spcPts val="0"/>
                        </a:spcBef>
                        <a:spcAft>
                          <a:spcPts val="600"/>
                        </a:spcAft>
                        <a:buClrTx/>
                        <a:buSzTx/>
                        <a:buFont typeface="Arial" panose="020B0604020202020204" pitchFamily="34" charset="0"/>
                        <a:buNone/>
                        <a:tabLst/>
                        <a:defRPr/>
                      </a:pPr>
                      <a:r>
                        <a:rPr kumimoji="0" lang="en-US" sz="2800" b="0" i="0" u="none" strike="noStrike" kern="1200" cap="none" spc="0" normalizeH="0" baseline="0" noProof="0">
                          <a:ln>
                            <a:noFill/>
                          </a:ln>
                          <a:solidFill>
                            <a:schemeClr val="tx2"/>
                          </a:solidFill>
                          <a:effectLst/>
                          <a:uLnTx/>
                          <a:uFillTx/>
                          <a:latin typeface="+mj-lt"/>
                          <a:ea typeface="+mn-ea"/>
                          <a:cs typeface="+mn-cs"/>
                        </a:rPr>
                        <a:t>$0.5m</a:t>
                      </a:r>
                    </a:p>
                  </a:txBody>
                  <a:tcPr marL="90000" marR="90000" marT="126000" marB="126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736881"/>
                  </a:ext>
                </a:extLst>
              </a:tr>
              <a:tr h="5960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2"/>
                          </a:solidFill>
                          <a:effectLst/>
                          <a:uLnTx/>
                          <a:uFillTx/>
                          <a:latin typeface="+mn-lt"/>
                          <a:ea typeface="+mn-ea"/>
                          <a:cs typeface="+mn-cs"/>
                        </a:rPr>
                        <a:t>Lorem ipsum dolor sit odio amet</a:t>
                      </a:r>
                    </a:p>
                  </a:txBody>
                  <a:tcPr marL="54000" marR="54000" marT="54000" marB="54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Lorem ipsum dolor sit amet, consectetuer adipiscing elit.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Donec odio. Quisque volutpat mattis eros. Nullam malesuada.</a:t>
                      </a:r>
                    </a:p>
                  </a:txBody>
                  <a:tcPr marL="54000" marR="54000" marT="54000" marB="54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914400" rtl="0" eaLnBrk="1" fontAlgn="auto" latinLnBrk="0" hangingPunct="1">
                        <a:lnSpc>
                          <a:spcPct val="110000"/>
                        </a:lnSpc>
                        <a:spcBef>
                          <a:spcPts val="0"/>
                        </a:spcBef>
                        <a:spcAft>
                          <a:spcPts val="600"/>
                        </a:spcAft>
                        <a:buClrTx/>
                        <a:buSzTx/>
                        <a:buFont typeface="Arial" panose="020B0604020202020204" pitchFamily="34" charset="0"/>
                        <a:buNone/>
                        <a:tabLst/>
                        <a:defRPr/>
                      </a:pPr>
                      <a:endParaRPr kumimoji="0" lang="en-GB" sz="900" b="0" i="0" u="none" strike="noStrike" kern="1200" cap="none" spc="0" normalizeH="0" baseline="0" noProof="0">
                        <a:ln>
                          <a:noFill/>
                        </a:ln>
                        <a:solidFill>
                          <a:schemeClr val="tx2"/>
                        </a:solidFill>
                        <a:effectLst/>
                        <a:uLnTx/>
                        <a:uFillTx/>
                        <a:latin typeface="+mn-lt"/>
                        <a:ea typeface="+mn-ea"/>
                        <a:cs typeface="+mn-cs"/>
                      </a:endParaRPr>
                    </a:p>
                  </a:txBody>
                  <a:tcPr marL="90000" marR="90000" marT="126000" marB="126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r" defTabSz="914400" rtl="0" eaLnBrk="1" fontAlgn="auto" latinLnBrk="0" hangingPunct="1">
                        <a:lnSpc>
                          <a:spcPct val="70000"/>
                        </a:lnSpc>
                        <a:spcBef>
                          <a:spcPts val="0"/>
                        </a:spcBef>
                        <a:spcAft>
                          <a:spcPts val="600"/>
                        </a:spcAft>
                        <a:buClrTx/>
                        <a:buSzTx/>
                        <a:buFont typeface="Arial" panose="020B0604020202020204" pitchFamily="34" charset="0"/>
                        <a:buNone/>
                        <a:tabLst/>
                        <a:defRPr/>
                      </a:pPr>
                      <a:r>
                        <a:rPr kumimoji="0" lang="en-US" sz="2800" b="0" i="0" u="none" strike="noStrike" kern="1200" cap="none" spc="0" normalizeH="0" baseline="0" noProof="0">
                          <a:ln>
                            <a:noFill/>
                          </a:ln>
                          <a:solidFill>
                            <a:schemeClr val="tx2"/>
                          </a:solidFill>
                          <a:effectLst/>
                          <a:uLnTx/>
                          <a:uFillTx/>
                          <a:latin typeface="+mj-lt"/>
                          <a:ea typeface="+mn-ea"/>
                          <a:cs typeface="+mn-cs"/>
                        </a:rPr>
                        <a:t>$0.3m</a:t>
                      </a:r>
                    </a:p>
                  </a:txBody>
                  <a:tcPr marL="90000" marR="90000" marT="126000" marB="126000">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38251053"/>
                  </a:ext>
                </a:extLst>
              </a:tr>
            </a:tbl>
          </a:graphicData>
        </a:graphic>
      </p:graphicFrame>
      <p:sp>
        <p:nvSpPr>
          <p:cNvPr id="39" name="AutoShape 4">
            <a:extLst>
              <a:ext uri="{FF2B5EF4-FFF2-40B4-BE49-F238E27FC236}">
                <a16:creationId xmlns:a16="http://schemas.microsoft.com/office/drawing/2014/main" id="{B16E8FB9-FC3F-4DAB-9A2A-3A761F6C9334}"/>
              </a:ext>
            </a:extLst>
          </p:cNvPr>
          <p:cNvSpPr>
            <a:spLocks noChangeArrowheads="1"/>
          </p:cNvSpPr>
          <p:nvPr/>
        </p:nvSpPr>
        <p:spPr bwMode="gray">
          <a:xfrm rot="10800000" flipH="1" flipV="1">
            <a:off x="9146632" y="2082549"/>
            <a:ext cx="324000" cy="484711"/>
          </a:xfrm>
          <a:prstGeom prst="upArrow">
            <a:avLst>
              <a:gd name="adj1" fmla="val 64704"/>
              <a:gd name="adj2" fmla="val 55886"/>
            </a:avLst>
          </a:prstGeom>
          <a:solidFill>
            <a:schemeClr val="accent4"/>
          </a:solidFill>
          <a:ln w="6350">
            <a:noFill/>
            <a:miter lim="800000"/>
            <a:headEnd type="none" w="sm" len="sm"/>
            <a:tailEnd type="none" w="sm" len="sm"/>
          </a:ln>
          <a:effectLst/>
        </p:spPr>
        <p:txBody>
          <a:bodyPr vert="vert270" wrap="none" anchor="ctr"/>
          <a:lstStyle/>
          <a:p>
            <a:pPr>
              <a:defRPr/>
            </a:pPr>
            <a:endParaRPr lang="en-US" sz="1500">
              <a:solidFill>
                <a:schemeClr val="bg1"/>
              </a:solidFill>
              <a:latin typeface="Arial" panose="020B0604020202020204" pitchFamily="34" charset="0"/>
            </a:endParaRPr>
          </a:p>
        </p:txBody>
      </p:sp>
      <p:sp>
        <p:nvSpPr>
          <p:cNvPr id="40" name="AutoShape 6">
            <a:extLst>
              <a:ext uri="{FF2B5EF4-FFF2-40B4-BE49-F238E27FC236}">
                <a16:creationId xmlns:a16="http://schemas.microsoft.com/office/drawing/2014/main" id="{4279D4A2-A9A0-419D-93AB-4A68D3CFE34A}"/>
              </a:ext>
            </a:extLst>
          </p:cNvPr>
          <p:cNvSpPr>
            <a:spLocks noChangeArrowheads="1"/>
          </p:cNvSpPr>
          <p:nvPr/>
        </p:nvSpPr>
        <p:spPr bwMode="gray">
          <a:xfrm flipH="1" flipV="1">
            <a:off x="9146632" y="2681168"/>
            <a:ext cx="324000" cy="484711"/>
          </a:xfrm>
          <a:prstGeom prst="upArrow">
            <a:avLst>
              <a:gd name="adj1" fmla="val 64704"/>
              <a:gd name="adj2" fmla="val 55886"/>
            </a:avLst>
          </a:prstGeom>
          <a:solidFill>
            <a:schemeClr val="accent5"/>
          </a:solidFill>
          <a:ln w="6350">
            <a:noFill/>
            <a:miter lim="800000"/>
            <a:headEnd type="none" w="sm" len="sm"/>
            <a:tailEnd type="none" w="sm" len="sm"/>
          </a:ln>
          <a:effectLst/>
        </p:spPr>
        <p:txBody>
          <a:bodyPr vert="vert270" wrap="none" anchor="ctr"/>
          <a:lstStyle/>
          <a:p>
            <a:pPr>
              <a:defRPr/>
            </a:pPr>
            <a:endParaRPr lang="en-US" sz="1500">
              <a:solidFill>
                <a:schemeClr val="bg1"/>
              </a:solidFill>
              <a:latin typeface="Arial" panose="020B0604020202020204" pitchFamily="34" charset="0"/>
            </a:endParaRPr>
          </a:p>
        </p:txBody>
      </p:sp>
      <p:graphicFrame>
        <p:nvGraphicFramePr>
          <p:cNvPr id="13" name="Table 10">
            <a:extLst>
              <a:ext uri="{FF2B5EF4-FFF2-40B4-BE49-F238E27FC236}">
                <a16:creationId xmlns:a16="http://schemas.microsoft.com/office/drawing/2014/main" id="{A92E974F-F779-CD67-9697-1455366529D7}"/>
              </a:ext>
            </a:extLst>
          </p:cNvPr>
          <p:cNvGraphicFramePr>
            <a:graphicFrameLocks noGrp="1"/>
          </p:cNvGraphicFramePr>
          <p:nvPr>
            <p:extLst>
              <p:ext uri="{D42A27DB-BD31-4B8C-83A1-F6EECF244321}">
                <p14:modId xmlns:p14="http://schemas.microsoft.com/office/powerpoint/2010/main" val="2625787721"/>
              </p:ext>
            </p:extLst>
          </p:nvPr>
        </p:nvGraphicFramePr>
        <p:xfrm>
          <a:off x="932737" y="142211"/>
          <a:ext cx="9248845"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04900">
                  <a:extLst>
                    <a:ext uri="{9D8B030D-6E8A-4147-A177-3AD203B41FA5}">
                      <a16:colId xmlns:a16="http://schemas.microsoft.com/office/drawing/2014/main" val="3480804512"/>
                    </a:ext>
                  </a:extLst>
                </a:gridCol>
                <a:gridCol w="1143000">
                  <a:extLst>
                    <a:ext uri="{9D8B030D-6E8A-4147-A177-3AD203B41FA5}">
                      <a16:colId xmlns:a16="http://schemas.microsoft.com/office/drawing/2014/main" val="1508802548"/>
                    </a:ext>
                  </a:extLst>
                </a:gridCol>
                <a:gridCol w="946150">
                  <a:extLst>
                    <a:ext uri="{9D8B030D-6E8A-4147-A177-3AD203B41FA5}">
                      <a16:colId xmlns:a16="http://schemas.microsoft.com/office/drawing/2014/main" val="1380669789"/>
                    </a:ext>
                  </a:extLst>
                </a:gridCol>
                <a:gridCol w="768350">
                  <a:extLst>
                    <a:ext uri="{9D8B030D-6E8A-4147-A177-3AD203B41FA5}">
                      <a16:colId xmlns:a16="http://schemas.microsoft.com/office/drawing/2014/main" val="3717172380"/>
                    </a:ext>
                  </a:extLst>
                </a:gridCol>
                <a:gridCol w="693738">
                  <a:extLst>
                    <a:ext uri="{9D8B030D-6E8A-4147-A177-3AD203B41FA5}">
                      <a16:colId xmlns:a16="http://schemas.microsoft.com/office/drawing/2014/main" val="2348796435"/>
                    </a:ext>
                  </a:extLst>
                </a:gridCol>
                <a:gridCol w="952500">
                  <a:extLst>
                    <a:ext uri="{9D8B030D-6E8A-4147-A177-3AD203B41FA5}">
                      <a16:colId xmlns:a16="http://schemas.microsoft.com/office/drawing/2014/main" val="3209140028"/>
                    </a:ext>
                  </a:extLst>
                </a:gridCol>
                <a:gridCol w="935831">
                  <a:extLst>
                    <a:ext uri="{9D8B030D-6E8A-4147-A177-3AD203B41FA5}">
                      <a16:colId xmlns:a16="http://schemas.microsoft.com/office/drawing/2014/main" val="2651425576"/>
                    </a:ext>
                  </a:extLst>
                </a:gridCol>
                <a:gridCol w="631673">
                  <a:extLst>
                    <a:ext uri="{9D8B030D-6E8A-4147-A177-3AD203B41FA5}">
                      <a16:colId xmlns:a16="http://schemas.microsoft.com/office/drawing/2014/main" val="3903366463"/>
                    </a:ext>
                  </a:extLst>
                </a:gridCol>
                <a:gridCol w="817865">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00338D"/>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15" name="Rectangle 14">
            <a:hlinkClick r:id="rId7" action="ppaction://hlinksldjump"/>
            <a:extLst>
              <a:ext uri="{FF2B5EF4-FFF2-40B4-BE49-F238E27FC236}">
                <a16:creationId xmlns:a16="http://schemas.microsoft.com/office/drawing/2014/main" id="{CA85D62C-EA2B-47F1-3256-C0E0EAD00819}"/>
              </a:ext>
            </a:extLst>
          </p:cNvPr>
          <p:cNvSpPr/>
          <p:nvPr/>
        </p:nvSpPr>
        <p:spPr>
          <a:xfrm>
            <a:off x="938704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16" name="Rectangle 15">
            <a:hlinkClick r:id="rId8" action="ppaction://hlinksldjump"/>
            <a:extLst>
              <a:ext uri="{FF2B5EF4-FFF2-40B4-BE49-F238E27FC236}">
                <a16:creationId xmlns:a16="http://schemas.microsoft.com/office/drawing/2014/main" id="{5E773F05-58C0-B99F-F681-41676A1D74EC}"/>
              </a:ext>
            </a:extLst>
          </p:cNvPr>
          <p:cNvSpPr/>
          <p:nvPr/>
        </p:nvSpPr>
        <p:spPr>
          <a:xfrm>
            <a:off x="2199335" y="140055"/>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17" name="Rectangle 16">
            <a:hlinkClick r:id="rId9" action="ppaction://hlinksldjump"/>
            <a:extLst>
              <a:ext uri="{FF2B5EF4-FFF2-40B4-BE49-F238E27FC236}">
                <a16:creationId xmlns:a16="http://schemas.microsoft.com/office/drawing/2014/main" id="{C5811BAA-EF36-0A63-933C-55F2155A7654}"/>
              </a:ext>
            </a:extLst>
          </p:cNvPr>
          <p:cNvSpPr/>
          <p:nvPr/>
        </p:nvSpPr>
        <p:spPr>
          <a:xfrm>
            <a:off x="445583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18" name="Rectangle 17">
            <a:hlinkClick r:id="" action="ppaction://noaction"/>
            <a:extLst>
              <a:ext uri="{FF2B5EF4-FFF2-40B4-BE49-F238E27FC236}">
                <a16:creationId xmlns:a16="http://schemas.microsoft.com/office/drawing/2014/main" id="{8C14313A-F9F6-2017-20B0-5BF6B9B93CE8}"/>
              </a:ext>
            </a:extLst>
          </p:cNvPr>
          <p:cNvSpPr/>
          <p:nvPr/>
        </p:nvSpPr>
        <p:spPr>
          <a:xfrm>
            <a:off x="781335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19" name="Rectangle 18">
            <a:hlinkClick r:id="rId10" action="ppaction://hlinksldjump"/>
            <a:extLst>
              <a:ext uri="{FF2B5EF4-FFF2-40B4-BE49-F238E27FC236}">
                <a16:creationId xmlns:a16="http://schemas.microsoft.com/office/drawing/2014/main" id="{79DD3F48-F901-83F9-DF72-AFFB45CAE583}"/>
              </a:ext>
            </a:extLst>
          </p:cNvPr>
          <p:cNvSpPr/>
          <p:nvPr/>
        </p:nvSpPr>
        <p:spPr>
          <a:xfrm>
            <a:off x="540415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0" name="Rectangle 19">
            <a:hlinkClick r:id="rId11" action="ppaction://hlinksldjump"/>
            <a:extLst>
              <a:ext uri="{FF2B5EF4-FFF2-40B4-BE49-F238E27FC236}">
                <a16:creationId xmlns:a16="http://schemas.microsoft.com/office/drawing/2014/main" id="{DD41776A-1F3C-A821-1C70-BD691971E2C3}"/>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21" name="Rectangle 20">
            <a:hlinkClick r:id="rId12" action="ppaction://hlinksldjump"/>
            <a:extLst>
              <a:ext uri="{FF2B5EF4-FFF2-40B4-BE49-F238E27FC236}">
                <a16:creationId xmlns:a16="http://schemas.microsoft.com/office/drawing/2014/main" id="{C4A922E8-36D2-F855-2648-07F008E78591}"/>
              </a:ext>
            </a:extLst>
          </p:cNvPr>
          <p:cNvSpPr/>
          <p:nvPr/>
        </p:nvSpPr>
        <p:spPr>
          <a:xfrm>
            <a:off x="3305911" y="140055"/>
            <a:ext cx="111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2" name="Rectangle 21">
            <a:hlinkClick r:id="rId13" action="ppaction://hlinksldjump"/>
            <a:extLst>
              <a:ext uri="{FF2B5EF4-FFF2-40B4-BE49-F238E27FC236}">
                <a16:creationId xmlns:a16="http://schemas.microsoft.com/office/drawing/2014/main" id="{681551DB-C4D7-6082-2806-617ABA1AEF95}"/>
              </a:ext>
            </a:extLst>
          </p:cNvPr>
          <p:cNvSpPr/>
          <p:nvPr/>
        </p:nvSpPr>
        <p:spPr>
          <a:xfrm>
            <a:off x="617245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4" name="Rectangle 23">
            <a:hlinkClick r:id="" action="ppaction://noaction"/>
            <a:extLst>
              <a:ext uri="{FF2B5EF4-FFF2-40B4-BE49-F238E27FC236}">
                <a16:creationId xmlns:a16="http://schemas.microsoft.com/office/drawing/2014/main" id="{C77FAC55-F002-4C5C-6ACF-DA5D19AA4B34}"/>
              </a:ext>
            </a:extLst>
          </p:cNvPr>
          <p:cNvSpPr/>
          <p:nvPr/>
        </p:nvSpPr>
        <p:spPr>
          <a:xfrm>
            <a:off x="68664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5" name="Rectangle 24">
            <a:hlinkClick r:id="rId14" action="ppaction://hlinksldjump"/>
            <a:extLst>
              <a:ext uri="{FF2B5EF4-FFF2-40B4-BE49-F238E27FC236}">
                <a16:creationId xmlns:a16="http://schemas.microsoft.com/office/drawing/2014/main" id="{65393AAB-CD54-4262-FDCA-9F82D7CFC909}"/>
              </a:ext>
            </a:extLst>
          </p:cNvPr>
          <p:cNvSpPr/>
          <p:nvPr/>
        </p:nvSpPr>
        <p:spPr>
          <a:xfrm>
            <a:off x="8753938"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2" name="Text Placeholder 7">
            <a:extLst>
              <a:ext uri="{FF2B5EF4-FFF2-40B4-BE49-F238E27FC236}">
                <a16:creationId xmlns:a16="http://schemas.microsoft.com/office/drawing/2014/main" id="{453D5E4D-417E-5CA7-EC73-3DF50707124E}"/>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B9B331C8-2ED9-B86E-CD1F-CF00CA0FA4C8}"/>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88CA34FF-7B64-ADEA-2B48-7E2A72908476}"/>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A584A84A-B97E-9C78-D708-833E59D104C6}"/>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6" name="Straight Arrow Connector 5">
            <a:extLst>
              <a:ext uri="{FF2B5EF4-FFF2-40B4-BE49-F238E27FC236}">
                <a16:creationId xmlns:a16="http://schemas.microsoft.com/office/drawing/2014/main" id="{B3908176-5A33-1646-A45E-1A92C633CFB1}"/>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0A3C54D9-1754-01DE-3E20-E3C924B3994B}"/>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8" name="Rectangle 7">
            <a:extLst>
              <a:ext uri="{FF2B5EF4-FFF2-40B4-BE49-F238E27FC236}">
                <a16:creationId xmlns:a16="http://schemas.microsoft.com/office/drawing/2014/main" id="{0082E9B3-9324-8572-A344-0631FE607953}"/>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9" name="Rectangle 8">
            <a:extLst>
              <a:ext uri="{FF2B5EF4-FFF2-40B4-BE49-F238E27FC236}">
                <a16:creationId xmlns:a16="http://schemas.microsoft.com/office/drawing/2014/main" id="{0FC25EB1-ECEC-63B4-F48F-A4C9D021438B}"/>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0" name="Rectangle 9">
            <a:extLst>
              <a:ext uri="{FF2B5EF4-FFF2-40B4-BE49-F238E27FC236}">
                <a16:creationId xmlns:a16="http://schemas.microsoft.com/office/drawing/2014/main" id="{ABFC0687-BA5A-96DF-AB0E-6F6FA771F236}"/>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Tree>
    <p:extLst>
      <p:ext uri="{BB962C8B-B14F-4D97-AF65-F5344CB8AC3E}">
        <p14:creationId xmlns:p14="http://schemas.microsoft.com/office/powerpoint/2010/main" val="40585672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66C5109-0111-4E17-8D7D-F69D2B2B94DC}"/>
              </a:ext>
            </a:extLst>
          </p:cNvPr>
          <p:cNvGraphicFramePr>
            <a:graphicFrameLocks noChangeAspect="1"/>
          </p:cNvGraphicFramePr>
          <p:nvPr>
            <p:custDataLst>
              <p:tags r:id="rId1"/>
            </p:custDataLst>
            <p:extLst>
              <p:ext uri="{D42A27DB-BD31-4B8C-83A1-F6EECF244321}">
                <p14:modId xmlns:p14="http://schemas.microsoft.com/office/powerpoint/2010/main" val="3392104930"/>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466C5109-0111-4E17-8D7D-F69D2B2B94DC}"/>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graphicFrame>
        <p:nvGraphicFramePr>
          <p:cNvPr id="3" name="Table 7">
            <a:extLst>
              <a:ext uri="{FF2B5EF4-FFF2-40B4-BE49-F238E27FC236}">
                <a16:creationId xmlns:a16="http://schemas.microsoft.com/office/drawing/2014/main" id="{380D3C3B-4128-6683-4104-B374987E5E7D}"/>
              </a:ext>
            </a:extLst>
          </p:cNvPr>
          <p:cNvGraphicFramePr>
            <a:graphicFrameLocks/>
          </p:cNvGraphicFramePr>
          <p:nvPr>
            <p:extLst>
              <p:ext uri="{D42A27DB-BD31-4B8C-83A1-F6EECF244321}">
                <p14:modId xmlns:p14="http://schemas.microsoft.com/office/powerpoint/2010/main" val="2725911147"/>
              </p:ext>
            </p:extLst>
          </p:nvPr>
        </p:nvGraphicFramePr>
        <p:xfrm>
          <a:off x="1293813" y="3022600"/>
          <a:ext cx="6321424" cy="2743200"/>
        </p:xfrm>
        <a:graphic>
          <a:graphicData uri="http://schemas.openxmlformats.org/drawingml/2006/table">
            <a:tbl>
              <a:tblPr firstRow="1" bandRow="1">
                <a:tableStyleId>{5C22544A-7EE6-4342-B048-85BDC9FD1C3A}</a:tableStyleId>
              </a:tblPr>
              <a:tblGrid>
                <a:gridCol w="995362">
                  <a:extLst>
                    <a:ext uri="{9D8B030D-6E8A-4147-A177-3AD203B41FA5}">
                      <a16:colId xmlns:a16="http://schemas.microsoft.com/office/drawing/2014/main" val="742544998"/>
                    </a:ext>
                  </a:extLst>
                </a:gridCol>
                <a:gridCol w="4521201">
                  <a:extLst>
                    <a:ext uri="{9D8B030D-6E8A-4147-A177-3AD203B41FA5}">
                      <a16:colId xmlns:a16="http://schemas.microsoft.com/office/drawing/2014/main" val="1401308672"/>
                    </a:ext>
                  </a:extLst>
                </a:gridCol>
                <a:gridCol w="804861">
                  <a:extLst>
                    <a:ext uri="{9D8B030D-6E8A-4147-A177-3AD203B41FA5}">
                      <a16:colId xmlns:a16="http://schemas.microsoft.com/office/drawing/2014/main" val="4196980023"/>
                    </a:ext>
                  </a:extLst>
                </a:gridCol>
              </a:tblGrid>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0" u="none" kern="1200">
                          <a:solidFill>
                            <a:schemeClr val="bg1"/>
                          </a:solidFill>
                          <a:latin typeface="+mj-lt"/>
                          <a:ea typeface="+mn-ea"/>
                          <a:cs typeface="+mn-cs"/>
                        </a:rPr>
                        <a:t>01</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a:solidFill>
                            <a:schemeClr val="bg1"/>
                          </a:solidFill>
                        </a:rPr>
                        <a:t>Balance sheet overview</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sz="1600" b="0">
                          <a:solidFill>
                            <a:schemeClr val="bg1"/>
                          </a:solidFill>
                        </a:rPr>
                        <a:t>45</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93307755"/>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02</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bg1"/>
                          </a:solidFill>
                        </a:rPr>
                        <a:t>Net working capital</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a:solidFill>
                            <a:schemeClr val="bg1"/>
                          </a:solidFill>
                        </a:rPr>
                        <a:t>46–47</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88271"/>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03</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bg1"/>
                          </a:solidFill>
                        </a:rPr>
                        <a:t>Net debt</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a:solidFill>
                            <a:schemeClr val="bg1"/>
                          </a:solidFill>
                        </a:rPr>
                        <a:t>48</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9013508"/>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endParaRPr lang="en-US" sz="3200" b="1" u="none" kern="1200">
                        <a:solidFill>
                          <a:schemeClr val="bg1"/>
                        </a:solidFill>
                        <a:latin typeface="+mj-lt"/>
                        <a:ea typeface="+mn-ea"/>
                        <a:cs typeface="+mn-cs"/>
                      </a:endParaRP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u="none">
                        <a:solidFill>
                          <a:schemeClr val="bg1"/>
                        </a:solidFill>
                      </a:endParaRP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a:endParaRPr lang="en-US" sz="1600" u="none">
                        <a:solidFill>
                          <a:schemeClr val="bg1"/>
                        </a:solidFill>
                      </a:endParaRP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30954912"/>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endParaRPr lang="en-US" sz="3200" b="1" u="none" kern="1200">
                        <a:solidFill>
                          <a:schemeClr val="bg1"/>
                        </a:solidFill>
                        <a:latin typeface="+mj-lt"/>
                        <a:ea typeface="+mn-ea"/>
                        <a:cs typeface="+mn-cs"/>
                      </a:endParaRP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u="none">
                        <a:solidFill>
                          <a:schemeClr val="bg1"/>
                        </a:solidFill>
                      </a:endParaRP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endParaRPr lang="en-US" sz="1600" u="none">
                        <a:solidFill>
                          <a:schemeClr val="bg1"/>
                        </a:solidFill>
                      </a:endParaRP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57734648"/>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endParaRPr lang="en-US" sz="3200" b="1" u="none" kern="1200">
                        <a:solidFill>
                          <a:schemeClr val="bg1"/>
                        </a:solidFill>
                        <a:latin typeface="+mj-lt"/>
                        <a:ea typeface="+mn-ea"/>
                        <a:cs typeface="+mn-cs"/>
                      </a:endParaRP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u="none">
                        <a:solidFill>
                          <a:schemeClr val="bg1"/>
                        </a:solidFill>
                      </a:endParaRP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1600" u="none">
                        <a:solidFill>
                          <a:schemeClr val="bg1"/>
                        </a:solidFill>
                      </a:endParaRP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915418"/>
                  </a:ext>
                </a:extLst>
              </a:tr>
            </a:tbl>
          </a:graphicData>
        </a:graphic>
      </p:graphicFrame>
      <p:sp>
        <p:nvSpPr>
          <p:cNvPr id="4" name="Text Placeholder 3">
            <a:extLst>
              <a:ext uri="{FF2B5EF4-FFF2-40B4-BE49-F238E27FC236}">
                <a16:creationId xmlns:a16="http://schemas.microsoft.com/office/drawing/2014/main" id="{A97AF671-F83C-4C73-B887-334A69D8A375}"/>
              </a:ext>
            </a:extLst>
          </p:cNvPr>
          <p:cNvSpPr>
            <a:spLocks noGrp="1"/>
          </p:cNvSpPr>
          <p:nvPr>
            <p:ph type="body" sz="quarter" idx="14"/>
          </p:nvPr>
        </p:nvSpPr>
        <p:spPr/>
        <p:txBody>
          <a:bodyPr/>
          <a:lstStyle/>
          <a:p>
            <a:r>
              <a:rPr lang="en-US"/>
              <a:t>04</a:t>
            </a:r>
          </a:p>
        </p:txBody>
      </p:sp>
      <p:sp>
        <p:nvSpPr>
          <p:cNvPr id="2" name="Title 1">
            <a:extLst>
              <a:ext uri="{FF2B5EF4-FFF2-40B4-BE49-F238E27FC236}">
                <a16:creationId xmlns:a16="http://schemas.microsoft.com/office/drawing/2014/main" id="{99EB806D-E49B-4342-86BA-76DFA48575D9}"/>
              </a:ext>
            </a:extLst>
          </p:cNvPr>
          <p:cNvSpPr>
            <a:spLocks noGrp="1"/>
          </p:cNvSpPr>
          <p:nvPr>
            <p:ph type="ctrTitle"/>
          </p:nvPr>
        </p:nvSpPr>
        <p:spPr/>
        <p:txBody>
          <a:bodyPr vert="horz"/>
          <a:lstStyle/>
          <a:p>
            <a:r>
              <a:rPr lang="en-US"/>
              <a:t>Balance sheet</a:t>
            </a:r>
          </a:p>
        </p:txBody>
      </p:sp>
      <p:sp>
        <p:nvSpPr>
          <p:cNvPr id="20" name="Rectangle 19">
            <a:hlinkClick r:id="rId5" action="ppaction://hlinksldjump"/>
            <a:extLst>
              <a:ext uri="{FF2B5EF4-FFF2-40B4-BE49-F238E27FC236}">
                <a16:creationId xmlns:a16="http://schemas.microsoft.com/office/drawing/2014/main" id="{D9527F4D-7FF4-4894-91E3-0FA2D6B15E70}"/>
              </a:ext>
            </a:extLst>
          </p:cNvPr>
          <p:cNvSpPr/>
          <p:nvPr/>
        </p:nvSpPr>
        <p:spPr>
          <a:xfrm>
            <a:off x="1312805" y="3059814"/>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a:solidFill>
                <a:schemeClr val="bg1"/>
              </a:solidFill>
            </a:endParaRPr>
          </a:p>
        </p:txBody>
      </p:sp>
      <p:sp>
        <p:nvSpPr>
          <p:cNvPr id="21" name="Rectangle 20">
            <a:hlinkClick r:id="rId6" action="ppaction://hlinksldjump"/>
            <a:extLst>
              <a:ext uri="{FF2B5EF4-FFF2-40B4-BE49-F238E27FC236}">
                <a16:creationId xmlns:a16="http://schemas.microsoft.com/office/drawing/2014/main" id="{36589C2D-E129-440E-BD5C-E2A0CC8044C3}"/>
              </a:ext>
            </a:extLst>
          </p:cNvPr>
          <p:cNvSpPr/>
          <p:nvPr/>
        </p:nvSpPr>
        <p:spPr>
          <a:xfrm>
            <a:off x="1312805" y="3530139"/>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err="1">
              <a:solidFill>
                <a:schemeClr val="bg1"/>
              </a:solidFill>
            </a:endParaRPr>
          </a:p>
        </p:txBody>
      </p:sp>
      <p:sp>
        <p:nvSpPr>
          <p:cNvPr id="22" name="Rectangle 21">
            <a:hlinkClick r:id="rId7" action="ppaction://hlinksldjump"/>
            <a:extLst>
              <a:ext uri="{FF2B5EF4-FFF2-40B4-BE49-F238E27FC236}">
                <a16:creationId xmlns:a16="http://schemas.microsoft.com/office/drawing/2014/main" id="{356AFAB7-9629-461A-9382-6F60B9FF44D2}"/>
              </a:ext>
            </a:extLst>
          </p:cNvPr>
          <p:cNvSpPr/>
          <p:nvPr/>
        </p:nvSpPr>
        <p:spPr>
          <a:xfrm>
            <a:off x="1312805" y="3994372"/>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err="1">
              <a:solidFill>
                <a:schemeClr val="bg1"/>
              </a:solidFill>
            </a:endParaRPr>
          </a:p>
        </p:txBody>
      </p:sp>
    </p:spTree>
    <p:extLst>
      <p:ext uri="{BB962C8B-B14F-4D97-AF65-F5344CB8AC3E}">
        <p14:creationId xmlns:p14="http://schemas.microsoft.com/office/powerpoint/2010/main" val="42218851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58260B24-EB1E-499D-A18C-A790E32EB7F8}"/>
              </a:ext>
            </a:extLst>
          </p:cNvPr>
          <p:cNvGraphicFramePr>
            <a:graphicFrameLocks noChangeAspect="1"/>
          </p:cNvGraphicFramePr>
          <p:nvPr>
            <p:custDataLst>
              <p:tags r:id="rId1"/>
            </p:custDataLst>
            <p:extLst>
              <p:ext uri="{D42A27DB-BD31-4B8C-83A1-F6EECF244321}">
                <p14:modId xmlns:p14="http://schemas.microsoft.com/office/powerpoint/2010/main" val="2714596470"/>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14" name="Object 13" hidden="1">
                        <a:extLst>
                          <a:ext uri="{FF2B5EF4-FFF2-40B4-BE49-F238E27FC236}">
                            <a16:creationId xmlns:a16="http://schemas.microsoft.com/office/drawing/2014/main" id="{58260B24-EB1E-499D-A18C-A790E32EB7F8}"/>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2F3D37F5-54B0-4783-BE57-7263B11FF044}"/>
              </a:ext>
            </a:extLst>
          </p:cNvPr>
          <p:cNvSpPr>
            <a:spLocks noGrp="1"/>
          </p:cNvSpPr>
          <p:nvPr>
            <p:ph type="title"/>
          </p:nvPr>
        </p:nvSpPr>
        <p:spPr/>
        <p:txBody>
          <a:bodyPr vert="horz"/>
          <a:lstStyle/>
          <a:p>
            <a:r>
              <a:rPr lang="en-US"/>
              <a:t>Balance sheet overview</a:t>
            </a:r>
          </a:p>
        </p:txBody>
      </p:sp>
      <p:sp>
        <p:nvSpPr>
          <p:cNvPr id="15" name="Table Placeholder 14">
            <a:extLst>
              <a:ext uri="{FF2B5EF4-FFF2-40B4-BE49-F238E27FC236}">
                <a16:creationId xmlns:a16="http://schemas.microsoft.com/office/drawing/2014/main" id="{8F146AB6-A7F0-5179-009C-C37C669C914D}"/>
              </a:ext>
            </a:extLst>
          </p:cNvPr>
          <p:cNvSpPr>
            <a:spLocks noGrp="1"/>
          </p:cNvSpPr>
          <p:nvPr>
            <p:ph type="tbl" sz="quarter" idx="13"/>
          </p:nvPr>
        </p:nvSpPr>
        <p:spPr/>
        <p:txBody>
          <a:bodyPr/>
          <a:lstStyle/>
          <a:p>
            <a:endParaRPr lang="fi-FI"/>
          </a:p>
        </p:txBody>
      </p:sp>
      <p:sp>
        <p:nvSpPr>
          <p:cNvPr id="6" name="Text Placeholder 5">
            <a:extLst>
              <a:ext uri="{FF2B5EF4-FFF2-40B4-BE49-F238E27FC236}">
                <a16:creationId xmlns:a16="http://schemas.microsoft.com/office/drawing/2014/main" id="{DBF707A2-3459-FCA4-8A2F-B92096D2BF42}"/>
              </a:ext>
            </a:extLst>
          </p:cNvPr>
          <p:cNvSpPr>
            <a:spLocks noGrp="1"/>
          </p:cNvSpPr>
          <p:nvPr>
            <p:ph type="body" sz="quarter" idx="11"/>
          </p:nvPr>
        </p:nvSpPr>
        <p:spPr/>
        <p:txBody>
          <a:bodyPr/>
          <a:lstStyle/>
          <a:p>
            <a:endParaRPr lang="fi-FI"/>
          </a:p>
        </p:txBody>
      </p:sp>
      <p:sp>
        <p:nvSpPr>
          <p:cNvPr id="7" name="Chart Placeholder 6">
            <a:extLst>
              <a:ext uri="{FF2B5EF4-FFF2-40B4-BE49-F238E27FC236}">
                <a16:creationId xmlns:a16="http://schemas.microsoft.com/office/drawing/2014/main" id="{A673DC7C-FFCC-1157-DB7B-66230BAFF155}"/>
              </a:ext>
            </a:extLst>
          </p:cNvPr>
          <p:cNvSpPr>
            <a:spLocks noGrp="1"/>
          </p:cNvSpPr>
          <p:nvPr>
            <p:ph type="chart" sz="quarter" idx="12"/>
          </p:nvPr>
        </p:nvSpPr>
        <p:spPr/>
        <p:txBody>
          <a:bodyPr/>
          <a:lstStyle/>
          <a:p>
            <a:endParaRPr lang="fi-FI"/>
          </a:p>
        </p:txBody>
      </p:sp>
      <p:sp>
        <p:nvSpPr>
          <p:cNvPr id="5" name="Text Placeholder 4">
            <a:extLst>
              <a:ext uri="{FF2B5EF4-FFF2-40B4-BE49-F238E27FC236}">
                <a16:creationId xmlns:a16="http://schemas.microsoft.com/office/drawing/2014/main" id="{E6ED650C-FAD0-C31B-617E-C18EB891DC73}"/>
              </a:ext>
            </a:extLst>
          </p:cNvPr>
          <p:cNvSpPr>
            <a:spLocks noGrp="1"/>
          </p:cNvSpPr>
          <p:nvPr>
            <p:ph type="body" sz="quarter" idx="10"/>
          </p:nvPr>
        </p:nvSpPr>
        <p:spPr/>
        <p:txBody>
          <a:bodyPr/>
          <a:lstStyle/>
          <a:p>
            <a:endParaRPr lang="fi-FI"/>
          </a:p>
        </p:txBody>
      </p:sp>
      <p:sp>
        <p:nvSpPr>
          <p:cNvPr id="22" name="Text Placeholder 21">
            <a:extLst>
              <a:ext uri="{FF2B5EF4-FFF2-40B4-BE49-F238E27FC236}">
                <a16:creationId xmlns:a16="http://schemas.microsoft.com/office/drawing/2014/main" id="{32447741-916D-472C-8C2F-6676D4D2591A}"/>
              </a:ext>
            </a:extLst>
          </p:cNvPr>
          <p:cNvSpPr>
            <a:spLocks noGrp="1"/>
          </p:cNvSpPr>
          <p:nvPr>
            <p:ph type="body" sz="quarter" idx="24"/>
          </p:nvPr>
        </p:nvSpPr>
        <p:spPr/>
        <p:txBody>
          <a:bodyPr/>
          <a:lstStyle/>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a:p>
        </p:txBody>
      </p:sp>
      <p:sp>
        <p:nvSpPr>
          <p:cNvPr id="69" name="Rectangle 68">
            <a:extLst>
              <a:ext uri="{FF2B5EF4-FFF2-40B4-BE49-F238E27FC236}">
                <a16:creationId xmlns:a16="http://schemas.microsoft.com/office/drawing/2014/main" id="{3F8C259A-FCC2-4B0F-985F-E89583E7B062}"/>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70" name="Rectangle 69">
            <a:extLst>
              <a:ext uri="{FF2B5EF4-FFF2-40B4-BE49-F238E27FC236}">
                <a16:creationId xmlns:a16="http://schemas.microsoft.com/office/drawing/2014/main" id="{454F1D45-DC29-4C47-A618-ABA758E9EA7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74" name="Rectangle 73">
            <a:extLst>
              <a:ext uri="{FF2B5EF4-FFF2-40B4-BE49-F238E27FC236}">
                <a16:creationId xmlns:a16="http://schemas.microsoft.com/office/drawing/2014/main" id="{3DEDF8F0-97F8-486C-9F44-939F6D6F396F}"/>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75" name="Rectangle 74">
            <a:extLst>
              <a:ext uri="{FF2B5EF4-FFF2-40B4-BE49-F238E27FC236}">
                <a16:creationId xmlns:a16="http://schemas.microsoft.com/office/drawing/2014/main" id="{39A99CCF-B6AD-4615-8ADB-97A5B8E43BFD}"/>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76" name="Rectangle 75">
            <a:extLst>
              <a:ext uri="{FF2B5EF4-FFF2-40B4-BE49-F238E27FC236}">
                <a16:creationId xmlns:a16="http://schemas.microsoft.com/office/drawing/2014/main" id="{C4A93377-0DDE-4561-8C86-225FB32A6C59}"/>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graphicFrame>
        <p:nvGraphicFramePr>
          <p:cNvPr id="12" name="Table 10">
            <a:extLst>
              <a:ext uri="{FF2B5EF4-FFF2-40B4-BE49-F238E27FC236}">
                <a16:creationId xmlns:a16="http://schemas.microsoft.com/office/drawing/2014/main" id="{8DDEAE37-40B4-25F8-B5AD-768C72BFC9A0}"/>
              </a:ext>
            </a:extLst>
          </p:cNvPr>
          <p:cNvGraphicFramePr>
            <a:graphicFrameLocks noGrp="1"/>
          </p:cNvGraphicFramePr>
          <p:nvPr>
            <p:extLst>
              <p:ext uri="{D42A27DB-BD31-4B8C-83A1-F6EECF244321}">
                <p14:modId xmlns:p14="http://schemas.microsoft.com/office/powerpoint/2010/main" val="3437067686"/>
              </p:ext>
            </p:extLst>
          </p:nvPr>
        </p:nvGraphicFramePr>
        <p:xfrm>
          <a:off x="932737" y="142211"/>
          <a:ext cx="9248845"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04900">
                  <a:extLst>
                    <a:ext uri="{9D8B030D-6E8A-4147-A177-3AD203B41FA5}">
                      <a16:colId xmlns:a16="http://schemas.microsoft.com/office/drawing/2014/main" val="3480804512"/>
                    </a:ext>
                  </a:extLst>
                </a:gridCol>
                <a:gridCol w="1083310">
                  <a:extLst>
                    <a:ext uri="{9D8B030D-6E8A-4147-A177-3AD203B41FA5}">
                      <a16:colId xmlns:a16="http://schemas.microsoft.com/office/drawing/2014/main" val="1508802548"/>
                    </a:ext>
                  </a:extLst>
                </a:gridCol>
                <a:gridCol w="1005840">
                  <a:extLst>
                    <a:ext uri="{9D8B030D-6E8A-4147-A177-3AD203B41FA5}">
                      <a16:colId xmlns:a16="http://schemas.microsoft.com/office/drawing/2014/main" val="1380669789"/>
                    </a:ext>
                  </a:extLst>
                </a:gridCol>
                <a:gridCol w="768350">
                  <a:extLst>
                    <a:ext uri="{9D8B030D-6E8A-4147-A177-3AD203B41FA5}">
                      <a16:colId xmlns:a16="http://schemas.microsoft.com/office/drawing/2014/main" val="3717172380"/>
                    </a:ext>
                  </a:extLst>
                </a:gridCol>
                <a:gridCol w="693738">
                  <a:extLst>
                    <a:ext uri="{9D8B030D-6E8A-4147-A177-3AD203B41FA5}">
                      <a16:colId xmlns:a16="http://schemas.microsoft.com/office/drawing/2014/main" val="2348796435"/>
                    </a:ext>
                  </a:extLst>
                </a:gridCol>
                <a:gridCol w="952500">
                  <a:extLst>
                    <a:ext uri="{9D8B030D-6E8A-4147-A177-3AD203B41FA5}">
                      <a16:colId xmlns:a16="http://schemas.microsoft.com/office/drawing/2014/main" val="3209140028"/>
                    </a:ext>
                  </a:extLst>
                </a:gridCol>
                <a:gridCol w="935831">
                  <a:extLst>
                    <a:ext uri="{9D8B030D-6E8A-4147-A177-3AD203B41FA5}">
                      <a16:colId xmlns:a16="http://schemas.microsoft.com/office/drawing/2014/main" val="2651425576"/>
                    </a:ext>
                  </a:extLst>
                </a:gridCol>
                <a:gridCol w="631673">
                  <a:extLst>
                    <a:ext uri="{9D8B030D-6E8A-4147-A177-3AD203B41FA5}">
                      <a16:colId xmlns:a16="http://schemas.microsoft.com/office/drawing/2014/main" val="3903366463"/>
                    </a:ext>
                  </a:extLst>
                </a:gridCol>
                <a:gridCol w="817865">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338D"/>
                          </a:solidFill>
                          <a:effectLst/>
                          <a:uLnTx/>
                          <a:uFillTx/>
                          <a:latin typeface="+mn-lt"/>
                          <a:ea typeface="+mn-ea"/>
                          <a:cs typeface="+mn-cs"/>
                        </a:rPr>
                        <a:t>Balance sheet</a:t>
                      </a:r>
                      <a:endParaRPr kumimoji="0" lang="en-US" sz="1000" b="1" i="0" u="none" strike="noStrike" kern="1200" cap="none" spc="0" normalizeH="0" baseline="0">
                        <a:ln>
                          <a:noFill/>
                        </a:ln>
                        <a:solidFill>
                          <a:srgbClr val="00338D"/>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23" name="Rectangle 22">
            <a:hlinkClick r:id="rId6" action="ppaction://hlinksldjump"/>
            <a:extLst>
              <a:ext uri="{FF2B5EF4-FFF2-40B4-BE49-F238E27FC236}">
                <a16:creationId xmlns:a16="http://schemas.microsoft.com/office/drawing/2014/main" id="{7D5AEDE9-B0D7-5FF0-623D-68AE7B7304EC}"/>
              </a:ext>
            </a:extLst>
          </p:cNvPr>
          <p:cNvSpPr/>
          <p:nvPr/>
        </p:nvSpPr>
        <p:spPr>
          <a:xfrm>
            <a:off x="938704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7" name="Rectangle 26">
            <a:hlinkClick r:id="rId7" action="ppaction://hlinksldjump"/>
            <a:extLst>
              <a:ext uri="{FF2B5EF4-FFF2-40B4-BE49-F238E27FC236}">
                <a16:creationId xmlns:a16="http://schemas.microsoft.com/office/drawing/2014/main" id="{6091041A-2790-E9F0-56FE-E1298BB32E4D}"/>
              </a:ext>
            </a:extLst>
          </p:cNvPr>
          <p:cNvSpPr/>
          <p:nvPr/>
        </p:nvSpPr>
        <p:spPr>
          <a:xfrm>
            <a:off x="2199335" y="140055"/>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8" name="Rectangle 27">
            <a:hlinkClick r:id="rId8" action="ppaction://hlinksldjump"/>
            <a:extLst>
              <a:ext uri="{FF2B5EF4-FFF2-40B4-BE49-F238E27FC236}">
                <a16:creationId xmlns:a16="http://schemas.microsoft.com/office/drawing/2014/main" id="{081C72B7-553F-1BF7-ACB5-1CC2CF5770EB}"/>
              </a:ext>
            </a:extLst>
          </p:cNvPr>
          <p:cNvSpPr/>
          <p:nvPr/>
        </p:nvSpPr>
        <p:spPr>
          <a:xfrm>
            <a:off x="4387255" y="140055"/>
            <a:ext cx="97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9" name="Rectangle 28">
            <a:hlinkClick r:id="" action="ppaction://noaction"/>
            <a:extLst>
              <a:ext uri="{FF2B5EF4-FFF2-40B4-BE49-F238E27FC236}">
                <a16:creationId xmlns:a16="http://schemas.microsoft.com/office/drawing/2014/main" id="{BB189EDA-6EAB-38F7-515F-266267363CC1}"/>
              </a:ext>
            </a:extLst>
          </p:cNvPr>
          <p:cNvSpPr/>
          <p:nvPr/>
        </p:nvSpPr>
        <p:spPr>
          <a:xfrm>
            <a:off x="781335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0" name="Rectangle 29">
            <a:hlinkClick r:id="rId9" action="ppaction://hlinksldjump"/>
            <a:extLst>
              <a:ext uri="{FF2B5EF4-FFF2-40B4-BE49-F238E27FC236}">
                <a16:creationId xmlns:a16="http://schemas.microsoft.com/office/drawing/2014/main" id="{9568A853-2BFF-C924-B3E2-AD12B7BF9557}"/>
              </a:ext>
            </a:extLst>
          </p:cNvPr>
          <p:cNvSpPr/>
          <p:nvPr/>
        </p:nvSpPr>
        <p:spPr>
          <a:xfrm>
            <a:off x="540415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1" name="Rectangle 30">
            <a:hlinkClick r:id="rId10" action="ppaction://hlinksldjump"/>
            <a:extLst>
              <a:ext uri="{FF2B5EF4-FFF2-40B4-BE49-F238E27FC236}">
                <a16:creationId xmlns:a16="http://schemas.microsoft.com/office/drawing/2014/main" id="{2233B0D4-B9C0-284E-4D94-4339F5930AA8}"/>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32" name="Rectangle 31">
            <a:hlinkClick r:id="rId11" action="ppaction://hlinksldjump"/>
            <a:extLst>
              <a:ext uri="{FF2B5EF4-FFF2-40B4-BE49-F238E27FC236}">
                <a16:creationId xmlns:a16="http://schemas.microsoft.com/office/drawing/2014/main" id="{1395198A-47A5-6A4A-1C23-E353194A218F}"/>
              </a:ext>
            </a:extLst>
          </p:cNvPr>
          <p:cNvSpPr/>
          <p:nvPr/>
        </p:nvSpPr>
        <p:spPr>
          <a:xfrm>
            <a:off x="3305911" y="140055"/>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3" name="Rectangle 32">
            <a:hlinkClick r:id="rId12" action="ppaction://hlinksldjump"/>
            <a:extLst>
              <a:ext uri="{FF2B5EF4-FFF2-40B4-BE49-F238E27FC236}">
                <a16:creationId xmlns:a16="http://schemas.microsoft.com/office/drawing/2014/main" id="{47B5451E-206A-FF60-8BD1-184B6D6B5CED}"/>
              </a:ext>
            </a:extLst>
          </p:cNvPr>
          <p:cNvSpPr/>
          <p:nvPr/>
        </p:nvSpPr>
        <p:spPr>
          <a:xfrm>
            <a:off x="617245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4" name="Rectangle 33">
            <a:hlinkClick r:id="" action="ppaction://noaction"/>
            <a:extLst>
              <a:ext uri="{FF2B5EF4-FFF2-40B4-BE49-F238E27FC236}">
                <a16:creationId xmlns:a16="http://schemas.microsoft.com/office/drawing/2014/main" id="{BD75DAED-EAD0-4611-7AEB-3E8D75BB499A}"/>
              </a:ext>
            </a:extLst>
          </p:cNvPr>
          <p:cNvSpPr/>
          <p:nvPr/>
        </p:nvSpPr>
        <p:spPr>
          <a:xfrm>
            <a:off x="68664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5" name="Rectangle 34">
            <a:hlinkClick r:id="rId13" action="ppaction://hlinksldjump"/>
            <a:extLst>
              <a:ext uri="{FF2B5EF4-FFF2-40B4-BE49-F238E27FC236}">
                <a16:creationId xmlns:a16="http://schemas.microsoft.com/office/drawing/2014/main" id="{A1DE93F5-31A2-1975-404B-FA990AC90AEB}"/>
              </a:ext>
            </a:extLst>
          </p:cNvPr>
          <p:cNvSpPr/>
          <p:nvPr/>
        </p:nvSpPr>
        <p:spPr>
          <a:xfrm>
            <a:off x="8753938"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3" name="Text Placeholder 12">
            <a:extLst>
              <a:ext uri="{FF2B5EF4-FFF2-40B4-BE49-F238E27FC236}">
                <a16:creationId xmlns:a16="http://schemas.microsoft.com/office/drawing/2014/main" id="{AB238F44-5D36-4243-8285-237D51FAD7BF}"/>
              </a:ext>
            </a:extLst>
          </p:cNvPr>
          <p:cNvSpPr txBox="1">
            <a:spLocks/>
          </p:cNvSpPr>
          <p:nvPr/>
        </p:nvSpPr>
        <p:spPr>
          <a:xfrm>
            <a:off x="995121" y="5907053"/>
            <a:ext cx="3600000" cy="210314"/>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a:t>
            </a:r>
          </a:p>
          <a:p>
            <a:pPr defTabSz="444500" rtl="0">
              <a:spcAft>
                <a:spcPts val="200"/>
              </a:spcAft>
            </a:pPr>
            <a:r>
              <a:rPr lang="en-US" sz="600" b="0">
                <a:solidFill>
                  <a:schemeClr val="tx2"/>
                </a:solidFill>
                <a:latin typeface="Arial" panose="020B0604020202020204" pitchFamily="34" charset="0"/>
              </a:rPr>
              <a:t>Source: 	[…].</a:t>
            </a:r>
          </a:p>
        </p:txBody>
      </p:sp>
      <p:sp>
        <p:nvSpPr>
          <p:cNvPr id="16" name="Text Placeholder 7">
            <a:extLst>
              <a:ext uri="{FF2B5EF4-FFF2-40B4-BE49-F238E27FC236}">
                <a16:creationId xmlns:a16="http://schemas.microsoft.com/office/drawing/2014/main" id="{3C6D3332-9330-6411-284C-A6C319E8808B}"/>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7" name="Text Placeholder 12">
            <a:extLst>
              <a:ext uri="{FF2B5EF4-FFF2-40B4-BE49-F238E27FC236}">
                <a16:creationId xmlns:a16="http://schemas.microsoft.com/office/drawing/2014/main" id="{4F9A2832-2716-7482-C01A-F03E974EF0F3}"/>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8" name="Rounded Rectangle 7">
            <a:extLst>
              <a:ext uri="{FF2B5EF4-FFF2-40B4-BE49-F238E27FC236}">
                <a16:creationId xmlns:a16="http://schemas.microsoft.com/office/drawing/2014/main" id="{E0BF912F-2DEF-F525-8F12-1807EE146D73}"/>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9" name="Rectangle 18">
            <a:extLst>
              <a:ext uri="{FF2B5EF4-FFF2-40B4-BE49-F238E27FC236}">
                <a16:creationId xmlns:a16="http://schemas.microsoft.com/office/drawing/2014/main" id="{9C0A6B80-8695-3A42-AE08-23F8E6804294}"/>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20" name="Straight Arrow Connector 19">
            <a:extLst>
              <a:ext uri="{FF2B5EF4-FFF2-40B4-BE49-F238E27FC236}">
                <a16:creationId xmlns:a16="http://schemas.microsoft.com/office/drawing/2014/main" id="{5B7F658B-5691-7F5D-AAE4-C3E564149219}"/>
              </a:ext>
            </a:extLst>
          </p:cNvPr>
          <p:cNvCxnSpPr>
            <a:cxnSpLocks/>
            <a:stCxn id="19" idx="2"/>
            <a:endCxn id="18"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6B5F1A99-BECB-4348-9787-346999997712}"/>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2" name="Rectangle 1">
            <a:extLst>
              <a:ext uri="{FF2B5EF4-FFF2-40B4-BE49-F238E27FC236}">
                <a16:creationId xmlns:a16="http://schemas.microsoft.com/office/drawing/2014/main" id="{525F0A5F-520F-220B-D5CB-D4D5467307B3}"/>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4" name="Rectangle 3">
            <a:extLst>
              <a:ext uri="{FF2B5EF4-FFF2-40B4-BE49-F238E27FC236}">
                <a16:creationId xmlns:a16="http://schemas.microsoft.com/office/drawing/2014/main" id="{B2698541-3550-5415-D310-4DB0D71C836A}"/>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9" name="Rectangle 8">
            <a:extLst>
              <a:ext uri="{FF2B5EF4-FFF2-40B4-BE49-F238E27FC236}">
                <a16:creationId xmlns:a16="http://schemas.microsoft.com/office/drawing/2014/main" id="{21D89959-A128-F453-4A1B-2F4B781B99E4}"/>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0" name="Rectangle 9">
            <a:extLst>
              <a:ext uri="{FF2B5EF4-FFF2-40B4-BE49-F238E27FC236}">
                <a16:creationId xmlns:a16="http://schemas.microsoft.com/office/drawing/2014/main" id="{FA97B094-4628-D31B-3E9E-6C8CECB65EB7}"/>
              </a:ext>
            </a:extLst>
          </p:cNvPr>
          <p:cNvSpPr/>
          <p:nvPr/>
        </p:nvSpPr>
        <p:spPr>
          <a:xfrm>
            <a:off x="10598330" y="6277289"/>
            <a:ext cx="1550957" cy="554584"/>
          </a:xfrm>
          <a:prstGeom prst="rect">
            <a:avLst/>
          </a:prstGeom>
          <a:solidFill>
            <a:schemeClr val="accent6"/>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800" b="1">
                <a:solidFill>
                  <a:schemeClr val="bg1"/>
                </a:solidFill>
              </a:rPr>
              <a:t>UPDATES:</a:t>
            </a:r>
            <a:r>
              <a:rPr lang="en-US" sz="800">
                <a:solidFill>
                  <a:schemeClr val="bg1"/>
                </a:solidFill>
              </a:rPr>
              <a:t> headers and text boxes aligned with Diligence+ gridlines</a:t>
            </a:r>
          </a:p>
        </p:txBody>
      </p:sp>
    </p:spTree>
    <p:extLst>
      <p:ext uri="{BB962C8B-B14F-4D97-AF65-F5344CB8AC3E}">
        <p14:creationId xmlns:p14="http://schemas.microsoft.com/office/powerpoint/2010/main" val="17045081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13" hidden="1">
            <a:extLst>
              <a:ext uri="{FF2B5EF4-FFF2-40B4-BE49-F238E27FC236}">
                <a16:creationId xmlns:a16="http://schemas.microsoft.com/office/drawing/2014/main" id="{58260B24-EB1E-499D-A18C-A790E32EB7F8}"/>
              </a:ext>
            </a:extLst>
          </p:cNvPr>
          <p:cNvGraphicFramePr>
            <a:graphicFrameLocks noChangeAspect="1"/>
          </p:cNvGraphicFramePr>
          <p:nvPr>
            <p:custDataLst>
              <p:tags r:id="rId1"/>
            </p:custDataLst>
            <p:extLst>
              <p:ext uri="{D42A27DB-BD31-4B8C-83A1-F6EECF244321}">
                <p14:modId xmlns:p14="http://schemas.microsoft.com/office/powerpoint/2010/main" val="3460682785"/>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14" name="Object 13" hidden="1">
                        <a:extLst>
                          <a:ext uri="{FF2B5EF4-FFF2-40B4-BE49-F238E27FC236}">
                            <a16:creationId xmlns:a16="http://schemas.microsoft.com/office/drawing/2014/main" id="{58260B24-EB1E-499D-A18C-A790E32EB7F8}"/>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2F3D37F5-54B0-4783-BE57-7263B11FF044}"/>
              </a:ext>
            </a:extLst>
          </p:cNvPr>
          <p:cNvSpPr>
            <a:spLocks noGrp="1"/>
          </p:cNvSpPr>
          <p:nvPr>
            <p:ph type="title"/>
          </p:nvPr>
        </p:nvSpPr>
        <p:spPr/>
        <p:txBody>
          <a:bodyPr vert="horz"/>
          <a:lstStyle/>
          <a:p>
            <a:r>
              <a:rPr lang="en-US"/>
              <a:t>Net working capital — Overview</a:t>
            </a:r>
          </a:p>
        </p:txBody>
      </p:sp>
      <p:sp>
        <p:nvSpPr>
          <p:cNvPr id="15" name="Table Placeholder 14">
            <a:extLst>
              <a:ext uri="{FF2B5EF4-FFF2-40B4-BE49-F238E27FC236}">
                <a16:creationId xmlns:a16="http://schemas.microsoft.com/office/drawing/2014/main" id="{68158A40-0BAD-B142-C1B9-448191965CD0}"/>
              </a:ext>
            </a:extLst>
          </p:cNvPr>
          <p:cNvSpPr>
            <a:spLocks noGrp="1"/>
          </p:cNvSpPr>
          <p:nvPr>
            <p:ph type="tbl" sz="quarter" idx="13"/>
          </p:nvPr>
        </p:nvSpPr>
        <p:spPr/>
        <p:txBody>
          <a:bodyPr/>
          <a:lstStyle/>
          <a:p>
            <a:endParaRPr lang="fi-FI"/>
          </a:p>
        </p:txBody>
      </p:sp>
      <p:sp>
        <p:nvSpPr>
          <p:cNvPr id="12" name="Text Placeholder 11">
            <a:extLst>
              <a:ext uri="{FF2B5EF4-FFF2-40B4-BE49-F238E27FC236}">
                <a16:creationId xmlns:a16="http://schemas.microsoft.com/office/drawing/2014/main" id="{257CF790-78EB-8B6B-C0D1-EB7C268281C3}"/>
              </a:ext>
            </a:extLst>
          </p:cNvPr>
          <p:cNvSpPr>
            <a:spLocks noGrp="1"/>
          </p:cNvSpPr>
          <p:nvPr>
            <p:ph type="body" sz="quarter" idx="11"/>
          </p:nvPr>
        </p:nvSpPr>
        <p:spPr/>
        <p:txBody>
          <a:bodyPr/>
          <a:lstStyle/>
          <a:p>
            <a:endParaRPr lang="fi-FI"/>
          </a:p>
        </p:txBody>
      </p:sp>
      <p:sp>
        <p:nvSpPr>
          <p:cNvPr id="13" name="Chart Placeholder 12">
            <a:extLst>
              <a:ext uri="{FF2B5EF4-FFF2-40B4-BE49-F238E27FC236}">
                <a16:creationId xmlns:a16="http://schemas.microsoft.com/office/drawing/2014/main" id="{66D08E3C-D46F-3853-1E49-6E26343FC756}"/>
              </a:ext>
            </a:extLst>
          </p:cNvPr>
          <p:cNvSpPr>
            <a:spLocks noGrp="1"/>
          </p:cNvSpPr>
          <p:nvPr>
            <p:ph type="chart" sz="quarter" idx="12"/>
          </p:nvPr>
        </p:nvSpPr>
        <p:spPr/>
        <p:txBody>
          <a:bodyPr/>
          <a:lstStyle/>
          <a:p>
            <a:endParaRPr lang="fi-FI"/>
          </a:p>
        </p:txBody>
      </p:sp>
      <p:sp>
        <p:nvSpPr>
          <p:cNvPr id="11" name="Text Placeholder 10">
            <a:extLst>
              <a:ext uri="{FF2B5EF4-FFF2-40B4-BE49-F238E27FC236}">
                <a16:creationId xmlns:a16="http://schemas.microsoft.com/office/drawing/2014/main" id="{0C7B2154-7CA3-96CF-6AD2-BB45D064C649}"/>
              </a:ext>
            </a:extLst>
          </p:cNvPr>
          <p:cNvSpPr>
            <a:spLocks noGrp="1"/>
          </p:cNvSpPr>
          <p:nvPr>
            <p:ph type="body" sz="quarter" idx="10"/>
          </p:nvPr>
        </p:nvSpPr>
        <p:spPr/>
        <p:txBody>
          <a:bodyPr/>
          <a:lstStyle/>
          <a:p>
            <a:endParaRPr lang="fi-FI"/>
          </a:p>
        </p:txBody>
      </p:sp>
      <p:sp>
        <p:nvSpPr>
          <p:cNvPr id="6" name="Text Placeholder 5">
            <a:extLst>
              <a:ext uri="{FF2B5EF4-FFF2-40B4-BE49-F238E27FC236}">
                <a16:creationId xmlns:a16="http://schemas.microsoft.com/office/drawing/2014/main" id="{6024E5AC-3688-475C-8BDD-5ECC42457A0D}"/>
              </a:ext>
            </a:extLst>
          </p:cNvPr>
          <p:cNvSpPr>
            <a:spLocks noGrp="1"/>
          </p:cNvSpPr>
          <p:nvPr>
            <p:ph type="body" sz="quarter" idx="24"/>
          </p:nvPr>
        </p:nvSpPr>
        <p:spPr/>
        <p:txBody>
          <a:bodyPr/>
          <a:lstStyle/>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a:p>
        </p:txBody>
      </p:sp>
      <p:sp>
        <p:nvSpPr>
          <p:cNvPr id="92" name="Rectangle 91">
            <a:extLst>
              <a:ext uri="{FF2B5EF4-FFF2-40B4-BE49-F238E27FC236}">
                <a16:creationId xmlns:a16="http://schemas.microsoft.com/office/drawing/2014/main" id="{19A56965-3896-4C07-8D46-BEA612878999}"/>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3" name="Rectangle 92">
            <a:extLst>
              <a:ext uri="{FF2B5EF4-FFF2-40B4-BE49-F238E27FC236}">
                <a16:creationId xmlns:a16="http://schemas.microsoft.com/office/drawing/2014/main" id="{8557B302-D1C8-49FB-AB35-71FE1FBF43B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7" name="Rectangle 96">
            <a:extLst>
              <a:ext uri="{FF2B5EF4-FFF2-40B4-BE49-F238E27FC236}">
                <a16:creationId xmlns:a16="http://schemas.microsoft.com/office/drawing/2014/main" id="{5070EC35-3DCA-438A-94EE-EF89862E1E18}"/>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8" name="Rectangle 97">
            <a:extLst>
              <a:ext uri="{FF2B5EF4-FFF2-40B4-BE49-F238E27FC236}">
                <a16:creationId xmlns:a16="http://schemas.microsoft.com/office/drawing/2014/main" id="{B2452758-5690-4808-BB90-31D3E52F94F3}"/>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99" name="Rectangle 98">
            <a:extLst>
              <a:ext uri="{FF2B5EF4-FFF2-40B4-BE49-F238E27FC236}">
                <a16:creationId xmlns:a16="http://schemas.microsoft.com/office/drawing/2014/main" id="{29A51AA6-9EB8-4E68-974C-F99851C51F29}"/>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graphicFrame>
        <p:nvGraphicFramePr>
          <p:cNvPr id="26" name="Table 10">
            <a:extLst>
              <a:ext uri="{FF2B5EF4-FFF2-40B4-BE49-F238E27FC236}">
                <a16:creationId xmlns:a16="http://schemas.microsoft.com/office/drawing/2014/main" id="{D30AB095-E804-9BA6-9370-1C90E70958BB}"/>
              </a:ext>
            </a:extLst>
          </p:cNvPr>
          <p:cNvGraphicFramePr>
            <a:graphicFrameLocks noGrp="1"/>
          </p:cNvGraphicFramePr>
          <p:nvPr>
            <p:extLst>
              <p:ext uri="{D42A27DB-BD31-4B8C-83A1-F6EECF244321}">
                <p14:modId xmlns:p14="http://schemas.microsoft.com/office/powerpoint/2010/main" val="1826418302"/>
              </p:ext>
            </p:extLst>
          </p:nvPr>
        </p:nvGraphicFramePr>
        <p:xfrm>
          <a:off x="932737" y="142211"/>
          <a:ext cx="9248845"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04900">
                  <a:extLst>
                    <a:ext uri="{9D8B030D-6E8A-4147-A177-3AD203B41FA5}">
                      <a16:colId xmlns:a16="http://schemas.microsoft.com/office/drawing/2014/main" val="3480804512"/>
                    </a:ext>
                  </a:extLst>
                </a:gridCol>
                <a:gridCol w="1083310">
                  <a:extLst>
                    <a:ext uri="{9D8B030D-6E8A-4147-A177-3AD203B41FA5}">
                      <a16:colId xmlns:a16="http://schemas.microsoft.com/office/drawing/2014/main" val="1508802548"/>
                    </a:ext>
                  </a:extLst>
                </a:gridCol>
                <a:gridCol w="1005840">
                  <a:extLst>
                    <a:ext uri="{9D8B030D-6E8A-4147-A177-3AD203B41FA5}">
                      <a16:colId xmlns:a16="http://schemas.microsoft.com/office/drawing/2014/main" val="1380669789"/>
                    </a:ext>
                  </a:extLst>
                </a:gridCol>
                <a:gridCol w="768350">
                  <a:extLst>
                    <a:ext uri="{9D8B030D-6E8A-4147-A177-3AD203B41FA5}">
                      <a16:colId xmlns:a16="http://schemas.microsoft.com/office/drawing/2014/main" val="3717172380"/>
                    </a:ext>
                  </a:extLst>
                </a:gridCol>
                <a:gridCol w="693738">
                  <a:extLst>
                    <a:ext uri="{9D8B030D-6E8A-4147-A177-3AD203B41FA5}">
                      <a16:colId xmlns:a16="http://schemas.microsoft.com/office/drawing/2014/main" val="2348796435"/>
                    </a:ext>
                  </a:extLst>
                </a:gridCol>
                <a:gridCol w="952500">
                  <a:extLst>
                    <a:ext uri="{9D8B030D-6E8A-4147-A177-3AD203B41FA5}">
                      <a16:colId xmlns:a16="http://schemas.microsoft.com/office/drawing/2014/main" val="3209140028"/>
                    </a:ext>
                  </a:extLst>
                </a:gridCol>
                <a:gridCol w="935831">
                  <a:extLst>
                    <a:ext uri="{9D8B030D-6E8A-4147-A177-3AD203B41FA5}">
                      <a16:colId xmlns:a16="http://schemas.microsoft.com/office/drawing/2014/main" val="2651425576"/>
                    </a:ext>
                  </a:extLst>
                </a:gridCol>
                <a:gridCol w="631673">
                  <a:extLst>
                    <a:ext uri="{9D8B030D-6E8A-4147-A177-3AD203B41FA5}">
                      <a16:colId xmlns:a16="http://schemas.microsoft.com/office/drawing/2014/main" val="3903366463"/>
                    </a:ext>
                  </a:extLst>
                </a:gridCol>
                <a:gridCol w="817865">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338D"/>
                          </a:solidFill>
                          <a:effectLst/>
                          <a:uLnTx/>
                          <a:uFillTx/>
                          <a:latin typeface="+mn-lt"/>
                          <a:ea typeface="+mn-ea"/>
                          <a:cs typeface="+mn-cs"/>
                        </a:rPr>
                        <a:t>Balance sheet</a:t>
                      </a:r>
                      <a:endParaRPr kumimoji="0" lang="en-US" sz="1000" b="1" i="0" u="none" strike="noStrike" kern="1200" cap="none" spc="0" normalizeH="0" baseline="0">
                        <a:ln>
                          <a:noFill/>
                        </a:ln>
                        <a:solidFill>
                          <a:srgbClr val="00338D"/>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27" name="Rectangle 26">
            <a:hlinkClick r:id="rId6" action="ppaction://hlinksldjump"/>
            <a:extLst>
              <a:ext uri="{FF2B5EF4-FFF2-40B4-BE49-F238E27FC236}">
                <a16:creationId xmlns:a16="http://schemas.microsoft.com/office/drawing/2014/main" id="{A7385242-C341-B69C-A27B-D3A3E02E0FBA}"/>
              </a:ext>
            </a:extLst>
          </p:cNvPr>
          <p:cNvSpPr/>
          <p:nvPr/>
        </p:nvSpPr>
        <p:spPr>
          <a:xfrm>
            <a:off x="938704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8" name="Rectangle 27">
            <a:hlinkClick r:id="rId7" action="ppaction://hlinksldjump"/>
            <a:extLst>
              <a:ext uri="{FF2B5EF4-FFF2-40B4-BE49-F238E27FC236}">
                <a16:creationId xmlns:a16="http://schemas.microsoft.com/office/drawing/2014/main" id="{14CCE680-F5B8-A223-355E-C44CEAD1B1B8}"/>
              </a:ext>
            </a:extLst>
          </p:cNvPr>
          <p:cNvSpPr/>
          <p:nvPr/>
        </p:nvSpPr>
        <p:spPr>
          <a:xfrm>
            <a:off x="2199335" y="140055"/>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9" name="Rectangle 28">
            <a:hlinkClick r:id="rId8" action="ppaction://hlinksldjump"/>
            <a:extLst>
              <a:ext uri="{FF2B5EF4-FFF2-40B4-BE49-F238E27FC236}">
                <a16:creationId xmlns:a16="http://schemas.microsoft.com/office/drawing/2014/main" id="{5EFA8A10-C40C-84D8-1099-86F9E0580659}"/>
              </a:ext>
            </a:extLst>
          </p:cNvPr>
          <p:cNvSpPr/>
          <p:nvPr/>
        </p:nvSpPr>
        <p:spPr>
          <a:xfrm>
            <a:off x="4387255" y="140055"/>
            <a:ext cx="97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0" name="Rectangle 29">
            <a:hlinkClick r:id="" action="ppaction://noaction"/>
            <a:extLst>
              <a:ext uri="{FF2B5EF4-FFF2-40B4-BE49-F238E27FC236}">
                <a16:creationId xmlns:a16="http://schemas.microsoft.com/office/drawing/2014/main" id="{BC482159-DB07-67CA-6880-137EF2D074FE}"/>
              </a:ext>
            </a:extLst>
          </p:cNvPr>
          <p:cNvSpPr/>
          <p:nvPr/>
        </p:nvSpPr>
        <p:spPr>
          <a:xfrm>
            <a:off x="781335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1" name="Rectangle 30">
            <a:hlinkClick r:id="rId9" action="ppaction://hlinksldjump"/>
            <a:extLst>
              <a:ext uri="{FF2B5EF4-FFF2-40B4-BE49-F238E27FC236}">
                <a16:creationId xmlns:a16="http://schemas.microsoft.com/office/drawing/2014/main" id="{9985A563-AE52-4C7C-C05B-B944DD9F345E}"/>
              </a:ext>
            </a:extLst>
          </p:cNvPr>
          <p:cNvSpPr/>
          <p:nvPr/>
        </p:nvSpPr>
        <p:spPr>
          <a:xfrm>
            <a:off x="540415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2" name="Rectangle 31">
            <a:hlinkClick r:id="rId10" action="ppaction://hlinksldjump"/>
            <a:extLst>
              <a:ext uri="{FF2B5EF4-FFF2-40B4-BE49-F238E27FC236}">
                <a16:creationId xmlns:a16="http://schemas.microsoft.com/office/drawing/2014/main" id="{6986F2E5-DC64-A1E5-6749-A2F679100BF3}"/>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33" name="Rectangle 32">
            <a:hlinkClick r:id="rId11" action="ppaction://hlinksldjump"/>
            <a:extLst>
              <a:ext uri="{FF2B5EF4-FFF2-40B4-BE49-F238E27FC236}">
                <a16:creationId xmlns:a16="http://schemas.microsoft.com/office/drawing/2014/main" id="{8D078936-B3B9-F090-1241-69349A4D02C5}"/>
              </a:ext>
            </a:extLst>
          </p:cNvPr>
          <p:cNvSpPr/>
          <p:nvPr/>
        </p:nvSpPr>
        <p:spPr>
          <a:xfrm>
            <a:off x="3305911" y="140055"/>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4" name="Rectangle 33">
            <a:hlinkClick r:id="rId12" action="ppaction://hlinksldjump"/>
            <a:extLst>
              <a:ext uri="{FF2B5EF4-FFF2-40B4-BE49-F238E27FC236}">
                <a16:creationId xmlns:a16="http://schemas.microsoft.com/office/drawing/2014/main" id="{24DC5F07-CA37-2BED-D816-723F96A3D3A3}"/>
              </a:ext>
            </a:extLst>
          </p:cNvPr>
          <p:cNvSpPr/>
          <p:nvPr/>
        </p:nvSpPr>
        <p:spPr>
          <a:xfrm>
            <a:off x="617245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5" name="Rectangle 34">
            <a:hlinkClick r:id="" action="ppaction://noaction"/>
            <a:extLst>
              <a:ext uri="{FF2B5EF4-FFF2-40B4-BE49-F238E27FC236}">
                <a16:creationId xmlns:a16="http://schemas.microsoft.com/office/drawing/2014/main" id="{BEA24E65-97A2-BBCD-6D34-35D60BBE4E21}"/>
              </a:ext>
            </a:extLst>
          </p:cNvPr>
          <p:cNvSpPr/>
          <p:nvPr/>
        </p:nvSpPr>
        <p:spPr>
          <a:xfrm>
            <a:off x="68664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6" name="Rectangle 35">
            <a:hlinkClick r:id="rId13" action="ppaction://hlinksldjump"/>
            <a:extLst>
              <a:ext uri="{FF2B5EF4-FFF2-40B4-BE49-F238E27FC236}">
                <a16:creationId xmlns:a16="http://schemas.microsoft.com/office/drawing/2014/main" id="{526C4A69-0F38-27ED-0F1B-D0A9713C2D34}"/>
              </a:ext>
            </a:extLst>
          </p:cNvPr>
          <p:cNvSpPr/>
          <p:nvPr/>
        </p:nvSpPr>
        <p:spPr>
          <a:xfrm>
            <a:off x="8753938"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7" name="Text Placeholder 12">
            <a:extLst>
              <a:ext uri="{FF2B5EF4-FFF2-40B4-BE49-F238E27FC236}">
                <a16:creationId xmlns:a16="http://schemas.microsoft.com/office/drawing/2014/main" id="{BFDE05E1-B572-D21F-B337-CE751BD8D2E0}"/>
              </a:ext>
            </a:extLst>
          </p:cNvPr>
          <p:cNvSpPr txBox="1">
            <a:spLocks/>
          </p:cNvSpPr>
          <p:nvPr/>
        </p:nvSpPr>
        <p:spPr>
          <a:xfrm>
            <a:off x="995121" y="5907053"/>
            <a:ext cx="3600000" cy="210314"/>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a:t>
            </a:r>
          </a:p>
          <a:p>
            <a:pPr defTabSz="444500" rtl="0">
              <a:spcAft>
                <a:spcPts val="200"/>
              </a:spcAft>
            </a:pPr>
            <a:r>
              <a:rPr lang="en-US" sz="600" b="0">
                <a:solidFill>
                  <a:schemeClr val="tx2"/>
                </a:solidFill>
                <a:latin typeface="Arial" panose="020B0604020202020204" pitchFamily="34" charset="0"/>
              </a:rPr>
              <a:t>Source: 	[…].</a:t>
            </a:r>
          </a:p>
        </p:txBody>
      </p:sp>
      <p:sp>
        <p:nvSpPr>
          <p:cNvPr id="2" name="Text Placeholder 7">
            <a:extLst>
              <a:ext uri="{FF2B5EF4-FFF2-40B4-BE49-F238E27FC236}">
                <a16:creationId xmlns:a16="http://schemas.microsoft.com/office/drawing/2014/main" id="{66FBA14E-095E-59B3-9E18-9B42DC9A3B19}"/>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EE52680C-CB00-B5E0-94DA-2F70BE9989A7}"/>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37D62885-7267-EDE6-6742-AA0A263D2F48}"/>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0D340BF9-DF38-CFF5-41FF-8EBFE55611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6" name="Straight Arrow Connector 15">
            <a:extLst>
              <a:ext uri="{FF2B5EF4-FFF2-40B4-BE49-F238E27FC236}">
                <a16:creationId xmlns:a16="http://schemas.microsoft.com/office/drawing/2014/main" id="{338392EF-4029-4D01-53A7-FDD7D215A914}"/>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D0CA4BAA-8042-3E5E-5EA4-B91FF13FC555}"/>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9" name="Rectangle 8">
            <a:extLst>
              <a:ext uri="{FF2B5EF4-FFF2-40B4-BE49-F238E27FC236}">
                <a16:creationId xmlns:a16="http://schemas.microsoft.com/office/drawing/2014/main" id="{B4C24311-68DE-AC8F-9401-545872576BC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0" name="Rectangle 9">
            <a:extLst>
              <a:ext uri="{FF2B5EF4-FFF2-40B4-BE49-F238E27FC236}">
                <a16:creationId xmlns:a16="http://schemas.microsoft.com/office/drawing/2014/main" id="{808ED605-6CB2-A7A9-5141-99D4EFFFEA55}"/>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8" name="Rectangle 17">
            <a:extLst>
              <a:ext uri="{FF2B5EF4-FFF2-40B4-BE49-F238E27FC236}">
                <a16:creationId xmlns:a16="http://schemas.microsoft.com/office/drawing/2014/main" id="{75CF1E01-2D1A-A52A-344C-4B99E0255C3C}"/>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20" name="Rectangle 19">
            <a:extLst>
              <a:ext uri="{FF2B5EF4-FFF2-40B4-BE49-F238E27FC236}">
                <a16:creationId xmlns:a16="http://schemas.microsoft.com/office/drawing/2014/main" id="{6842F5BC-669D-23EC-119A-4EBA3561D89D}"/>
              </a:ext>
            </a:extLst>
          </p:cNvPr>
          <p:cNvSpPr/>
          <p:nvPr/>
        </p:nvSpPr>
        <p:spPr>
          <a:xfrm>
            <a:off x="10598330" y="6277289"/>
            <a:ext cx="1550957" cy="554584"/>
          </a:xfrm>
          <a:prstGeom prst="rect">
            <a:avLst/>
          </a:prstGeom>
          <a:solidFill>
            <a:schemeClr val="accent6"/>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800" b="1">
                <a:solidFill>
                  <a:schemeClr val="bg1"/>
                </a:solidFill>
              </a:rPr>
              <a:t>UPDATES:</a:t>
            </a:r>
            <a:r>
              <a:rPr lang="en-US" sz="800">
                <a:solidFill>
                  <a:schemeClr val="bg1"/>
                </a:solidFill>
              </a:rPr>
              <a:t> headers and text boxes aligned with Diligence+ gridlines</a:t>
            </a:r>
          </a:p>
        </p:txBody>
      </p:sp>
    </p:spTree>
    <p:extLst>
      <p:ext uri="{BB962C8B-B14F-4D97-AF65-F5344CB8AC3E}">
        <p14:creationId xmlns:p14="http://schemas.microsoft.com/office/powerpoint/2010/main" val="34935135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797580-73CA-415D-8470-D1944DAA7379}"/>
              </a:ext>
            </a:extLst>
          </p:cNvPr>
          <p:cNvGraphicFramePr>
            <a:graphicFrameLocks noChangeAspect="1"/>
          </p:cNvGraphicFramePr>
          <p:nvPr>
            <p:custDataLst>
              <p:tags r:id="rId1"/>
            </p:custDataLst>
            <p:extLst>
              <p:ext uri="{D42A27DB-BD31-4B8C-83A1-F6EECF244321}">
                <p14:modId xmlns:p14="http://schemas.microsoft.com/office/powerpoint/2010/main" val="240775397"/>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Object 5" hidden="1">
                        <a:extLst>
                          <a:ext uri="{FF2B5EF4-FFF2-40B4-BE49-F238E27FC236}">
                            <a16:creationId xmlns:a16="http://schemas.microsoft.com/office/drawing/2014/main" id="{13797580-73CA-415D-8470-D1944DAA7379}"/>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15" name="Chart Placeholder 14">
            <a:extLst>
              <a:ext uri="{FF2B5EF4-FFF2-40B4-BE49-F238E27FC236}">
                <a16:creationId xmlns:a16="http://schemas.microsoft.com/office/drawing/2014/main" id="{8F453F8A-7D2B-700F-9BA2-D1FCA66D83DB}"/>
              </a:ext>
            </a:extLst>
          </p:cNvPr>
          <p:cNvSpPr>
            <a:spLocks noGrp="1"/>
          </p:cNvSpPr>
          <p:nvPr>
            <p:ph type="chart" sz="quarter" idx="12"/>
          </p:nvPr>
        </p:nvSpPr>
        <p:spPr/>
        <p:txBody>
          <a:bodyPr/>
          <a:lstStyle/>
          <a:p>
            <a:endParaRPr lang="fi-FI"/>
          </a:p>
        </p:txBody>
      </p:sp>
      <p:sp>
        <p:nvSpPr>
          <p:cNvPr id="13" name="Text Placeholder 12">
            <a:extLst>
              <a:ext uri="{FF2B5EF4-FFF2-40B4-BE49-F238E27FC236}">
                <a16:creationId xmlns:a16="http://schemas.microsoft.com/office/drawing/2014/main" id="{D225D19F-91F7-BB50-9A4C-C551C3D5129A}"/>
              </a:ext>
            </a:extLst>
          </p:cNvPr>
          <p:cNvSpPr>
            <a:spLocks noGrp="1"/>
          </p:cNvSpPr>
          <p:nvPr>
            <p:ph type="body" sz="quarter" idx="10"/>
          </p:nvPr>
        </p:nvSpPr>
        <p:spPr/>
        <p:txBody>
          <a:bodyPr/>
          <a:lstStyle/>
          <a:p>
            <a:endParaRPr lang="fi-FI"/>
          </a:p>
        </p:txBody>
      </p:sp>
      <p:sp>
        <p:nvSpPr>
          <p:cNvPr id="63" name="Title 62">
            <a:extLst>
              <a:ext uri="{FF2B5EF4-FFF2-40B4-BE49-F238E27FC236}">
                <a16:creationId xmlns:a16="http://schemas.microsoft.com/office/drawing/2014/main" id="{0136F9DB-9733-469D-A03E-0D5EE19FE6E6}"/>
              </a:ext>
            </a:extLst>
          </p:cNvPr>
          <p:cNvSpPr>
            <a:spLocks noGrp="1"/>
          </p:cNvSpPr>
          <p:nvPr>
            <p:ph type="title"/>
          </p:nvPr>
        </p:nvSpPr>
        <p:spPr/>
        <p:txBody>
          <a:bodyPr/>
          <a:lstStyle/>
          <a:p>
            <a:r>
              <a:rPr lang="en-US"/>
              <a:t>Net debt</a:t>
            </a:r>
          </a:p>
        </p:txBody>
      </p:sp>
      <p:sp>
        <p:nvSpPr>
          <p:cNvPr id="14" name="Text Placeholder 13">
            <a:extLst>
              <a:ext uri="{FF2B5EF4-FFF2-40B4-BE49-F238E27FC236}">
                <a16:creationId xmlns:a16="http://schemas.microsoft.com/office/drawing/2014/main" id="{99CD2D5C-07E0-983D-981C-61F6C7A38A23}"/>
              </a:ext>
            </a:extLst>
          </p:cNvPr>
          <p:cNvSpPr>
            <a:spLocks noGrp="1"/>
          </p:cNvSpPr>
          <p:nvPr>
            <p:ph type="body" sz="quarter" idx="11"/>
          </p:nvPr>
        </p:nvSpPr>
        <p:spPr/>
        <p:txBody>
          <a:bodyPr/>
          <a:lstStyle/>
          <a:p>
            <a:endParaRPr lang="fi-FI"/>
          </a:p>
        </p:txBody>
      </p:sp>
      <p:sp>
        <p:nvSpPr>
          <p:cNvPr id="16" name="Table Placeholder 15">
            <a:extLst>
              <a:ext uri="{FF2B5EF4-FFF2-40B4-BE49-F238E27FC236}">
                <a16:creationId xmlns:a16="http://schemas.microsoft.com/office/drawing/2014/main" id="{CD275CDB-B58A-7B53-0306-BD47F6CD706D}"/>
              </a:ext>
            </a:extLst>
          </p:cNvPr>
          <p:cNvSpPr>
            <a:spLocks noGrp="1"/>
          </p:cNvSpPr>
          <p:nvPr>
            <p:ph type="tbl" sz="quarter" idx="13"/>
          </p:nvPr>
        </p:nvSpPr>
        <p:spPr/>
        <p:txBody>
          <a:bodyPr/>
          <a:lstStyle/>
          <a:p>
            <a:endParaRPr lang="fi-FI"/>
          </a:p>
        </p:txBody>
      </p:sp>
      <p:sp>
        <p:nvSpPr>
          <p:cNvPr id="7" name="Text Placeholder 6">
            <a:extLst>
              <a:ext uri="{FF2B5EF4-FFF2-40B4-BE49-F238E27FC236}">
                <a16:creationId xmlns:a16="http://schemas.microsoft.com/office/drawing/2014/main" id="{863116BA-8BAE-48BD-8189-4BDC91B115C9}"/>
              </a:ext>
            </a:extLst>
          </p:cNvPr>
          <p:cNvSpPr>
            <a:spLocks noGrp="1"/>
          </p:cNvSpPr>
          <p:nvPr>
            <p:ph type="body" sz="quarter" idx="26"/>
          </p:nvPr>
        </p:nvSpPr>
        <p:spPr/>
        <p:txBody>
          <a:bodyPr/>
          <a:lstStyle/>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a:p>
        </p:txBody>
      </p:sp>
      <p:sp>
        <p:nvSpPr>
          <p:cNvPr id="93" name="Rectangle 92">
            <a:extLst>
              <a:ext uri="{FF2B5EF4-FFF2-40B4-BE49-F238E27FC236}">
                <a16:creationId xmlns:a16="http://schemas.microsoft.com/office/drawing/2014/main" id="{3CE9AAAA-BDE2-42F8-9AD3-3656F54FC81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94" name="Rectangle 93">
            <a:extLst>
              <a:ext uri="{FF2B5EF4-FFF2-40B4-BE49-F238E27FC236}">
                <a16:creationId xmlns:a16="http://schemas.microsoft.com/office/drawing/2014/main" id="{4766F920-DE38-4871-9952-5D564E322DA1}"/>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98" name="Rectangle 97">
            <a:extLst>
              <a:ext uri="{FF2B5EF4-FFF2-40B4-BE49-F238E27FC236}">
                <a16:creationId xmlns:a16="http://schemas.microsoft.com/office/drawing/2014/main" id="{0B3589B6-C15F-415C-8595-25AB809A2BF1}"/>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99" name="Rectangle 98">
            <a:extLst>
              <a:ext uri="{FF2B5EF4-FFF2-40B4-BE49-F238E27FC236}">
                <a16:creationId xmlns:a16="http://schemas.microsoft.com/office/drawing/2014/main" id="{79C36FDB-DCEE-4507-A088-75A38B3B84DA}"/>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00" name="Rectangle 99">
            <a:extLst>
              <a:ext uri="{FF2B5EF4-FFF2-40B4-BE49-F238E27FC236}">
                <a16:creationId xmlns:a16="http://schemas.microsoft.com/office/drawing/2014/main" id="{1230C354-3790-478D-918B-AF85B68C49FA}"/>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graphicFrame>
        <p:nvGraphicFramePr>
          <p:cNvPr id="25" name="Table 10">
            <a:extLst>
              <a:ext uri="{FF2B5EF4-FFF2-40B4-BE49-F238E27FC236}">
                <a16:creationId xmlns:a16="http://schemas.microsoft.com/office/drawing/2014/main" id="{A237534C-65B3-B7D4-F6C7-39800B12DAF7}"/>
              </a:ext>
            </a:extLst>
          </p:cNvPr>
          <p:cNvGraphicFramePr>
            <a:graphicFrameLocks noGrp="1"/>
          </p:cNvGraphicFramePr>
          <p:nvPr>
            <p:extLst>
              <p:ext uri="{D42A27DB-BD31-4B8C-83A1-F6EECF244321}">
                <p14:modId xmlns:p14="http://schemas.microsoft.com/office/powerpoint/2010/main" val="947583169"/>
              </p:ext>
            </p:extLst>
          </p:nvPr>
        </p:nvGraphicFramePr>
        <p:xfrm>
          <a:off x="932737" y="142211"/>
          <a:ext cx="9248845"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04900">
                  <a:extLst>
                    <a:ext uri="{9D8B030D-6E8A-4147-A177-3AD203B41FA5}">
                      <a16:colId xmlns:a16="http://schemas.microsoft.com/office/drawing/2014/main" val="3480804512"/>
                    </a:ext>
                  </a:extLst>
                </a:gridCol>
                <a:gridCol w="1083310">
                  <a:extLst>
                    <a:ext uri="{9D8B030D-6E8A-4147-A177-3AD203B41FA5}">
                      <a16:colId xmlns:a16="http://schemas.microsoft.com/office/drawing/2014/main" val="1508802548"/>
                    </a:ext>
                  </a:extLst>
                </a:gridCol>
                <a:gridCol w="1005840">
                  <a:extLst>
                    <a:ext uri="{9D8B030D-6E8A-4147-A177-3AD203B41FA5}">
                      <a16:colId xmlns:a16="http://schemas.microsoft.com/office/drawing/2014/main" val="1380669789"/>
                    </a:ext>
                  </a:extLst>
                </a:gridCol>
                <a:gridCol w="768350">
                  <a:extLst>
                    <a:ext uri="{9D8B030D-6E8A-4147-A177-3AD203B41FA5}">
                      <a16:colId xmlns:a16="http://schemas.microsoft.com/office/drawing/2014/main" val="3717172380"/>
                    </a:ext>
                  </a:extLst>
                </a:gridCol>
                <a:gridCol w="693738">
                  <a:extLst>
                    <a:ext uri="{9D8B030D-6E8A-4147-A177-3AD203B41FA5}">
                      <a16:colId xmlns:a16="http://schemas.microsoft.com/office/drawing/2014/main" val="2348796435"/>
                    </a:ext>
                  </a:extLst>
                </a:gridCol>
                <a:gridCol w="952500">
                  <a:extLst>
                    <a:ext uri="{9D8B030D-6E8A-4147-A177-3AD203B41FA5}">
                      <a16:colId xmlns:a16="http://schemas.microsoft.com/office/drawing/2014/main" val="3209140028"/>
                    </a:ext>
                  </a:extLst>
                </a:gridCol>
                <a:gridCol w="935831">
                  <a:extLst>
                    <a:ext uri="{9D8B030D-6E8A-4147-A177-3AD203B41FA5}">
                      <a16:colId xmlns:a16="http://schemas.microsoft.com/office/drawing/2014/main" val="2651425576"/>
                    </a:ext>
                  </a:extLst>
                </a:gridCol>
                <a:gridCol w="631673">
                  <a:extLst>
                    <a:ext uri="{9D8B030D-6E8A-4147-A177-3AD203B41FA5}">
                      <a16:colId xmlns:a16="http://schemas.microsoft.com/office/drawing/2014/main" val="3903366463"/>
                    </a:ext>
                  </a:extLst>
                </a:gridCol>
                <a:gridCol w="817865">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338D"/>
                          </a:solidFill>
                          <a:effectLst/>
                          <a:uLnTx/>
                          <a:uFillTx/>
                          <a:latin typeface="+mn-lt"/>
                          <a:ea typeface="+mn-ea"/>
                          <a:cs typeface="+mn-cs"/>
                        </a:rPr>
                        <a:t>Balance sheet</a:t>
                      </a:r>
                      <a:endParaRPr kumimoji="0" lang="en-US" sz="1000" b="1" i="0" u="none" strike="noStrike" kern="1200" cap="none" spc="0" normalizeH="0" baseline="0">
                        <a:ln>
                          <a:noFill/>
                        </a:ln>
                        <a:solidFill>
                          <a:srgbClr val="00338D"/>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26" name="Rectangle 25">
            <a:hlinkClick r:id="rId6" action="ppaction://hlinksldjump"/>
            <a:extLst>
              <a:ext uri="{FF2B5EF4-FFF2-40B4-BE49-F238E27FC236}">
                <a16:creationId xmlns:a16="http://schemas.microsoft.com/office/drawing/2014/main" id="{3A594103-8C85-E796-F154-17CF576B185B}"/>
              </a:ext>
            </a:extLst>
          </p:cNvPr>
          <p:cNvSpPr/>
          <p:nvPr/>
        </p:nvSpPr>
        <p:spPr>
          <a:xfrm>
            <a:off x="938704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7" name="Rectangle 26">
            <a:hlinkClick r:id="rId7" action="ppaction://hlinksldjump"/>
            <a:extLst>
              <a:ext uri="{FF2B5EF4-FFF2-40B4-BE49-F238E27FC236}">
                <a16:creationId xmlns:a16="http://schemas.microsoft.com/office/drawing/2014/main" id="{038067A7-54A0-81D1-C20D-AB52C3A8709F}"/>
              </a:ext>
            </a:extLst>
          </p:cNvPr>
          <p:cNvSpPr/>
          <p:nvPr/>
        </p:nvSpPr>
        <p:spPr>
          <a:xfrm>
            <a:off x="2199335" y="140055"/>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8" name="Rectangle 27">
            <a:hlinkClick r:id="rId8" action="ppaction://hlinksldjump"/>
            <a:extLst>
              <a:ext uri="{FF2B5EF4-FFF2-40B4-BE49-F238E27FC236}">
                <a16:creationId xmlns:a16="http://schemas.microsoft.com/office/drawing/2014/main" id="{8AD1495F-83E9-5871-69F1-C64F9392A44E}"/>
              </a:ext>
            </a:extLst>
          </p:cNvPr>
          <p:cNvSpPr/>
          <p:nvPr/>
        </p:nvSpPr>
        <p:spPr>
          <a:xfrm>
            <a:off x="4387255" y="140055"/>
            <a:ext cx="97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9" name="Rectangle 28">
            <a:hlinkClick r:id="" action="ppaction://noaction"/>
            <a:extLst>
              <a:ext uri="{FF2B5EF4-FFF2-40B4-BE49-F238E27FC236}">
                <a16:creationId xmlns:a16="http://schemas.microsoft.com/office/drawing/2014/main" id="{CFDCAD7B-DFAC-B864-8BA7-00F67C05B9D1}"/>
              </a:ext>
            </a:extLst>
          </p:cNvPr>
          <p:cNvSpPr/>
          <p:nvPr/>
        </p:nvSpPr>
        <p:spPr>
          <a:xfrm>
            <a:off x="781335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0" name="Rectangle 29">
            <a:hlinkClick r:id="rId9" action="ppaction://hlinksldjump"/>
            <a:extLst>
              <a:ext uri="{FF2B5EF4-FFF2-40B4-BE49-F238E27FC236}">
                <a16:creationId xmlns:a16="http://schemas.microsoft.com/office/drawing/2014/main" id="{D13AD95F-0325-020F-50AA-D4772CB225D9}"/>
              </a:ext>
            </a:extLst>
          </p:cNvPr>
          <p:cNvSpPr/>
          <p:nvPr/>
        </p:nvSpPr>
        <p:spPr>
          <a:xfrm>
            <a:off x="540415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1" name="Rectangle 30">
            <a:hlinkClick r:id="rId10" action="ppaction://hlinksldjump"/>
            <a:extLst>
              <a:ext uri="{FF2B5EF4-FFF2-40B4-BE49-F238E27FC236}">
                <a16:creationId xmlns:a16="http://schemas.microsoft.com/office/drawing/2014/main" id="{C7FA20CF-6BC5-77B0-393B-3525E9396668}"/>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32" name="Rectangle 31">
            <a:hlinkClick r:id="rId11" action="ppaction://hlinksldjump"/>
            <a:extLst>
              <a:ext uri="{FF2B5EF4-FFF2-40B4-BE49-F238E27FC236}">
                <a16:creationId xmlns:a16="http://schemas.microsoft.com/office/drawing/2014/main" id="{A7165F27-E567-ED8C-2001-8850CD15DA8F}"/>
              </a:ext>
            </a:extLst>
          </p:cNvPr>
          <p:cNvSpPr/>
          <p:nvPr/>
        </p:nvSpPr>
        <p:spPr>
          <a:xfrm>
            <a:off x="3305911" y="140055"/>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3" name="Rectangle 32">
            <a:hlinkClick r:id="rId12" action="ppaction://hlinksldjump"/>
            <a:extLst>
              <a:ext uri="{FF2B5EF4-FFF2-40B4-BE49-F238E27FC236}">
                <a16:creationId xmlns:a16="http://schemas.microsoft.com/office/drawing/2014/main" id="{A6484F9D-2549-F8CD-F775-B1D544A2F04A}"/>
              </a:ext>
            </a:extLst>
          </p:cNvPr>
          <p:cNvSpPr/>
          <p:nvPr/>
        </p:nvSpPr>
        <p:spPr>
          <a:xfrm>
            <a:off x="617245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4" name="Rectangle 33">
            <a:hlinkClick r:id="" action="ppaction://noaction"/>
            <a:extLst>
              <a:ext uri="{FF2B5EF4-FFF2-40B4-BE49-F238E27FC236}">
                <a16:creationId xmlns:a16="http://schemas.microsoft.com/office/drawing/2014/main" id="{80B10102-DF56-4F71-BAD5-EA460D6EF49B}"/>
              </a:ext>
            </a:extLst>
          </p:cNvPr>
          <p:cNvSpPr/>
          <p:nvPr/>
        </p:nvSpPr>
        <p:spPr>
          <a:xfrm>
            <a:off x="68664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5" name="Rectangle 34">
            <a:hlinkClick r:id="rId13" action="ppaction://hlinksldjump"/>
            <a:extLst>
              <a:ext uri="{FF2B5EF4-FFF2-40B4-BE49-F238E27FC236}">
                <a16:creationId xmlns:a16="http://schemas.microsoft.com/office/drawing/2014/main" id="{B8465D01-03A6-05E3-5335-5A32E58D513D}"/>
              </a:ext>
            </a:extLst>
          </p:cNvPr>
          <p:cNvSpPr/>
          <p:nvPr/>
        </p:nvSpPr>
        <p:spPr>
          <a:xfrm>
            <a:off x="8753938"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8" name="Text Placeholder 12">
            <a:extLst>
              <a:ext uri="{FF2B5EF4-FFF2-40B4-BE49-F238E27FC236}">
                <a16:creationId xmlns:a16="http://schemas.microsoft.com/office/drawing/2014/main" id="{2C9ABA4E-3558-2411-7915-272F0194813D}"/>
              </a:ext>
            </a:extLst>
          </p:cNvPr>
          <p:cNvSpPr txBox="1">
            <a:spLocks/>
          </p:cNvSpPr>
          <p:nvPr/>
        </p:nvSpPr>
        <p:spPr>
          <a:xfrm>
            <a:off x="995121" y="5907053"/>
            <a:ext cx="3600000" cy="210314"/>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a:t>
            </a:r>
          </a:p>
          <a:p>
            <a:pPr defTabSz="444500" rtl="0">
              <a:spcAft>
                <a:spcPts val="200"/>
              </a:spcAft>
            </a:pPr>
            <a:r>
              <a:rPr lang="en-US" sz="600" b="0">
                <a:solidFill>
                  <a:schemeClr val="tx2"/>
                </a:solidFill>
                <a:latin typeface="Arial" panose="020B0604020202020204" pitchFamily="34" charset="0"/>
              </a:rPr>
              <a:t>Source: 	[…].</a:t>
            </a:r>
          </a:p>
        </p:txBody>
      </p:sp>
      <p:sp>
        <p:nvSpPr>
          <p:cNvPr id="2" name="Text Placeholder 7">
            <a:extLst>
              <a:ext uri="{FF2B5EF4-FFF2-40B4-BE49-F238E27FC236}">
                <a16:creationId xmlns:a16="http://schemas.microsoft.com/office/drawing/2014/main" id="{9FD228C3-901F-6BE6-0AFD-0C2344252D38}"/>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3" name="Text Placeholder 12">
            <a:extLst>
              <a:ext uri="{FF2B5EF4-FFF2-40B4-BE49-F238E27FC236}">
                <a16:creationId xmlns:a16="http://schemas.microsoft.com/office/drawing/2014/main" id="{66F1415B-703E-04D6-A1D4-AE9FEF8CC80C}"/>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4" name="Rounded Rectangle 7">
            <a:extLst>
              <a:ext uri="{FF2B5EF4-FFF2-40B4-BE49-F238E27FC236}">
                <a16:creationId xmlns:a16="http://schemas.microsoft.com/office/drawing/2014/main" id="{AB0A734A-86EB-4443-320E-76E44D47659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5" name="Rectangle 4">
            <a:extLst>
              <a:ext uri="{FF2B5EF4-FFF2-40B4-BE49-F238E27FC236}">
                <a16:creationId xmlns:a16="http://schemas.microsoft.com/office/drawing/2014/main" id="{70B98DA6-2B6C-2C26-6C60-4A507B70DE4B}"/>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9" name="Straight Arrow Connector 18">
            <a:extLst>
              <a:ext uri="{FF2B5EF4-FFF2-40B4-BE49-F238E27FC236}">
                <a16:creationId xmlns:a16="http://schemas.microsoft.com/office/drawing/2014/main" id="{65A55EA3-413F-6DBE-1BCF-B44A3C505D59}"/>
              </a:ext>
            </a:extLst>
          </p:cNvPr>
          <p:cNvCxnSpPr>
            <a:cxnSpLocks/>
            <a:stCxn id="5" idx="2"/>
            <a:endCxn id="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8FBD071-1256-0286-E7C4-60EC9A63D112}"/>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9" name="Rectangle 8">
            <a:extLst>
              <a:ext uri="{FF2B5EF4-FFF2-40B4-BE49-F238E27FC236}">
                <a16:creationId xmlns:a16="http://schemas.microsoft.com/office/drawing/2014/main" id="{E5716B78-4442-5C21-8571-4361608E6736}"/>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0" name="Rectangle 9">
            <a:extLst>
              <a:ext uri="{FF2B5EF4-FFF2-40B4-BE49-F238E27FC236}">
                <a16:creationId xmlns:a16="http://schemas.microsoft.com/office/drawing/2014/main" id="{6C2ECC21-855D-5D3B-D48C-133F45E63E7A}"/>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1" name="Rectangle 10">
            <a:extLst>
              <a:ext uri="{FF2B5EF4-FFF2-40B4-BE49-F238E27FC236}">
                <a16:creationId xmlns:a16="http://schemas.microsoft.com/office/drawing/2014/main" id="{DCB43E81-067B-57CD-3AE3-78002854F4D1}"/>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2" name="Rectangle 11">
            <a:extLst>
              <a:ext uri="{FF2B5EF4-FFF2-40B4-BE49-F238E27FC236}">
                <a16:creationId xmlns:a16="http://schemas.microsoft.com/office/drawing/2014/main" id="{7AE6BE03-C1E8-95D5-4794-FEBD78492C46}"/>
              </a:ext>
            </a:extLst>
          </p:cNvPr>
          <p:cNvSpPr/>
          <p:nvPr/>
        </p:nvSpPr>
        <p:spPr>
          <a:xfrm>
            <a:off x="10598330" y="6277289"/>
            <a:ext cx="1550957" cy="554584"/>
          </a:xfrm>
          <a:prstGeom prst="rect">
            <a:avLst/>
          </a:prstGeom>
          <a:solidFill>
            <a:schemeClr val="accent6"/>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800" b="1">
                <a:solidFill>
                  <a:schemeClr val="bg1"/>
                </a:solidFill>
              </a:rPr>
              <a:t>UPDATES:</a:t>
            </a:r>
            <a:r>
              <a:rPr lang="en-US" sz="800">
                <a:solidFill>
                  <a:schemeClr val="bg1"/>
                </a:solidFill>
              </a:rPr>
              <a:t> headers and text boxes aligned with Diligence+ gridlines</a:t>
            </a:r>
          </a:p>
        </p:txBody>
      </p:sp>
    </p:spTree>
    <p:extLst>
      <p:ext uri="{BB962C8B-B14F-4D97-AF65-F5344CB8AC3E}">
        <p14:creationId xmlns:p14="http://schemas.microsoft.com/office/powerpoint/2010/main" val="28044454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66C5109-0111-4E17-8D7D-F69D2B2B94DC}"/>
              </a:ext>
            </a:extLst>
          </p:cNvPr>
          <p:cNvGraphicFramePr>
            <a:graphicFrameLocks noChangeAspect="1"/>
          </p:cNvGraphicFramePr>
          <p:nvPr>
            <p:custDataLst>
              <p:tags r:id="rId1"/>
            </p:custDataLst>
            <p:extLst>
              <p:ext uri="{D42A27DB-BD31-4B8C-83A1-F6EECF244321}">
                <p14:modId xmlns:p14="http://schemas.microsoft.com/office/powerpoint/2010/main" val="2642720773"/>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466C5109-0111-4E17-8D7D-F69D2B2B94DC}"/>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graphicFrame>
        <p:nvGraphicFramePr>
          <p:cNvPr id="3" name="Table 7">
            <a:extLst>
              <a:ext uri="{FF2B5EF4-FFF2-40B4-BE49-F238E27FC236}">
                <a16:creationId xmlns:a16="http://schemas.microsoft.com/office/drawing/2014/main" id="{A3CE7308-32B8-EF72-E067-1D46D75985B6}"/>
              </a:ext>
            </a:extLst>
          </p:cNvPr>
          <p:cNvGraphicFramePr>
            <a:graphicFrameLocks/>
          </p:cNvGraphicFramePr>
          <p:nvPr>
            <p:extLst>
              <p:ext uri="{D42A27DB-BD31-4B8C-83A1-F6EECF244321}">
                <p14:modId xmlns:p14="http://schemas.microsoft.com/office/powerpoint/2010/main" val="500834050"/>
              </p:ext>
            </p:extLst>
          </p:nvPr>
        </p:nvGraphicFramePr>
        <p:xfrm>
          <a:off x="1293813" y="3022600"/>
          <a:ext cx="6321424" cy="2743200"/>
        </p:xfrm>
        <a:graphic>
          <a:graphicData uri="http://schemas.openxmlformats.org/drawingml/2006/table">
            <a:tbl>
              <a:tblPr firstRow="1" bandRow="1">
                <a:tableStyleId>{5C22544A-7EE6-4342-B048-85BDC9FD1C3A}</a:tableStyleId>
              </a:tblPr>
              <a:tblGrid>
                <a:gridCol w="995362">
                  <a:extLst>
                    <a:ext uri="{9D8B030D-6E8A-4147-A177-3AD203B41FA5}">
                      <a16:colId xmlns:a16="http://schemas.microsoft.com/office/drawing/2014/main" val="742544998"/>
                    </a:ext>
                  </a:extLst>
                </a:gridCol>
                <a:gridCol w="4521201">
                  <a:extLst>
                    <a:ext uri="{9D8B030D-6E8A-4147-A177-3AD203B41FA5}">
                      <a16:colId xmlns:a16="http://schemas.microsoft.com/office/drawing/2014/main" val="1401308672"/>
                    </a:ext>
                  </a:extLst>
                </a:gridCol>
                <a:gridCol w="804861">
                  <a:extLst>
                    <a:ext uri="{9D8B030D-6E8A-4147-A177-3AD203B41FA5}">
                      <a16:colId xmlns:a16="http://schemas.microsoft.com/office/drawing/2014/main" val="4196980023"/>
                    </a:ext>
                  </a:extLst>
                </a:gridCol>
              </a:tblGrid>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0" u="none" kern="1200">
                          <a:solidFill>
                            <a:schemeClr val="bg1"/>
                          </a:solidFill>
                          <a:latin typeface="+mj-lt"/>
                          <a:ea typeface="+mn-ea"/>
                          <a:cs typeface="+mn-cs"/>
                        </a:rPr>
                        <a:t>01</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a:solidFill>
                            <a:schemeClr val="bg1"/>
                          </a:solidFill>
                        </a:rPr>
                        <a:t>Operating cash flows</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sz="1600" b="0">
                          <a:solidFill>
                            <a:schemeClr val="bg1"/>
                          </a:solidFill>
                        </a:rPr>
                        <a:t>50</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93307755"/>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02</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bg1"/>
                          </a:solidFill>
                        </a:rPr>
                        <a:t>Add title</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a:solidFill>
                            <a:schemeClr val="bg1"/>
                          </a:solidFill>
                        </a:rPr>
                        <a:t>xx</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88271"/>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03</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bg1"/>
                          </a:solidFill>
                        </a:rPr>
                        <a:t>Add title</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a:solidFill>
                            <a:schemeClr val="bg1"/>
                          </a:solidFill>
                        </a:rPr>
                        <a:t>xx</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9013508"/>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endParaRPr lang="en-US" sz="3200" b="1" u="none" kern="1200">
                        <a:solidFill>
                          <a:schemeClr val="bg1"/>
                        </a:solidFill>
                        <a:latin typeface="+mj-lt"/>
                        <a:ea typeface="+mn-ea"/>
                        <a:cs typeface="+mn-cs"/>
                      </a:endParaRP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u="none">
                        <a:solidFill>
                          <a:schemeClr val="bg1"/>
                        </a:solidFill>
                      </a:endParaRP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a:endParaRPr lang="en-US" sz="1600" u="none">
                        <a:solidFill>
                          <a:schemeClr val="bg1"/>
                        </a:solidFill>
                      </a:endParaRP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30954912"/>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endParaRPr lang="en-US" sz="3200" b="1" u="none" kern="1200">
                        <a:solidFill>
                          <a:schemeClr val="bg1"/>
                        </a:solidFill>
                        <a:latin typeface="+mj-lt"/>
                        <a:ea typeface="+mn-ea"/>
                        <a:cs typeface="+mn-cs"/>
                      </a:endParaRP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u="none">
                        <a:solidFill>
                          <a:schemeClr val="bg1"/>
                        </a:solidFill>
                      </a:endParaRP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endParaRPr lang="en-US" sz="1600" u="none">
                        <a:solidFill>
                          <a:schemeClr val="bg1"/>
                        </a:solidFill>
                      </a:endParaRP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57734648"/>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endParaRPr lang="en-US" sz="3200" b="1" u="none" kern="1200">
                        <a:solidFill>
                          <a:schemeClr val="bg1"/>
                        </a:solidFill>
                        <a:latin typeface="+mj-lt"/>
                        <a:ea typeface="+mn-ea"/>
                        <a:cs typeface="+mn-cs"/>
                      </a:endParaRP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u="none">
                        <a:solidFill>
                          <a:schemeClr val="bg1"/>
                        </a:solidFill>
                      </a:endParaRP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1600" u="none">
                        <a:solidFill>
                          <a:schemeClr val="bg1"/>
                        </a:solidFill>
                      </a:endParaRP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915418"/>
                  </a:ext>
                </a:extLst>
              </a:tr>
            </a:tbl>
          </a:graphicData>
        </a:graphic>
      </p:graphicFrame>
      <p:sp>
        <p:nvSpPr>
          <p:cNvPr id="4" name="Text Placeholder 3">
            <a:extLst>
              <a:ext uri="{FF2B5EF4-FFF2-40B4-BE49-F238E27FC236}">
                <a16:creationId xmlns:a16="http://schemas.microsoft.com/office/drawing/2014/main" id="{A97AF671-F83C-4C73-B887-334A69D8A375}"/>
              </a:ext>
            </a:extLst>
          </p:cNvPr>
          <p:cNvSpPr>
            <a:spLocks noGrp="1"/>
          </p:cNvSpPr>
          <p:nvPr>
            <p:ph type="body" sz="quarter" idx="14"/>
          </p:nvPr>
        </p:nvSpPr>
        <p:spPr/>
        <p:txBody>
          <a:bodyPr/>
          <a:lstStyle/>
          <a:p>
            <a:r>
              <a:rPr lang="en-US"/>
              <a:t>05</a:t>
            </a:r>
          </a:p>
        </p:txBody>
      </p:sp>
      <p:sp>
        <p:nvSpPr>
          <p:cNvPr id="2" name="Title 1">
            <a:extLst>
              <a:ext uri="{FF2B5EF4-FFF2-40B4-BE49-F238E27FC236}">
                <a16:creationId xmlns:a16="http://schemas.microsoft.com/office/drawing/2014/main" id="{99EB806D-E49B-4342-86BA-76DFA48575D9}"/>
              </a:ext>
            </a:extLst>
          </p:cNvPr>
          <p:cNvSpPr>
            <a:spLocks noGrp="1"/>
          </p:cNvSpPr>
          <p:nvPr>
            <p:ph type="ctrTitle"/>
          </p:nvPr>
        </p:nvSpPr>
        <p:spPr/>
        <p:txBody>
          <a:bodyPr vert="horz"/>
          <a:lstStyle/>
          <a:p>
            <a:r>
              <a:rPr lang="en-US"/>
              <a:t>Cash flows</a:t>
            </a:r>
          </a:p>
        </p:txBody>
      </p:sp>
      <p:sp>
        <p:nvSpPr>
          <p:cNvPr id="12" name="Rectangle 11">
            <a:hlinkClick r:id="rId5" action="ppaction://hlinksldjump"/>
            <a:extLst>
              <a:ext uri="{FF2B5EF4-FFF2-40B4-BE49-F238E27FC236}">
                <a16:creationId xmlns:a16="http://schemas.microsoft.com/office/drawing/2014/main" id="{1B9107A1-6E6C-41D8-9D0A-DA0E79E307C3}"/>
              </a:ext>
            </a:extLst>
          </p:cNvPr>
          <p:cNvSpPr/>
          <p:nvPr/>
        </p:nvSpPr>
        <p:spPr>
          <a:xfrm>
            <a:off x="1312805" y="3059814"/>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a:solidFill>
                <a:schemeClr val="bg1"/>
              </a:solidFill>
            </a:endParaRPr>
          </a:p>
        </p:txBody>
      </p:sp>
    </p:spTree>
    <p:extLst>
      <p:ext uri="{BB962C8B-B14F-4D97-AF65-F5344CB8AC3E}">
        <p14:creationId xmlns:p14="http://schemas.microsoft.com/office/powerpoint/2010/main" val="3510582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2A1A5F1D-5D31-4F0D-816A-570F64998440}"/>
              </a:ext>
            </a:extLst>
          </p:cNvPr>
          <p:cNvGraphicFramePr>
            <a:graphicFrameLocks noChangeAspect="1"/>
          </p:cNvGraphicFramePr>
          <p:nvPr>
            <p:custDataLst>
              <p:tags r:id="rId1"/>
            </p:custDataLst>
            <p:extLst>
              <p:ext uri="{D42A27DB-BD31-4B8C-83A1-F6EECF244321}">
                <p14:modId xmlns:p14="http://schemas.microsoft.com/office/powerpoint/2010/main" val="2177181906"/>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10" name="Object 9" hidden="1">
                        <a:extLst>
                          <a:ext uri="{FF2B5EF4-FFF2-40B4-BE49-F238E27FC236}">
                            <a16:creationId xmlns:a16="http://schemas.microsoft.com/office/drawing/2014/main" id="{2A1A5F1D-5D31-4F0D-816A-570F64998440}"/>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8" name="Table Placeholder 7">
            <a:extLst>
              <a:ext uri="{FF2B5EF4-FFF2-40B4-BE49-F238E27FC236}">
                <a16:creationId xmlns:a16="http://schemas.microsoft.com/office/drawing/2014/main" id="{95B07CE7-2F9B-93BC-2925-5221AB1670A7}"/>
              </a:ext>
            </a:extLst>
          </p:cNvPr>
          <p:cNvSpPr>
            <a:spLocks noGrp="1"/>
          </p:cNvSpPr>
          <p:nvPr>
            <p:ph type="tbl" sz="quarter" idx="13"/>
          </p:nvPr>
        </p:nvSpPr>
        <p:spPr/>
        <p:txBody>
          <a:bodyPr/>
          <a:lstStyle/>
          <a:p>
            <a:endParaRPr lang="fi-FI"/>
          </a:p>
        </p:txBody>
      </p:sp>
      <p:sp>
        <p:nvSpPr>
          <p:cNvPr id="3" name="Title 2">
            <a:extLst>
              <a:ext uri="{FF2B5EF4-FFF2-40B4-BE49-F238E27FC236}">
                <a16:creationId xmlns:a16="http://schemas.microsoft.com/office/drawing/2014/main" id="{9BA0189B-1A01-4E04-8530-BB0271449EEA}"/>
              </a:ext>
            </a:extLst>
          </p:cNvPr>
          <p:cNvSpPr>
            <a:spLocks noGrp="1"/>
          </p:cNvSpPr>
          <p:nvPr>
            <p:ph type="title"/>
          </p:nvPr>
        </p:nvSpPr>
        <p:spPr/>
        <p:txBody>
          <a:bodyPr vert="horz"/>
          <a:lstStyle/>
          <a:p>
            <a:r>
              <a:rPr lang="en-US"/>
              <a:t>Operating cash flows</a:t>
            </a:r>
          </a:p>
        </p:txBody>
      </p:sp>
      <p:sp>
        <p:nvSpPr>
          <p:cNvPr id="37" name="Text Placeholder 36">
            <a:extLst>
              <a:ext uri="{FF2B5EF4-FFF2-40B4-BE49-F238E27FC236}">
                <a16:creationId xmlns:a16="http://schemas.microsoft.com/office/drawing/2014/main" id="{6F225E31-8865-40DB-B999-59C5294FB554}"/>
              </a:ext>
            </a:extLst>
          </p:cNvPr>
          <p:cNvSpPr>
            <a:spLocks noGrp="1"/>
          </p:cNvSpPr>
          <p:nvPr>
            <p:ph type="body" sz="quarter" idx="24"/>
          </p:nvPr>
        </p:nvSpPr>
        <p:spPr/>
        <p:txBody>
          <a:bodyPr/>
          <a:lstStyle/>
          <a:p>
            <a:pPr>
              <a:defRPr/>
            </a:pPr>
            <a:r>
              <a:rPr lang="en-US" sz="1000" b="1">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a:p>
        </p:txBody>
      </p:sp>
      <p:sp>
        <p:nvSpPr>
          <p:cNvPr id="9" name="Chart Placeholder 8">
            <a:extLst>
              <a:ext uri="{FF2B5EF4-FFF2-40B4-BE49-F238E27FC236}">
                <a16:creationId xmlns:a16="http://schemas.microsoft.com/office/drawing/2014/main" id="{4893DD01-9F4B-A75E-E933-7F36D55BEFC0}"/>
              </a:ext>
            </a:extLst>
          </p:cNvPr>
          <p:cNvSpPr>
            <a:spLocks noGrp="1"/>
          </p:cNvSpPr>
          <p:nvPr>
            <p:ph type="chart" sz="quarter" idx="15"/>
          </p:nvPr>
        </p:nvSpPr>
        <p:spPr/>
        <p:txBody>
          <a:bodyPr/>
          <a:lstStyle/>
          <a:p>
            <a:endParaRPr lang="fi-FI"/>
          </a:p>
        </p:txBody>
      </p:sp>
      <p:sp>
        <p:nvSpPr>
          <p:cNvPr id="11" name="Text Placeholder 10">
            <a:extLst>
              <a:ext uri="{FF2B5EF4-FFF2-40B4-BE49-F238E27FC236}">
                <a16:creationId xmlns:a16="http://schemas.microsoft.com/office/drawing/2014/main" id="{4E1F31C2-CBA3-E3D5-3695-68BB385522BC}"/>
              </a:ext>
            </a:extLst>
          </p:cNvPr>
          <p:cNvSpPr>
            <a:spLocks noGrp="1"/>
          </p:cNvSpPr>
          <p:nvPr>
            <p:ph type="body" sz="quarter" idx="25"/>
          </p:nvPr>
        </p:nvSpPr>
        <p:spPr/>
        <p:txBody>
          <a:bodyPr/>
          <a:lstStyle/>
          <a:p>
            <a:endParaRPr lang="fi-FI"/>
          </a:p>
        </p:txBody>
      </p:sp>
      <p:sp>
        <p:nvSpPr>
          <p:cNvPr id="7" name="Chart Placeholder 6">
            <a:extLst>
              <a:ext uri="{FF2B5EF4-FFF2-40B4-BE49-F238E27FC236}">
                <a16:creationId xmlns:a16="http://schemas.microsoft.com/office/drawing/2014/main" id="{BFC21B71-8852-4A55-16A3-EE43B29471F6}"/>
              </a:ext>
            </a:extLst>
          </p:cNvPr>
          <p:cNvSpPr>
            <a:spLocks noGrp="1"/>
          </p:cNvSpPr>
          <p:nvPr>
            <p:ph type="chart" sz="quarter" idx="12"/>
          </p:nvPr>
        </p:nvSpPr>
        <p:spPr/>
        <p:txBody>
          <a:bodyPr/>
          <a:lstStyle/>
          <a:p>
            <a:endParaRPr lang="fi-FI"/>
          </a:p>
        </p:txBody>
      </p:sp>
      <p:sp>
        <p:nvSpPr>
          <p:cNvPr id="6" name="Text Placeholder 5">
            <a:extLst>
              <a:ext uri="{FF2B5EF4-FFF2-40B4-BE49-F238E27FC236}">
                <a16:creationId xmlns:a16="http://schemas.microsoft.com/office/drawing/2014/main" id="{7DF82EB8-074E-2E9B-2B65-1D26E615B032}"/>
              </a:ext>
            </a:extLst>
          </p:cNvPr>
          <p:cNvSpPr>
            <a:spLocks noGrp="1"/>
          </p:cNvSpPr>
          <p:nvPr>
            <p:ph type="body" sz="quarter" idx="10"/>
          </p:nvPr>
        </p:nvSpPr>
        <p:spPr/>
        <p:txBody>
          <a:bodyPr/>
          <a:lstStyle/>
          <a:p>
            <a:endParaRPr lang="fi-FI"/>
          </a:p>
        </p:txBody>
      </p:sp>
      <p:sp>
        <p:nvSpPr>
          <p:cNvPr id="64" name="Rectangle 63">
            <a:extLst>
              <a:ext uri="{FF2B5EF4-FFF2-40B4-BE49-F238E27FC236}">
                <a16:creationId xmlns:a16="http://schemas.microsoft.com/office/drawing/2014/main" id="{3735B1FF-57EB-4D8D-AB26-5ACD3F08ABF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65" name="Rectangle 64">
            <a:extLst>
              <a:ext uri="{FF2B5EF4-FFF2-40B4-BE49-F238E27FC236}">
                <a16:creationId xmlns:a16="http://schemas.microsoft.com/office/drawing/2014/main" id="{5BA9608F-62F4-461F-BD34-10C959E3860C}"/>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82" name="Rectangle 81">
            <a:extLst>
              <a:ext uri="{FF2B5EF4-FFF2-40B4-BE49-F238E27FC236}">
                <a16:creationId xmlns:a16="http://schemas.microsoft.com/office/drawing/2014/main" id="{112FB4C7-1E72-4143-93BC-D0DB4DDD4EE9}"/>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83" name="Rectangle 82">
            <a:extLst>
              <a:ext uri="{FF2B5EF4-FFF2-40B4-BE49-F238E27FC236}">
                <a16:creationId xmlns:a16="http://schemas.microsoft.com/office/drawing/2014/main" id="{6D0E0C6C-01A8-4A92-8644-527662ECE763}"/>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84" name="Rectangle 83">
            <a:extLst>
              <a:ext uri="{FF2B5EF4-FFF2-40B4-BE49-F238E27FC236}">
                <a16:creationId xmlns:a16="http://schemas.microsoft.com/office/drawing/2014/main" id="{7DA477B1-6F5A-47FF-A7CF-62C52B72654C}"/>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graphicFrame>
        <p:nvGraphicFramePr>
          <p:cNvPr id="20" name="Table 10">
            <a:extLst>
              <a:ext uri="{FF2B5EF4-FFF2-40B4-BE49-F238E27FC236}">
                <a16:creationId xmlns:a16="http://schemas.microsoft.com/office/drawing/2014/main" id="{0C8D4044-05B1-11FE-36FE-3FC2B23ED31C}"/>
              </a:ext>
            </a:extLst>
          </p:cNvPr>
          <p:cNvGraphicFramePr>
            <a:graphicFrameLocks noGrp="1"/>
          </p:cNvGraphicFramePr>
          <p:nvPr>
            <p:extLst>
              <p:ext uri="{D42A27DB-BD31-4B8C-83A1-F6EECF244321}">
                <p14:modId xmlns:p14="http://schemas.microsoft.com/office/powerpoint/2010/main" val="1648366017"/>
              </p:ext>
            </p:extLst>
          </p:nvPr>
        </p:nvGraphicFramePr>
        <p:xfrm>
          <a:off x="932737" y="142211"/>
          <a:ext cx="9248845"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04900">
                  <a:extLst>
                    <a:ext uri="{9D8B030D-6E8A-4147-A177-3AD203B41FA5}">
                      <a16:colId xmlns:a16="http://schemas.microsoft.com/office/drawing/2014/main" val="3480804512"/>
                    </a:ext>
                  </a:extLst>
                </a:gridCol>
                <a:gridCol w="1083310">
                  <a:extLst>
                    <a:ext uri="{9D8B030D-6E8A-4147-A177-3AD203B41FA5}">
                      <a16:colId xmlns:a16="http://schemas.microsoft.com/office/drawing/2014/main" val="1508802548"/>
                    </a:ext>
                  </a:extLst>
                </a:gridCol>
                <a:gridCol w="952500">
                  <a:extLst>
                    <a:ext uri="{9D8B030D-6E8A-4147-A177-3AD203B41FA5}">
                      <a16:colId xmlns:a16="http://schemas.microsoft.com/office/drawing/2014/main" val="1380669789"/>
                    </a:ext>
                  </a:extLst>
                </a:gridCol>
                <a:gridCol w="821690">
                  <a:extLst>
                    <a:ext uri="{9D8B030D-6E8A-4147-A177-3AD203B41FA5}">
                      <a16:colId xmlns:a16="http://schemas.microsoft.com/office/drawing/2014/main" val="3717172380"/>
                    </a:ext>
                  </a:extLst>
                </a:gridCol>
                <a:gridCol w="693738">
                  <a:extLst>
                    <a:ext uri="{9D8B030D-6E8A-4147-A177-3AD203B41FA5}">
                      <a16:colId xmlns:a16="http://schemas.microsoft.com/office/drawing/2014/main" val="2348796435"/>
                    </a:ext>
                  </a:extLst>
                </a:gridCol>
                <a:gridCol w="952500">
                  <a:extLst>
                    <a:ext uri="{9D8B030D-6E8A-4147-A177-3AD203B41FA5}">
                      <a16:colId xmlns:a16="http://schemas.microsoft.com/office/drawing/2014/main" val="3209140028"/>
                    </a:ext>
                  </a:extLst>
                </a:gridCol>
                <a:gridCol w="935831">
                  <a:extLst>
                    <a:ext uri="{9D8B030D-6E8A-4147-A177-3AD203B41FA5}">
                      <a16:colId xmlns:a16="http://schemas.microsoft.com/office/drawing/2014/main" val="2651425576"/>
                    </a:ext>
                  </a:extLst>
                </a:gridCol>
                <a:gridCol w="631673">
                  <a:extLst>
                    <a:ext uri="{9D8B030D-6E8A-4147-A177-3AD203B41FA5}">
                      <a16:colId xmlns:a16="http://schemas.microsoft.com/office/drawing/2014/main" val="3903366463"/>
                    </a:ext>
                  </a:extLst>
                </a:gridCol>
                <a:gridCol w="817865">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338D"/>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22" name="Rectangle 21">
            <a:hlinkClick r:id="rId6" action="ppaction://hlinksldjump"/>
            <a:extLst>
              <a:ext uri="{FF2B5EF4-FFF2-40B4-BE49-F238E27FC236}">
                <a16:creationId xmlns:a16="http://schemas.microsoft.com/office/drawing/2014/main" id="{7989CDC3-A22F-58DC-281D-24413B87F1E7}"/>
              </a:ext>
            </a:extLst>
          </p:cNvPr>
          <p:cNvSpPr/>
          <p:nvPr/>
        </p:nvSpPr>
        <p:spPr>
          <a:xfrm>
            <a:off x="938704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3" name="Rectangle 22">
            <a:hlinkClick r:id="rId7" action="ppaction://hlinksldjump"/>
            <a:extLst>
              <a:ext uri="{FF2B5EF4-FFF2-40B4-BE49-F238E27FC236}">
                <a16:creationId xmlns:a16="http://schemas.microsoft.com/office/drawing/2014/main" id="{FA4C00C0-4CD6-C7EB-A4E3-1AD956C138FA}"/>
              </a:ext>
            </a:extLst>
          </p:cNvPr>
          <p:cNvSpPr/>
          <p:nvPr/>
        </p:nvSpPr>
        <p:spPr>
          <a:xfrm>
            <a:off x="2199335" y="140055"/>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4" name="Rectangle 23">
            <a:hlinkClick r:id="rId8" action="ppaction://hlinksldjump"/>
            <a:extLst>
              <a:ext uri="{FF2B5EF4-FFF2-40B4-BE49-F238E27FC236}">
                <a16:creationId xmlns:a16="http://schemas.microsoft.com/office/drawing/2014/main" id="{FA990F2A-FA92-7A03-D0C4-5E6DD1398495}"/>
              </a:ext>
            </a:extLst>
          </p:cNvPr>
          <p:cNvSpPr/>
          <p:nvPr/>
        </p:nvSpPr>
        <p:spPr>
          <a:xfrm>
            <a:off x="439487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5" name="Rectangle 24">
            <a:hlinkClick r:id="" action="ppaction://noaction"/>
            <a:extLst>
              <a:ext uri="{FF2B5EF4-FFF2-40B4-BE49-F238E27FC236}">
                <a16:creationId xmlns:a16="http://schemas.microsoft.com/office/drawing/2014/main" id="{E813365E-DE34-ECA2-0989-0690551426DB}"/>
              </a:ext>
            </a:extLst>
          </p:cNvPr>
          <p:cNvSpPr/>
          <p:nvPr/>
        </p:nvSpPr>
        <p:spPr>
          <a:xfrm>
            <a:off x="781335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6" name="Rectangle 25">
            <a:hlinkClick r:id="rId9" action="ppaction://hlinksldjump"/>
            <a:extLst>
              <a:ext uri="{FF2B5EF4-FFF2-40B4-BE49-F238E27FC236}">
                <a16:creationId xmlns:a16="http://schemas.microsoft.com/office/drawing/2014/main" id="{530163D8-6BE3-FB1A-FEB5-9271E867E6AA}"/>
              </a:ext>
            </a:extLst>
          </p:cNvPr>
          <p:cNvSpPr/>
          <p:nvPr/>
        </p:nvSpPr>
        <p:spPr>
          <a:xfrm>
            <a:off x="5343196" y="140055"/>
            <a:ext cx="79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7" name="Rectangle 26">
            <a:hlinkClick r:id="rId10" action="ppaction://hlinksldjump"/>
            <a:extLst>
              <a:ext uri="{FF2B5EF4-FFF2-40B4-BE49-F238E27FC236}">
                <a16:creationId xmlns:a16="http://schemas.microsoft.com/office/drawing/2014/main" id="{492ADBD0-E405-EBCE-CC1D-FB07EBB4F518}"/>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28" name="Rectangle 27">
            <a:hlinkClick r:id="rId11" action="ppaction://hlinksldjump"/>
            <a:extLst>
              <a:ext uri="{FF2B5EF4-FFF2-40B4-BE49-F238E27FC236}">
                <a16:creationId xmlns:a16="http://schemas.microsoft.com/office/drawing/2014/main" id="{6D7423A9-8D02-7C2A-886C-98D328F36186}"/>
              </a:ext>
            </a:extLst>
          </p:cNvPr>
          <p:cNvSpPr/>
          <p:nvPr/>
        </p:nvSpPr>
        <p:spPr>
          <a:xfrm>
            <a:off x="3305911" y="140055"/>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9" name="Rectangle 28">
            <a:hlinkClick r:id="rId12" action="ppaction://hlinksldjump"/>
            <a:extLst>
              <a:ext uri="{FF2B5EF4-FFF2-40B4-BE49-F238E27FC236}">
                <a16:creationId xmlns:a16="http://schemas.microsoft.com/office/drawing/2014/main" id="{3E7F52B5-A730-462F-29FC-E46D00335B7F}"/>
              </a:ext>
            </a:extLst>
          </p:cNvPr>
          <p:cNvSpPr/>
          <p:nvPr/>
        </p:nvSpPr>
        <p:spPr>
          <a:xfrm>
            <a:off x="617245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0" name="Rectangle 29">
            <a:hlinkClick r:id="" action="ppaction://noaction"/>
            <a:extLst>
              <a:ext uri="{FF2B5EF4-FFF2-40B4-BE49-F238E27FC236}">
                <a16:creationId xmlns:a16="http://schemas.microsoft.com/office/drawing/2014/main" id="{AE8D273D-2572-15B3-E64D-033801A28DD7}"/>
              </a:ext>
            </a:extLst>
          </p:cNvPr>
          <p:cNvSpPr/>
          <p:nvPr/>
        </p:nvSpPr>
        <p:spPr>
          <a:xfrm>
            <a:off x="68664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1" name="Rectangle 30">
            <a:hlinkClick r:id="rId13" action="ppaction://hlinksldjump"/>
            <a:extLst>
              <a:ext uri="{FF2B5EF4-FFF2-40B4-BE49-F238E27FC236}">
                <a16:creationId xmlns:a16="http://schemas.microsoft.com/office/drawing/2014/main" id="{9747FF80-E3F7-C2E7-3922-7D5712D6A41B}"/>
              </a:ext>
            </a:extLst>
          </p:cNvPr>
          <p:cNvSpPr/>
          <p:nvPr/>
        </p:nvSpPr>
        <p:spPr>
          <a:xfrm>
            <a:off x="8753938"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2" name="Text Placeholder 12">
            <a:extLst>
              <a:ext uri="{FF2B5EF4-FFF2-40B4-BE49-F238E27FC236}">
                <a16:creationId xmlns:a16="http://schemas.microsoft.com/office/drawing/2014/main" id="{85E10759-8705-E6C4-0699-E8622A21D897}"/>
              </a:ext>
            </a:extLst>
          </p:cNvPr>
          <p:cNvSpPr txBox="1">
            <a:spLocks/>
          </p:cNvSpPr>
          <p:nvPr/>
        </p:nvSpPr>
        <p:spPr>
          <a:xfrm>
            <a:off x="995121" y="5907053"/>
            <a:ext cx="3600000" cy="210314"/>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a:t>
            </a:r>
          </a:p>
          <a:p>
            <a:pPr defTabSz="444500" rtl="0">
              <a:spcAft>
                <a:spcPts val="200"/>
              </a:spcAft>
            </a:pPr>
            <a:r>
              <a:rPr lang="en-US" sz="600" b="0">
                <a:solidFill>
                  <a:schemeClr val="tx2"/>
                </a:solidFill>
                <a:latin typeface="Arial" panose="020B0604020202020204" pitchFamily="34" charset="0"/>
              </a:rPr>
              <a:t>Source: 	[…].</a:t>
            </a:r>
          </a:p>
        </p:txBody>
      </p:sp>
      <p:sp>
        <p:nvSpPr>
          <p:cNvPr id="16" name="Text Placeholder 7">
            <a:extLst>
              <a:ext uri="{FF2B5EF4-FFF2-40B4-BE49-F238E27FC236}">
                <a16:creationId xmlns:a16="http://schemas.microsoft.com/office/drawing/2014/main" id="{BE08B7FB-6884-982D-8B1C-0BF5B07024B6}"/>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7" name="Text Placeholder 12">
            <a:extLst>
              <a:ext uri="{FF2B5EF4-FFF2-40B4-BE49-F238E27FC236}">
                <a16:creationId xmlns:a16="http://schemas.microsoft.com/office/drawing/2014/main" id="{68301552-FE27-72A0-3E5C-B2DEF91AF06D}"/>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8" name="Rounded Rectangle 7">
            <a:extLst>
              <a:ext uri="{FF2B5EF4-FFF2-40B4-BE49-F238E27FC236}">
                <a16:creationId xmlns:a16="http://schemas.microsoft.com/office/drawing/2014/main" id="{73290DF5-F88A-330B-2EC8-547488E47494}"/>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9" name="Rectangle 18">
            <a:extLst>
              <a:ext uri="{FF2B5EF4-FFF2-40B4-BE49-F238E27FC236}">
                <a16:creationId xmlns:a16="http://schemas.microsoft.com/office/drawing/2014/main" id="{B1DC26B3-3C08-BA00-C51C-B1101D3B4CD8}"/>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21" name="Straight Arrow Connector 20">
            <a:extLst>
              <a:ext uri="{FF2B5EF4-FFF2-40B4-BE49-F238E27FC236}">
                <a16:creationId xmlns:a16="http://schemas.microsoft.com/office/drawing/2014/main" id="{D9E05486-22EA-8368-65F9-06B655A61F9C}"/>
              </a:ext>
            </a:extLst>
          </p:cNvPr>
          <p:cNvCxnSpPr>
            <a:cxnSpLocks/>
            <a:stCxn id="19" idx="2"/>
            <a:endCxn id="18"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63A4AC2D-D130-5FD6-7328-4BCB50705C2A}"/>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4" name="Rectangle 3">
            <a:extLst>
              <a:ext uri="{FF2B5EF4-FFF2-40B4-BE49-F238E27FC236}">
                <a16:creationId xmlns:a16="http://schemas.microsoft.com/office/drawing/2014/main" id="{7166E7A1-E5C7-763A-CC46-2D42AEE51EA3}"/>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5" name="Rectangle 4">
            <a:extLst>
              <a:ext uri="{FF2B5EF4-FFF2-40B4-BE49-F238E27FC236}">
                <a16:creationId xmlns:a16="http://schemas.microsoft.com/office/drawing/2014/main" id="{098B0EB1-4A51-B6F7-6770-E87A409521BC}"/>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2" name="Rectangle 11">
            <a:extLst>
              <a:ext uri="{FF2B5EF4-FFF2-40B4-BE49-F238E27FC236}">
                <a16:creationId xmlns:a16="http://schemas.microsoft.com/office/drawing/2014/main" id="{713E9E74-315D-3D9D-38E0-6841E2D3050F}"/>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3" name="Rectangle 12">
            <a:extLst>
              <a:ext uri="{FF2B5EF4-FFF2-40B4-BE49-F238E27FC236}">
                <a16:creationId xmlns:a16="http://schemas.microsoft.com/office/drawing/2014/main" id="{0F9D6B1C-FE0E-FF08-BF7F-549C71C5184D}"/>
              </a:ext>
            </a:extLst>
          </p:cNvPr>
          <p:cNvSpPr/>
          <p:nvPr/>
        </p:nvSpPr>
        <p:spPr>
          <a:xfrm>
            <a:off x="10598330" y="6277289"/>
            <a:ext cx="1550957" cy="554584"/>
          </a:xfrm>
          <a:prstGeom prst="rect">
            <a:avLst/>
          </a:prstGeom>
          <a:solidFill>
            <a:schemeClr val="accent6"/>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800" b="1">
                <a:solidFill>
                  <a:schemeClr val="bg1"/>
                </a:solidFill>
              </a:rPr>
              <a:t>UPDATES:</a:t>
            </a:r>
            <a:r>
              <a:rPr lang="en-US" sz="800">
                <a:solidFill>
                  <a:schemeClr val="bg1"/>
                </a:solidFill>
              </a:rPr>
              <a:t> headers and text boxes aligned with Diligence+ gridlines</a:t>
            </a:r>
          </a:p>
        </p:txBody>
      </p:sp>
    </p:spTree>
    <p:extLst>
      <p:ext uri="{BB962C8B-B14F-4D97-AF65-F5344CB8AC3E}">
        <p14:creationId xmlns:p14="http://schemas.microsoft.com/office/powerpoint/2010/main" val="2432927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66C5109-0111-4E17-8D7D-F69D2B2B94DC}"/>
              </a:ext>
            </a:extLst>
          </p:cNvPr>
          <p:cNvGraphicFramePr>
            <a:graphicFrameLocks noChangeAspect="1"/>
          </p:cNvGraphicFramePr>
          <p:nvPr>
            <p:custDataLst>
              <p:tags r:id="rId1"/>
            </p:custDataLst>
            <p:extLst>
              <p:ext uri="{D42A27DB-BD31-4B8C-83A1-F6EECF244321}">
                <p14:modId xmlns:p14="http://schemas.microsoft.com/office/powerpoint/2010/main" val="262862086"/>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466C5109-0111-4E17-8D7D-F69D2B2B94DC}"/>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graphicFrame>
        <p:nvGraphicFramePr>
          <p:cNvPr id="3" name="Table 7">
            <a:extLst>
              <a:ext uri="{FF2B5EF4-FFF2-40B4-BE49-F238E27FC236}">
                <a16:creationId xmlns:a16="http://schemas.microsoft.com/office/drawing/2014/main" id="{44A372C0-F131-3DDD-0194-39B752526246}"/>
              </a:ext>
            </a:extLst>
          </p:cNvPr>
          <p:cNvGraphicFramePr>
            <a:graphicFrameLocks/>
          </p:cNvGraphicFramePr>
          <p:nvPr>
            <p:extLst>
              <p:ext uri="{D42A27DB-BD31-4B8C-83A1-F6EECF244321}">
                <p14:modId xmlns:p14="http://schemas.microsoft.com/office/powerpoint/2010/main" val="1910013584"/>
              </p:ext>
            </p:extLst>
          </p:nvPr>
        </p:nvGraphicFramePr>
        <p:xfrm>
          <a:off x="1293813" y="3022600"/>
          <a:ext cx="6321424" cy="2743200"/>
        </p:xfrm>
        <a:graphic>
          <a:graphicData uri="http://schemas.openxmlformats.org/drawingml/2006/table">
            <a:tbl>
              <a:tblPr firstRow="1" bandRow="1">
                <a:tableStyleId>{5C22544A-7EE6-4342-B048-85BDC9FD1C3A}</a:tableStyleId>
              </a:tblPr>
              <a:tblGrid>
                <a:gridCol w="995362">
                  <a:extLst>
                    <a:ext uri="{9D8B030D-6E8A-4147-A177-3AD203B41FA5}">
                      <a16:colId xmlns:a16="http://schemas.microsoft.com/office/drawing/2014/main" val="742544998"/>
                    </a:ext>
                  </a:extLst>
                </a:gridCol>
                <a:gridCol w="4521201">
                  <a:extLst>
                    <a:ext uri="{9D8B030D-6E8A-4147-A177-3AD203B41FA5}">
                      <a16:colId xmlns:a16="http://schemas.microsoft.com/office/drawing/2014/main" val="1401308672"/>
                    </a:ext>
                  </a:extLst>
                </a:gridCol>
                <a:gridCol w="804861">
                  <a:extLst>
                    <a:ext uri="{9D8B030D-6E8A-4147-A177-3AD203B41FA5}">
                      <a16:colId xmlns:a16="http://schemas.microsoft.com/office/drawing/2014/main" val="4196980023"/>
                    </a:ext>
                  </a:extLst>
                </a:gridCol>
              </a:tblGrid>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0" u="none" kern="1200">
                          <a:solidFill>
                            <a:schemeClr val="bg1"/>
                          </a:solidFill>
                          <a:latin typeface="+mj-lt"/>
                          <a:ea typeface="+mn-ea"/>
                          <a:cs typeface="+mn-cs"/>
                        </a:rPr>
                        <a:t>01</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a:solidFill>
                            <a:schemeClr val="bg1"/>
                          </a:solidFill>
                        </a:rPr>
                        <a:t>Financial reporting environment</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sz="1600" b="0">
                          <a:solidFill>
                            <a:schemeClr val="bg1"/>
                          </a:solidFill>
                        </a:rPr>
                        <a:t>52</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93307755"/>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02</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bg1"/>
                          </a:solidFill>
                        </a:rPr>
                        <a:t>Key accounting principles</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a:solidFill>
                            <a:schemeClr val="bg1"/>
                          </a:solidFill>
                        </a:rPr>
                        <a:t>53</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88271"/>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03</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bg1"/>
                          </a:solidFill>
                        </a:rPr>
                        <a:t>Add title</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a:solidFill>
                            <a:schemeClr val="bg1"/>
                          </a:solidFill>
                        </a:rPr>
                        <a:t>xx</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9013508"/>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endParaRPr lang="en-US" sz="3200" b="1" u="none" kern="1200">
                        <a:solidFill>
                          <a:schemeClr val="bg1"/>
                        </a:solidFill>
                        <a:latin typeface="+mj-lt"/>
                        <a:ea typeface="+mn-ea"/>
                        <a:cs typeface="+mn-cs"/>
                      </a:endParaRP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u="none">
                        <a:solidFill>
                          <a:schemeClr val="bg1"/>
                        </a:solidFill>
                      </a:endParaRP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a:endParaRPr lang="en-US" sz="1600" u="none">
                        <a:solidFill>
                          <a:schemeClr val="bg1"/>
                        </a:solidFill>
                      </a:endParaRP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30954912"/>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endParaRPr lang="en-US" sz="3200" b="1" u="none" kern="1200">
                        <a:solidFill>
                          <a:schemeClr val="bg1"/>
                        </a:solidFill>
                        <a:latin typeface="+mj-lt"/>
                        <a:ea typeface="+mn-ea"/>
                        <a:cs typeface="+mn-cs"/>
                      </a:endParaRP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u="none">
                        <a:solidFill>
                          <a:schemeClr val="bg1"/>
                        </a:solidFill>
                      </a:endParaRP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endParaRPr lang="en-US" sz="1600" u="none">
                        <a:solidFill>
                          <a:schemeClr val="bg1"/>
                        </a:solidFill>
                      </a:endParaRP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57734648"/>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endParaRPr lang="en-US" sz="3200" b="1" u="none" kern="1200">
                        <a:solidFill>
                          <a:schemeClr val="bg1"/>
                        </a:solidFill>
                        <a:latin typeface="+mj-lt"/>
                        <a:ea typeface="+mn-ea"/>
                        <a:cs typeface="+mn-cs"/>
                      </a:endParaRP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u="none">
                        <a:solidFill>
                          <a:schemeClr val="bg1"/>
                        </a:solidFill>
                      </a:endParaRP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1600" u="none">
                        <a:solidFill>
                          <a:schemeClr val="bg1"/>
                        </a:solidFill>
                      </a:endParaRP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915418"/>
                  </a:ext>
                </a:extLst>
              </a:tr>
            </a:tbl>
          </a:graphicData>
        </a:graphic>
      </p:graphicFrame>
      <p:sp>
        <p:nvSpPr>
          <p:cNvPr id="4" name="Text Placeholder 3">
            <a:extLst>
              <a:ext uri="{FF2B5EF4-FFF2-40B4-BE49-F238E27FC236}">
                <a16:creationId xmlns:a16="http://schemas.microsoft.com/office/drawing/2014/main" id="{A97AF671-F83C-4C73-B887-334A69D8A375}"/>
              </a:ext>
            </a:extLst>
          </p:cNvPr>
          <p:cNvSpPr>
            <a:spLocks noGrp="1"/>
          </p:cNvSpPr>
          <p:nvPr>
            <p:ph type="body" sz="quarter" idx="14"/>
          </p:nvPr>
        </p:nvSpPr>
        <p:spPr/>
        <p:txBody>
          <a:bodyPr/>
          <a:lstStyle/>
          <a:p>
            <a:r>
              <a:rPr lang="en-US"/>
              <a:t>06</a:t>
            </a:r>
          </a:p>
        </p:txBody>
      </p:sp>
      <p:sp>
        <p:nvSpPr>
          <p:cNvPr id="2" name="Title 1">
            <a:extLst>
              <a:ext uri="{FF2B5EF4-FFF2-40B4-BE49-F238E27FC236}">
                <a16:creationId xmlns:a16="http://schemas.microsoft.com/office/drawing/2014/main" id="{99EB806D-E49B-4342-86BA-76DFA48575D9}"/>
              </a:ext>
            </a:extLst>
          </p:cNvPr>
          <p:cNvSpPr>
            <a:spLocks noGrp="1"/>
          </p:cNvSpPr>
          <p:nvPr>
            <p:ph type="ctrTitle"/>
          </p:nvPr>
        </p:nvSpPr>
        <p:spPr/>
        <p:txBody>
          <a:bodyPr vert="horz"/>
          <a:lstStyle/>
          <a:p>
            <a:r>
              <a:rPr lang="en-US"/>
              <a:t>Reporting environment</a:t>
            </a:r>
          </a:p>
        </p:txBody>
      </p:sp>
      <p:sp>
        <p:nvSpPr>
          <p:cNvPr id="13" name="Rectangle 12">
            <a:hlinkClick r:id="rId5" action="ppaction://hlinksldjump"/>
            <a:extLst>
              <a:ext uri="{FF2B5EF4-FFF2-40B4-BE49-F238E27FC236}">
                <a16:creationId xmlns:a16="http://schemas.microsoft.com/office/drawing/2014/main" id="{C442BBAF-392C-46C2-99C3-C7029E4C47CD}"/>
              </a:ext>
            </a:extLst>
          </p:cNvPr>
          <p:cNvSpPr/>
          <p:nvPr/>
        </p:nvSpPr>
        <p:spPr>
          <a:xfrm>
            <a:off x="1312805" y="3059814"/>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a:solidFill>
                <a:schemeClr val="bg1"/>
              </a:solidFill>
            </a:endParaRPr>
          </a:p>
        </p:txBody>
      </p:sp>
      <p:sp>
        <p:nvSpPr>
          <p:cNvPr id="15" name="Rectangle 14">
            <a:hlinkClick r:id="rId6" action="ppaction://hlinksldjump"/>
            <a:extLst>
              <a:ext uri="{FF2B5EF4-FFF2-40B4-BE49-F238E27FC236}">
                <a16:creationId xmlns:a16="http://schemas.microsoft.com/office/drawing/2014/main" id="{DB288583-A890-4D08-88F3-5F16F8300867}"/>
              </a:ext>
            </a:extLst>
          </p:cNvPr>
          <p:cNvSpPr/>
          <p:nvPr/>
        </p:nvSpPr>
        <p:spPr>
          <a:xfrm>
            <a:off x="1312805" y="3530139"/>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err="1">
              <a:solidFill>
                <a:schemeClr val="bg1"/>
              </a:solidFill>
            </a:endParaRPr>
          </a:p>
        </p:txBody>
      </p:sp>
    </p:spTree>
    <p:extLst>
      <p:ext uri="{BB962C8B-B14F-4D97-AF65-F5344CB8AC3E}">
        <p14:creationId xmlns:p14="http://schemas.microsoft.com/office/powerpoint/2010/main" val="6267183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Object 21" hidden="1">
            <a:extLst>
              <a:ext uri="{FF2B5EF4-FFF2-40B4-BE49-F238E27FC236}">
                <a16:creationId xmlns:a16="http://schemas.microsoft.com/office/drawing/2014/main" id="{4C530F15-B193-4930-B36B-D0B201536DD7}"/>
              </a:ext>
            </a:extLst>
          </p:cNvPr>
          <p:cNvGraphicFramePr>
            <a:graphicFrameLocks noChangeAspect="1"/>
          </p:cNvGraphicFramePr>
          <p:nvPr>
            <p:custDataLst>
              <p:tags r:id="rId1"/>
            </p:custDataLst>
            <p:extLst>
              <p:ext uri="{D42A27DB-BD31-4B8C-83A1-F6EECF244321}">
                <p14:modId xmlns:p14="http://schemas.microsoft.com/office/powerpoint/2010/main" val="4118560480"/>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22" name="Object 21" hidden="1">
                        <a:extLst>
                          <a:ext uri="{FF2B5EF4-FFF2-40B4-BE49-F238E27FC236}">
                            <a16:creationId xmlns:a16="http://schemas.microsoft.com/office/drawing/2014/main" id="{4C530F15-B193-4930-B36B-D0B201536DD7}"/>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19" name="Title 18">
            <a:extLst>
              <a:ext uri="{FF2B5EF4-FFF2-40B4-BE49-F238E27FC236}">
                <a16:creationId xmlns:a16="http://schemas.microsoft.com/office/drawing/2014/main" id="{B09E146A-A632-4F87-8843-C427A4E2F63E}"/>
              </a:ext>
            </a:extLst>
          </p:cNvPr>
          <p:cNvSpPr>
            <a:spLocks noGrp="1"/>
          </p:cNvSpPr>
          <p:nvPr>
            <p:ph type="title"/>
          </p:nvPr>
        </p:nvSpPr>
        <p:spPr/>
        <p:txBody>
          <a:bodyPr vert="horz"/>
          <a:lstStyle/>
          <a:p>
            <a:r>
              <a:rPr lang="en-US"/>
              <a:t>Financial reporting environment</a:t>
            </a:r>
          </a:p>
        </p:txBody>
      </p:sp>
      <p:sp>
        <p:nvSpPr>
          <p:cNvPr id="2" name="Text Placeholder 1">
            <a:extLst>
              <a:ext uri="{FF2B5EF4-FFF2-40B4-BE49-F238E27FC236}">
                <a16:creationId xmlns:a16="http://schemas.microsoft.com/office/drawing/2014/main" id="{578C05C5-A3F9-43F8-9E82-D209F52AF3DD}"/>
              </a:ext>
            </a:extLst>
          </p:cNvPr>
          <p:cNvSpPr>
            <a:spLocks noGrp="1"/>
          </p:cNvSpPr>
          <p:nvPr>
            <p:ph type="body" sz="quarter" idx="10"/>
          </p:nvPr>
        </p:nvSpPr>
        <p:spPr/>
        <p:txBody>
          <a:bodyPr/>
          <a:lstStyle/>
          <a:p>
            <a:r>
              <a:rPr lang="en-US" dirty="0"/>
              <a:t>The information on this page is based on management information and management discussions.  We have not performed any testing of systems or controls, and have not performed an audit or review of any financial information.</a:t>
            </a:r>
          </a:p>
        </p:txBody>
      </p:sp>
      <p:sp>
        <p:nvSpPr>
          <p:cNvPr id="26" name="Text Placeholder 25">
            <a:extLst>
              <a:ext uri="{FF2B5EF4-FFF2-40B4-BE49-F238E27FC236}">
                <a16:creationId xmlns:a16="http://schemas.microsoft.com/office/drawing/2014/main" id="{B6D0E93A-345D-D88D-BB63-389473DFF5BA}"/>
              </a:ext>
            </a:extLst>
          </p:cNvPr>
          <p:cNvSpPr>
            <a:spLocks noGrp="1"/>
          </p:cNvSpPr>
          <p:nvPr>
            <p:ph type="body" sz="quarter" idx="23"/>
          </p:nvPr>
        </p:nvSpPr>
        <p:spPr/>
        <p:txBody>
          <a:bodyPr/>
          <a:lstStyle/>
          <a:p>
            <a:r>
              <a:rPr lang="en-US" b="0">
                <a:solidFill>
                  <a:schemeClr val="tx1"/>
                </a:solidFill>
              </a:rPr>
              <a:t>Finance team resources: [insert details]</a:t>
            </a:r>
          </a:p>
          <a:p>
            <a:r>
              <a:rPr lang="en-US" b="0">
                <a:solidFill>
                  <a:schemeClr val="tx1"/>
                </a:solidFill>
              </a:rPr>
              <a:t>Monthly timeline: [insert details]</a:t>
            </a:r>
          </a:p>
          <a:p>
            <a:r>
              <a:rPr lang="en-US" b="0">
                <a:solidFill>
                  <a:schemeClr val="tx1"/>
                </a:solidFill>
              </a:rPr>
              <a:t>Monthly reporting pack contents: [insert details]</a:t>
            </a:r>
          </a:p>
          <a:p>
            <a:r>
              <a:rPr lang="en-US" b="0">
                <a:solidFill>
                  <a:schemeClr val="tx1"/>
                </a:solidFill>
              </a:rPr>
              <a:t>Month end procedures: [Explain differences between month end and year end closing processes]</a:t>
            </a:r>
          </a:p>
          <a:p>
            <a:r>
              <a:rPr lang="en-US" b="0">
                <a:solidFill>
                  <a:schemeClr val="tx1"/>
                </a:solidFill>
              </a:rPr>
              <a:t>Control environment: [explain monthly controls adopted within the MI process]</a:t>
            </a:r>
          </a:p>
          <a:p>
            <a:r>
              <a:rPr lang="en-US" b="0">
                <a:solidFill>
                  <a:schemeClr val="tx1"/>
                </a:solidFill>
              </a:rPr>
              <a:t>Reconciliation to statutory accounts: [refer to Appendix]</a:t>
            </a:r>
            <a:endParaRPr lang="en-US"/>
          </a:p>
        </p:txBody>
      </p:sp>
      <p:sp>
        <p:nvSpPr>
          <p:cNvPr id="27" name="Text Placeholder 26">
            <a:extLst>
              <a:ext uri="{FF2B5EF4-FFF2-40B4-BE49-F238E27FC236}">
                <a16:creationId xmlns:a16="http://schemas.microsoft.com/office/drawing/2014/main" id="{382D9D77-366A-F78E-3086-4760FC4ED6BB}"/>
              </a:ext>
            </a:extLst>
          </p:cNvPr>
          <p:cNvSpPr>
            <a:spLocks noGrp="1"/>
          </p:cNvSpPr>
          <p:nvPr>
            <p:ph type="body" sz="quarter" idx="24"/>
          </p:nvPr>
        </p:nvSpPr>
        <p:spPr/>
        <p:txBody>
          <a:bodyPr/>
          <a:lstStyle/>
          <a:p>
            <a:r>
              <a:rPr lang="en-US" b="0">
                <a:solidFill>
                  <a:schemeClr val="tx1"/>
                </a:solidFill>
              </a:rPr>
              <a:t>[System 1]: [insert — where relevant]</a:t>
            </a:r>
          </a:p>
          <a:p>
            <a:r>
              <a:rPr lang="en-US" b="0">
                <a:solidFill>
                  <a:schemeClr val="tx1"/>
                </a:solidFill>
              </a:rPr>
              <a:t>[System 2]: [insert — where relevant]</a:t>
            </a:r>
          </a:p>
          <a:p>
            <a:r>
              <a:rPr lang="en-US" b="0">
                <a:solidFill>
                  <a:schemeClr val="tx1"/>
                </a:solidFill>
              </a:rPr>
              <a:t>[System 3]: [insert — where relevant]</a:t>
            </a:r>
          </a:p>
        </p:txBody>
      </p:sp>
      <p:sp>
        <p:nvSpPr>
          <p:cNvPr id="15" name="Text Placeholder 14">
            <a:extLst>
              <a:ext uri="{FF2B5EF4-FFF2-40B4-BE49-F238E27FC236}">
                <a16:creationId xmlns:a16="http://schemas.microsoft.com/office/drawing/2014/main" id="{AC8B6728-7DC4-C37B-836B-60E4D60518E3}"/>
              </a:ext>
            </a:extLst>
          </p:cNvPr>
          <p:cNvSpPr>
            <a:spLocks noGrp="1"/>
          </p:cNvSpPr>
          <p:nvPr>
            <p:ph type="body" sz="quarter" idx="26"/>
          </p:nvPr>
        </p:nvSpPr>
        <p:spPr/>
        <p:txBody>
          <a:bodyPr/>
          <a:lstStyle/>
          <a:p>
            <a:pPr marL="0" marR="0" lvl="1" indent="0" algn="l" defTabSz="685783"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Second level</a:t>
            </a:r>
          </a:p>
          <a:p>
            <a:pPr marL="135728" marR="0" lvl="2" indent="-135728" algn="l" defTabSz="6857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Third level</a:t>
            </a:r>
          </a:p>
          <a:p>
            <a:pPr marL="271457" marR="0" lvl="3" indent="-135728" algn="l" defTabSz="6857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Fourth level</a:t>
            </a:r>
          </a:p>
          <a:p>
            <a:pPr marL="407184" marR="0" lvl="4" indent="-135728" algn="l" defTabSz="685783"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Fifth level</a:t>
            </a:r>
            <a:endParaRPr lang="en-US"/>
          </a:p>
        </p:txBody>
      </p:sp>
      <p:sp>
        <p:nvSpPr>
          <p:cNvPr id="28" name="Text Placeholder 27">
            <a:extLst>
              <a:ext uri="{FF2B5EF4-FFF2-40B4-BE49-F238E27FC236}">
                <a16:creationId xmlns:a16="http://schemas.microsoft.com/office/drawing/2014/main" id="{04147A3E-131E-C8A6-2992-FA1CC63D40D7}"/>
              </a:ext>
            </a:extLst>
          </p:cNvPr>
          <p:cNvSpPr>
            <a:spLocks noGrp="1"/>
          </p:cNvSpPr>
          <p:nvPr>
            <p:ph type="body" sz="quarter" idx="27"/>
          </p:nvPr>
        </p:nvSpPr>
        <p:spPr/>
        <p:txBody>
          <a:bodyPr/>
          <a:lstStyle/>
          <a:p>
            <a:pPr lvl="1"/>
            <a:r>
              <a:rPr lang="en-US"/>
              <a:t>External audit opinions: [insert]</a:t>
            </a:r>
          </a:p>
          <a:p>
            <a:pPr lvl="1"/>
            <a:r>
              <a:rPr lang="en-US"/>
              <a:t>Statutory accounts filed: [Refer to whether statutory accounts are consolidated or abbreviated accounts and exemptions used as appropriate — e.g., cash flow statement]</a:t>
            </a:r>
          </a:p>
          <a:p>
            <a:pPr lvl="1"/>
            <a:r>
              <a:rPr lang="en-US"/>
              <a:t>External audit experience: [insert — where relevant]</a:t>
            </a:r>
          </a:p>
          <a:p>
            <a:pPr lvl="1"/>
            <a:r>
              <a:rPr lang="en-US"/>
              <a:t>Applicable GAAP: [insert — where relevant]</a:t>
            </a:r>
          </a:p>
          <a:p>
            <a:pPr lvl="1"/>
            <a:r>
              <a:rPr lang="en-US"/>
              <a:t>Accounting policy, GAAP or accounting period changes: [insert — where relevant]</a:t>
            </a:r>
          </a:p>
        </p:txBody>
      </p:sp>
      <p:sp>
        <p:nvSpPr>
          <p:cNvPr id="32" name="Text Placeholder 31">
            <a:extLst>
              <a:ext uri="{FF2B5EF4-FFF2-40B4-BE49-F238E27FC236}">
                <a16:creationId xmlns:a16="http://schemas.microsoft.com/office/drawing/2014/main" id="{7BF3631D-182B-9749-6EB3-2183298B1FE2}"/>
              </a:ext>
            </a:extLst>
          </p:cNvPr>
          <p:cNvSpPr>
            <a:spLocks noGrp="1"/>
          </p:cNvSpPr>
          <p:nvPr>
            <p:ph type="body" sz="quarter" idx="11"/>
          </p:nvPr>
        </p:nvSpPr>
        <p:spPr/>
        <p:txBody>
          <a:bodyPr/>
          <a:lstStyle/>
          <a:p>
            <a:r>
              <a:rPr lang="en-US"/>
              <a:t>Accounting systems</a:t>
            </a:r>
          </a:p>
        </p:txBody>
      </p:sp>
      <p:sp>
        <p:nvSpPr>
          <p:cNvPr id="33" name="Text Placeholder 32">
            <a:extLst>
              <a:ext uri="{FF2B5EF4-FFF2-40B4-BE49-F238E27FC236}">
                <a16:creationId xmlns:a16="http://schemas.microsoft.com/office/drawing/2014/main" id="{304B027B-399A-A368-022D-53FB67040DFB}"/>
              </a:ext>
            </a:extLst>
          </p:cNvPr>
          <p:cNvSpPr>
            <a:spLocks noGrp="1"/>
          </p:cNvSpPr>
          <p:nvPr>
            <p:ph type="body" sz="quarter" idx="25"/>
          </p:nvPr>
        </p:nvSpPr>
        <p:spPr/>
        <p:txBody>
          <a:bodyPr/>
          <a:lstStyle/>
          <a:p>
            <a:r>
              <a:rPr lang="en-US"/>
              <a:t>Organization and reporting process</a:t>
            </a:r>
          </a:p>
        </p:txBody>
      </p:sp>
      <p:sp>
        <p:nvSpPr>
          <p:cNvPr id="25" name="Text Placeholder 24">
            <a:extLst>
              <a:ext uri="{FF2B5EF4-FFF2-40B4-BE49-F238E27FC236}">
                <a16:creationId xmlns:a16="http://schemas.microsoft.com/office/drawing/2014/main" id="{FD8DD2CB-601D-11C8-6E98-01C370AE9DA2}"/>
              </a:ext>
            </a:extLst>
          </p:cNvPr>
          <p:cNvSpPr>
            <a:spLocks noGrp="1"/>
          </p:cNvSpPr>
          <p:nvPr>
            <p:ph type="body" sz="quarter" idx="34"/>
          </p:nvPr>
        </p:nvSpPr>
        <p:spPr/>
        <p:txBody>
          <a:bodyPr/>
          <a:lstStyle/>
          <a:p>
            <a:r>
              <a:rPr lang="en-US"/>
              <a:t>Audit experience</a:t>
            </a:r>
          </a:p>
        </p:txBody>
      </p:sp>
      <p:sp>
        <p:nvSpPr>
          <p:cNvPr id="24" name="Text Placeholder 23">
            <a:extLst>
              <a:ext uri="{FF2B5EF4-FFF2-40B4-BE49-F238E27FC236}">
                <a16:creationId xmlns:a16="http://schemas.microsoft.com/office/drawing/2014/main" id="{D2EAD0CF-FF3E-2400-C5DC-A9540469AE5B}"/>
              </a:ext>
            </a:extLst>
          </p:cNvPr>
          <p:cNvSpPr>
            <a:spLocks noGrp="1"/>
          </p:cNvSpPr>
          <p:nvPr>
            <p:ph type="body" sz="quarter" idx="35"/>
          </p:nvPr>
        </p:nvSpPr>
        <p:spPr/>
        <p:txBody>
          <a:bodyPr/>
          <a:lstStyle/>
          <a:p>
            <a:r>
              <a:rPr lang="en-US"/>
              <a:t>Key policies applied</a:t>
            </a:r>
          </a:p>
        </p:txBody>
      </p:sp>
      <p:sp>
        <p:nvSpPr>
          <p:cNvPr id="47" name="Rectangle 46">
            <a:extLst>
              <a:ext uri="{FF2B5EF4-FFF2-40B4-BE49-F238E27FC236}">
                <a16:creationId xmlns:a16="http://schemas.microsoft.com/office/drawing/2014/main" id="{A1032105-1B78-46B4-BF01-C141FD8D2916}"/>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54" name="Rectangle 53">
            <a:extLst>
              <a:ext uri="{FF2B5EF4-FFF2-40B4-BE49-F238E27FC236}">
                <a16:creationId xmlns:a16="http://schemas.microsoft.com/office/drawing/2014/main" id="{B33AE0E7-8947-42DB-BA0C-31D7230D76B5}"/>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58" name="Rectangle 57">
            <a:extLst>
              <a:ext uri="{FF2B5EF4-FFF2-40B4-BE49-F238E27FC236}">
                <a16:creationId xmlns:a16="http://schemas.microsoft.com/office/drawing/2014/main" id="{AA577B49-FD5B-44AE-B479-9D46A3AB64B7}"/>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59" name="Rectangle 58">
            <a:extLst>
              <a:ext uri="{FF2B5EF4-FFF2-40B4-BE49-F238E27FC236}">
                <a16:creationId xmlns:a16="http://schemas.microsoft.com/office/drawing/2014/main" id="{E50BAE62-72ED-482B-90B7-395AAC54079C}"/>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60" name="Rectangle 59">
            <a:extLst>
              <a:ext uri="{FF2B5EF4-FFF2-40B4-BE49-F238E27FC236}">
                <a16:creationId xmlns:a16="http://schemas.microsoft.com/office/drawing/2014/main" id="{D405B1C2-2FF2-413A-AA0B-06FE77AA8C84}"/>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graphicFrame>
        <p:nvGraphicFramePr>
          <p:cNvPr id="5" name="Table 10">
            <a:extLst>
              <a:ext uri="{FF2B5EF4-FFF2-40B4-BE49-F238E27FC236}">
                <a16:creationId xmlns:a16="http://schemas.microsoft.com/office/drawing/2014/main" id="{AA2A2B5C-ECE6-C5BD-0BF7-C9D87BF46499}"/>
              </a:ext>
            </a:extLst>
          </p:cNvPr>
          <p:cNvGraphicFramePr>
            <a:graphicFrameLocks noGrp="1"/>
          </p:cNvGraphicFramePr>
          <p:nvPr>
            <p:extLst>
              <p:ext uri="{D42A27DB-BD31-4B8C-83A1-F6EECF244321}">
                <p14:modId xmlns:p14="http://schemas.microsoft.com/office/powerpoint/2010/main" val="2335805879"/>
              </p:ext>
            </p:extLst>
          </p:nvPr>
        </p:nvGraphicFramePr>
        <p:xfrm>
          <a:off x="932737" y="142211"/>
          <a:ext cx="9295208"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04900">
                  <a:extLst>
                    <a:ext uri="{9D8B030D-6E8A-4147-A177-3AD203B41FA5}">
                      <a16:colId xmlns:a16="http://schemas.microsoft.com/office/drawing/2014/main" val="3480804512"/>
                    </a:ext>
                  </a:extLst>
                </a:gridCol>
                <a:gridCol w="1083310">
                  <a:extLst>
                    <a:ext uri="{9D8B030D-6E8A-4147-A177-3AD203B41FA5}">
                      <a16:colId xmlns:a16="http://schemas.microsoft.com/office/drawing/2014/main" val="1508802548"/>
                    </a:ext>
                  </a:extLst>
                </a:gridCol>
                <a:gridCol w="952500">
                  <a:extLst>
                    <a:ext uri="{9D8B030D-6E8A-4147-A177-3AD203B41FA5}">
                      <a16:colId xmlns:a16="http://schemas.microsoft.com/office/drawing/2014/main" val="1380669789"/>
                    </a:ext>
                  </a:extLst>
                </a:gridCol>
                <a:gridCol w="777240">
                  <a:extLst>
                    <a:ext uri="{9D8B030D-6E8A-4147-A177-3AD203B41FA5}">
                      <a16:colId xmlns:a16="http://schemas.microsoft.com/office/drawing/2014/main" val="3717172380"/>
                    </a:ext>
                  </a:extLst>
                </a:gridCol>
                <a:gridCol w="754380">
                  <a:extLst>
                    <a:ext uri="{9D8B030D-6E8A-4147-A177-3AD203B41FA5}">
                      <a16:colId xmlns:a16="http://schemas.microsoft.com/office/drawing/2014/main" val="2348796435"/>
                    </a:ext>
                  </a:extLst>
                </a:gridCol>
                <a:gridCol w="952500">
                  <a:extLst>
                    <a:ext uri="{9D8B030D-6E8A-4147-A177-3AD203B41FA5}">
                      <a16:colId xmlns:a16="http://schemas.microsoft.com/office/drawing/2014/main" val="3209140028"/>
                    </a:ext>
                  </a:extLst>
                </a:gridCol>
                <a:gridCol w="937260">
                  <a:extLst>
                    <a:ext uri="{9D8B030D-6E8A-4147-A177-3AD203B41FA5}">
                      <a16:colId xmlns:a16="http://schemas.microsoft.com/office/drawing/2014/main" val="2651425576"/>
                    </a:ext>
                  </a:extLst>
                </a:gridCol>
                <a:gridCol w="632460">
                  <a:extLst>
                    <a:ext uri="{9D8B030D-6E8A-4147-A177-3AD203B41FA5}">
                      <a16:colId xmlns:a16="http://schemas.microsoft.com/office/drawing/2014/main" val="3903366463"/>
                    </a:ext>
                  </a:extLst>
                </a:gridCol>
                <a:gridCol w="845820">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1" i="0" u="none" strike="noStrike" kern="1200" cap="none" spc="0" normalizeH="0" baseline="0" noProof="0">
                          <a:ln>
                            <a:noFill/>
                          </a:ln>
                          <a:solidFill>
                            <a:srgbClr val="00338D"/>
                          </a:solidFill>
                          <a:effectLst/>
                          <a:uLnTx/>
                          <a:uFillTx/>
                          <a:latin typeface="+mn-lt"/>
                          <a:ea typeface="+mn-ea"/>
                          <a:cs typeface="+mn-cs"/>
                        </a:rPr>
                        <a:t>Reporting</a:t>
                      </a:r>
                      <a:endParaRPr kumimoji="0" lang="en-US" sz="1000" b="1" i="0" u="none" strike="noStrike" kern="1200" cap="none" spc="0" normalizeH="0" baseline="0">
                        <a:ln>
                          <a:noFill/>
                        </a:ln>
                        <a:solidFill>
                          <a:srgbClr val="00338D"/>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18" name="Rectangle 17">
            <a:hlinkClick r:id="rId6" action="ppaction://hlinksldjump"/>
            <a:extLst>
              <a:ext uri="{FF2B5EF4-FFF2-40B4-BE49-F238E27FC236}">
                <a16:creationId xmlns:a16="http://schemas.microsoft.com/office/drawing/2014/main" id="{17A31746-F48B-D724-9386-6237CEE722DC}"/>
              </a:ext>
            </a:extLst>
          </p:cNvPr>
          <p:cNvSpPr/>
          <p:nvPr/>
        </p:nvSpPr>
        <p:spPr>
          <a:xfrm>
            <a:off x="940228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0" name="Rectangle 19">
            <a:hlinkClick r:id="rId7" action="ppaction://hlinksldjump"/>
            <a:extLst>
              <a:ext uri="{FF2B5EF4-FFF2-40B4-BE49-F238E27FC236}">
                <a16:creationId xmlns:a16="http://schemas.microsoft.com/office/drawing/2014/main" id="{6098406D-8096-C308-A3B9-3343179A4D9B}"/>
              </a:ext>
            </a:extLst>
          </p:cNvPr>
          <p:cNvSpPr/>
          <p:nvPr/>
        </p:nvSpPr>
        <p:spPr>
          <a:xfrm>
            <a:off x="2199335" y="140055"/>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1" name="Rectangle 20">
            <a:hlinkClick r:id="rId8" action="ppaction://hlinksldjump"/>
            <a:extLst>
              <a:ext uri="{FF2B5EF4-FFF2-40B4-BE49-F238E27FC236}">
                <a16:creationId xmlns:a16="http://schemas.microsoft.com/office/drawing/2014/main" id="{9629F9A7-2901-CDEC-9FFC-A7CF10FF0CCC}"/>
              </a:ext>
            </a:extLst>
          </p:cNvPr>
          <p:cNvSpPr/>
          <p:nvPr/>
        </p:nvSpPr>
        <p:spPr>
          <a:xfrm>
            <a:off x="439487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3" name="Rectangle 22">
            <a:hlinkClick r:id="" action="ppaction://noaction"/>
            <a:extLst>
              <a:ext uri="{FF2B5EF4-FFF2-40B4-BE49-F238E27FC236}">
                <a16:creationId xmlns:a16="http://schemas.microsoft.com/office/drawing/2014/main" id="{D3DB2D7C-028B-6BAD-DD32-FF4652EEFF28}"/>
              </a:ext>
            </a:extLst>
          </p:cNvPr>
          <p:cNvSpPr/>
          <p:nvPr/>
        </p:nvSpPr>
        <p:spPr>
          <a:xfrm>
            <a:off x="782859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9" name="Rectangle 28">
            <a:hlinkClick r:id="rId9" action="ppaction://hlinksldjump"/>
            <a:extLst>
              <a:ext uri="{FF2B5EF4-FFF2-40B4-BE49-F238E27FC236}">
                <a16:creationId xmlns:a16="http://schemas.microsoft.com/office/drawing/2014/main" id="{6219DE80-54D1-11EC-5FDF-70937E0D70E7}"/>
              </a:ext>
            </a:extLst>
          </p:cNvPr>
          <p:cNvSpPr/>
          <p:nvPr/>
        </p:nvSpPr>
        <p:spPr>
          <a:xfrm>
            <a:off x="535843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0" name="Rectangle 29">
            <a:hlinkClick r:id="rId10" action="ppaction://hlinksldjump"/>
            <a:extLst>
              <a:ext uri="{FF2B5EF4-FFF2-40B4-BE49-F238E27FC236}">
                <a16:creationId xmlns:a16="http://schemas.microsoft.com/office/drawing/2014/main" id="{8FA543B9-6877-0275-8887-2EEB06AE131D}"/>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31" name="Rectangle 30">
            <a:hlinkClick r:id="rId11" action="ppaction://hlinksldjump"/>
            <a:extLst>
              <a:ext uri="{FF2B5EF4-FFF2-40B4-BE49-F238E27FC236}">
                <a16:creationId xmlns:a16="http://schemas.microsoft.com/office/drawing/2014/main" id="{99460B20-6D1D-52F3-FE90-9D4A82AF583E}"/>
              </a:ext>
            </a:extLst>
          </p:cNvPr>
          <p:cNvSpPr/>
          <p:nvPr/>
        </p:nvSpPr>
        <p:spPr>
          <a:xfrm>
            <a:off x="3305911" y="140055"/>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4" name="Rectangle 33">
            <a:hlinkClick r:id="rId12" action="ppaction://hlinksldjump"/>
            <a:extLst>
              <a:ext uri="{FF2B5EF4-FFF2-40B4-BE49-F238E27FC236}">
                <a16:creationId xmlns:a16="http://schemas.microsoft.com/office/drawing/2014/main" id="{8561BAC1-5633-3F2D-1F5B-D38C0D127E6C}"/>
              </a:ext>
            </a:extLst>
          </p:cNvPr>
          <p:cNvSpPr/>
          <p:nvPr/>
        </p:nvSpPr>
        <p:spPr>
          <a:xfrm>
            <a:off x="6119115"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5" name="Rectangle 34">
            <a:hlinkClick r:id="" action="ppaction://noaction"/>
            <a:extLst>
              <a:ext uri="{FF2B5EF4-FFF2-40B4-BE49-F238E27FC236}">
                <a16:creationId xmlns:a16="http://schemas.microsoft.com/office/drawing/2014/main" id="{8CF7F7A0-4F7E-CC7A-2FA2-705A348B0F1F}"/>
              </a:ext>
            </a:extLst>
          </p:cNvPr>
          <p:cNvSpPr/>
          <p:nvPr/>
        </p:nvSpPr>
        <p:spPr>
          <a:xfrm>
            <a:off x="688167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6" name="Rectangle 35">
            <a:hlinkClick r:id="rId13" action="ppaction://hlinksldjump"/>
            <a:extLst>
              <a:ext uri="{FF2B5EF4-FFF2-40B4-BE49-F238E27FC236}">
                <a16:creationId xmlns:a16="http://schemas.microsoft.com/office/drawing/2014/main" id="{BFCAB00A-45F3-553F-947F-CBC0122CD078}"/>
              </a:ext>
            </a:extLst>
          </p:cNvPr>
          <p:cNvSpPr/>
          <p:nvPr/>
        </p:nvSpPr>
        <p:spPr>
          <a:xfrm>
            <a:off x="8776798"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6" name="Text Placeholder 7">
            <a:extLst>
              <a:ext uri="{FF2B5EF4-FFF2-40B4-BE49-F238E27FC236}">
                <a16:creationId xmlns:a16="http://schemas.microsoft.com/office/drawing/2014/main" id="{9347D54E-E18F-4415-A582-3D3E064141CD}"/>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7" name="Text Placeholder 12">
            <a:extLst>
              <a:ext uri="{FF2B5EF4-FFF2-40B4-BE49-F238E27FC236}">
                <a16:creationId xmlns:a16="http://schemas.microsoft.com/office/drawing/2014/main" id="{D705460B-5775-C4C2-7802-EE939917B1E6}"/>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8" name="Rounded Rectangle 7">
            <a:extLst>
              <a:ext uri="{FF2B5EF4-FFF2-40B4-BE49-F238E27FC236}">
                <a16:creationId xmlns:a16="http://schemas.microsoft.com/office/drawing/2014/main" id="{D971B535-6649-B156-57F6-59CA621C5B1B}"/>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9" name="Rectangle 8">
            <a:extLst>
              <a:ext uri="{FF2B5EF4-FFF2-40B4-BE49-F238E27FC236}">
                <a16:creationId xmlns:a16="http://schemas.microsoft.com/office/drawing/2014/main" id="{A2C75C68-EF93-B0FA-9701-E1AA2B291265}"/>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0" name="Straight Arrow Connector 9">
            <a:extLst>
              <a:ext uri="{FF2B5EF4-FFF2-40B4-BE49-F238E27FC236}">
                <a16:creationId xmlns:a16="http://schemas.microsoft.com/office/drawing/2014/main" id="{7CC966DB-0715-C495-08A4-8034D9C49C92}"/>
              </a:ext>
            </a:extLst>
          </p:cNvPr>
          <p:cNvCxnSpPr>
            <a:cxnSpLocks/>
            <a:stCxn id="9" idx="2"/>
            <a:endCxn id="8"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9CCAF7A7-70ED-AE9F-EA7D-8BF63F3F821C}"/>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4" name="Rectangle 3">
            <a:extLst>
              <a:ext uri="{FF2B5EF4-FFF2-40B4-BE49-F238E27FC236}">
                <a16:creationId xmlns:a16="http://schemas.microsoft.com/office/drawing/2014/main" id="{A0F0BF8F-510C-83A8-8944-352DE566B92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2" name="Rectangle 11">
            <a:extLst>
              <a:ext uri="{FF2B5EF4-FFF2-40B4-BE49-F238E27FC236}">
                <a16:creationId xmlns:a16="http://schemas.microsoft.com/office/drawing/2014/main" id="{7180C6A8-EDDF-320A-3033-E946E2A2089D}"/>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3" name="Rectangle 12">
            <a:extLst>
              <a:ext uri="{FF2B5EF4-FFF2-40B4-BE49-F238E27FC236}">
                <a16:creationId xmlns:a16="http://schemas.microsoft.com/office/drawing/2014/main" id="{33311AA3-A0A5-AE11-3497-9516FC36FA2F}"/>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3" name="Rectangle 2">
            <a:extLst>
              <a:ext uri="{FF2B5EF4-FFF2-40B4-BE49-F238E27FC236}">
                <a16:creationId xmlns:a16="http://schemas.microsoft.com/office/drawing/2014/main" id="{C62506A3-FC4F-6A8E-D789-78261AA3D0F4}"/>
              </a:ext>
            </a:extLst>
          </p:cNvPr>
          <p:cNvSpPr/>
          <p:nvPr/>
        </p:nvSpPr>
        <p:spPr>
          <a:xfrm>
            <a:off x="10598330" y="6277289"/>
            <a:ext cx="1550957" cy="554584"/>
          </a:xfrm>
          <a:prstGeom prst="rect">
            <a:avLst/>
          </a:prstGeom>
          <a:solidFill>
            <a:schemeClr val="accent6"/>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800" b="1">
                <a:solidFill>
                  <a:schemeClr val="bg1"/>
                </a:solidFill>
              </a:rPr>
              <a:t>UPDATES:</a:t>
            </a:r>
            <a:r>
              <a:rPr lang="en-US" sz="800">
                <a:solidFill>
                  <a:schemeClr val="bg1"/>
                </a:solidFill>
              </a:rPr>
              <a:t> headers and text boxes aligned with Diligence+ gridlines</a:t>
            </a:r>
          </a:p>
        </p:txBody>
      </p:sp>
    </p:spTree>
    <p:extLst>
      <p:ext uri="{BB962C8B-B14F-4D97-AF65-F5344CB8AC3E}">
        <p14:creationId xmlns:p14="http://schemas.microsoft.com/office/powerpoint/2010/main" val="802383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Object 21" hidden="1">
            <a:extLst>
              <a:ext uri="{FF2B5EF4-FFF2-40B4-BE49-F238E27FC236}">
                <a16:creationId xmlns:a16="http://schemas.microsoft.com/office/drawing/2014/main" id="{4C530F15-B193-4930-B36B-D0B201536DD7}"/>
              </a:ext>
            </a:extLst>
          </p:cNvPr>
          <p:cNvGraphicFramePr>
            <a:graphicFrameLocks noChangeAspect="1"/>
          </p:cNvGraphicFramePr>
          <p:nvPr>
            <p:custDataLst>
              <p:tags r:id="rId1"/>
            </p:custDataLst>
            <p:extLst>
              <p:ext uri="{D42A27DB-BD31-4B8C-83A1-F6EECF244321}">
                <p14:modId xmlns:p14="http://schemas.microsoft.com/office/powerpoint/2010/main" val="1605002129"/>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22" name="Object 21" hidden="1">
                        <a:extLst>
                          <a:ext uri="{FF2B5EF4-FFF2-40B4-BE49-F238E27FC236}">
                            <a16:creationId xmlns:a16="http://schemas.microsoft.com/office/drawing/2014/main" id="{4C530F15-B193-4930-B36B-D0B201536DD7}"/>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578C05C5-A3F9-43F8-9E82-D209F52AF3DD}"/>
              </a:ext>
            </a:extLst>
          </p:cNvPr>
          <p:cNvSpPr>
            <a:spLocks noGrp="1"/>
          </p:cNvSpPr>
          <p:nvPr>
            <p:ph type="body" sz="quarter" idx="23"/>
          </p:nvPr>
        </p:nvSpPr>
        <p:spPr/>
        <p:txBody>
          <a:bodyPr/>
          <a:lstStyle/>
          <a:p>
            <a:pPr>
              <a:defRPr/>
            </a:pPr>
            <a:r>
              <a:rPr lang="en-US" sz="1000" b="1" dirty="0">
                <a:solidFill>
                  <a:schemeClr val="tx2"/>
                </a:solidFill>
              </a:rPr>
              <a:t>Heading</a:t>
            </a:r>
          </a:p>
          <a:p>
            <a:pPr lvl="1" defTabSz="914377">
              <a:defRPr/>
            </a:pPr>
            <a:r>
              <a:rPr lang="en-US" sz="1000" dirty="0">
                <a:solidFill>
                  <a:srgbClr val="000000"/>
                </a:solidFill>
              </a:rPr>
              <a:t>Second level</a:t>
            </a:r>
          </a:p>
          <a:p>
            <a:pPr marL="180970" lvl="2" indent="-180970" defTabSz="914377">
              <a:defRPr/>
            </a:pPr>
            <a:r>
              <a:rPr lang="en-US" sz="1000" dirty="0">
                <a:solidFill>
                  <a:srgbClr val="000000"/>
                </a:solidFill>
              </a:rPr>
              <a:t>Third level</a:t>
            </a:r>
          </a:p>
          <a:p>
            <a:pPr marL="361942" lvl="3" indent="-180970" defTabSz="914377">
              <a:defRPr/>
            </a:pPr>
            <a:r>
              <a:rPr lang="en-US" sz="1000" dirty="0">
                <a:solidFill>
                  <a:srgbClr val="000000"/>
                </a:solidFill>
              </a:rPr>
              <a:t>Fourth level</a:t>
            </a:r>
          </a:p>
          <a:p>
            <a:pPr marL="542912" lvl="4" indent="-180970" defTabSz="914377">
              <a:defRPr/>
            </a:pPr>
            <a:r>
              <a:rPr lang="en-US" sz="1000" dirty="0">
                <a:solidFill>
                  <a:srgbClr val="000000"/>
                </a:solidFill>
              </a:rPr>
              <a:t>Fifth level</a:t>
            </a:r>
            <a:endParaRPr lang="en-US" dirty="0"/>
          </a:p>
        </p:txBody>
      </p:sp>
      <p:sp>
        <p:nvSpPr>
          <p:cNvPr id="4" name="Text Placeholder 3">
            <a:extLst>
              <a:ext uri="{FF2B5EF4-FFF2-40B4-BE49-F238E27FC236}">
                <a16:creationId xmlns:a16="http://schemas.microsoft.com/office/drawing/2014/main" id="{2F9E9973-662D-4F48-A66F-FDF94F0F1174}"/>
              </a:ext>
            </a:extLst>
          </p:cNvPr>
          <p:cNvSpPr>
            <a:spLocks noGrp="1"/>
          </p:cNvSpPr>
          <p:nvPr>
            <p:ph type="body" sz="quarter" idx="24"/>
          </p:nvPr>
        </p:nvSpPr>
        <p:spPr/>
        <p:txBody>
          <a:bodyPr/>
          <a:lstStyle/>
          <a:p>
            <a:pPr>
              <a:defRPr/>
            </a:pPr>
            <a:r>
              <a:rPr lang="en-US" sz="1000" b="1">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a:p>
        </p:txBody>
      </p:sp>
      <p:sp>
        <p:nvSpPr>
          <p:cNvPr id="19" name="Title 18">
            <a:extLst>
              <a:ext uri="{FF2B5EF4-FFF2-40B4-BE49-F238E27FC236}">
                <a16:creationId xmlns:a16="http://schemas.microsoft.com/office/drawing/2014/main" id="{B09E146A-A632-4F87-8843-C427A4E2F63E}"/>
              </a:ext>
            </a:extLst>
          </p:cNvPr>
          <p:cNvSpPr>
            <a:spLocks noGrp="1"/>
          </p:cNvSpPr>
          <p:nvPr>
            <p:ph type="title"/>
          </p:nvPr>
        </p:nvSpPr>
        <p:spPr/>
        <p:txBody>
          <a:bodyPr vert="horz"/>
          <a:lstStyle/>
          <a:p>
            <a:r>
              <a:rPr lang="en-US"/>
              <a:t>Key accounting principles</a:t>
            </a:r>
          </a:p>
        </p:txBody>
      </p:sp>
      <p:sp>
        <p:nvSpPr>
          <p:cNvPr id="55" name="Rectangle 54">
            <a:extLst>
              <a:ext uri="{FF2B5EF4-FFF2-40B4-BE49-F238E27FC236}">
                <a16:creationId xmlns:a16="http://schemas.microsoft.com/office/drawing/2014/main" id="{B06D482A-409E-4B42-B617-1777253BE592}"/>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56" name="Rectangle 55">
            <a:extLst>
              <a:ext uri="{FF2B5EF4-FFF2-40B4-BE49-F238E27FC236}">
                <a16:creationId xmlns:a16="http://schemas.microsoft.com/office/drawing/2014/main" id="{05B6DC95-9BD5-45DE-97C9-B39B91BE99D7}"/>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60" name="Rectangle 59">
            <a:extLst>
              <a:ext uri="{FF2B5EF4-FFF2-40B4-BE49-F238E27FC236}">
                <a16:creationId xmlns:a16="http://schemas.microsoft.com/office/drawing/2014/main" id="{1C588A33-2593-4B1C-A631-B56315B932EA}"/>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61" name="Rectangle 60">
            <a:extLst>
              <a:ext uri="{FF2B5EF4-FFF2-40B4-BE49-F238E27FC236}">
                <a16:creationId xmlns:a16="http://schemas.microsoft.com/office/drawing/2014/main" id="{F4C55134-A47B-4154-A060-1DB5D85994AB}"/>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62" name="Rectangle 61">
            <a:extLst>
              <a:ext uri="{FF2B5EF4-FFF2-40B4-BE49-F238E27FC236}">
                <a16:creationId xmlns:a16="http://schemas.microsoft.com/office/drawing/2014/main" id="{749DE61F-A93E-4668-9177-6FB3F4E45CE4}"/>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graphicFrame>
        <p:nvGraphicFramePr>
          <p:cNvPr id="17" name="Table 10">
            <a:extLst>
              <a:ext uri="{FF2B5EF4-FFF2-40B4-BE49-F238E27FC236}">
                <a16:creationId xmlns:a16="http://schemas.microsoft.com/office/drawing/2014/main" id="{765609F9-0D64-EAD2-49AC-12612AD8D34E}"/>
              </a:ext>
            </a:extLst>
          </p:cNvPr>
          <p:cNvGraphicFramePr>
            <a:graphicFrameLocks noGrp="1"/>
          </p:cNvGraphicFramePr>
          <p:nvPr>
            <p:extLst>
              <p:ext uri="{D42A27DB-BD31-4B8C-83A1-F6EECF244321}">
                <p14:modId xmlns:p14="http://schemas.microsoft.com/office/powerpoint/2010/main" val="1654811149"/>
              </p:ext>
            </p:extLst>
          </p:nvPr>
        </p:nvGraphicFramePr>
        <p:xfrm>
          <a:off x="932737" y="142211"/>
          <a:ext cx="9295208"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04900">
                  <a:extLst>
                    <a:ext uri="{9D8B030D-6E8A-4147-A177-3AD203B41FA5}">
                      <a16:colId xmlns:a16="http://schemas.microsoft.com/office/drawing/2014/main" val="3480804512"/>
                    </a:ext>
                  </a:extLst>
                </a:gridCol>
                <a:gridCol w="1083310">
                  <a:extLst>
                    <a:ext uri="{9D8B030D-6E8A-4147-A177-3AD203B41FA5}">
                      <a16:colId xmlns:a16="http://schemas.microsoft.com/office/drawing/2014/main" val="1508802548"/>
                    </a:ext>
                  </a:extLst>
                </a:gridCol>
                <a:gridCol w="952500">
                  <a:extLst>
                    <a:ext uri="{9D8B030D-6E8A-4147-A177-3AD203B41FA5}">
                      <a16:colId xmlns:a16="http://schemas.microsoft.com/office/drawing/2014/main" val="1380669789"/>
                    </a:ext>
                  </a:extLst>
                </a:gridCol>
                <a:gridCol w="777240">
                  <a:extLst>
                    <a:ext uri="{9D8B030D-6E8A-4147-A177-3AD203B41FA5}">
                      <a16:colId xmlns:a16="http://schemas.microsoft.com/office/drawing/2014/main" val="3717172380"/>
                    </a:ext>
                  </a:extLst>
                </a:gridCol>
                <a:gridCol w="754380">
                  <a:extLst>
                    <a:ext uri="{9D8B030D-6E8A-4147-A177-3AD203B41FA5}">
                      <a16:colId xmlns:a16="http://schemas.microsoft.com/office/drawing/2014/main" val="2348796435"/>
                    </a:ext>
                  </a:extLst>
                </a:gridCol>
                <a:gridCol w="952500">
                  <a:extLst>
                    <a:ext uri="{9D8B030D-6E8A-4147-A177-3AD203B41FA5}">
                      <a16:colId xmlns:a16="http://schemas.microsoft.com/office/drawing/2014/main" val="3209140028"/>
                    </a:ext>
                  </a:extLst>
                </a:gridCol>
                <a:gridCol w="937260">
                  <a:extLst>
                    <a:ext uri="{9D8B030D-6E8A-4147-A177-3AD203B41FA5}">
                      <a16:colId xmlns:a16="http://schemas.microsoft.com/office/drawing/2014/main" val="2651425576"/>
                    </a:ext>
                  </a:extLst>
                </a:gridCol>
                <a:gridCol w="632460">
                  <a:extLst>
                    <a:ext uri="{9D8B030D-6E8A-4147-A177-3AD203B41FA5}">
                      <a16:colId xmlns:a16="http://schemas.microsoft.com/office/drawing/2014/main" val="3903366463"/>
                    </a:ext>
                  </a:extLst>
                </a:gridCol>
                <a:gridCol w="845820">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1" i="0" u="none" strike="noStrike" kern="1200" cap="none" spc="0" normalizeH="0" baseline="0" noProof="0">
                          <a:ln>
                            <a:noFill/>
                          </a:ln>
                          <a:solidFill>
                            <a:srgbClr val="00338D"/>
                          </a:solidFill>
                          <a:effectLst/>
                          <a:uLnTx/>
                          <a:uFillTx/>
                          <a:latin typeface="+mn-lt"/>
                          <a:ea typeface="+mn-ea"/>
                          <a:cs typeface="+mn-cs"/>
                        </a:rPr>
                        <a:t>Reporting</a:t>
                      </a:r>
                      <a:endParaRPr kumimoji="0" lang="en-US" sz="1000" b="1" i="0" u="none" strike="noStrike" kern="1200" cap="none" spc="0" normalizeH="0" baseline="0">
                        <a:ln>
                          <a:noFill/>
                        </a:ln>
                        <a:solidFill>
                          <a:srgbClr val="00338D"/>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18" name="Rectangle 17">
            <a:hlinkClick r:id="rId6" action="ppaction://hlinksldjump"/>
            <a:extLst>
              <a:ext uri="{FF2B5EF4-FFF2-40B4-BE49-F238E27FC236}">
                <a16:creationId xmlns:a16="http://schemas.microsoft.com/office/drawing/2014/main" id="{A7B82A93-4A81-AC00-9656-6A50DB3DF928}"/>
              </a:ext>
            </a:extLst>
          </p:cNvPr>
          <p:cNvSpPr/>
          <p:nvPr/>
        </p:nvSpPr>
        <p:spPr>
          <a:xfrm>
            <a:off x="940228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0" name="Rectangle 19">
            <a:hlinkClick r:id="rId7" action="ppaction://hlinksldjump"/>
            <a:extLst>
              <a:ext uri="{FF2B5EF4-FFF2-40B4-BE49-F238E27FC236}">
                <a16:creationId xmlns:a16="http://schemas.microsoft.com/office/drawing/2014/main" id="{1883E80F-A17A-8375-B224-3C779DD94CD2}"/>
              </a:ext>
            </a:extLst>
          </p:cNvPr>
          <p:cNvSpPr/>
          <p:nvPr/>
        </p:nvSpPr>
        <p:spPr>
          <a:xfrm>
            <a:off x="2199335" y="140055"/>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1" name="Rectangle 20">
            <a:hlinkClick r:id="rId8" action="ppaction://hlinksldjump"/>
            <a:extLst>
              <a:ext uri="{FF2B5EF4-FFF2-40B4-BE49-F238E27FC236}">
                <a16:creationId xmlns:a16="http://schemas.microsoft.com/office/drawing/2014/main" id="{FD0D29E7-0346-B9D7-D894-9CAA5F50FAD8}"/>
              </a:ext>
            </a:extLst>
          </p:cNvPr>
          <p:cNvSpPr/>
          <p:nvPr/>
        </p:nvSpPr>
        <p:spPr>
          <a:xfrm>
            <a:off x="439487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3" name="Rectangle 22">
            <a:hlinkClick r:id="" action="ppaction://noaction"/>
            <a:extLst>
              <a:ext uri="{FF2B5EF4-FFF2-40B4-BE49-F238E27FC236}">
                <a16:creationId xmlns:a16="http://schemas.microsoft.com/office/drawing/2014/main" id="{72CF2041-3E29-E6DF-BC77-242D4C178CFB}"/>
              </a:ext>
            </a:extLst>
          </p:cNvPr>
          <p:cNvSpPr/>
          <p:nvPr/>
        </p:nvSpPr>
        <p:spPr>
          <a:xfrm>
            <a:off x="782859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4" name="Rectangle 23">
            <a:hlinkClick r:id="rId9" action="ppaction://hlinksldjump"/>
            <a:extLst>
              <a:ext uri="{FF2B5EF4-FFF2-40B4-BE49-F238E27FC236}">
                <a16:creationId xmlns:a16="http://schemas.microsoft.com/office/drawing/2014/main" id="{002CCD27-4C21-B3EE-8D3A-910EDC630A79}"/>
              </a:ext>
            </a:extLst>
          </p:cNvPr>
          <p:cNvSpPr/>
          <p:nvPr/>
        </p:nvSpPr>
        <p:spPr>
          <a:xfrm>
            <a:off x="535843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5" name="Rectangle 24">
            <a:hlinkClick r:id="rId10" action="ppaction://hlinksldjump"/>
            <a:extLst>
              <a:ext uri="{FF2B5EF4-FFF2-40B4-BE49-F238E27FC236}">
                <a16:creationId xmlns:a16="http://schemas.microsoft.com/office/drawing/2014/main" id="{70281D23-EA0B-A144-A04D-444FB7A28BBB}"/>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26" name="Rectangle 25">
            <a:hlinkClick r:id="rId11" action="ppaction://hlinksldjump"/>
            <a:extLst>
              <a:ext uri="{FF2B5EF4-FFF2-40B4-BE49-F238E27FC236}">
                <a16:creationId xmlns:a16="http://schemas.microsoft.com/office/drawing/2014/main" id="{D4B8FBBA-2B01-2086-3CA9-A4F1B4127CBC}"/>
              </a:ext>
            </a:extLst>
          </p:cNvPr>
          <p:cNvSpPr/>
          <p:nvPr/>
        </p:nvSpPr>
        <p:spPr>
          <a:xfrm>
            <a:off x="3305911" y="140055"/>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7" name="Rectangle 26">
            <a:hlinkClick r:id="rId12" action="ppaction://hlinksldjump"/>
            <a:extLst>
              <a:ext uri="{FF2B5EF4-FFF2-40B4-BE49-F238E27FC236}">
                <a16:creationId xmlns:a16="http://schemas.microsoft.com/office/drawing/2014/main" id="{0C7B4CC1-71F5-F1CB-0F08-F07E0100D641}"/>
              </a:ext>
            </a:extLst>
          </p:cNvPr>
          <p:cNvSpPr/>
          <p:nvPr/>
        </p:nvSpPr>
        <p:spPr>
          <a:xfrm>
            <a:off x="6119115"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8" name="Rectangle 27">
            <a:hlinkClick r:id="" action="ppaction://noaction"/>
            <a:extLst>
              <a:ext uri="{FF2B5EF4-FFF2-40B4-BE49-F238E27FC236}">
                <a16:creationId xmlns:a16="http://schemas.microsoft.com/office/drawing/2014/main" id="{8741ACB7-0E4A-DA7C-00DC-C1E96D8DCBB7}"/>
              </a:ext>
            </a:extLst>
          </p:cNvPr>
          <p:cNvSpPr/>
          <p:nvPr/>
        </p:nvSpPr>
        <p:spPr>
          <a:xfrm>
            <a:off x="688167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9" name="Rectangle 28">
            <a:hlinkClick r:id="rId13" action="ppaction://hlinksldjump"/>
            <a:extLst>
              <a:ext uri="{FF2B5EF4-FFF2-40B4-BE49-F238E27FC236}">
                <a16:creationId xmlns:a16="http://schemas.microsoft.com/office/drawing/2014/main" id="{57AEC695-4A32-4E64-40BF-2AA4E3E3CF9D}"/>
              </a:ext>
            </a:extLst>
          </p:cNvPr>
          <p:cNvSpPr/>
          <p:nvPr/>
        </p:nvSpPr>
        <p:spPr>
          <a:xfrm>
            <a:off x="8776798"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3" name="Text Placeholder 7">
            <a:extLst>
              <a:ext uri="{FF2B5EF4-FFF2-40B4-BE49-F238E27FC236}">
                <a16:creationId xmlns:a16="http://schemas.microsoft.com/office/drawing/2014/main" id="{70DE9B16-F916-7612-46C3-F169741541CF}"/>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5" name="Text Placeholder 12">
            <a:extLst>
              <a:ext uri="{FF2B5EF4-FFF2-40B4-BE49-F238E27FC236}">
                <a16:creationId xmlns:a16="http://schemas.microsoft.com/office/drawing/2014/main" id="{83531791-88D5-869F-A7EB-324AE49CA215}"/>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6" name="Rounded Rectangle 7">
            <a:extLst>
              <a:ext uri="{FF2B5EF4-FFF2-40B4-BE49-F238E27FC236}">
                <a16:creationId xmlns:a16="http://schemas.microsoft.com/office/drawing/2014/main" id="{85F47A3C-18AB-60C7-B6FC-99632CC3921E}"/>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7" name="Rectangle 6">
            <a:extLst>
              <a:ext uri="{FF2B5EF4-FFF2-40B4-BE49-F238E27FC236}">
                <a16:creationId xmlns:a16="http://schemas.microsoft.com/office/drawing/2014/main" id="{293D6A85-9583-0FEA-FB25-FCAE53CFA708}"/>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8" name="Straight Arrow Connector 7">
            <a:extLst>
              <a:ext uri="{FF2B5EF4-FFF2-40B4-BE49-F238E27FC236}">
                <a16:creationId xmlns:a16="http://schemas.microsoft.com/office/drawing/2014/main" id="{D66E9A02-ACC2-1FA5-6600-513F1ACA780A}"/>
              </a:ext>
            </a:extLst>
          </p:cNvPr>
          <p:cNvCxnSpPr>
            <a:cxnSpLocks/>
            <a:stCxn id="7"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AD0C0A4F-5ACB-31D0-70BB-2553BCADDB68}"/>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1" name="Rectangle 10">
            <a:extLst>
              <a:ext uri="{FF2B5EF4-FFF2-40B4-BE49-F238E27FC236}">
                <a16:creationId xmlns:a16="http://schemas.microsoft.com/office/drawing/2014/main" id="{10E5D66B-69C2-C969-3CF1-2B6C65561B0D}"/>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2" name="Rectangle 11">
            <a:extLst>
              <a:ext uri="{FF2B5EF4-FFF2-40B4-BE49-F238E27FC236}">
                <a16:creationId xmlns:a16="http://schemas.microsoft.com/office/drawing/2014/main" id="{2AC47232-ADB6-7654-A081-18DA520D9442}"/>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3" name="Rectangle 12">
            <a:extLst>
              <a:ext uri="{FF2B5EF4-FFF2-40B4-BE49-F238E27FC236}">
                <a16:creationId xmlns:a16="http://schemas.microsoft.com/office/drawing/2014/main" id="{6F53F90E-399D-7D83-2AA8-063747510056}"/>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0" name="Rectangle 9">
            <a:extLst>
              <a:ext uri="{FF2B5EF4-FFF2-40B4-BE49-F238E27FC236}">
                <a16:creationId xmlns:a16="http://schemas.microsoft.com/office/drawing/2014/main" id="{96721B23-149B-E1B0-34C5-CF9E5CF71FBD}"/>
              </a:ext>
            </a:extLst>
          </p:cNvPr>
          <p:cNvSpPr/>
          <p:nvPr/>
        </p:nvSpPr>
        <p:spPr>
          <a:xfrm>
            <a:off x="10598330" y="6277289"/>
            <a:ext cx="1550957" cy="554584"/>
          </a:xfrm>
          <a:prstGeom prst="rect">
            <a:avLst/>
          </a:prstGeom>
          <a:solidFill>
            <a:schemeClr val="accent6"/>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800" b="1">
                <a:solidFill>
                  <a:schemeClr val="bg1"/>
                </a:solidFill>
              </a:rPr>
              <a:t>UPDATES:</a:t>
            </a:r>
            <a:r>
              <a:rPr lang="en-US" sz="800">
                <a:solidFill>
                  <a:schemeClr val="bg1"/>
                </a:solidFill>
              </a:rPr>
              <a:t> headers and text boxes aligned with Diligence+ gridlines</a:t>
            </a:r>
          </a:p>
        </p:txBody>
      </p:sp>
    </p:spTree>
    <p:extLst>
      <p:ext uri="{BB962C8B-B14F-4D97-AF65-F5344CB8AC3E}">
        <p14:creationId xmlns:p14="http://schemas.microsoft.com/office/powerpoint/2010/main" val="7838535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66C5109-0111-4E17-8D7D-F69D2B2B94DC}"/>
              </a:ext>
            </a:extLst>
          </p:cNvPr>
          <p:cNvGraphicFramePr>
            <a:graphicFrameLocks noChangeAspect="1"/>
          </p:cNvGraphicFramePr>
          <p:nvPr>
            <p:custDataLst>
              <p:tags r:id="rId1"/>
            </p:custDataLst>
            <p:extLst>
              <p:ext uri="{D42A27DB-BD31-4B8C-83A1-F6EECF244321}">
                <p14:modId xmlns:p14="http://schemas.microsoft.com/office/powerpoint/2010/main" val="465934364"/>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466C5109-0111-4E17-8D7D-F69D2B2B94DC}"/>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graphicFrame>
        <p:nvGraphicFramePr>
          <p:cNvPr id="3" name="Table 7">
            <a:extLst>
              <a:ext uri="{FF2B5EF4-FFF2-40B4-BE49-F238E27FC236}">
                <a16:creationId xmlns:a16="http://schemas.microsoft.com/office/drawing/2014/main" id="{9B9A9964-E171-D402-179B-A1562868EAD9}"/>
              </a:ext>
            </a:extLst>
          </p:cNvPr>
          <p:cNvGraphicFramePr>
            <a:graphicFrameLocks/>
          </p:cNvGraphicFramePr>
          <p:nvPr>
            <p:extLst>
              <p:ext uri="{D42A27DB-BD31-4B8C-83A1-F6EECF244321}">
                <p14:modId xmlns:p14="http://schemas.microsoft.com/office/powerpoint/2010/main" val="252519346"/>
              </p:ext>
            </p:extLst>
          </p:nvPr>
        </p:nvGraphicFramePr>
        <p:xfrm>
          <a:off x="1293813" y="3022600"/>
          <a:ext cx="6321424" cy="2743200"/>
        </p:xfrm>
        <a:graphic>
          <a:graphicData uri="http://schemas.openxmlformats.org/drawingml/2006/table">
            <a:tbl>
              <a:tblPr firstRow="1" bandRow="1">
                <a:tableStyleId>{5C22544A-7EE6-4342-B048-85BDC9FD1C3A}</a:tableStyleId>
              </a:tblPr>
              <a:tblGrid>
                <a:gridCol w="995362">
                  <a:extLst>
                    <a:ext uri="{9D8B030D-6E8A-4147-A177-3AD203B41FA5}">
                      <a16:colId xmlns:a16="http://schemas.microsoft.com/office/drawing/2014/main" val="742544998"/>
                    </a:ext>
                  </a:extLst>
                </a:gridCol>
                <a:gridCol w="4521201">
                  <a:extLst>
                    <a:ext uri="{9D8B030D-6E8A-4147-A177-3AD203B41FA5}">
                      <a16:colId xmlns:a16="http://schemas.microsoft.com/office/drawing/2014/main" val="1401308672"/>
                    </a:ext>
                  </a:extLst>
                </a:gridCol>
                <a:gridCol w="804861">
                  <a:extLst>
                    <a:ext uri="{9D8B030D-6E8A-4147-A177-3AD203B41FA5}">
                      <a16:colId xmlns:a16="http://schemas.microsoft.com/office/drawing/2014/main" val="4196980023"/>
                    </a:ext>
                  </a:extLst>
                </a:gridCol>
              </a:tblGrid>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0" u="none" kern="1200">
                          <a:solidFill>
                            <a:schemeClr val="bg1"/>
                          </a:solidFill>
                          <a:latin typeface="+mj-lt"/>
                          <a:ea typeface="+mn-ea"/>
                          <a:cs typeface="+mn-cs"/>
                        </a:rPr>
                        <a:t>01</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a:solidFill>
                            <a:schemeClr val="bg1"/>
                          </a:solidFill>
                        </a:rPr>
                        <a:t>Add title</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r" defTabSz="914377" rtl="0" eaLnBrk="1" fontAlgn="auto" latinLnBrk="0" hangingPunct="1">
                        <a:lnSpc>
                          <a:spcPct val="100000"/>
                        </a:lnSpc>
                        <a:spcBef>
                          <a:spcPts val="0"/>
                        </a:spcBef>
                        <a:spcAft>
                          <a:spcPts val="0"/>
                        </a:spcAft>
                        <a:buClrTx/>
                        <a:buSzTx/>
                        <a:buFontTx/>
                        <a:buNone/>
                        <a:tabLst/>
                        <a:defRPr/>
                      </a:pPr>
                      <a:r>
                        <a:rPr lang="en-US" sz="1600" b="0">
                          <a:solidFill>
                            <a:schemeClr val="bg1"/>
                          </a:solidFill>
                        </a:rPr>
                        <a:t>xx</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93307755"/>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02</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a:solidFill>
                            <a:schemeClr val="bg1"/>
                          </a:solidFill>
                        </a:rPr>
                        <a:t>Add title</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a:solidFill>
                            <a:schemeClr val="bg1"/>
                          </a:solidFill>
                        </a:rPr>
                        <a:t>xx</a:t>
                      </a:r>
                      <a:endParaRPr lang="en-US" sz="1600" b="1">
                        <a:solidFill>
                          <a:schemeClr val="bg1"/>
                        </a:solidFill>
                      </a:endParaRP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88271"/>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03</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a:solidFill>
                            <a:schemeClr val="bg1"/>
                          </a:solidFill>
                        </a:rPr>
                        <a:t>Add title</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a:solidFill>
                            <a:schemeClr val="bg1"/>
                          </a:solidFill>
                        </a:rPr>
                        <a:t>xx</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9013508"/>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04</a:t>
                      </a: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a:solidFill>
                            <a:schemeClr val="bg1"/>
                          </a:solidFill>
                        </a:rPr>
                        <a:t>Add title</a:t>
                      </a: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a:r>
                        <a:rPr lang="en-US" sz="1600">
                          <a:solidFill>
                            <a:schemeClr val="bg1"/>
                          </a:solidFill>
                        </a:rPr>
                        <a:t>xx</a:t>
                      </a: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30954912"/>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05</a:t>
                      </a: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a:solidFill>
                            <a:schemeClr val="bg1"/>
                          </a:solidFill>
                        </a:rPr>
                        <a:t>Add title</a:t>
                      </a: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lang="en-US" sz="1600">
                          <a:solidFill>
                            <a:schemeClr val="bg1"/>
                          </a:solidFill>
                        </a:rPr>
                        <a:t>xx</a:t>
                      </a: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57734648"/>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06</a:t>
                      </a: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a:solidFill>
                            <a:schemeClr val="bg1"/>
                          </a:solidFill>
                        </a:rPr>
                        <a:t>Add title</a:t>
                      </a: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1"/>
                          </a:solidFill>
                        </a:rPr>
                        <a:t>xx</a:t>
                      </a: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915418"/>
                  </a:ext>
                </a:extLst>
              </a:tr>
            </a:tbl>
          </a:graphicData>
        </a:graphic>
      </p:graphicFrame>
      <p:sp>
        <p:nvSpPr>
          <p:cNvPr id="4" name="Text Placeholder 3">
            <a:extLst>
              <a:ext uri="{FF2B5EF4-FFF2-40B4-BE49-F238E27FC236}">
                <a16:creationId xmlns:a16="http://schemas.microsoft.com/office/drawing/2014/main" id="{A97AF671-F83C-4C73-B887-334A69D8A375}"/>
              </a:ext>
            </a:extLst>
          </p:cNvPr>
          <p:cNvSpPr>
            <a:spLocks noGrp="1"/>
          </p:cNvSpPr>
          <p:nvPr>
            <p:ph type="body" sz="quarter" idx="14"/>
          </p:nvPr>
        </p:nvSpPr>
        <p:spPr/>
        <p:txBody>
          <a:bodyPr/>
          <a:lstStyle/>
          <a:p>
            <a:r>
              <a:rPr lang="en-US"/>
              <a:t>09</a:t>
            </a:r>
          </a:p>
        </p:txBody>
      </p:sp>
      <p:sp>
        <p:nvSpPr>
          <p:cNvPr id="2" name="Title 1">
            <a:extLst>
              <a:ext uri="{FF2B5EF4-FFF2-40B4-BE49-F238E27FC236}">
                <a16:creationId xmlns:a16="http://schemas.microsoft.com/office/drawing/2014/main" id="{99EB806D-E49B-4342-86BA-76DFA48575D9}"/>
              </a:ext>
            </a:extLst>
          </p:cNvPr>
          <p:cNvSpPr>
            <a:spLocks noGrp="1"/>
          </p:cNvSpPr>
          <p:nvPr>
            <p:ph type="ctrTitle"/>
          </p:nvPr>
        </p:nvSpPr>
        <p:spPr/>
        <p:txBody>
          <a:bodyPr vert="horz"/>
          <a:lstStyle/>
          <a:p>
            <a:r>
              <a:rPr lang="en-US"/>
              <a:t>Taxation</a:t>
            </a:r>
          </a:p>
        </p:txBody>
      </p:sp>
    </p:spTree>
    <p:extLst>
      <p:ext uri="{BB962C8B-B14F-4D97-AF65-F5344CB8AC3E}">
        <p14:creationId xmlns:p14="http://schemas.microsoft.com/office/powerpoint/2010/main" val="18444439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BCDFE7DA-7B6F-40AE-9A1B-BADC4E876DB8}"/>
              </a:ext>
            </a:extLst>
          </p:cNvPr>
          <p:cNvGraphicFramePr>
            <a:graphicFrameLocks noChangeAspect="1"/>
          </p:cNvGraphicFramePr>
          <p:nvPr>
            <p:custDataLst>
              <p:tags r:id="rId1"/>
            </p:custDataLst>
            <p:extLst>
              <p:ext uri="{D42A27DB-BD31-4B8C-83A1-F6EECF244321}">
                <p14:modId xmlns:p14="http://schemas.microsoft.com/office/powerpoint/2010/main" val="3313602895"/>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9" name="Object 8" hidden="1">
                        <a:extLst>
                          <a:ext uri="{FF2B5EF4-FFF2-40B4-BE49-F238E27FC236}">
                            <a16:creationId xmlns:a16="http://schemas.microsoft.com/office/drawing/2014/main" id="{BCDFE7DA-7B6F-40AE-9A1B-BADC4E876DB8}"/>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5" name="Text Placeholder 4">
            <a:extLst>
              <a:ext uri="{FF2B5EF4-FFF2-40B4-BE49-F238E27FC236}">
                <a16:creationId xmlns:a16="http://schemas.microsoft.com/office/drawing/2014/main" id="{744C88AA-62BA-AC0B-9C69-D0F845D021E9}"/>
              </a:ext>
            </a:extLst>
          </p:cNvPr>
          <p:cNvSpPr>
            <a:spLocks noGrp="1"/>
          </p:cNvSpPr>
          <p:nvPr>
            <p:ph type="body" sz="quarter" idx="10"/>
          </p:nvPr>
        </p:nvSpPr>
        <p:spPr/>
        <p:txBody>
          <a:bodyPr/>
          <a:lstStyle/>
          <a:p>
            <a:endParaRPr lang="fi-FI"/>
          </a:p>
        </p:txBody>
      </p:sp>
      <p:sp>
        <p:nvSpPr>
          <p:cNvPr id="4" name="Title 3">
            <a:extLst>
              <a:ext uri="{FF2B5EF4-FFF2-40B4-BE49-F238E27FC236}">
                <a16:creationId xmlns:a16="http://schemas.microsoft.com/office/drawing/2014/main" id="{583AE8F2-6D88-EA64-FBEB-3D7E586BCB2C}"/>
              </a:ext>
            </a:extLst>
          </p:cNvPr>
          <p:cNvSpPr>
            <a:spLocks noGrp="1"/>
          </p:cNvSpPr>
          <p:nvPr>
            <p:ph type="title"/>
          </p:nvPr>
        </p:nvSpPr>
        <p:spPr/>
        <p:txBody>
          <a:bodyPr/>
          <a:lstStyle/>
          <a:p>
            <a:endParaRPr lang="fi-FI"/>
          </a:p>
        </p:txBody>
      </p:sp>
      <p:sp>
        <p:nvSpPr>
          <p:cNvPr id="7" name="Text Placeholder 6">
            <a:extLst>
              <a:ext uri="{FF2B5EF4-FFF2-40B4-BE49-F238E27FC236}">
                <a16:creationId xmlns:a16="http://schemas.microsoft.com/office/drawing/2014/main" id="{7BE466D7-9D3D-6C85-59A5-1376BE5F54A8}"/>
              </a:ext>
            </a:extLst>
          </p:cNvPr>
          <p:cNvSpPr>
            <a:spLocks noGrp="1"/>
          </p:cNvSpPr>
          <p:nvPr>
            <p:ph type="body" sz="quarter" idx="11"/>
          </p:nvPr>
        </p:nvSpPr>
        <p:spPr/>
        <p:txBody>
          <a:bodyPr/>
          <a:lstStyle/>
          <a:p>
            <a:endParaRPr lang="fi-FI"/>
          </a:p>
        </p:txBody>
      </p:sp>
      <p:sp>
        <p:nvSpPr>
          <p:cNvPr id="11" name="Text Placeholder 10">
            <a:extLst>
              <a:ext uri="{FF2B5EF4-FFF2-40B4-BE49-F238E27FC236}">
                <a16:creationId xmlns:a16="http://schemas.microsoft.com/office/drawing/2014/main" id="{324D3718-F8D3-92BB-88FB-9B93065DED37}"/>
              </a:ext>
            </a:extLst>
          </p:cNvPr>
          <p:cNvSpPr>
            <a:spLocks noGrp="1"/>
          </p:cNvSpPr>
          <p:nvPr>
            <p:ph type="body" sz="quarter" idx="25"/>
          </p:nvPr>
        </p:nvSpPr>
        <p:spPr/>
        <p:txBody>
          <a:bodyPr/>
          <a:lstStyle/>
          <a:p>
            <a:endParaRPr lang="fi-FI"/>
          </a:p>
        </p:txBody>
      </p:sp>
      <p:sp>
        <p:nvSpPr>
          <p:cNvPr id="10" name="Text Placeholder 9">
            <a:extLst>
              <a:ext uri="{FF2B5EF4-FFF2-40B4-BE49-F238E27FC236}">
                <a16:creationId xmlns:a16="http://schemas.microsoft.com/office/drawing/2014/main" id="{F378C206-A440-1CAE-2F90-544F0D106A1C}"/>
              </a:ext>
            </a:extLst>
          </p:cNvPr>
          <p:cNvSpPr>
            <a:spLocks noGrp="1"/>
          </p:cNvSpPr>
          <p:nvPr>
            <p:ph type="body" sz="quarter" idx="24"/>
          </p:nvPr>
        </p:nvSpPr>
        <p:spPr/>
        <p:txBody>
          <a:bodyPr/>
          <a:lstStyle/>
          <a:p>
            <a:endParaRPr lang="fi-FI"/>
          </a:p>
        </p:txBody>
      </p:sp>
      <p:sp>
        <p:nvSpPr>
          <p:cNvPr id="20" name="Text Placeholder 19">
            <a:extLst>
              <a:ext uri="{FF2B5EF4-FFF2-40B4-BE49-F238E27FC236}">
                <a16:creationId xmlns:a16="http://schemas.microsoft.com/office/drawing/2014/main" id="{CD08FD3F-DED8-C3CE-3F1C-F6987AF3F733}"/>
              </a:ext>
            </a:extLst>
          </p:cNvPr>
          <p:cNvSpPr>
            <a:spLocks noGrp="1"/>
          </p:cNvSpPr>
          <p:nvPr>
            <p:ph type="body" sz="quarter" idx="26"/>
          </p:nvPr>
        </p:nvSpPr>
        <p:spPr/>
        <p:txBody>
          <a:bodyPr/>
          <a:lstStyle/>
          <a:p>
            <a:endParaRPr lang="fi-FI"/>
          </a:p>
        </p:txBody>
      </p:sp>
      <p:sp>
        <p:nvSpPr>
          <p:cNvPr id="51" name="Rectangle 50">
            <a:extLst>
              <a:ext uri="{FF2B5EF4-FFF2-40B4-BE49-F238E27FC236}">
                <a16:creationId xmlns:a16="http://schemas.microsoft.com/office/drawing/2014/main" id="{884E732E-311D-4F4B-A726-6C757B5A92EB}"/>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52" name="Rectangle 51">
            <a:extLst>
              <a:ext uri="{FF2B5EF4-FFF2-40B4-BE49-F238E27FC236}">
                <a16:creationId xmlns:a16="http://schemas.microsoft.com/office/drawing/2014/main" id="{5E8A13FD-F619-4A6F-8687-0EDD70B9DB40}"/>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56" name="Rectangle 55">
            <a:extLst>
              <a:ext uri="{FF2B5EF4-FFF2-40B4-BE49-F238E27FC236}">
                <a16:creationId xmlns:a16="http://schemas.microsoft.com/office/drawing/2014/main" id="{D3E7F33F-69AA-4951-A835-C1223A8DDCBB}"/>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57" name="Rectangle 56">
            <a:extLst>
              <a:ext uri="{FF2B5EF4-FFF2-40B4-BE49-F238E27FC236}">
                <a16:creationId xmlns:a16="http://schemas.microsoft.com/office/drawing/2014/main" id="{30BB9E86-36AE-4011-BBF8-C8C5B3A18190}"/>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58" name="Rectangle 57">
            <a:extLst>
              <a:ext uri="{FF2B5EF4-FFF2-40B4-BE49-F238E27FC236}">
                <a16:creationId xmlns:a16="http://schemas.microsoft.com/office/drawing/2014/main" id="{EC14A40A-0475-4FA5-A1D0-A238CA4614E8}"/>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41" name="Rectangle 40">
            <a:hlinkClick r:id="" action="ppaction://noaction"/>
            <a:extLst>
              <a:ext uri="{FF2B5EF4-FFF2-40B4-BE49-F238E27FC236}">
                <a16:creationId xmlns:a16="http://schemas.microsoft.com/office/drawing/2014/main" id="{F8650165-DD85-27B3-BEC1-63C991E8C9E5}"/>
              </a:ext>
            </a:extLst>
          </p:cNvPr>
          <p:cNvSpPr/>
          <p:nvPr/>
        </p:nvSpPr>
        <p:spPr>
          <a:xfrm>
            <a:off x="7754295" y="-179542"/>
            <a:ext cx="9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graphicFrame>
        <p:nvGraphicFramePr>
          <p:cNvPr id="48" name="Table 10">
            <a:extLst>
              <a:ext uri="{FF2B5EF4-FFF2-40B4-BE49-F238E27FC236}">
                <a16:creationId xmlns:a16="http://schemas.microsoft.com/office/drawing/2014/main" id="{30E0B426-64BD-89A0-568B-0CF3B8C44E68}"/>
              </a:ext>
            </a:extLst>
          </p:cNvPr>
          <p:cNvGraphicFramePr>
            <a:graphicFrameLocks noGrp="1"/>
          </p:cNvGraphicFramePr>
          <p:nvPr>
            <p:extLst>
              <p:ext uri="{D42A27DB-BD31-4B8C-83A1-F6EECF244321}">
                <p14:modId xmlns:p14="http://schemas.microsoft.com/office/powerpoint/2010/main" val="698059051"/>
              </p:ext>
            </p:extLst>
          </p:nvPr>
        </p:nvGraphicFramePr>
        <p:xfrm>
          <a:off x="932737" y="142211"/>
          <a:ext cx="9295208"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04900">
                  <a:extLst>
                    <a:ext uri="{9D8B030D-6E8A-4147-A177-3AD203B41FA5}">
                      <a16:colId xmlns:a16="http://schemas.microsoft.com/office/drawing/2014/main" val="3480804512"/>
                    </a:ext>
                  </a:extLst>
                </a:gridCol>
                <a:gridCol w="1083310">
                  <a:extLst>
                    <a:ext uri="{9D8B030D-6E8A-4147-A177-3AD203B41FA5}">
                      <a16:colId xmlns:a16="http://schemas.microsoft.com/office/drawing/2014/main" val="1508802548"/>
                    </a:ext>
                  </a:extLst>
                </a:gridCol>
                <a:gridCol w="952500">
                  <a:extLst>
                    <a:ext uri="{9D8B030D-6E8A-4147-A177-3AD203B41FA5}">
                      <a16:colId xmlns:a16="http://schemas.microsoft.com/office/drawing/2014/main" val="1380669789"/>
                    </a:ext>
                  </a:extLst>
                </a:gridCol>
                <a:gridCol w="777240">
                  <a:extLst>
                    <a:ext uri="{9D8B030D-6E8A-4147-A177-3AD203B41FA5}">
                      <a16:colId xmlns:a16="http://schemas.microsoft.com/office/drawing/2014/main" val="3717172380"/>
                    </a:ext>
                  </a:extLst>
                </a:gridCol>
                <a:gridCol w="693420">
                  <a:extLst>
                    <a:ext uri="{9D8B030D-6E8A-4147-A177-3AD203B41FA5}">
                      <a16:colId xmlns:a16="http://schemas.microsoft.com/office/drawing/2014/main" val="2348796435"/>
                    </a:ext>
                  </a:extLst>
                </a:gridCol>
                <a:gridCol w="954405">
                  <a:extLst>
                    <a:ext uri="{9D8B030D-6E8A-4147-A177-3AD203B41FA5}">
                      <a16:colId xmlns:a16="http://schemas.microsoft.com/office/drawing/2014/main" val="3209140028"/>
                    </a:ext>
                  </a:extLst>
                </a:gridCol>
                <a:gridCol w="936625">
                  <a:extLst>
                    <a:ext uri="{9D8B030D-6E8A-4147-A177-3AD203B41FA5}">
                      <a16:colId xmlns:a16="http://schemas.microsoft.com/office/drawing/2014/main" val="2651425576"/>
                    </a:ext>
                  </a:extLst>
                </a:gridCol>
                <a:gridCol w="666750">
                  <a:extLst>
                    <a:ext uri="{9D8B030D-6E8A-4147-A177-3AD203B41FA5}">
                      <a16:colId xmlns:a16="http://schemas.microsoft.com/office/drawing/2014/main" val="3903366463"/>
                    </a:ext>
                  </a:extLst>
                </a:gridCol>
                <a:gridCol w="871220">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1" i="0" u="none" strike="noStrike" kern="1200" cap="none" spc="0" normalizeH="0" baseline="0" noProof="0">
                          <a:ln>
                            <a:noFill/>
                          </a:ln>
                          <a:solidFill>
                            <a:srgbClr val="00338D"/>
                          </a:solidFill>
                          <a:effectLst/>
                          <a:uLnTx/>
                          <a:uFillTx/>
                          <a:latin typeface="+mn-lt"/>
                          <a:ea typeface="+mn-ea"/>
                          <a:cs typeface="+mn-cs"/>
                        </a:rPr>
                        <a:t>Taxation</a:t>
                      </a:r>
                      <a:endParaRPr kumimoji="0" lang="en-US" sz="1000" b="1" i="0" u="none" strike="noStrike" kern="1200" cap="none" spc="0" normalizeH="0" baseline="0">
                        <a:ln>
                          <a:noFill/>
                        </a:ln>
                        <a:solidFill>
                          <a:srgbClr val="00338D"/>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49" name="Rectangle 48">
            <a:hlinkClick r:id="rId6" action="ppaction://hlinksldjump"/>
            <a:extLst>
              <a:ext uri="{FF2B5EF4-FFF2-40B4-BE49-F238E27FC236}">
                <a16:creationId xmlns:a16="http://schemas.microsoft.com/office/drawing/2014/main" id="{37D03906-C59D-D72D-0744-37ADDCCB4ECE}"/>
              </a:ext>
            </a:extLst>
          </p:cNvPr>
          <p:cNvSpPr/>
          <p:nvPr/>
        </p:nvSpPr>
        <p:spPr>
          <a:xfrm>
            <a:off x="937307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50" name="Rectangle 49">
            <a:hlinkClick r:id="rId7" action="ppaction://hlinksldjump"/>
            <a:extLst>
              <a:ext uri="{FF2B5EF4-FFF2-40B4-BE49-F238E27FC236}">
                <a16:creationId xmlns:a16="http://schemas.microsoft.com/office/drawing/2014/main" id="{36EA8101-5C38-AEB1-BBBA-DC9C4DAC8D7C}"/>
              </a:ext>
            </a:extLst>
          </p:cNvPr>
          <p:cNvSpPr/>
          <p:nvPr/>
        </p:nvSpPr>
        <p:spPr>
          <a:xfrm>
            <a:off x="2199335" y="140055"/>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60" name="Rectangle 59">
            <a:hlinkClick r:id="rId8" action="ppaction://hlinksldjump"/>
            <a:extLst>
              <a:ext uri="{FF2B5EF4-FFF2-40B4-BE49-F238E27FC236}">
                <a16:creationId xmlns:a16="http://schemas.microsoft.com/office/drawing/2014/main" id="{912E500A-EB83-8C78-3CCA-689FF98C1E93}"/>
              </a:ext>
            </a:extLst>
          </p:cNvPr>
          <p:cNvSpPr/>
          <p:nvPr/>
        </p:nvSpPr>
        <p:spPr>
          <a:xfrm>
            <a:off x="439487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61" name="Rectangle 60">
            <a:hlinkClick r:id="" action="ppaction://noaction"/>
            <a:extLst>
              <a:ext uri="{FF2B5EF4-FFF2-40B4-BE49-F238E27FC236}">
                <a16:creationId xmlns:a16="http://schemas.microsoft.com/office/drawing/2014/main" id="{0B58FC33-D2DB-529F-59EF-F16957C9B7D4}"/>
              </a:ext>
            </a:extLst>
          </p:cNvPr>
          <p:cNvSpPr/>
          <p:nvPr/>
        </p:nvSpPr>
        <p:spPr>
          <a:xfrm>
            <a:off x="777017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62" name="Rectangle 61">
            <a:hlinkClick r:id="rId9" action="ppaction://hlinksldjump"/>
            <a:extLst>
              <a:ext uri="{FF2B5EF4-FFF2-40B4-BE49-F238E27FC236}">
                <a16:creationId xmlns:a16="http://schemas.microsoft.com/office/drawing/2014/main" id="{E890F446-F00A-1976-7542-E4AB154ACB76}"/>
              </a:ext>
            </a:extLst>
          </p:cNvPr>
          <p:cNvSpPr/>
          <p:nvPr/>
        </p:nvSpPr>
        <p:spPr>
          <a:xfrm>
            <a:off x="535843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63" name="Rectangle 62">
            <a:hlinkClick r:id="rId10" action="ppaction://hlinksldjump"/>
            <a:extLst>
              <a:ext uri="{FF2B5EF4-FFF2-40B4-BE49-F238E27FC236}">
                <a16:creationId xmlns:a16="http://schemas.microsoft.com/office/drawing/2014/main" id="{75550C3F-71EA-7033-FF7F-626693C5A1F4}"/>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64" name="Rectangle 63">
            <a:hlinkClick r:id="rId11" action="ppaction://hlinksldjump"/>
            <a:extLst>
              <a:ext uri="{FF2B5EF4-FFF2-40B4-BE49-F238E27FC236}">
                <a16:creationId xmlns:a16="http://schemas.microsoft.com/office/drawing/2014/main" id="{CFFB9BFB-CB08-103A-32EC-7F716682C4FC}"/>
              </a:ext>
            </a:extLst>
          </p:cNvPr>
          <p:cNvSpPr/>
          <p:nvPr/>
        </p:nvSpPr>
        <p:spPr>
          <a:xfrm>
            <a:off x="3305911" y="140055"/>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65" name="Rectangle 64">
            <a:hlinkClick r:id="rId12" action="ppaction://hlinksldjump"/>
            <a:extLst>
              <a:ext uri="{FF2B5EF4-FFF2-40B4-BE49-F238E27FC236}">
                <a16:creationId xmlns:a16="http://schemas.microsoft.com/office/drawing/2014/main" id="{810DA5DA-894A-C558-53AE-BCC16120F9A7}"/>
              </a:ext>
            </a:extLst>
          </p:cNvPr>
          <p:cNvSpPr/>
          <p:nvPr/>
        </p:nvSpPr>
        <p:spPr>
          <a:xfrm>
            <a:off x="612673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66" name="Rectangle 65">
            <a:hlinkClick r:id="" action="ppaction://noaction"/>
            <a:extLst>
              <a:ext uri="{FF2B5EF4-FFF2-40B4-BE49-F238E27FC236}">
                <a16:creationId xmlns:a16="http://schemas.microsoft.com/office/drawing/2014/main" id="{BEDF1430-EBB2-5D26-21CD-22F5B7521F06}"/>
              </a:ext>
            </a:extLst>
          </p:cNvPr>
          <p:cNvSpPr/>
          <p:nvPr/>
        </p:nvSpPr>
        <p:spPr>
          <a:xfrm>
            <a:off x="68283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67" name="Rectangle 66">
            <a:hlinkClick r:id="rId13" action="ppaction://hlinksldjump"/>
            <a:extLst>
              <a:ext uri="{FF2B5EF4-FFF2-40B4-BE49-F238E27FC236}">
                <a16:creationId xmlns:a16="http://schemas.microsoft.com/office/drawing/2014/main" id="{6F7E714A-2FD8-9176-0DEB-ABDFAA48117B}"/>
              </a:ext>
            </a:extLst>
          </p:cNvPr>
          <p:cNvSpPr/>
          <p:nvPr/>
        </p:nvSpPr>
        <p:spPr>
          <a:xfrm>
            <a:off x="8720283" y="140055"/>
            <a:ext cx="61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2" name="Text Placeholder 12">
            <a:extLst>
              <a:ext uri="{FF2B5EF4-FFF2-40B4-BE49-F238E27FC236}">
                <a16:creationId xmlns:a16="http://schemas.microsoft.com/office/drawing/2014/main" id="{E05F8FB9-F001-D9C7-5973-C73F7B07221C}"/>
              </a:ext>
            </a:extLst>
          </p:cNvPr>
          <p:cNvSpPr txBox="1">
            <a:spLocks/>
          </p:cNvSpPr>
          <p:nvPr/>
        </p:nvSpPr>
        <p:spPr>
          <a:xfrm>
            <a:off x="995121" y="5907053"/>
            <a:ext cx="3600000" cy="210314"/>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a:t>
            </a:r>
          </a:p>
          <a:p>
            <a:pPr defTabSz="444500" rtl="0">
              <a:spcAft>
                <a:spcPts val="200"/>
              </a:spcAft>
            </a:pPr>
            <a:r>
              <a:rPr lang="en-US" sz="600" b="0">
                <a:solidFill>
                  <a:schemeClr val="tx2"/>
                </a:solidFill>
                <a:latin typeface="Arial" panose="020B0604020202020204" pitchFamily="34" charset="0"/>
              </a:rPr>
              <a:t>Source: 	[…].</a:t>
            </a:r>
          </a:p>
        </p:txBody>
      </p:sp>
      <p:sp>
        <p:nvSpPr>
          <p:cNvPr id="6" name="Text Placeholder 7">
            <a:extLst>
              <a:ext uri="{FF2B5EF4-FFF2-40B4-BE49-F238E27FC236}">
                <a16:creationId xmlns:a16="http://schemas.microsoft.com/office/drawing/2014/main" id="{35858FD9-8F58-9726-D83B-532308C3E343}"/>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8" name="Text Placeholder 12">
            <a:extLst>
              <a:ext uri="{FF2B5EF4-FFF2-40B4-BE49-F238E27FC236}">
                <a16:creationId xmlns:a16="http://schemas.microsoft.com/office/drawing/2014/main" id="{B7670E8E-AD16-C175-0D26-C2945D6B0753}"/>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6" name="Rounded Rectangle 7">
            <a:extLst>
              <a:ext uri="{FF2B5EF4-FFF2-40B4-BE49-F238E27FC236}">
                <a16:creationId xmlns:a16="http://schemas.microsoft.com/office/drawing/2014/main" id="{94B462EF-47A4-D3E1-9C75-6CDAD1E402F2}"/>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7" name="Rectangle 16">
            <a:extLst>
              <a:ext uri="{FF2B5EF4-FFF2-40B4-BE49-F238E27FC236}">
                <a16:creationId xmlns:a16="http://schemas.microsoft.com/office/drawing/2014/main" id="{66DF6E8F-36F3-9651-53D5-350F6C7B975A}"/>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8" name="Straight Arrow Connector 17">
            <a:extLst>
              <a:ext uri="{FF2B5EF4-FFF2-40B4-BE49-F238E27FC236}">
                <a16:creationId xmlns:a16="http://schemas.microsoft.com/office/drawing/2014/main" id="{9CE97F28-D39D-C664-BA48-E54A04A727AD}"/>
              </a:ext>
            </a:extLst>
          </p:cNvPr>
          <p:cNvCxnSpPr>
            <a:cxnSpLocks/>
            <a:stCxn id="17" idx="2"/>
            <a:endCxn id="1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EBE7F5E7-89B4-D9DD-CF89-E585C9FC98E7}"/>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3" name="Rectangle 2">
            <a:extLst>
              <a:ext uri="{FF2B5EF4-FFF2-40B4-BE49-F238E27FC236}">
                <a16:creationId xmlns:a16="http://schemas.microsoft.com/office/drawing/2014/main" id="{B18D6E26-8260-0F30-3D64-83D9C75649B0}"/>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2" name="Rectangle 11">
            <a:extLst>
              <a:ext uri="{FF2B5EF4-FFF2-40B4-BE49-F238E27FC236}">
                <a16:creationId xmlns:a16="http://schemas.microsoft.com/office/drawing/2014/main" id="{1506CFCD-0942-23AB-29F5-9AE1286544CC}"/>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3" name="Rectangle 12">
            <a:extLst>
              <a:ext uri="{FF2B5EF4-FFF2-40B4-BE49-F238E27FC236}">
                <a16:creationId xmlns:a16="http://schemas.microsoft.com/office/drawing/2014/main" id="{FE9D54D7-CFE8-0B01-06B3-98283104F14D}"/>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4" name="Rectangle 13">
            <a:extLst>
              <a:ext uri="{FF2B5EF4-FFF2-40B4-BE49-F238E27FC236}">
                <a16:creationId xmlns:a16="http://schemas.microsoft.com/office/drawing/2014/main" id="{03016FD4-6583-2C21-863E-84C95FB5C25C}"/>
              </a:ext>
            </a:extLst>
          </p:cNvPr>
          <p:cNvSpPr/>
          <p:nvPr/>
        </p:nvSpPr>
        <p:spPr>
          <a:xfrm>
            <a:off x="10598330" y="6277289"/>
            <a:ext cx="1550957" cy="554584"/>
          </a:xfrm>
          <a:prstGeom prst="rect">
            <a:avLst/>
          </a:prstGeom>
          <a:solidFill>
            <a:schemeClr val="accent6"/>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800" b="1">
                <a:solidFill>
                  <a:schemeClr val="bg1"/>
                </a:solidFill>
              </a:rPr>
              <a:t>UPDATES:</a:t>
            </a:r>
            <a:r>
              <a:rPr lang="en-US" sz="800">
                <a:solidFill>
                  <a:schemeClr val="bg1"/>
                </a:solidFill>
              </a:rPr>
              <a:t> headers and text boxes aligned with Diligence+ gridlines</a:t>
            </a:r>
          </a:p>
        </p:txBody>
      </p:sp>
    </p:spTree>
    <p:extLst>
      <p:ext uri="{BB962C8B-B14F-4D97-AF65-F5344CB8AC3E}">
        <p14:creationId xmlns:p14="http://schemas.microsoft.com/office/powerpoint/2010/main" val="3015508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BCDFE7DA-7B6F-40AE-9A1B-BADC4E876DB8}"/>
              </a:ext>
            </a:extLst>
          </p:cNvPr>
          <p:cNvGraphicFramePr>
            <a:graphicFrameLocks noChangeAspect="1"/>
          </p:cNvGraphicFramePr>
          <p:nvPr>
            <p:custDataLst>
              <p:tags r:id="rId1"/>
            </p:custDataLst>
            <p:extLst>
              <p:ext uri="{D42A27DB-BD31-4B8C-83A1-F6EECF244321}">
                <p14:modId xmlns:p14="http://schemas.microsoft.com/office/powerpoint/2010/main" val="4024272305"/>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9" name="Object 8" hidden="1">
                        <a:extLst>
                          <a:ext uri="{FF2B5EF4-FFF2-40B4-BE49-F238E27FC236}">
                            <a16:creationId xmlns:a16="http://schemas.microsoft.com/office/drawing/2014/main" id="{BCDFE7DA-7B6F-40AE-9A1B-BADC4E876DB8}"/>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12" name="Text Placeholder 11">
            <a:extLst>
              <a:ext uri="{FF2B5EF4-FFF2-40B4-BE49-F238E27FC236}">
                <a16:creationId xmlns:a16="http://schemas.microsoft.com/office/drawing/2014/main" id="{6A50333D-8358-4D24-E3AF-7F9226C919A3}"/>
              </a:ext>
            </a:extLst>
          </p:cNvPr>
          <p:cNvSpPr>
            <a:spLocks noGrp="1"/>
          </p:cNvSpPr>
          <p:nvPr>
            <p:ph type="body" sz="quarter" idx="10"/>
          </p:nvPr>
        </p:nvSpPr>
        <p:spPr/>
        <p:txBody>
          <a:bodyPr/>
          <a:lstStyle/>
          <a:p>
            <a:endParaRPr lang="fi-FI"/>
          </a:p>
        </p:txBody>
      </p:sp>
      <p:sp>
        <p:nvSpPr>
          <p:cNvPr id="8" name="Title 7">
            <a:extLst>
              <a:ext uri="{FF2B5EF4-FFF2-40B4-BE49-F238E27FC236}">
                <a16:creationId xmlns:a16="http://schemas.microsoft.com/office/drawing/2014/main" id="{A7D495D9-0250-CB6D-52E0-26533BC904F9}"/>
              </a:ext>
            </a:extLst>
          </p:cNvPr>
          <p:cNvSpPr>
            <a:spLocks noGrp="1"/>
          </p:cNvSpPr>
          <p:nvPr>
            <p:ph type="title"/>
          </p:nvPr>
        </p:nvSpPr>
        <p:spPr/>
        <p:txBody>
          <a:bodyPr/>
          <a:lstStyle/>
          <a:p>
            <a:endParaRPr lang="fi-FI"/>
          </a:p>
        </p:txBody>
      </p:sp>
      <p:sp>
        <p:nvSpPr>
          <p:cNvPr id="13" name="Text Placeholder 12">
            <a:extLst>
              <a:ext uri="{FF2B5EF4-FFF2-40B4-BE49-F238E27FC236}">
                <a16:creationId xmlns:a16="http://schemas.microsoft.com/office/drawing/2014/main" id="{AAD560C3-C869-5505-A6A3-644A4A893667}"/>
              </a:ext>
            </a:extLst>
          </p:cNvPr>
          <p:cNvSpPr>
            <a:spLocks noGrp="1"/>
          </p:cNvSpPr>
          <p:nvPr>
            <p:ph type="body" sz="quarter" idx="11"/>
          </p:nvPr>
        </p:nvSpPr>
        <p:spPr/>
        <p:txBody>
          <a:bodyPr/>
          <a:lstStyle/>
          <a:p>
            <a:endParaRPr lang="fi-FI"/>
          </a:p>
        </p:txBody>
      </p:sp>
      <p:sp>
        <p:nvSpPr>
          <p:cNvPr id="15" name="Text Placeholder 14">
            <a:extLst>
              <a:ext uri="{FF2B5EF4-FFF2-40B4-BE49-F238E27FC236}">
                <a16:creationId xmlns:a16="http://schemas.microsoft.com/office/drawing/2014/main" id="{391831EA-B989-CD31-0B95-613E97E6901A}"/>
              </a:ext>
            </a:extLst>
          </p:cNvPr>
          <p:cNvSpPr>
            <a:spLocks noGrp="1"/>
          </p:cNvSpPr>
          <p:nvPr>
            <p:ph type="body" sz="quarter" idx="25"/>
          </p:nvPr>
        </p:nvSpPr>
        <p:spPr/>
        <p:txBody>
          <a:bodyPr/>
          <a:lstStyle/>
          <a:p>
            <a:endParaRPr lang="fi-FI"/>
          </a:p>
        </p:txBody>
      </p:sp>
      <p:sp>
        <p:nvSpPr>
          <p:cNvPr id="14" name="Text Placeholder 13">
            <a:extLst>
              <a:ext uri="{FF2B5EF4-FFF2-40B4-BE49-F238E27FC236}">
                <a16:creationId xmlns:a16="http://schemas.microsoft.com/office/drawing/2014/main" id="{87556CF0-816B-2568-9A6F-C5287C8E57E5}"/>
              </a:ext>
            </a:extLst>
          </p:cNvPr>
          <p:cNvSpPr>
            <a:spLocks noGrp="1"/>
          </p:cNvSpPr>
          <p:nvPr>
            <p:ph type="body" sz="quarter" idx="24"/>
          </p:nvPr>
        </p:nvSpPr>
        <p:spPr/>
        <p:txBody>
          <a:bodyPr/>
          <a:lstStyle/>
          <a:p>
            <a:endParaRPr lang="fi-FI"/>
          </a:p>
        </p:txBody>
      </p:sp>
      <p:sp>
        <p:nvSpPr>
          <p:cNvPr id="16" name="Text Placeholder 15">
            <a:extLst>
              <a:ext uri="{FF2B5EF4-FFF2-40B4-BE49-F238E27FC236}">
                <a16:creationId xmlns:a16="http://schemas.microsoft.com/office/drawing/2014/main" id="{A3EE45AB-3B2C-FD45-94E4-89D255A58F4D}"/>
              </a:ext>
            </a:extLst>
          </p:cNvPr>
          <p:cNvSpPr>
            <a:spLocks noGrp="1"/>
          </p:cNvSpPr>
          <p:nvPr>
            <p:ph type="body" sz="quarter" idx="26"/>
          </p:nvPr>
        </p:nvSpPr>
        <p:spPr/>
        <p:txBody>
          <a:bodyPr/>
          <a:lstStyle/>
          <a:p>
            <a:endParaRPr lang="fi-FI"/>
          </a:p>
        </p:txBody>
      </p:sp>
      <p:sp>
        <p:nvSpPr>
          <p:cNvPr id="63" name="Rectangle 62">
            <a:extLst>
              <a:ext uri="{FF2B5EF4-FFF2-40B4-BE49-F238E27FC236}">
                <a16:creationId xmlns:a16="http://schemas.microsoft.com/office/drawing/2014/main" id="{30A48245-27CD-497C-AC22-D2F2841A8E3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64" name="Rectangle 63">
            <a:extLst>
              <a:ext uri="{FF2B5EF4-FFF2-40B4-BE49-F238E27FC236}">
                <a16:creationId xmlns:a16="http://schemas.microsoft.com/office/drawing/2014/main" id="{78ACDF21-FBEC-4491-81F7-993E5561DDEC}"/>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68" name="Rectangle 67">
            <a:extLst>
              <a:ext uri="{FF2B5EF4-FFF2-40B4-BE49-F238E27FC236}">
                <a16:creationId xmlns:a16="http://schemas.microsoft.com/office/drawing/2014/main" id="{0433D042-8854-4CC3-9A53-40466AEEC412}"/>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69" name="Rectangle 68">
            <a:extLst>
              <a:ext uri="{FF2B5EF4-FFF2-40B4-BE49-F238E27FC236}">
                <a16:creationId xmlns:a16="http://schemas.microsoft.com/office/drawing/2014/main" id="{2B1BEDBD-CBD7-48B0-B201-C3825FCCB94F}"/>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70" name="Rectangle 69">
            <a:extLst>
              <a:ext uri="{FF2B5EF4-FFF2-40B4-BE49-F238E27FC236}">
                <a16:creationId xmlns:a16="http://schemas.microsoft.com/office/drawing/2014/main" id="{84172C04-3D31-4B27-8879-773E862A7952}"/>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graphicFrame>
        <p:nvGraphicFramePr>
          <p:cNvPr id="26" name="Table 10">
            <a:extLst>
              <a:ext uri="{FF2B5EF4-FFF2-40B4-BE49-F238E27FC236}">
                <a16:creationId xmlns:a16="http://schemas.microsoft.com/office/drawing/2014/main" id="{A1E25FE4-A9E1-3564-D07A-37B944AA67F4}"/>
              </a:ext>
            </a:extLst>
          </p:cNvPr>
          <p:cNvGraphicFramePr>
            <a:graphicFrameLocks noGrp="1"/>
          </p:cNvGraphicFramePr>
          <p:nvPr>
            <p:extLst>
              <p:ext uri="{D42A27DB-BD31-4B8C-83A1-F6EECF244321}">
                <p14:modId xmlns:p14="http://schemas.microsoft.com/office/powerpoint/2010/main" val="1893523496"/>
              </p:ext>
            </p:extLst>
          </p:nvPr>
        </p:nvGraphicFramePr>
        <p:xfrm>
          <a:off x="932737" y="142211"/>
          <a:ext cx="9295208"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04900">
                  <a:extLst>
                    <a:ext uri="{9D8B030D-6E8A-4147-A177-3AD203B41FA5}">
                      <a16:colId xmlns:a16="http://schemas.microsoft.com/office/drawing/2014/main" val="3480804512"/>
                    </a:ext>
                  </a:extLst>
                </a:gridCol>
                <a:gridCol w="1083310">
                  <a:extLst>
                    <a:ext uri="{9D8B030D-6E8A-4147-A177-3AD203B41FA5}">
                      <a16:colId xmlns:a16="http://schemas.microsoft.com/office/drawing/2014/main" val="1508802548"/>
                    </a:ext>
                  </a:extLst>
                </a:gridCol>
                <a:gridCol w="952500">
                  <a:extLst>
                    <a:ext uri="{9D8B030D-6E8A-4147-A177-3AD203B41FA5}">
                      <a16:colId xmlns:a16="http://schemas.microsoft.com/office/drawing/2014/main" val="1380669789"/>
                    </a:ext>
                  </a:extLst>
                </a:gridCol>
                <a:gridCol w="777240">
                  <a:extLst>
                    <a:ext uri="{9D8B030D-6E8A-4147-A177-3AD203B41FA5}">
                      <a16:colId xmlns:a16="http://schemas.microsoft.com/office/drawing/2014/main" val="3717172380"/>
                    </a:ext>
                  </a:extLst>
                </a:gridCol>
                <a:gridCol w="693420">
                  <a:extLst>
                    <a:ext uri="{9D8B030D-6E8A-4147-A177-3AD203B41FA5}">
                      <a16:colId xmlns:a16="http://schemas.microsoft.com/office/drawing/2014/main" val="2348796435"/>
                    </a:ext>
                  </a:extLst>
                </a:gridCol>
                <a:gridCol w="954405">
                  <a:extLst>
                    <a:ext uri="{9D8B030D-6E8A-4147-A177-3AD203B41FA5}">
                      <a16:colId xmlns:a16="http://schemas.microsoft.com/office/drawing/2014/main" val="3209140028"/>
                    </a:ext>
                  </a:extLst>
                </a:gridCol>
                <a:gridCol w="936625">
                  <a:extLst>
                    <a:ext uri="{9D8B030D-6E8A-4147-A177-3AD203B41FA5}">
                      <a16:colId xmlns:a16="http://schemas.microsoft.com/office/drawing/2014/main" val="2651425576"/>
                    </a:ext>
                  </a:extLst>
                </a:gridCol>
                <a:gridCol w="666750">
                  <a:extLst>
                    <a:ext uri="{9D8B030D-6E8A-4147-A177-3AD203B41FA5}">
                      <a16:colId xmlns:a16="http://schemas.microsoft.com/office/drawing/2014/main" val="3903366463"/>
                    </a:ext>
                  </a:extLst>
                </a:gridCol>
                <a:gridCol w="871220">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1" i="0" u="none" strike="noStrike" kern="1200" cap="none" spc="0" normalizeH="0" baseline="0" noProof="0">
                          <a:ln>
                            <a:noFill/>
                          </a:ln>
                          <a:solidFill>
                            <a:srgbClr val="00338D"/>
                          </a:solidFill>
                          <a:effectLst/>
                          <a:uLnTx/>
                          <a:uFillTx/>
                          <a:latin typeface="+mn-lt"/>
                          <a:ea typeface="+mn-ea"/>
                          <a:cs typeface="+mn-cs"/>
                        </a:rPr>
                        <a:t>Taxation</a:t>
                      </a:r>
                      <a:endParaRPr kumimoji="0" lang="en-US" sz="1000" b="1" i="0" u="none" strike="noStrike" kern="1200" cap="none" spc="0" normalizeH="0" baseline="0">
                        <a:ln>
                          <a:noFill/>
                        </a:ln>
                        <a:solidFill>
                          <a:srgbClr val="00338D"/>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27" name="Rectangle 26">
            <a:hlinkClick r:id="rId6" action="ppaction://hlinksldjump"/>
            <a:extLst>
              <a:ext uri="{FF2B5EF4-FFF2-40B4-BE49-F238E27FC236}">
                <a16:creationId xmlns:a16="http://schemas.microsoft.com/office/drawing/2014/main" id="{D085C33B-813A-1009-7E23-7DD68456A77C}"/>
              </a:ext>
            </a:extLst>
          </p:cNvPr>
          <p:cNvSpPr/>
          <p:nvPr/>
        </p:nvSpPr>
        <p:spPr>
          <a:xfrm>
            <a:off x="937307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8" name="Rectangle 27">
            <a:hlinkClick r:id="rId7" action="ppaction://hlinksldjump"/>
            <a:extLst>
              <a:ext uri="{FF2B5EF4-FFF2-40B4-BE49-F238E27FC236}">
                <a16:creationId xmlns:a16="http://schemas.microsoft.com/office/drawing/2014/main" id="{79F834C6-8D93-0E09-2DC3-13A79C2FC190}"/>
              </a:ext>
            </a:extLst>
          </p:cNvPr>
          <p:cNvSpPr/>
          <p:nvPr/>
        </p:nvSpPr>
        <p:spPr>
          <a:xfrm>
            <a:off x="2199335" y="140055"/>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9" name="Rectangle 28">
            <a:hlinkClick r:id="rId8" action="ppaction://hlinksldjump"/>
            <a:extLst>
              <a:ext uri="{FF2B5EF4-FFF2-40B4-BE49-F238E27FC236}">
                <a16:creationId xmlns:a16="http://schemas.microsoft.com/office/drawing/2014/main" id="{F68E512D-DC87-2367-4FBF-AB2B60A4BB30}"/>
              </a:ext>
            </a:extLst>
          </p:cNvPr>
          <p:cNvSpPr/>
          <p:nvPr/>
        </p:nvSpPr>
        <p:spPr>
          <a:xfrm>
            <a:off x="439487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0" name="Rectangle 29">
            <a:hlinkClick r:id="" action="ppaction://noaction"/>
            <a:extLst>
              <a:ext uri="{FF2B5EF4-FFF2-40B4-BE49-F238E27FC236}">
                <a16:creationId xmlns:a16="http://schemas.microsoft.com/office/drawing/2014/main" id="{39C97F1A-FE5D-F8D9-90E8-C22889758897}"/>
              </a:ext>
            </a:extLst>
          </p:cNvPr>
          <p:cNvSpPr/>
          <p:nvPr/>
        </p:nvSpPr>
        <p:spPr>
          <a:xfrm>
            <a:off x="777017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1" name="Rectangle 30">
            <a:hlinkClick r:id="rId9" action="ppaction://hlinksldjump"/>
            <a:extLst>
              <a:ext uri="{FF2B5EF4-FFF2-40B4-BE49-F238E27FC236}">
                <a16:creationId xmlns:a16="http://schemas.microsoft.com/office/drawing/2014/main" id="{D1ABBE10-3685-C794-2016-CDDBC9A047AC}"/>
              </a:ext>
            </a:extLst>
          </p:cNvPr>
          <p:cNvSpPr/>
          <p:nvPr/>
        </p:nvSpPr>
        <p:spPr>
          <a:xfrm>
            <a:off x="535843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2" name="Rectangle 31">
            <a:hlinkClick r:id="rId10" action="ppaction://hlinksldjump"/>
            <a:extLst>
              <a:ext uri="{FF2B5EF4-FFF2-40B4-BE49-F238E27FC236}">
                <a16:creationId xmlns:a16="http://schemas.microsoft.com/office/drawing/2014/main" id="{3637D11A-306D-440D-7FC4-8156AC563C40}"/>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33" name="Rectangle 32">
            <a:hlinkClick r:id="rId11" action="ppaction://hlinksldjump"/>
            <a:extLst>
              <a:ext uri="{FF2B5EF4-FFF2-40B4-BE49-F238E27FC236}">
                <a16:creationId xmlns:a16="http://schemas.microsoft.com/office/drawing/2014/main" id="{40E003FE-0E42-254D-C608-A7BE95632659}"/>
              </a:ext>
            </a:extLst>
          </p:cNvPr>
          <p:cNvSpPr/>
          <p:nvPr/>
        </p:nvSpPr>
        <p:spPr>
          <a:xfrm>
            <a:off x="3305911" y="140055"/>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4" name="Rectangle 33">
            <a:hlinkClick r:id="rId12" action="ppaction://hlinksldjump"/>
            <a:extLst>
              <a:ext uri="{FF2B5EF4-FFF2-40B4-BE49-F238E27FC236}">
                <a16:creationId xmlns:a16="http://schemas.microsoft.com/office/drawing/2014/main" id="{5478F83D-3E68-612F-F339-32F18F240378}"/>
              </a:ext>
            </a:extLst>
          </p:cNvPr>
          <p:cNvSpPr/>
          <p:nvPr/>
        </p:nvSpPr>
        <p:spPr>
          <a:xfrm>
            <a:off x="612673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5" name="Rectangle 34">
            <a:hlinkClick r:id="" action="ppaction://noaction"/>
            <a:extLst>
              <a:ext uri="{FF2B5EF4-FFF2-40B4-BE49-F238E27FC236}">
                <a16:creationId xmlns:a16="http://schemas.microsoft.com/office/drawing/2014/main" id="{D8E810B0-B474-4D58-1B17-9F14B81DA0DC}"/>
              </a:ext>
            </a:extLst>
          </p:cNvPr>
          <p:cNvSpPr/>
          <p:nvPr/>
        </p:nvSpPr>
        <p:spPr>
          <a:xfrm>
            <a:off x="68283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6" name="Rectangle 35">
            <a:hlinkClick r:id="rId13" action="ppaction://hlinksldjump"/>
            <a:extLst>
              <a:ext uri="{FF2B5EF4-FFF2-40B4-BE49-F238E27FC236}">
                <a16:creationId xmlns:a16="http://schemas.microsoft.com/office/drawing/2014/main" id="{A7A1402D-BA5D-DADC-9879-78C391ED21DF}"/>
              </a:ext>
            </a:extLst>
          </p:cNvPr>
          <p:cNvSpPr/>
          <p:nvPr/>
        </p:nvSpPr>
        <p:spPr>
          <a:xfrm>
            <a:off x="8720283" y="140055"/>
            <a:ext cx="61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2" name="Text Placeholder 12">
            <a:extLst>
              <a:ext uri="{FF2B5EF4-FFF2-40B4-BE49-F238E27FC236}">
                <a16:creationId xmlns:a16="http://schemas.microsoft.com/office/drawing/2014/main" id="{DBBF3615-D714-E24E-237D-D76F2BB04245}"/>
              </a:ext>
            </a:extLst>
          </p:cNvPr>
          <p:cNvSpPr txBox="1">
            <a:spLocks/>
          </p:cNvSpPr>
          <p:nvPr/>
        </p:nvSpPr>
        <p:spPr>
          <a:xfrm>
            <a:off x="995121" y="5907053"/>
            <a:ext cx="3600000" cy="210314"/>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a:t>
            </a:r>
          </a:p>
          <a:p>
            <a:pPr defTabSz="444500" rtl="0">
              <a:spcAft>
                <a:spcPts val="200"/>
              </a:spcAft>
            </a:pPr>
            <a:r>
              <a:rPr lang="en-US" sz="600" b="0">
                <a:solidFill>
                  <a:schemeClr val="tx2"/>
                </a:solidFill>
                <a:latin typeface="Arial" panose="020B0604020202020204" pitchFamily="34" charset="0"/>
              </a:rPr>
              <a:t>Source: 	[…].</a:t>
            </a:r>
          </a:p>
        </p:txBody>
      </p:sp>
      <p:sp>
        <p:nvSpPr>
          <p:cNvPr id="3" name="Text Placeholder 7">
            <a:extLst>
              <a:ext uri="{FF2B5EF4-FFF2-40B4-BE49-F238E27FC236}">
                <a16:creationId xmlns:a16="http://schemas.microsoft.com/office/drawing/2014/main" id="{9F5D1F53-102A-86D5-D666-0289D1FF12BC}"/>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4" name="Text Placeholder 12">
            <a:extLst>
              <a:ext uri="{FF2B5EF4-FFF2-40B4-BE49-F238E27FC236}">
                <a16:creationId xmlns:a16="http://schemas.microsoft.com/office/drawing/2014/main" id="{533E8FD0-F1E9-7C9A-9FC3-52520B494A3B}"/>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5" name="Rounded Rectangle 7">
            <a:extLst>
              <a:ext uri="{FF2B5EF4-FFF2-40B4-BE49-F238E27FC236}">
                <a16:creationId xmlns:a16="http://schemas.microsoft.com/office/drawing/2014/main" id="{C8FCA088-64D0-605F-4137-A92671A6DDE2}"/>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7" name="Rectangle 6">
            <a:extLst>
              <a:ext uri="{FF2B5EF4-FFF2-40B4-BE49-F238E27FC236}">
                <a16:creationId xmlns:a16="http://schemas.microsoft.com/office/drawing/2014/main" id="{F9AC9564-C069-02AA-373D-3B46DFFE960D}"/>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0" name="Straight Arrow Connector 9">
            <a:extLst>
              <a:ext uri="{FF2B5EF4-FFF2-40B4-BE49-F238E27FC236}">
                <a16:creationId xmlns:a16="http://schemas.microsoft.com/office/drawing/2014/main" id="{75A34E27-684F-17F3-FCB2-AC18F9EDAA19}"/>
              </a:ext>
            </a:extLst>
          </p:cNvPr>
          <p:cNvCxnSpPr>
            <a:cxnSpLocks/>
            <a:stCxn id="7"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AAE63D11-9F6A-0D90-0720-20D1F76A149C}"/>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6" name="Rectangle 5">
            <a:extLst>
              <a:ext uri="{FF2B5EF4-FFF2-40B4-BE49-F238E27FC236}">
                <a16:creationId xmlns:a16="http://schemas.microsoft.com/office/drawing/2014/main" id="{82CD64E7-472F-5A05-AFC3-6B458DCEA9C1}"/>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7" name="Rectangle 16">
            <a:extLst>
              <a:ext uri="{FF2B5EF4-FFF2-40B4-BE49-F238E27FC236}">
                <a16:creationId xmlns:a16="http://schemas.microsoft.com/office/drawing/2014/main" id="{0482FED6-F091-011B-6766-1E5BF2B937D4}"/>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8" name="Rectangle 17">
            <a:extLst>
              <a:ext uri="{FF2B5EF4-FFF2-40B4-BE49-F238E27FC236}">
                <a16:creationId xmlns:a16="http://schemas.microsoft.com/office/drawing/2014/main" id="{F4155C19-FE6C-3489-C45D-A2C4B898FC9F}"/>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9" name="Rectangle 18">
            <a:extLst>
              <a:ext uri="{FF2B5EF4-FFF2-40B4-BE49-F238E27FC236}">
                <a16:creationId xmlns:a16="http://schemas.microsoft.com/office/drawing/2014/main" id="{51E75BD9-44A7-3E35-7812-F21D4D3121C2}"/>
              </a:ext>
            </a:extLst>
          </p:cNvPr>
          <p:cNvSpPr/>
          <p:nvPr/>
        </p:nvSpPr>
        <p:spPr>
          <a:xfrm>
            <a:off x="10598330" y="6277289"/>
            <a:ext cx="1550957" cy="554584"/>
          </a:xfrm>
          <a:prstGeom prst="rect">
            <a:avLst/>
          </a:prstGeom>
          <a:solidFill>
            <a:schemeClr val="accent6"/>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800" b="1">
                <a:solidFill>
                  <a:schemeClr val="bg1"/>
                </a:solidFill>
              </a:rPr>
              <a:t>UPDATES:</a:t>
            </a:r>
            <a:r>
              <a:rPr lang="en-US" sz="800">
                <a:solidFill>
                  <a:schemeClr val="bg1"/>
                </a:solidFill>
              </a:rPr>
              <a:t> headers and text boxes aligned with Diligence+ gridlines</a:t>
            </a:r>
          </a:p>
        </p:txBody>
      </p:sp>
    </p:spTree>
    <p:extLst>
      <p:ext uri="{BB962C8B-B14F-4D97-AF65-F5344CB8AC3E}">
        <p14:creationId xmlns:p14="http://schemas.microsoft.com/office/powerpoint/2010/main" val="38892229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66C5109-0111-4E17-8D7D-F69D2B2B94DC}"/>
              </a:ext>
            </a:extLst>
          </p:cNvPr>
          <p:cNvGraphicFramePr>
            <a:graphicFrameLocks noChangeAspect="1"/>
          </p:cNvGraphicFramePr>
          <p:nvPr>
            <p:custDataLst>
              <p:tags r:id="rId1"/>
            </p:custDataLst>
            <p:extLst>
              <p:ext uri="{D42A27DB-BD31-4B8C-83A1-F6EECF244321}">
                <p14:modId xmlns:p14="http://schemas.microsoft.com/office/powerpoint/2010/main" val="4288716721"/>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466C5109-0111-4E17-8D7D-F69D2B2B94DC}"/>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graphicFrame>
        <p:nvGraphicFramePr>
          <p:cNvPr id="3" name="Table 7">
            <a:extLst>
              <a:ext uri="{FF2B5EF4-FFF2-40B4-BE49-F238E27FC236}">
                <a16:creationId xmlns:a16="http://schemas.microsoft.com/office/drawing/2014/main" id="{156DA86A-6CA8-748D-2E6F-1307417EF423}"/>
              </a:ext>
            </a:extLst>
          </p:cNvPr>
          <p:cNvGraphicFramePr>
            <a:graphicFrameLocks/>
          </p:cNvGraphicFramePr>
          <p:nvPr>
            <p:extLst>
              <p:ext uri="{D42A27DB-BD31-4B8C-83A1-F6EECF244321}">
                <p14:modId xmlns:p14="http://schemas.microsoft.com/office/powerpoint/2010/main" val="729298717"/>
              </p:ext>
            </p:extLst>
          </p:nvPr>
        </p:nvGraphicFramePr>
        <p:xfrm>
          <a:off x="1293813" y="3022600"/>
          <a:ext cx="6321424" cy="2743200"/>
        </p:xfrm>
        <a:graphic>
          <a:graphicData uri="http://schemas.openxmlformats.org/drawingml/2006/table">
            <a:tbl>
              <a:tblPr firstRow="1" bandRow="1">
                <a:tableStyleId>{5C22544A-7EE6-4342-B048-85BDC9FD1C3A}</a:tableStyleId>
              </a:tblPr>
              <a:tblGrid>
                <a:gridCol w="995362">
                  <a:extLst>
                    <a:ext uri="{9D8B030D-6E8A-4147-A177-3AD203B41FA5}">
                      <a16:colId xmlns:a16="http://schemas.microsoft.com/office/drawing/2014/main" val="742544998"/>
                    </a:ext>
                  </a:extLst>
                </a:gridCol>
                <a:gridCol w="4521201">
                  <a:extLst>
                    <a:ext uri="{9D8B030D-6E8A-4147-A177-3AD203B41FA5}">
                      <a16:colId xmlns:a16="http://schemas.microsoft.com/office/drawing/2014/main" val="1401308672"/>
                    </a:ext>
                  </a:extLst>
                </a:gridCol>
                <a:gridCol w="804861">
                  <a:extLst>
                    <a:ext uri="{9D8B030D-6E8A-4147-A177-3AD203B41FA5}">
                      <a16:colId xmlns:a16="http://schemas.microsoft.com/office/drawing/2014/main" val="4196980023"/>
                    </a:ext>
                  </a:extLst>
                </a:gridCol>
              </a:tblGrid>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0" u="none" kern="1200">
                          <a:solidFill>
                            <a:schemeClr val="bg1"/>
                          </a:solidFill>
                          <a:latin typeface="+mj-lt"/>
                          <a:ea typeface="+mn-ea"/>
                          <a:cs typeface="+mn-cs"/>
                        </a:rPr>
                        <a:t>01</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a:solidFill>
                            <a:schemeClr val="bg1"/>
                          </a:solidFill>
                        </a:rPr>
                        <a:t>Management to statutory accounts reconciliation</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sz="1600" b="0">
                          <a:solidFill>
                            <a:schemeClr val="bg1"/>
                          </a:solidFill>
                        </a:rPr>
                        <a:t>70</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93307755"/>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02</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a:solidFill>
                            <a:schemeClr val="bg1"/>
                          </a:solidFill>
                        </a:rPr>
                        <a:t>Add title</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a:solidFill>
                            <a:schemeClr val="bg1"/>
                          </a:solidFill>
                        </a:rPr>
                        <a:t>xx</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88271"/>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03</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a:solidFill>
                            <a:schemeClr val="bg1"/>
                          </a:solidFill>
                        </a:rPr>
                        <a:t>Add title</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a:solidFill>
                            <a:schemeClr val="bg1"/>
                          </a:solidFill>
                        </a:rPr>
                        <a:t>xx</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9013508"/>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endParaRPr lang="en-US" sz="3200" b="1" u="none" kern="1200">
                        <a:solidFill>
                          <a:schemeClr val="bg1"/>
                        </a:solidFill>
                        <a:latin typeface="+mj-lt"/>
                        <a:ea typeface="+mn-ea"/>
                        <a:cs typeface="+mn-cs"/>
                      </a:endParaRP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u="none">
                        <a:solidFill>
                          <a:schemeClr val="bg1"/>
                        </a:solidFill>
                      </a:endParaRP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a:endParaRPr lang="en-US" sz="1600" u="none">
                        <a:solidFill>
                          <a:schemeClr val="bg1"/>
                        </a:solidFill>
                      </a:endParaRP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30954912"/>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endParaRPr lang="en-US" sz="3200" b="1" u="none" kern="1200">
                        <a:solidFill>
                          <a:schemeClr val="bg1"/>
                        </a:solidFill>
                        <a:latin typeface="+mj-lt"/>
                        <a:ea typeface="+mn-ea"/>
                        <a:cs typeface="+mn-cs"/>
                      </a:endParaRP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u="none">
                        <a:solidFill>
                          <a:schemeClr val="bg1"/>
                        </a:solidFill>
                      </a:endParaRP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endParaRPr lang="en-US" sz="1600" u="none">
                        <a:solidFill>
                          <a:schemeClr val="bg1"/>
                        </a:solidFill>
                      </a:endParaRP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57734648"/>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endParaRPr lang="en-US" sz="3200" b="1" u="none" kern="1200">
                        <a:solidFill>
                          <a:schemeClr val="bg1"/>
                        </a:solidFill>
                        <a:latin typeface="+mj-lt"/>
                        <a:ea typeface="+mn-ea"/>
                        <a:cs typeface="+mn-cs"/>
                      </a:endParaRP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u="none">
                        <a:solidFill>
                          <a:schemeClr val="bg1"/>
                        </a:solidFill>
                      </a:endParaRP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1600" u="none" dirty="0">
                        <a:solidFill>
                          <a:schemeClr val="bg1"/>
                        </a:solidFill>
                      </a:endParaRP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915418"/>
                  </a:ext>
                </a:extLst>
              </a:tr>
            </a:tbl>
          </a:graphicData>
        </a:graphic>
      </p:graphicFrame>
      <p:sp>
        <p:nvSpPr>
          <p:cNvPr id="4" name="Text Placeholder 3">
            <a:extLst>
              <a:ext uri="{FF2B5EF4-FFF2-40B4-BE49-F238E27FC236}">
                <a16:creationId xmlns:a16="http://schemas.microsoft.com/office/drawing/2014/main" id="{A97AF671-F83C-4C73-B887-334A69D8A375}"/>
              </a:ext>
            </a:extLst>
          </p:cNvPr>
          <p:cNvSpPr>
            <a:spLocks noGrp="1"/>
          </p:cNvSpPr>
          <p:nvPr>
            <p:ph type="body" sz="quarter" idx="14"/>
          </p:nvPr>
        </p:nvSpPr>
        <p:spPr/>
        <p:txBody>
          <a:bodyPr/>
          <a:lstStyle/>
          <a:p>
            <a:r>
              <a:rPr lang="en-US"/>
              <a:t>10</a:t>
            </a:r>
          </a:p>
        </p:txBody>
      </p:sp>
      <p:sp>
        <p:nvSpPr>
          <p:cNvPr id="2" name="Title 1">
            <a:extLst>
              <a:ext uri="{FF2B5EF4-FFF2-40B4-BE49-F238E27FC236}">
                <a16:creationId xmlns:a16="http://schemas.microsoft.com/office/drawing/2014/main" id="{99EB806D-E49B-4342-86BA-76DFA48575D9}"/>
              </a:ext>
            </a:extLst>
          </p:cNvPr>
          <p:cNvSpPr>
            <a:spLocks noGrp="1"/>
          </p:cNvSpPr>
          <p:nvPr>
            <p:ph type="ctrTitle"/>
          </p:nvPr>
        </p:nvSpPr>
        <p:spPr/>
        <p:txBody>
          <a:bodyPr vert="horz"/>
          <a:lstStyle/>
          <a:p>
            <a:r>
              <a:rPr lang="en-US"/>
              <a:t>Appendices</a:t>
            </a:r>
          </a:p>
        </p:txBody>
      </p:sp>
      <p:sp>
        <p:nvSpPr>
          <p:cNvPr id="12" name="Rectangle 11">
            <a:hlinkClick r:id="rId5" action="ppaction://hlinksldjump"/>
            <a:extLst>
              <a:ext uri="{FF2B5EF4-FFF2-40B4-BE49-F238E27FC236}">
                <a16:creationId xmlns:a16="http://schemas.microsoft.com/office/drawing/2014/main" id="{AD1CC9B1-63ED-4D1C-84DE-DBF97D7A7C25}"/>
              </a:ext>
            </a:extLst>
          </p:cNvPr>
          <p:cNvSpPr/>
          <p:nvPr/>
        </p:nvSpPr>
        <p:spPr>
          <a:xfrm>
            <a:off x="1312805" y="3059814"/>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a:solidFill>
                <a:schemeClr val="bg1"/>
              </a:solidFill>
            </a:endParaRPr>
          </a:p>
        </p:txBody>
      </p:sp>
    </p:spTree>
    <p:extLst>
      <p:ext uri="{BB962C8B-B14F-4D97-AF65-F5344CB8AC3E}">
        <p14:creationId xmlns:p14="http://schemas.microsoft.com/office/powerpoint/2010/main" val="35082406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FF34B08B-5A9B-4638-BCAD-73997BB8B7DA}"/>
              </a:ext>
            </a:extLst>
          </p:cNvPr>
          <p:cNvGraphicFramePr>
            <a:graphicFrameLocks noChangeAspect="1"/>
          </p:cNvGraphicFramePr>
          <p:nvPr>
            <p:custDataLst>
              <p:tags r:id="rId1"/>
            </p:custDataLst>
            <p:extLst>
              <p:ext uri="{D42A27DB-BD31-4B8C-83A1-F6EECF244321}">
                <p14:modId xmlns:p14="http://schemas.microsoft.com/office/powerpoint/2010/main" val="3806757951"/>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9" name="Object 8" hidden="1">
                        <a:extLst>
                          <a:ext uri="{FF2B5EF4-FFF2-40B4-BE49-F238E27FC236}">
                            <a16:creationId xmlns:a16="http://schemas.microsoft.com/office/drawing/2014/main" id="{FF34B08B-5A9B-4638-BCAD-73997BB8B7DA}"/>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67CDDA0-48F4-4ED8-B64D-52043303CE32}"/>
              </a:ext>
            </a:extLst>
          </p:cNvPr>
          <p:cNvSpPr>
            <a:spLocks noGrp="1"/>
          </p:cNvSpPr>
          <p:nvPr>
            <p:ph type="title"/>
          </p:nvPr>
        </p:nvSpPr>
        <p:spPr/>
        <p:txBody>
          <a:bodyPr/>
          <a:lstStyle/>
          <a:p>
            <a:r>
              <a:rPr lang="en-US"/>
              <a:t>Management to statutory accounts reconciliation </a:t>
            </a:r>
          </a:p>
        </p:txBody>
      </p:sp>
      <p:sp>
        <p:nvSpPr>
          <p:cNvPr id="52" name="Rectangle 51">
            <a:extLst>
              <a:ext uri="{FF2B5EF4-FFF2-40B4-BE49-F238E27FC236}">
                <a16:creationId xmlns:a16="http://schemas.microsoft.com/office/drawing/2014/main" id="{D3554723-0E5D-441C-A5CF-95F439AA7683}"/>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53" name="Rectangle 52">
            <a:extLst>
              <a:ext uri="{FF2B5EF4-FFF2-40B4-BE49-F238E27FC236}">
                <a16:creationId xmlns:a16="http://schemas.microsoft.com/office/drawing/2014/main" id="{BAFCC293-2416-44D4-868F-82D4628E058F}"/>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57" name="Rectangle 56">
            <a:extLst>
              <a:ext uri="{FF2B5EF4-FFF2-40B4-BE49-F238E27FC236}">
                <a16:creationId xmlns:a16="http://schemas.microsoft.com/office/drawing/2014/main" id="{CAA1126E-20A5-406F-96E6-6CA5F851E916}"/>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58" name="Rectangle 57">
            <a:extLst>
              <a:ext uri="{FF2B5EF4-FFF2-40B4-BE49-F238E27FC236}">
                <a16:creationId xmlns:a16="http://schemas.microsoft.com/office/drawing/2014/main" id="{C02BCA58-0FF9-4B29-9E5F-2EB108D19B6C}"/>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59" name="Rectangle 58">
            <a:extLst>
              <a:ext uri="{FF2B5EF4-FFF2-40B4-BE49-F238E27FC236}">
                <a16:creationId xmlns:a16="http://schemas.microsoft.com/office/drawing/2014/main" id="{28638319-1B80-4828-9F7E-529C373952CD}"/>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graphicFrame>
        <p:nvGraphicFramePr>
          <p:cNvPr id="3" name="Table 10">
            <a:extLst>
              <a:ext uri="{FF2B5EF4-FFF2-40B4-BE49-F238E27FC236}">
                <a16:creationId xmlns:a16="http://schemas.microsoft.com/office/drawing/2014/main" id="{8F5C0CFA-C589-D183-3578-37D8C1E1C44F}"/>
              </a:ext>
            </a:extLst>
          </p:cNvPr>
          <p:cNvGraphicFramePr>
            <a:graphicFrameLocks noGrp="1"/>
          </p:cNvGraphicFramePr>
          <p:nvPr>
            <p:extLst>
              <p:ext uri="{D42A27DB-BD31-4B8C-83A1-F6EECF244321}">
                <p14:modId xmlns:p14="http://schemas.microsoft.com/office/powerpoint/2010/main" val="982512342"/>
              </p:ext>
            </p:extLst>
          </p:nvPr>
        </p:nvGraphicFramePr>
        <p:xfrm>
          <a:off x="932737" y="142211"/>
          <a:ext cx="9295208"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04900">
                  <a:extLst>
                    <a:ext uri="{9D8B030D-6E8A-4147-A177-3AD203B41FA5}">
                      <a16:colId xmlns:a16="http://schemas.microsoft.com/office/drawing/2014/main" val="3480804512"/>
                    </a:ext>
                  </a:extLst>
                </a:gridCol>
                <a:gridCol w="1083310">
                  <a:extLst>
                    <a:ext uri="{9D8B030D-6E8A-4147-A177-3AD203B41FA5}">
                      <a16:colId xmlns:a16="http://schemas.microsoft.com/office/drawing/2014/main" val="1508802548"/>
                    </a:ext>
                  </a:extLst>
                </a:gridCol>
                <a:gridCol w="952500">
                  <a:extLst>
                    <a:ext uri="{9D8B030D-6E8A-4147-A177-3AD203B41FA5}">
                      <a16:colId xmlns:a16="http://schemas.microsoft.com/office/drawing/2014/main" val="1380669789"/>
                    </a:ext>
                  </a:extLst>
                </a:gridCol>
                <a:gridCol w="777240">
                  <a:extLst>
                    <a:ext uri="{9D8B030D-6E8A-4147-A177-3AD203B41FA5}">
                      <a16:colId xmlns:a16="http://schemas.microsoft.com/office/drawing/2014/main" val="3717172380"/>
                    </a:ext>
                  </a:extLst>
                </a:gridCol>
                <a:gridCol w="693420">
                  <a:extLst>
                    <a:ext uri="{9D8B030D-6E8A-4147-A177-3AD203B41FA5}">
                      <a16:colId xmlns:a16="http://schemas.microsoft.com/office/drawing/2014/main" val="2348796435"/>
                    </a:ext>
                  </a:extLst>
                </a:gridCol>
                <a:gridCol w="954405">
                  <a:extLst>
                    <a:ext uri="{9D8B030D-6E8A-4147-A177-3AD203B41FA5}">
                      <a16:colId xmlns:a16="http://schemas.microsoft.com/office/drawing/2014/main" val="3209140028"/>
                    </a:ext>
                  </a:extLst>
                </a:gridCol>
                <a:gridCol w="936625">
                  <a:extLst>
                    <a:ext uri="{9D8B030D-6E8A-4147-A177-3AD203B41FA5}">
                      <a16:colId xmlns:a16="http://schemas.microsoft.com/office/drawing/2014/main" val="2651425576"/>
                    </a:ext>
                  </a:extLst>
                </a:gridCol>
                <a:gridCol w="630238">
                  <a:extLst>
                    <a:ext uri="{9D8B030D-6E8A-4147-A177-3AD203B41FA5}">
                      <a16:colId xmlns:a16="http://schemas.microsoft.com/office/drawing/2014/main" val="3903366463"/>
                    </a:ext>
                  </a:extLst>
                </a:gridCol>
                <a:gridCol w="907732">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1" i="0" u="none" strike="noStrike" kern="1200" cap="none" spc="0" normalizeH="0" baseline="0" noProof="0">
                          <a:ln>
                            <a:noFill/>
                          </a:ln>
                          <a:solidFill>
                            <a:srgbClr val="00338D"/>
                          </a:solidFill>
                          <a:effectLst/>
                          <a:uLnTx/>
                          <a:uFillTx/>
                          <a:latin typeface="+mn-lt"/>
                          <a:ea typeface="+mn-ea"/>
                          <a:cs typeface="+mn-cs"/>
                        </a:rPr>
                        <a:t>Appendices</a:t>
                      </a:r>
                      <a:endParaRPr kumimoji="0" lang="en-US" sz="1000" b="1" i="0" u="none" strike="noStrike" kern="1200" cap="none" spc="0" normalizeH="0" baseline="0">
                        <a:ln>
                          <a:noFill/>
                        </a:ln>
                        <a:solidFill>
                          <a:srgbClr val="00338D"/>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4" name="Rectangle 3">
            <a:hlinkClick r:id="rId6" action="ppaction://hlinksldjump"/>
            <a:extLst>
              <a:ext uri="{FF2B5EF4-FFF2-40B4-BE49-F238E27FC236}">
                <a16:creationId xmlns:a16="http://schemas.microsoft.com/office/drawing/2014/main" id="{D878577D-068E-B356-FA59-F1E327818A6D}"/>
              </a:ext>
            </a:extLst>
          </p:cNvPr>
          <p:cNvSpPr/>
          <p:nvPr/>
        </p:nvSpPr>
        <p:spPr>
          <a:xfrm>
            <a:off x="9341324" y="140055"/>
            <a:ext cx="79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5" name="Rectangle 4">
            <a:hlinkClick r:id="rId7" action="ppaction://hlinksldjump"/>
            <a:extLst>
              <a:ext uri="{FF2B5EF4-FFF2-40B4-BE49-F238E27FC236}">
                <a16:creationId xmlns:a16="http://schemas.microsoft.com/office/drawing/2014/main" id="{EDEF579C-62F7-08BD-23D2-07E6395DC2EE}"/>
              </a:ext>
            </a:extLst>
          </p:cNvPr>
          <p:cNvSpPr/>
          <p:nvPr/>
        </p:nvSpPr>
        <p:spPr>
          <a:xfrm>
            <a:off x="2199335" y="140055"/>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6" name="Rectangle 5">
            <a:hlinkClick r:id="rId8" action="ppaction://hlinksldjump"/>
            <a:extLst>
              <a:ext uri="{FF2B5EF4-FFF2-40B4-BE49-F238E27FC236}">
                <a16:creationId xmlns:a16="http://schemas.microsoft.com/office/drawing/2014/main" id="{7B04AB0B-2633-1EE3-4312-58A2BE9CAC7C}"/>
              </a:ext>
            </a:extLst>
          </p:cNvPr>
          <p:cNvSpPr/>
          <p:nvPr/>
        </p:nvSpPr>
        <p:spPr>
          <a:xfrm>
            <a:off x="439487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7" name="Rectangle 6">
            <a:hlinkClick r:id="" action="ppaction://noaction"/>
            <a:extLst>
              <a:ext uri="{FF2B5EF4-FFF2-40B4-BE49-F238E27FC236}">
                <a16:creationId xmlns:a16="http://schemas.microsoft.com/office/drawing/2014/main" id="{ECEC9F88-D377-CA83-CBBA-662B1FBF6C80}"/>
              </a:ext>
            </a:extLst>
          </p:cNvPr>
          <p:cNvSpPr/>
          <p:nvPr/>
        </p:nvSpPr>
        <p:spPr>
          <a:xfrm>
            <a:off x="777017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14" name="Rectangle 13">
            <a:hlinkClick r:id="rId9" action="ppaction://hlinksldjump"/>
            <a:extLst>
              <a:ext uri="{FF2B5EF4-FFF2-40B4-BE49-F238E27FC236}">
                <a16:creationId xmlns:a16="http://schemas.microsoft.com/office/drawing/2014/main" id="{057327CF-09E7-4ED6-6F33-744E80661A65}"/>
              </a:ext>
            </a:extLst>
          </p:cNvPr>
          <p:cNvSpPr/>
          <p:nvPr/>
        </p:nvSpPr>
        <p:spPr>
          <a:xfrm>
            <a:off x="535843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15" name="Rectangle 14">
            <a:hlinkClick r:id="rId10" action="ppaction://hlinksldjump"/>
            <a:extLst>
              <a:ext uri="{FF2B5EF4-FFF2-40B4-BE49-F238E27FC236}">
                <a16:creationId xmlns:a16="http://schemas.microsoft.com/office/drawing/2014/main" id="{F843ED49-17A0-6AC5-C9DB-7542DA74A985}"/>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16" name="Rectangle 15">
            <a:hlinkClick r:id="rId11" action="ppaction://hlinksldjump"/>
            <a:extLst>
              <a:ext uri="{FF2B5EF4-FFF2-40B4-BE49-F238E27FC236}">
                <a16:creationId xmlns:a16="http://schemas.microsoft.com/office/drawing/2014/main" id="{C7EA8A2E-C115-8BDC-C68E-65437E162062}"/>
              </a:ext>
            </a:extLst>
          </p:cNvPr>
          <p:cNvSpPr/>
          <p:nvPr/>
        </p:nvSpPr>
        <p:spPr>
          <a:xfrm>
            <a:off x="3305911" y="140055"/>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17" name="Rectangle 16">
            <a:hlinkClick r:id="rId12" action="ppaction://hlinksldjump"/>
            <a:extLst>
              <a:ext uri="{FF2B5EF4-FFF2-40B4-BE49-F238E27FC236}">
                <a16:creationId xmlns:a16="http://schemas.microsoft.com/office/drawing/2014/main" id="{13A016E5-29AF-F064-BF8A-205EC7F6C8E7}"/>
              </a:ext>
            </a:extLst>
          </p:cNvPr>
          <p:cNvSpPr/>
          <p:nvPr/>
        </p:nvSpPr>
        <p:spPr>
          <a:xfrm>
            <a:off x="612673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18" name="Rectangle 17">
            <a:hlinkClick r:id="" action="ppaction://noaction"/>
            <a:extLst>
              <a:ext uri="{FF2B5EF4-FFF2-40B4-BE49-F238E27FC236}">
                <a16:creationId xmlns:a16="http://schemas.microsoft.com/office/drawing/2014/main" id="{8A732EA1-F7CF-0474-764F-1AC9C58A70D7}"/>
              </a:ext>
            </a:extLst>
          </p:cNvPr>
          <p:cNvSpPr/>
          <p:nvPr/>
        </p:nvSpPr>
        <p:spPr>
          <a:xfrm>
            <a:off x="68283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19" name="Rectangle 18">
            <a:hlinkClick r:id="rId13" action="ppaction://hlinksldjump"/>
            <a:extLst>
              <a:ext uri="{FF2B5EF4-FFF2-40B4-BE49-F238E27FC236}">
                <a16:creationId xmlns:a16="http://schemas.microsoft.com/office/drawing/2014/main" id="{352186C7-BDC8-FCF0-8FEB-8B7BBC4B234A}"/>
              </a:ext>
            </a:extLst>
          </p:cNvPr>
          <p:cNvSpPr/>
          <p:nvPr/>
        </p:nvSpPr>
        <p:spPr>
          <a:xfrm>
            <a:off x="8720283"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20" name="Text Placeholder 12">
            <a:extLst>
              <a:ext uri="{FF2B5EF4-FFF2-40B4-BE49-F238E27FC236}">
                <a16:creationId xmlns:a16="http://schemas.microsoft.com/office/drawing/2014/main" id="{006F3AF7-301A-6C1E-2978-F6B49384390C}"/>
              </a:ext>
            </a:extLst>
          </p:cNvPr>
          <p:cNvSpPr txBox="1">
            <a:spLocks/>
          </p:cNvSpPr>
          <p:nvPr/>
        </p:nvSpPr>
        <p:spPr>
          <a:xfrm>
            <a:off x="995121" y="5907053"/>
            <a:ext cx="3600000" cy="210314"/>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a:t>
            </a:r>
          </a:p>
          <a:p>
            <a:pPr defTabSz="444500" rtl="0">
              <a:spcAft>
                <a:spcPts val="200"/>
              </a:spcAft>
            </a:pPr>
            <a:r>
              <a:rPr lang="en-US" sz="600" b="0">
                <a:solidFill>
                  <a:schemeClr val="tx2"/>
                </a:solidFill>
                <a:latin typeface="Arial" panose="020B0604020202020204" pitchFamily="34" charset="0"/>
              </a:rPr>
              <a:t>Source: 	[…].</a:t>
            </a:r>
          </a:p>
        </p:txBody>
      </p:sp>
      <p:sp>
        <p:nvSpPr>
          <p:cNvPr id="22" name="Text Placeholder 7">
            <a:extLst>
              <a:ext uri="{FF2B5EF4-FFF2-40B4-BE49-F238E27FC236}">
                <a16:creationId xmlns:a16="http://schemas.microsoft.com/office/drawing/2014/main" id="{EA76FAE3-815B-37A2-F013-865872274412}"/>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23" name="Text Placeholder 12">
            <a:extLst>
              <a:ext uri="{FF2B5EF4-FFF2-40B4-BE49-F238E27FC236}">
                <a16:creationId xmlns:a16="http://schemas.microsoft.com/office/drawing/2014/main" id="{F4BD17F1-5B03-DBEF-A79B-2B6EB50FDA07}"/>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24" name="Rounded Rectangle 7">
            <a:extLst>
              <a:ext uri="{FF2B5EF4-FFF2-40B4-BE49-F238E27FC236}">
                <a16:creationId xmlns:a16="http://schemas.microsoft.com/office/drawing/2014/main" id="{E29BE850-7885-96EC-71A9-39A63388445C}"/>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25" name="Rectangle 24">
            <a:extLst>
              <a:ext uri="{FF2B5EF4-FFF2-40B4-BE49-F238E27FC236}">
                <a16:creationId xmlns:a16="http://schemas.microsoft.com/office/drawing/2014/main" id="{8CCB919F-C1B1-91E0-1B00-BE37DFC18667}"/>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26" name="Straight Arrow Connector 25">
            <a:extLst>
              <a:ext uri="{FF2B5EF4-FFF2-40B4-BE49-F238E27FC236}">
                <a16:creationId xmlns:a16="http://schemas.microsoft.com/office/drawing/2014/main" id="{038370DB-30ED-9856-5BCA-31CFF3586EB2}"/>
              </a:ext>
            </a:extLst>
          </p:cNvPr>
          <p:cNvCxnSpPr>
            <a:cxnSpLocks/>
            <a:stCxn id="25" idx="2"/>
            <a:endCxn id="24"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0134EF3B-1FE0-CBCB-CF46-6F774075B25C}"/>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8" name="Rectangle 7">
            <a:extLst>
              <a:ext uri="{FF2B5EF4-FFF2-40B4-BE49-F238E27FC236}">
                <a16:creationId xmlns:a16="http://schemas.microsoft.com/office/drawing/2014/main" id="{9AA3B0DD-BFC1-D432-EEBE-9DACA1A5B6E2}"/>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0" name="Rectangle 9">
            <a:extLst>
              <a:ext uri="{FF2B5EF4-FFF2-40B4-BE49-F238E27FC236}">
                <a16:creationId xmlns:a16="http://schemas.microsoft.com/office/drawing/2014/main" id="{FF0F60E7-1E6C-60EC-B855-8382A712D768}"/>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1" name="Rectangle 10">
            <a:extLst>
              <a:ext uri="{FF2B5EF4-FFF2-40B4-BE49-F238E27FC236}">
                <a16:creationId xmlns:a16="http://schemas.microsoft.com/office/drawing/2014/main" id="{1F8336A8-8558-0D03-7E9A-9E09ACEA0092}"/>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Tree>
    <p:extLst>
      <p:ext uri="{BB962C8B-B14F-4D97-AF65-F5344CB8AC3E}">
        <p14:creationId xmlns:p14="http://schemas.microsoft.com/office/powerpoint/2010/main" val="1727939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66C5109-0111-4E17-8D7D-F69D2B2B94DC}"/>
              </a:ext>
            </a:extLst>
          </p:cNvPr>
          <p:cNvGraphicFramePr>
            <a:graphicFrameLocks noChangeAspect="1"/>
          </p:cNvGraphicFramePr>
          <p:nvPr>
            <p:custDataLst>
              <p:tags r:id="rId1"/>
            </p:custDataLst>
            <p:extLst>
              <p:ext uri="{D42A27DB-BD31-4B8C-83A1-F6EECF244321}">
                <p14:modId xmlns:p14="http://schemas.microsoft.com/office/powerpoint/2010/main" val="2412853787"/>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466C5109-0111-4E17-8D7D-F69D2B2B94DC}"/>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graphicFrame>
        <p:nvGraphicFramePr>
          <p:cNvPr id="3" name="Table 7">
            <a:extLst>
              <a:ext uri="{FF2B5EF4-FFF2-40B4-BE49-F238E27FC236}">
                <a16:creationId xmlns:a16="http://schemas.microsoft.com/office/drawing/2014/main" id="{B488524F-8C80-69BA-6ADE-D15DCEB5F88B}"/>
              </a:ext>
            </a:extLst>
          </p:cNvPr>
          <p:cNvGraphicFramePr>
            <a:graphicFrameLocks/>
          </p:cNvGraphicFramePr>
          <p:nvPr>
            <p:extLst>
              <p:ext uri="{D42A27DB-BD31-4B8C-83A1-F6EECF244321}">
                <p14:modId xmlns:p14="http://schemas.microsoft.com/office/powerpoint/2010/main" val="573753461"/>
              </p:ext>
            </p:extLst>
          </p:nvPr>
        </p:nvGraphicFramePr>
        <p:xfrm>
          <a:off x="1293813" y="3022600"/>
          <a:ext cx="6321424" cy="2743200"/>
        </p:xfrm>
        <a:graphic>
          <a:graphicData uri="http://schemas.openxmlformats.org/drawingml/2006/table">
            <a:tbl>
              <a:tblPr firstRow="1" bandRow="1">
                <a:tableStyleId>{5C22544A-7EE6-4342-B048-85BDC9FD1C3A}</a:tableStyleId>
              </a:tblPr>
              <a:tblGrid>
                <a:gridCol w="995362">
                  <a:extLst>
                    <a:ext uri="{9D8B030D-6E8A-4147-A177-3AD203B41FA5}">
                      <a16:colId xmlns:a16="http://schemas.microsoft.com/office/drawing/2014/main" val="742544998"/>
                    </a:ext>
                  </a:extLst>
                </a:gridCol>
                <a:gridCol w="4521201">
                  <a:extLst>
                    <a:ext uri="{9D8B030D-6E8A-4147-A177-3AD203B41FA5}">
                      <a16:colId xmlns:a16="http://schemas.microsoft.com/office/drawing/2014/main" val="1401308672"/>
                    </a:ext>
                  </a:extLst>
                </a:gridCol>
                <a:gridCol w="804861">
                  <a:extLst>
                    <a:ext uri="{9D8B030D-6E8A-4147-A177-3AD203B41FA5}">
                      <a16:colId xmlns:a16="http://schemas.microsoft.com/office/drawing/2014/main" val="4196980023"/>
                    </a:ext>
                  </a:extLst>
                </a:gridCol>
              </a:tblGrid>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0" u="none" kern="1200">
                          <a:solidFill>
                            <a:schemeClr val="bg1"/>
                          </a:solidFill>
                          <a:latin typeface="+mj-lt"/>
                          <a:ea typeface="+mn-ea"/>
                          <a:cs typeface="+mn-cs"/>
                        </a:rPr>
                        <a:t>01</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a:solidFill>
                            <a:schemeClr val="bg1"/>
                          </a:solidFill>
                        </a:rPr>
                        <a:t>Important notice</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sz="1600" b="0">
                          <a:solidFill>
                            <a:schemeClr val="bg1"/>
                          </a:solidFill>
                        </a:rPr>
                        <a:t>72–73</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93307755"/>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02</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bg1"/>
                          </a:solidFill>
                        </a:rPr>
                        <a:t>Basis of preparation</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a:solidFill>
                            <a:schemeClr val="bg1"/>
                          </a:solidFill>
                        </a:rPr>
                        <a:t>74</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88271"/>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03</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bg1"/>
                          </a:solidFill>
                        </a:rPr>
                        <a:t>Scope of work</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a:solidFill>
                            <a:schemeClr val="bg1"/>
                          </a:solidFill>
                        </a:rPr>
                        <a:t>75</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9013508"/>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04</a:t>
                      </a: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bg1"/>
                          </a:solidFill>
                        </a:rPr>
                        <a:t>Glossary of terms and abbreviations</a:t>
                      </a: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a:r>
                        <a:rPr lang="en-US" sz="1600">
                          <a:solidFill>
                            <a:schemeClr val="bg1"/>
                          </a:solidFill>
                        </a:rPr>
                        <a:t>76</a:t>
                      </a: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30954912"/>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05</a:t>
                      </a: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u="none">
                          <a:solidFill>
                            <a:schemeClr val="bg1"/>
                          </a:solidFill>
                        </a:rPr>
                        <a:t>Engagement letter</a:t>
                      </a: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r>
                        <a:rPr lang="en-US" sz="1600" u="none">
                          <a:solidFill>
                            <a:schemeClr val="bg1"/>
                          </a:solidFill>
                        </a:rPr>
                        <a:t>77</a:t>
                      </a: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57734648"/>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endParaRPr lang="en-US" sz="3200" b="1" u="none" kern="1200">
                        <a:solidFill>
                          <a:schemeClr val="bg1"/>
                        </a:solidFill>
                        <a:latin typeface="+mj-lt"/>
                        <a:ea typeface="+mn-ea"/>
                        <a:cs typeface="+mn-cs"/>
                      </a:endParaRP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u="none">
                        <a:solidFill>
                          <a:schemeClr val="bg1"/>
                        </a:solidFill>
                      </a:endParaRP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1600" u="none" dirty="0">
                        <a:solidFill>
                          <a:schemeClr val="bg1"/>
                        </a:solidFill>
                      </a:endParaRP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915418"/>
                  </a:ext>
                </a:extLst>
              </a:tr>
            </a:tbl>
          </a:graphicData>
        </a:graphic>
      </p:graphicFrame>
      <p:sp>
        <p:nvSpPr>
          <p:cNvPr id="14" name="Text Placeholder 13">
            <a:extLst>
              <a:ext uri="{FF2B5EF4-FFF2-40B4-BE49-F238E27FC236}">
                <a16:creationId xmlns:a16="http://schemas.microsoft.com/office/drawing/2014/main" id="{29DBE201-F800-D07E-2B76-6FB90EFA118B}"/>
              </a:ext>
            </a:extLst>
          </p:cNvPr>
          <p:cNvSpPr>
            <a:spLocks noGrp="1"/>
          </p:cNvSpPr>
          <p:nvPr>
            <p:ph type="body" sz="quarter" idx="14"/>
          </p:nvPr>
        </p:nvSpPr>
        <p:spPr/>
        <p:txBody>
          <a:bodyPr/>
          <a:lstStyle/>
          <a:p>
            <a:endParaRPr lang="fi-FI"/>
          </a:p>
        </p:txBody>
      </p:sp>
      <p:sp>
        <p:nvSpPr>
          <p:cNvPr id="2" name="Title 1">
            <a:extLst>
              <a:ext uri="{FF2B5EF4-FFF2-40B4-BE49-F238E27FC236}">
                <a16:creationId xmlns:a16="http://schemas.microsoft.com/office/drawing/2014/main" id="{99EB806D-E49B-4342-86BA-76DFA48575D9}"/>
              </a:ext>
            </a:extLst>
          </p:cNvPr>
          <p:cNvSpPr>
            <a:spLocks noGrp="1"/>
          </p:cNvSpPr>
          <p:nvPr>
            <p:ph type="ctrTitle"/>
          </p:nvPr>
        </p:nvSpPr>
        <p:spPr/>
        <p:txBody>
          <a:bodyPr vert="horz"/>
          <a:lstStyle/>
          <a:p>
            <a:r>
              <a:rPr lang="en-US"/>
              <a:t>Engagement appendices</a:t>
            </a:r>
          </a:p>
        </p:txBody>
      </p:sp>
      <p:sp>
        <p:nvSpPr>
          <p:cNvPr id="24" name="Rectangle 23">
            <a:hlinkClick r:id="rId5" action="ppaction://hlinksldjump"/>
            <a:extLst>
              <a:ext uri="{FF2B5EF4-FFF2-40B4-BE49-F238E27FC236}">
                <a16:creationId xmlns:a16="http://schemas.microsoft.com/office/drawing/2014/main" id="{AF38AAAF-2A7C-48F9-A724-95D85DE475BF}"/>
              </a:ext>
            </a:extLst>
          </p:cNvPr>
          <p:cNvSpPr/>
          <p:nvPr/>
        </p:nvSpPr>
        <p:spPr>
          <a:xfrm>
            <a:off x="1312805" y="3059814"/>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a:solidFill>
                <a:schemeClr val="bg1"/>
              </a:solidFill>
            </a:endParaRPr>
          </a:p>
        </p:txBody>
      </p:sp>
      <p:sp>
        <p:nvSpPr>
          <p:cNvPr id="25" name="Rectangle 24">
            <a:hlinkClick r:id="rId6" action="ppaction://hlinksldjump"/>
            <a:extLst>
              <a:ext uri="{FF2B5EF4-FFF2-40B4-BE49-F238E27FC236}">
                <a16:creationId xmlns:a16="http://schemas.microsoft.com/office/drawing/2014/main" id="{668643CC-0646-4CDD-8217-979A739472C6}"/>
              </a:ext>
            </a:extLst>
          </p:cNvPr>
          <p:cNvSpPr/>
          <p:nvPr/>
        </p:nvSpPr>
        <p:spPr>
          <a:xfrm>
            <a:off x="1312805" y="3530139"/>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err="1">
              <a:solidFill>
                <a:schemeClr val="bg1"/>
              </a:solidFill>
            </a:endParaRPr>
          </a:p>
        </p:txBody>
      </p:sp>
      <p:sp>
        <p:nvSpPr>
          <p:cNvPr id="26" name="Rectangle 25">
            <a:hlinkClick r:id="" action="ppaction://noaction"/>
            <a:extLst>
              <a:ext uri="{FF2B5EF4-FFF2-40B4-BE49-F238E27FC236}">
                <a16:creationId xmlns:a16="http://schemas.microsoft.com/office/drawing/2014/main" id="{002DCD57-3EE1-4505-BA0A-1A8FC931D3FF}"/>
              </a:ext>
            </a:extLst>
          </p:cNvPr>
          <p:cNvSpPr/>
          <p:nvPr/>
        </p:nvSpPr>
        <p:spPr>
          <a:xfrm>
            <a:off x="1312805" y="3994372"/>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err="1">
              <a:solidFill>
                <a:schemeClr val="bg1"/>
              </a:solidFill>
            </a:endParaRPr>
          </a:p>
        </p:txBody>
      </p:sp>
      <p:sp>
        <p:nvSpPr>
          <p:cNvPr id="27" name="Rectangle 26">
            <a:hlinkClick r:id="" action="ppaction://noaction"/>
            <a:extLst>
              <a:ext uri="{FF2B5EF4-FFF2-40B4-BE49-F238E27FC236}">
                <a16:creationId xmlns:a16="http://schemas.microsoft.com/office/drawing/2014/main" id="{E1D02743-5769-4F10-84BD-5841EF239F96}"/>
              </a:ext>
            </a:extLst>
          </p:cNvPr>
          <p:cNvSpPr/>
          <p:nvPr/>
        </p:nvSpPr>
        <p:spPr>
          <a:xfrm>
            <a:off x="1312805" y="4458606"/>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err="1">
              <a:solidFill>
                <a:schemeClr val="bg1"/>
              </a:solidFill>
            </a:endParaRPr>
          </a:p>
        </p:txBody>
      </p:sp>
      <p:sp>
        <p:nvSpPr>
          <p:cNvPr id="4" name="Rectangle 3">
            <a:hlinkClick r:id="" action="ppaction://noaction"/>
            <a:extLst>
              <a:ext uri="{FF2B5EF4-FFF2-40B4-BE49-F238E27FC236}">
                <a16:creationId xmlns:a16="http://schemas.microsoft.com/office/drawing/2014/main" id="{4BC57409-9A17-AA8E-A012-83ECA6B58E3B}"/>
              </a:ext>
            </a:extLst>
          </p:cNvPr>
          <p:cNvSpPr/>
          <p:nvPr/>
        </p:nvSpPr>
        <p:spPr>
          <a:xfrm>
            <a:off x="1312805" y="4915805"/>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err="1">
              <a:solidFill>
                <a:schemeClr val="bg1"/>
              </a:solidFill>
            </a:endParaRPr>
          </a:p>
        </p:txBody>
      </p:sp>
    </p:spTree>
    <p:extLst>
      <p:ext uri="{BB962C8B-B14F-4D97-AF65-F5344CB8AC3E}">
        <p14:creationId xmlns:p14="http://schemas.microsoft.com/office/powerpoint/2010/main" val="24625961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20F78EF8-D89E-48B8-AF71-972207512D48}"/>
              </a:ext>
            </a:extLst>
          </p:cNvPr>
          <p:cNvGraphicFramePr>
            <a:graphicFrameLocks noChangeAspect="1"/>
          </p:cNvGraphicFramePr>
          <p:nvPr>
            <p:custDataLst>
              <p:tags r:id="rId1"/>
            </p:custDataLst>
            <p:extLst>
              <p:ext uri="{D42A27DB-BD31-4B8C-83A1-F6EECF244321}">
                <p14:modId xmlns:p14="http://schemas.microsoft.com/office/powerpoint/2010/main" val="2082351836"/>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2" name="Object 11" hidden="1">
                        <a:extLst>
                          <a:ext uri="{FF2B5EF4-FFF2-40B4-BE49-F238E27FC236}">
                            <a16:creationId xmlns:a16="http://schemas.microsoft.com/office/drawing/2014/main" id="{20F78EF8-D89E-48B8-AF71-972207512D48}"/>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67CDDA0-48F4-4ED8-B64D-52043303CE32}"/>
              </a:ext>
            </a:extLst>
          </p:cNvPr>
          <p:cNvSpPr>
            <a:spLocks noGrp="1"/>
          </p:cNvSpPr>
          <p:nvPr>
            <p:ph type="title"/>
          </p:nvPr>
        </p:nvSpPr>
        <p:spPr>
          <a:xfrm>
            <a:off x="1003200" y="432000"/>
            <a:ext cx="10185600" cy="518400"/>
          </a:xfrm>
        </p:spPr>
        <p:txBody>
          <a:bodyPr vert="horz"/>
          <a:lstStyle/>
          <a:p>
            <a:r>
              <a:rPr lang="en-US"/>
              <a:t>Important notice (1/2)</a:t>
            </a:r>
          </a:p>
        </p:txBody>
      </p:sp>
      <p:graphicFrame>
        <p:nvGraphicFramePr>
          <p:cNvPr id="4" name="Table 10">
            <a:extLst>
              <a:ext uri="{FF2B5EF4-FFF2-40B4-BE49-F238E27FC236}">
                <a16:creationId xmlns:a16="http://schemas.microsoft.com/office/drawing/2014/main" id="{EFBA4731-CE6C-ABD7-03FD-D3D90705E6A6}"/>
              </a:ext>
            </a:extLst>
          </p:cNvPr>
          <p:cNvGraphicFramePr>
            <a:graphicFrameLocks noGrp="1"/>
          </p:cNvGraphicFramePr>
          <p:nvPr>
            <p:extLst>
              <p:ext uri="{D42A27DB-BD31-4B8C-83A1-F6EECF244321}">
                <p14:modId xmlns:p14="http://schemas.microsoft.com/office/powerpoint/2010/main" val="3165190284"/>
              </p:ext>
            </p:extLst>
          </p:nvPr>
        </p:nvGraphicFramePr>
        <p:xfrm>
          <a:off x="932737" y="142211"/>
          <a:ext cx="9295208"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04900">
                  <a:extLst>
                    <a:ext uri="{9D8B030D-6E8A-4147-A177-3AD203B41FA5}">
                      <a16:colId xmlns:a16="http://schemas.microsoft.com/office/drawing/2014/main" val="3480804512"/>
                    </a:ext>
                  </a:extLst>
                </a:gridCol>
                <a:gridCol w="1083310">
                  <a:extLst>
                    <a:ext uri="{9D8B030D-6E8A-4147-A177-3AD203B41FA5}">
                      <a16:colId xmlns:a16="http://schemas.microsoft.com/office/drawing/2014/main" val="1508802548"/>
                    </a:ext>
                  </a:extLst>
                </a:gridCol>
                <a:gridCol w="952500">
                  <a:extLst>
                    <a:ext uri="{9D8B030D-6E8A-4147-A177-3AD203B41FA5}">
                      <a16:colId xmlns:a16="http://schemas.microsoft.com/office/drawing/2014/main" val="1380669789"/>
                    </a:ext>
                  </a:extLst>
                </a:gridCol>
                <a:gridCol w="777240">
                  <a:extLst>
                    <a:ext uri="{9D8B030D-6E8A-4147-A177-3AD203B41FA5}">
                      <a16:colId xmlns:a16="http://schemas.microsoft.com/office/drawing/2014/main" val="3717172380"/>
                    </a:ext>
                  </a:extLst>
                </a:gridCol>
                <a:gridCol w="693420">
                  <a:extLst>
                    <a:ext uri="{9D8B030D-6E8A-4147-A177-3AD203B41FA5}">
                      <a16:colId xmlns:a16="http://schemas.microsoft.com/office/drawing/2014/main" val="2348796435"/>
                    </a:ext>
                  </a:extLst>
                </a:gridCol>
                <a:gridCol w="954405">
                  <a:extLst>
                    <a:ext uri="{9D8B030D-6E8A-4147-A177-3AD203B41FA5}">
                      <a16:colId xmlns:a16="http://schemas.microsoft.com/office/drawing/2014/main" val="3209140028"/>
                    </a:ext>
                  </a:extLst>
                </a:gridCol>
                <a:gridCol w="936625">
                  <a:extLst>
                    <a:ext uri="{9D8B030D-6E8A-4147-A177-3AD203B41FA5}">
                      <a16:colId xmlns:a16="http://schemas.microsoft.com/office/drawing/2014/main" val="2651425576"/>
                    </a:ext>
                  </a:extLst>
                </a:gridCol>
                <a:gridCol w="630238">
                  <a:extLst>
                    <a:ext uri="{9D8B030D-6E8A-4147-A177-3AD203B41FA5}">
                      <a16:colId xmlns:a16="http://schemas.microsoft.com/office/drawing/2014/main" val="3903366463"/>
                    </a:ext>
                  </a:extLst>
                </a:gridCol>
                <a:gridCol w="907732">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1" i="0" u="none" strike="noStrike" kern="1200" cap="none" spc="0" normalizeH="0" baseline="0" noProof="0">
                          <a:ln>
                            <a:noFill/>
                          </a:ln>
                          <a:solidFill>
                            <a:srgbClr val="00338D"/>
                          </a:solidFill>
                          <a:effectLst/>
                          <a:uLnTx/>
                          <a:uFillTx/>
                          <a:latin typeface="+mn-lt"/>
                          <a:ea typeface="+mn-ea"/>
                          <a:cs typeface="+mn-cs"/>
                        </a:rPr>
                        <a:t>Appendices</a:t>
                      </a:r>
                      <a:endParaRPr kumimoji="0" lang="en-US" sz="1000" b="1" i="0" u="none" strike="noStrike" kern="1200" cap="none" spc="0" normalizeH="0" baseline="0">
                        <a:ln>
                          <a:noFill/>
                        </a:ln>
                        <a:solidFill>
                          <a:srgbClr val="00338D"/>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5" name="Rectangle 4">
            <a:hlinkClick r:id="rId5" action="ppaction://hlinksldjump"/>
            <a:extLst>
              <a:ext uri="{FF2B5EF4-FFF2-40B4-BE49-F238E27FC236}">
                <a16:creationId xmlns:a16="http://schemas.microsoft.com/office/drawing/2014/main" id="{544BB6B3-5A78-7A8F-D8D4-A984546F1746}"/>
              </a:ext>
            </a:extLst>
          </p:cNvPr>
          <p:cNvSpPr/>
          <p:nvPr/>
        </p:nvSpPr>
        <p:spPr>
          <a:xfrm>
            <a:off x="9341324" y="140055"/>
            <a:ext cx="79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6" name="Rectangle 5">
            <a:hlinkClick r:id="rId6" action="ppaction://hlinksldjump"/>
            <a:extLst>
              <a:ext uri="{FF2B5EF4-FFF2-40B4-BE49-F238E27FC236}">
                <a16:creationId xmlns:a16="http://schemas.microsoft.com/office/drawing/2014/main" id="{22265DF3-B198-F24E-69C8-B45DC2466F4D}"/>
              </a:ext>
            </a:extLst>
          </p:cNvPr>
          <p:cNvSpPr/>
          <p:nvPr/>
        </p:nvSpPr>
        <p:spPr>
          <a:xfrm>
            <a:off x="2199335" y="140055"/>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7" name="Rectangle 6">
            <a:hlinkClick r:id="rId7" action="ppaction://hlinksldjump"/>
            <a:extLst>
              <a:ext uri="{FF2B5EF4-FFF2-40B4-BE49-F238E27FC236}">
                <a16:creationId xmlns:a16="http://schemas.microsoft.com/office/drawing/2014/main" id="{F0CAFAF0-E30E-411B-E9D6-5192D3C54D2B}"/>
              </a:ext>
            </a:extLst>
          </p:cNvPr>
          <p:cNvSpPr/>
          <p:nvPr/>
        </p:nvSpPr>
        <p:spPr>
          <a:xfrm>
            <a:off x="439487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8" name="Rectangle 7">
            <a:hlinkClick r:id="" action="ppaction://noaction"/>
            <a:extLst>
              <a:ext uri="{FF2B5EF4-FFF2-40B4-BE49-F238E27FC236}">
                <a16:creationId xmlns:a16="http://schemas.microsoft.com/office/drawing/2014/main" id="{F837FBD2-44C7-858C-9A76-C212CD540DBF}"/>
              </a:ext>
            </a:extLst>
          </p:cNvPr>
          <p:cNvSpPr/>
          <p:nvPr/>
        </p:nvSpPr>
        <p:spPr>
          <a:xfrm>
            <a:off x="777017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2" name="Rectangle 21">
            <a:hlinkClick r:id="rId8" action="ppaction://hlinksldjump"/>
            <a:extLst>
              <a:ext uri="{FF2B5EF4-FFF2-40B4-BE49-F238E27FC236}">
                <a16:creationId xmlns:a16="http://schemas.microsoft.com/office/drawing/2014/main" id="{F2577E1E-3D25-4797-F574-F54EFF433C23}"/>
              </a:ext>
            </a:extLst>
          </p:cNvPr>
          <p:cNvSpPr/>
          <p:nvPr/>
        </p:nvSpPr>
        <p:spPr>
          <a:xfrm>
            <a:off x="535843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3" name="Rectangle 22">
            <a:hlinkClick r:id="rId9" action="ppaction://hlinksldjump"/>
            <a:extLst>
              <a:ext uri="{FF2B5EF4-FFF2-40B4-BE49-F238E27FC236}">
                <a16:creationId xmlns:a16="http://schemas.microsoft.com/office/drawing/2014/main" id="{61C80271-65F6-0281-8529-888C35D95112}"/>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24" name="Rectangle 23">
            <a:hlinkClick r:id="rId10" action="ppaction://hlinksldjump"/>
            <a:extLst>
              <a:ext uri="{FF2B5EF4-FFF2-40B4-BE49-F238E27FC236}">
                <a16:creationId xmlns:a16="http://schemas.microsoft.com/office/drawing/2014/main" id="{F3BDB334-DA5B-AFB0-5AC6-304E716C4797}"/>
              </a:ext>
            </a:extLst>
          </p:cNvPr>
          <p:cNvSpPr/>
          <p:nvPr/>
        </p:nvSpPr>
        <p:spPr>
          <a:xfrm>
            <a:off x="3305911" y="140055"/>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5" name="Rectangle 24">
            <a:hlinkClick r:id="rId11" action="ppaction://hlinksldjump"/>
            <a:extLst>
              <a:ext uri="{FF2B5EF4-FFF2-40B4-BE49-F238E27FC236}">
                <a16:creationId xmlns:a16="http://schemas.microsoft.com/office/drawing/2014/main" id="{C8DE3530-23BC-75AA-4023-B5E1F5DC00E2}"/>
              </a:ext>
            </a:extLst>
          </p:cNvPr>
          <p:cNvSpPr/>
          <p:nvPr/>
        </p:nvSpPr>
        <p:spPr>
          <a:xfrm>
            <a:off x="612673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6" name="Rectangle 25">
            <a:hlinkClick r:id="" action="ppaction://noaction"/>
            <a:extLst>
              <a:ext uri="{FF2B5EF4-FFF2-40B4-BE49-F238E27FC236}">
                <a16:creationId xmlns:a16="http://schemas.microsoft.com/office/drawing/2014/main" id="{56622718-ED88-5CEF-773D-B9CF77F187A7}"/>
              </a:ext>
            </a:extLst>
          </p:cNvPr>
          <p:cNvSpPr/>
          <p:nvPr/>
        </p:nvSpPr>
        <p:spPr>
          <a:xfrm>
            <a:off x="68283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7" name="Rectangle 26">
            <a:hlinkClick r:id="rId12" action="ppaction://hlinksldjump"/>
            <a:extLst>
              <a:ext uri="{FF2B5EF4-FFF2-40B4-BE49-F238E27FC236}">
                <a16:creationId xmlns:a16="http://schemas.microsoft.com/office/drawing/2014/main" id="{55101E8B-D3EF-38AA-412E-B455C31F8BD7}"/>
              </a:ext>
            </a:extLst>
          </p:cNvPr>
          <p:cNvSpPr/>
          <p:nvPr/>
        </p:nvSpPr>
        <p:spPr>
          <a:xfrm>
            <a:off x="8720283"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13" name="Text Placeholder 8">
            <a:extLst>
              <a:ext uri="{FF2B5EF4-FFF2-40B4-BE49-F238E27FC236}">
                <a16:creationId xmlns:a16="http://schemas.microsoft.com/office/drawing/2014/main" id="{EBA2ECD1-B1EC-9D70-D6F9-2A125ED6F22E}"/>
              </a:ext>
            </a:extLst>
          </p:cNvPr>
          <p:cNvSpPr txBox="1">
            <a:spLocks/>
          </p:cNvSpPr>
          <p:nvPr/>
        </p:nvSpPr>
        <p:spPr bwMode="gray">
          <a:xfrm>
            <a:off x="1003199" y="1179513"/>
            <a:ext cx="5023837" cy="4697414"/>
          </a:xfrm>
          <a:prstGeom prst="rect">
            <a:avLst/>
          </a:prstGeom>
        </p:spPr>
        <p:txBody>
          <a:bodyPr vert="horz" lIns="0" tIns="0" rIns="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gn="just">
              <a:lnSpc>
                <a:spcPts val="900"/>
              </a:lnSpc>
              <a:spcAft>
                <a:spcPts val="300"/>
              </a:spcAft>
              <a:defRPr/>
            </a:pPr>
            <a:r>
              <a:rPr lang="en-US" sz="800" b="1" spc="-20">
                <a:solidFill>
                  <a:srgbClr val="1E49E2"/>
                </a:solidFill>
                <a:latin typeface="Arial"/>
              </a:rPr>
              <a:t>General</a:t>
            </a:r>
          </a:p>
          <a:p>
            <a:pPr algn="just">
              <a:lnSpc>
                <a:spcPts val="900"/>
              </a:lnSpc>
              <a:spcAft>
                <a:spcPts val="300"/>
              </a:spcAft>
              <a:defRPr/>
            </a:pPr>
            <a:r>
              <a:rPr lang="en-US" sz="800" spc="-20">
                <a:solidFill>
                  <a:srgbClr val="00338D"/>
                </a:solidFill>
                <a:latin typeface="Arial"/>
              </a:rPr>
              <a:t>Our report is for the benefit and information only of those parties who have accepted the terms and conditions of our Engagement Letter and should not be copied, referred to or disclosed, in whole or in part, without our prior written consent, except as specifically permitted in our Engagement Letter. To the fullest extent permitted by law, we will not accept responsibility or liability to any other party (including those parties’ legal and other professional advisers) in respect of our work or the report.</a:t>
            </a:r>
          </a:p>
          <a:p>
            <a:pPr algn="just">
              <a:lnSpc>
                <a:spcPts val="900"/>
              </a:lnSpc>
              <a:spcAft>
                <a:spcPts val="300"/>
              </a:spcAft>
              <a:defRPr/>
            </a:pPr>
            <a:r>
              <a:rPr lang="en-US" sz="800" spc="-20">
                <a:solidFill>
                  <a:srgbClr val="00338D"/>
                </a:solidFill>
                <a:latin typeface="Arial"/>
              </a:rPr>
              <a:t>Our work commenced on [</a:t>
            </a:r>
            <a:r>
              <a:rPr lang="en-US" sz="800" spc="-20">
                <a:solidFill>
                  <a:srgbClr val="FD349C"/>
                </a:solidFill>
                <a:highlight>
                  <a:srgbClr val="FFFF00"/>
                </a:highlight>
                <a:latin typeface="Arial"/>
              </a:rPr>
              <a:t>date</a:t>
            </a:r>
            <a:r>
              <a:rPr lang="en-US" sz="800" spc="-20">
                <a:solidFill>
                  <a:srgbClr val="00338D"/>
                </a:solidFill>
                <a:latin typeface="Arial"/>
              </a:rPr>
              <a:t>] and our fieldwork for this report was completed on [</a:t>
            </a:r>
            <a:r>
              <a:rPr lang="en-US" sz="800" spc="-20">
                <a:solidFill>
                  <a:srgbClr val="FD349C"/>
                </a:solidFill>
                <a:highlight>
                  <a:srgbClr val="FFFF00"/>
                </a:highlight>
                <a:latin typeface="Arial"/>
              </a:rPr>
              <a:t>date</a:t>
            </a:r>
            <a:r>
              <a:rPr lang="en-US" sz="800" spc="-20">
                <a:solidFill>
                  <a:srgbClr val="00338D"/>
                </a:solidFill>
                <a:latin typeface="Arial"/>
              </a:rPr>
              <a:t>]. We have not undertaken to update our report for events or circumstances arising after that date.</a:t>
            </a:r>
          </a:p>
          <a:p>
            <a:pPr algn="just">
              <a:lnSpc>
                <a:spcPts val="900"/>
              </a:lnSpc>
              <a:spcAft>
                <a:spcPts val="300"/>
              </a:spcAft>
              <a:defRPr/>
            </a:pPr>
            <a:r>
              <a:rPr lang="en-US" sz="800" spc="-20">
                <a:solidFill>
                  <a:srgbClr val="00338D"/>
                </a:solidFill>
                <a:latin typeface="Arial"/>
              </a:rPr>
              <a:t>In preparing our report, our primary source has been Target’s internal management information and representations made to us by Management of Target. We do not accept responsibility for such information which remains the responsibility of Management. Details of our principal information sources are set out in the basis of preparation and we have satisfied ourselves, so far as possible, that the information presented in our report is consistent with other information that was made available to us in the course of our work in accordance with the terms of our Engagement Letter. We have not, however, sought to establish the reliability of the sources by reference to other evidence.</a:t>
            </a:r>
          </a:p>
          <a:p>
            <a:pPr algn="just">
              <a:lnSpc>
                <a:spcPts val="900"/>
              </a:lnSpc>
              <a:spcAft>
                <a:spcPts val="300"/>
              </a:spcAft>
              <a:defRPr/>
            </a:pPr>
            <a:r>
              <a:rPr lang="en-US" sz="800" spc="-20">
                <a:solidFill>
                  <a:srgbClr val="00338D"/>
                </a:solidFill>
                <a:latin typeface="Arial"/>
              </a:rPr>
              <a:t>This engagement is not an assurance engagement conducted in accordance with any generally accepted assurance standards and consequently no assurance opinion is expressed.</a:t>
            </a:r>
          </a:p>
          <a:p>
            <a:pPr algn="just">
              <a:lnSpc>
                <a:spcPts val="900"/>
              </a:lnSpc>
              <a:spcAft>
                <a:spcPts val="300"/>
              </a:spcAft>
              <a:defRPr/>
            </a:pPr>
            <a:r>
              <a:rPr lang="en-US" sz="800" spc="-20">
                <a:solidFill>
                  <a:srgbClr val="00338D"/>
                </a:solidFill>
                <a:latin typeface="Arial"/>
              </a:rPr>
              <a:t>The contents of this report have not been reviewed by the Management of Target and the factual accuracy of this report has not been confirmed by the Management./[</a:t>
            </a:r>
            <a:r>
              <a:rPr lang="en-US" sz="800" spc="-20">
                <a:solidFill>
                  <a:srgbClr val="FF0000"/>
                </a:solidFill>
                <a:highlight>
                  <a:srgbClr val="FFFF00"/>
                </a:highlight>
                <a:latin typeface="Arial"/>
              </a:rPr>
              <a:t>The contents of this report have been reviewed by the Management of Target and the factual accuracy of this report has been confirmed.</a:t>
            </a:r>
            <a:r>
              <a:rPr lang="en-US" sz="800" spc="-20">
                <a:solidFill>
                  <a:srgbClr val="00338D"/>
                </a:solidFill>
                <a:latin typeface="Arial"/>
              </a:rPr>
              <a:t>]</a:t>
            </a:r>
          </a:p>
          <a:p>
            <a:pPr algn="just">
              <a:lnSpc>
                <a:spcPts val="900"/>
              </a:lnSpc>
              <a:spcAft>
                <a:spcPts val="300"/>
              </a:spcAft>
              <a:defRPr/>
            </a:pPr>
            <a:r>
              <a:rPr lang="en-US" sz="800" spc="-20">
                <a:solidFill>
                  <a:srgbClr val="00338D"/>
                </a:solidFill>
                <a:latin typeface="Arial"/>
              </a:rPr>
              <a:t>We accept no responsibility or liability for the findings or reports of legal and other professional advisers, even though we have referred to their findings and/or reports in our report.</a:t>
            </a:r>
            <a:endParaRPr lang="en-US" sz="800">
              <a:solidFill>
                <a:srgbClr val="00338D"/>
              </a:solidFill>
              <a:latin typeface="Arial"/>
            </a:endParaRPr>
          </a:p>
        </p:txBody>
      </p:sp>
      <p:sp>
        <p:nvSpPr>
          <p:cNvPr id="14" name="Text Placeholder 9">
            <a:extLst>
              <a:ext uri="{FF2B5EF4-FFF2-40B4-BE49-F238E27FC236}">
                <a16:creationId xmlns:a16="http://schemas.microsoft.com/office/drawing/2014/main" id="{B51DDC0E-B5EA-CEF5-7122-66C8ACBE4287}"/>
              </a:ext>
            </a:extLst>
          </p:cNvPr>
          <p:cNvSpPr txBox="1">
            <a:spLocks/>
          </p:cNvSpPr>
          <p:nvPr/>
        </p:nvSpPr>
        <p:spPr bwMode="gray">
          <a:xfrm>
            <a:off x="6160242" y="1179513"/>
            <a:ext cx="5028557" cy="4697414"/>
          </a:xfrm>
          <a:prstGeom prst="rect">
            <a:avLst/>
          </a:prstGeom>
        </p:spPr>
        <p:txBody>
          <a:bodyPr vert="horz" lIns="0" tIns="0" rIns="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gn="just">
              <a:lnSpc>
                <a:spcPts val="900"/>
              </a:lnSpc>
              <a:spcAft>
                <a:spcPts val="300"/>
              </a:spcAft>
              <a:defRPr/>
            </a:pPr>
            <a:r>
              <a:rPr lang="en-US" sz="800" b="1" spc="-20">
                <a:solidFill>
                  <a:srgbClr val="1E49E2"/>
                </a:solidFill>
                <a:latin typeface="Arial"/>
              </a:rPr>
              <a:t>KPMG approach</a:t>
            </a:r>
          </a:p>
          <a:p>
            <a:pPr algn="just">
              <a:lnSpc>
                <a:spcPts val="900"/>
              </a:lnSpc>
              <a:spcAft>
                <a:spcPts val="300"/>
              </a:spcAft>
              <a:defRPr/>
            </a:pPr>
            <a:r>
              <a:rPr lang="en-US" sz="800" spc="-20">
                <a:solidFill>
                  <a:srgbClr val="00338D"/>
                </a:solidFill>
                <a:latin typeface="Arial"/>
              </a:rPr>
              <a:t>Our report makes reference to ‘KPMG Analysis’; this indicates only that we have (where specified) undertaken certain analytical activities on the underlying data to arrive at the information presented; we do not accept responsibility for the underlying data.</a:t>
            </a:r>
          </a:p>
          <a:p>
            <a:pPr algn="just">
              <a:lnSpc>
                <a:spcPts val="900"/>
              </a:lnSpc>
              <a:spcAft>
                <a:spcPts val="300"/>
              </a:spcAft>
              <a:defRPr/>
            </a:pPr>
            <a:r>
              <a:rPr lang="en-US" sz="800" spc="-20">
                <a:solidFill>
                  <a:srgbClr val="00338D"/>
                </a:solidFill>
                <a:latin typeface="Arial"/>
              </a:rPr>
              <a:t>The analysis of 'normalized'/'underlying‘ earnings and working capital is for indicative purposes only. We have sought to illustrate the effect on EBITDA/working capital of adjusting for those items identified in the course of our work that may be considered to be 'non-recurring' or 'exceptional' using criteria established by the Vendors/Target. However the selection and quantification of such adjustments are necessarily judgmental. Because there is no authoritative literature or common standard with respect to the calculation of 'normalized'/'underlying' earnings/working capital, there is no basis to state whether all appropriate and comparable adjustments have been made. In addition, while the adjustments may indeed relate to items which are 'non-recurring' or 'exceptional' or otherwise unrepresentative of the trend, it is possible that earnings/working capital for future periods may be affected by such items, which may be different from the historical items.</a:t>
            </a:r>
          </a:p>
          <a:p>
            <a:pPr algn="just">
              <a:lnSpc>
                <a:spcPts val="900"/>
              </a:lnSpc>
              <a:spcAft>
                <a:spcPts val="300"/>
              </a:spcAft>
              <a:defRPr/>
            </a:pPr>
            <a:r>
              <a:rPr lang="en-US" sz="800" spc="-20">
                <a:solidFill>
                  <a:srgbClr val="00338D"/>
                </a:solidFill>
                <a:latin typeface="Arial"/>
              </a:rPr>
              <a:t>The last twelve months/LTM run rate analysis has been prepared for illustrative purposes. There is no authoritative literature or common standard with respect to the calculation of 'run rate' EBITDA, and therefore there is no basis on which to state whether, in the illustrative analysis of 'run rate‘ EBITDA, all appropriate and comparable adjustments have been made. We have set out in our report the basis on which items have been included in or excluded from the run rate calculations for particular years. It is for you to satisfy yourselves as to whether the items included or excluded are appropriate for your purposes. The decision as to what items should be included in or excluded from the calculation of 'run rate' EBITDA is highly judgmental; you may choose to interpret the information presented differently.</a:t>
            </a:r>
          </a:p>
          <a:p>
            <a:pPr algn="just">
              <a:lnSpc>
                <a:spcPts val="900"/>
              </a:lnSpc>
              <a:spcAft>
                <a:spcPts val="300"/>
              </a:spcAft>
              <a:defRPr/>
            </a:pPr>
            <a:r>
              <a:rPr lang="en-US" sz="800" spc="-20">
                <a:solidFill>
                  <a:srgbClr val="00338D"/>
                </a:solidFill>
                <a:latin typeface="Arial"/>
              </a:rPr>
              <a:t>The prospective financial information set out within our report has been prepared by Target; we do not accept responsibility for such information. We must emphasize that the realization of the prospective financial information is dependent on the continuing validity of the assumptions on which it is based. The assumptions will need to be reviewed and revised to reflect any such changes in trading patterns, cost structures or the direction of the business as they emerge. We accept no responsibility for the realization of the prospective financial information. Actual results are likely to be different from those shown in the prospective financial information because events and circumstances frequently do not occur as expected, and the differences may be material.</a:t>
            </a:r>
          </a:p>
        </p:txBody>
      </p:sp>
    </p:spTree>
    <p:extLst>
      <p:ext uri="{BB962C8B-B14F-4D97-AF65-F5344CB8AC3E}">
        <p14:creationId xmlns:p14="http://schemas.microsoft.com/office/powerpoint/2010/main" val="17045087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20F78EF8-D89E-48B8-AF71-972207512D48}"/>
              </a:ext>
            </a:extLst>
          </p:cNvPr>
          <p:cNvGraphicFramePr>
            <a:graphicFrameLocks noChangeAspect="1"/>
          </p:cNvGraphicFramePr>
          <p:nvPr>
            <p:custDataLst>
              <p:tags r:id="rId1"/>
            </p:custDataLst>
            <p:extLst>
              <p:ext uri="{D42A27DB-BD31-4B8C-83A1-F6EECF244321}">
                <p14:modId xmlns:p14="http://schemas.microsoft.com/office/powerpoint/2010/main" val="2685575704"/>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2" name="Object 11" hidden="1">
                        <a:extLst>
                          <a:ext uri="{FF2B5EF4-FFF2-40B4-BE49-F238E27FC236}">
                            <a16:creationId xmlns:a16="http://schemas.microsoft.com/office/drawing/2014/main" id="{20F78EF8-D89E-48B8-AF71-972207512D48}"/>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67CDDA0-48F4-4ED8-B64D-52043303CE32}"/>
              </a:ext>
            </a:extLst>
          </p:cNvPr>
          <p:cNvSpPr>
            <a:spLocks noGrp="1"/>
          </p:cNvSpPr>
          <p:nvPr>
            <p:ph type="title"/>
          </p:nvPr>
        </p:nvSpPr>
        <p:spPr>
          <a:xfrm>
            <a:off x="1003200" y="432000"/>
            <a:ext cx="10185600" cy="518400"/>
          </a:xfrm>
        </p:spPr>
        <p:txBody>
          <a:bodyPr vert="horz"/>
          <a:lstStyle/>
          <a:p>
            <a:r>
              <a:rPr lang="en-US"/>
              <a:t>Important notice (2/2)</a:t>
            </a:r>
          </a:p>
        </p:txBody>
      </p:sp>
      <p:sp>
        <p:nvSpPr>
          <p:cNvPr id="9" name="Text Placeholder 8">
            <a:extLst>
              <a:ext uri="{FF2B5EF4-FFF2-40B4-BE49-F238E27FC236}">
                <a16:creationId xmlns:a16="http://schemas.microsoft.com/office/drawing/2014/main" id="{A6C464EB-F12A-400F-9ACA-6DD61F5011F8}"/>
              </a:ext>
            </a:extLst>
          </p:cNvPr>
          <p:cNvSpPr>
            <a:spLocks noGrp="1"/>
          </p:cNvSpPr>
          <p:nvPr>
            <p:ph type="body" sz="quarter" idx="4294967295"/>
          </p:nvPr>
        </p:nvSpPr>
        <p:spPr bwMode="gray">
          <a:xfrm>
            <a:off x="1003199" y="1179513"/>
            <a:ext cx="5023837" cy="4697414"/>
          </a:xfrm>
        </p:spPr>
        <p:txBody>
          <a:bodyPr/>
          <a:lstStyle/>
          <a:p>
            <a:pPr algn="just">
              <a:lnSpc>
                <a:spcPts val="900"/>
              </a:lnSpc>
              <a:spcAft>
                <a:spcPts val="300"/>
              </a:spcAft>
              <a:defRPr/>
            </a:pPr>
            <a:r>
              <a:rPr lang="en-US" sz="800" b="1" spc="-20">
                <a:solidFill>
                  <a:srgbClr val="1E49E2"/>
                </a:solidFill>
                <a:latin typeface="Arial"/>
              </a:rPr>
              <a:t>Benchmarking</a:t>
            </a:r>
            <a:r>
              <a:rPr lang="en-US" sz="800" spc="-20">
                <a:solidFill>
                  <a:srgbClr val="00338D"/>
                </a:solidFill>
                <a:latin typeface="Arial"/>
              </a:rPr>
              <a:t> [</a:t>
            </a:r>
            <a:r>
              <a:rPr lang="en-US" sz="800" spc="-20">
                <a:solidFill>
                  <a:srgbClr val="FD349C"/>
                </a:solidFill>
                <a:highlight>
                  <a:srgbClr val="FFFF00"/>
                </a:highlight>
                <a:latin typeface="Arial"/>
              </a:rPr>
              <a:t>Include if separate benchmarking analysis is carried out</a:t>
            </a:r>
            <a:r>
              <a:rPr lang="en-US" sz="800" spc="-20">
                <a:solidFill>
                  <a:srgbClr val="00338D"/>
                </a:solidFill>
                <a:latin typeface="Arial"/>
              </a:rPr>
              <a:t>]</a:t>
            </a:r>
          </a:p>
          <a:p>
            <a:pPr algn="just">
              <a:lnSpc>
                <a:spcPts val="900"/>
              </a:lnSpc>
              <a:spcAft>
                <a:spcPts val="300"/>
              </a:spcAft>
              <a:defRPr/>
            </a:pPr>
            <a:r>
              <a:rPr lang="en-US" sz="800" spc="-20">
                <a:solidFill>
                  <a:srgbClr val="00338D"/>
                </a:solidFill>
                <a:latin typeface="Arial"/>
              </a:rPr>
              <a:t>The benchmarking analysis is based on information obtained from comparable industries and/or activities. As with any benchmarking analysis there is a risk that the information is not fully comparable. If the benchmarked information is based on aggregated industry information, access to more detailed information could have led to the analyses being presented in another manner or to different data being presented. We accept no responsibility for such differences.</a:t>
            </a:r>
          </a:p>
          <a:p>
            <a:pPr algn="just">
              <a:lnSpc>
                <a:spcPts val="900"/>
              </a:lnSpc>
              <a:spcAft>
                <a:spcPts val="300"/>
              </a:spcAft>
              <a:defRPr/>
            </a:pPr>
            <a:r>
              <a:rPr lang="en-US" sz="800" spc="-20">
                <a:solidFill>
                  <a:srgbClr val="00338D"/>
                </a:solidFill>
                <a:latin typeface="Arial"/>
              </a:rPr>
              <a:t>The benchmarking analysis presented in this report presents aggregated or company level data collected from third-party data sources as referenced. We accept no responsibility for the correctness of the data obtained from third-party sources.</a:t>
            </a:r>
          </a:p>
          <a:p>
            <a:pPr algn="just">
              <a:lnSpc>
                <a:spcPts val="900"/>
              </a:lnSpc>
              <a:spcAft>
                <a:spcPts val="300"/>
              </a:spcAft>
              <a:defRPr/>
            </a:pPr>
            <a:r>
              <a:rPr lang="en-US" sz="800" spc="-20">
                <a:solidFill>
                  <a:srgbClr val="00338D"/>
                </a:solidFill>
                <a:latin typeface="Arial"/>
              </a:rPr>
              <a:t>Benchmarking results should be treated as indicative, as benchmarking results will vary based on the industry segmentation, geography selected, and periodicity. While scoring lower or higher than peers on a select </a:t>
            </a:r>
            <a:r>
              <a:rPr lang="en-US" sz="800" spc="-20">
                <a:solidFill>
                  <a:srgbClr val="00338D"/>
                </a:solidFill>
              </a:rPr>
              <a:t>key performance indicators (“KPIs”) </a:t>
            </a:r>
            <a:r>
              <a:rPr lang="en-US" sz="800" spc="-20">
                <a:solidFill>
                  <a:srgbClr val="00338D"/>
                </a:solidFill>
                <a:latin typeface="Arial"/>
              </a:rPr>
              <a:t>may indicate underperformance or superior performance, underlying factors must be understood, including the interaction between different KPIs.</a:t>
            </a:r>
          </a:p>
          <a:p>
            <a:pPr algn="just">
              <a:lnSpc>
                <a:spcPts val="900"/>
              </a:lnSpc>
              <a:spcAft>
                <a:spcPts val="300"/>
              </a:spcAft>
              <a:defRPr/>
            </a:pPr>
            <a:r>
              <a:rPr lang="en-US" sz="800" b="1" spc="-20">
                <a:solidFill>
                  <a:srgbClr val="1E49E2"/>
                </a:solidFill>
                <a:latin typeface="Arial"/>
              </a:rPr>
              <a:t>Value creation potential </a:t>
            </a:r>
            <a:r>
              <a:rPr lang="en-US" sz="800" spc="-20">
                <a:solidFill>
                  <a:srgbClr val="00338D"/>
                </a:solidFill>
                <a:latin typeface="Arial"/>
              </a:rPr>
              <a:t>[</a:t>
            </a:r>
            <a:r>
              <a:rPr lang="en-US" sz="800" spc="-20">
                <a:solidFill>
                  <a:srgbClr val="FD349C"/>
                </a:solidFill>
                <a:highlight>
                  <a:srgbClr val="FFFF00"/>
                </a:highlight>
                <a:latin typeface="Arial"/>
              </a:rPr>
              <a:t>Include if VC work is carried out</a:t>
            </a:r>
            <a:r>
              <a:rPr lang="en-US" sz="800" spc="-20">
                <a:solidFill>
                  <a:srgbClr val="00338D"/>
                </a:solidFill>
                <a:latin typeface="Arial"/>
              </a:rPr>
              <a:t>]</a:t>
            </a:r>
            <a:endParaRPr lang="en-US" sz="800" spc="-20">
              <a:solidFill>
                <a:srgbClr val="1E49E2"/>
              </a:solidFill>
              <a:latin typeface="Arial"/>
            </a:endParaRPr>
          </a:p>
          <a:p>
            <a:pPr algn="just">
              <a:lnSpc>
                <a:spcPts val="900"/>
              </a:lnSpc>
              <a:spcAft>
                <a:spcPts val="300"/>
              </a:spcAft>
              <a:defRPr/>
            </a:pPr>
            <a:r>
              <a:rPr lang="en-US" sz="800" spc="-20">
                <a:solidFill>
                  <a:srgbClr val="00338D"/>
                </a:solidFill>
                <a:latin typeface="Arial"/>
              </a:rPr>
              <a:t>During the course of our work, we have attempted to identify potential value creation opportunities to facilitate discussions on areas of potential value enhancement. The value enhancement opportunities shown are indicative estimates only and are based on limited information, high level analysis and assumptions. The opportunity analysis have been carried out using limited data and do not comprise a detailed diagnostic. Accordingly, the analysis needs to be interpreted with caution. The assumptions used in the calculation of base case/stretch case upside potential are set forth within our analysis.</a:t>
            </a:r>
          </a:p>
          <a:p>
            <a:pPr algn="just">
              <a:lnSpc>
                <a:spcPts val="900"/>
              </a:lnSpc>
              <a:spcAft>
                <a:spcPts val="300"/>
              </a:spcAft>
              <a:defRPr/>
            </a:pPr>
            <a:r>
              <a:rPr lang="en-US" sz="800" spc="-20">
                <a:solidFill>
                  <a:srgbClr val="00338D"/>
                </a:solidFill>
                <a:latin typeface="Arial"/>
              </a:rPr>
              <a:t>KPMG gives no assurance over the achievement of any value enhancement opportunities included in the report. In addition, since the value creation opportunities and the assumptions on which they are based relate to the future they may also be affected by unforeseen events and circumstances. Achievement of any value creation opportunity will also be dependent on the implementation of action plans and the steps taken by management. </a:t>
            </a:r>
          </a:p>
          <a:p>
            <a:pPr algn="just">
              <a:lnSpc>
                <a:spcPts val="900"/>
              </a:lnSpc>
              <a:spcAft>
                <a:spcPts val="300"/>
              </a:spcAft>
              <a:defRPr/>
            </a:pPr>
            <a:r>
              <a:rPr lang="en-US" sz="800" spc="-20">
                <a:solidFill>
                  <a:srgbClr val="00338D"/>
                </a:solidFill>
                <a:latin typeface="Arial"/>
              </a:rPr>
              <a:t>The benchmarking information used in the value creation analysis is based upon publicly available information - there can be no guarantee that such information is accurate as of the date it was obtained or that it will continue to be accurate in the future. KPMG have relied upon and assumed, without independent verification, the accuracy and completeness of information available from public sources.</a:t>
            </a:r>
          </a:p>
          <a:p>
            <a:pPr algn="just">
              <a:lnSpc>
                <a:spcPts val="900"/>
              </a:lnSpc>
              <a:spcAft>
                <a:spcPts val="300"/>
              </a:spcAft>
              <a:defRPr/>
            </a:pPr>
            <a:r>
              <a:rPr lang="en-US" sz="800" spc="-20">
                <a:solidFill>
                  <a:srgbClr val="00338D"/>
                </a:solidFill>
                <a:latin typeface="Arial"/>
              </a:rPr>
              <a:t>The value enhancement opportunities shown within are not intended to fully capture all the inter-relationships that exist between the individual opportunity areas. As a result, it may not be possible to realize some or all of the opportunities identified. Any actions that you choose to take as a result of the directional views provided, are the responsibility of the management team. KPMG will not use the information presented to make any decisions or judgement on behalf of management. Such decisions are the responsibility of the management team who must designate an individual who possesses the suitable skill, knowledge and experience to be responsible at all times for these decisions.</a:t>
            </a:r>
          </a:p>
          <a:p>
            <a:pPr algn="just">
              <a:lnSpc>
                <a:spcPts val="900"/>
              </a:lnSpc>
              <a:spcAft>
                <a:spcPts val="300"/>
              </a:spcAft>
              <a:defRPr/>
            </a:pPr>
            <a:r>
              <a:rPr lang="en-US" sz="800" spc="-20">
                <a:solidFill>
                  <a:srgbClr val="00338D"/>
                </a:solidFill>
                <a:latin typeface="Arial"/>
              </a:rPr>
              <a:t>In performing the value creation potential analysis, we have also recommended certain "Next steps to validate opportunity".  We are happy to discuss how we can support you with these steps, subject to contract.</a:t>
            </a:r>
          </a:p>
          <a:p>
            <a:pPr lvl="1" algn="just">
              <a:lnSpc>
                <a:spcPts val="900"/>
              </a:lnSpc>
              <a:spcAft>
                <a:spcPts val="300"/>
              </a:spcAft>
              <a:defRPr/>
            </a:pPr>
            <a:endParaRPr lang="en-US" sz="800" spc="-20">
              <a:solidFill>
                <a:srgbClr val="00338D"/>
              </a:solidFill>
              <a:latin typeface="Arial"/>
            </a:endParaRPr>
          </a:p>
        </p:txBody>
      </p:sp>
      <p:sp>
        <p:nvSpPr>
          <p:cNvPr id="10" name="Text Placeholder 9">
            <a:extLst>
              <a:ext uri="{FF2B5EF4-FFF2-40B4-BE49-F238E27FC236}">
                <a16:creationId xmlns:a16="http://schemas.microsoft.com/office/drawing/2014/main" id="{8E541D50-C3B5-4BD2-98CB-B9973A410CDF}"/>
              </a:ext>
            </a:extLst>
          </p:cNvPr>
          <p:cNvSpPr>
            <a:spLocks noGrp="1"/>
          </p:cNvSpPr>
          <p:nvPr>
            <p:ph type="body" sz="quarter" idx="4294967295"/>
          </p:nvPr>
        </p:nvSpPr>
        <p:spPr bwMode="gray">
          <a:xfrm>
            <a:off x="6160242" y="1179513"/>
            <a:ext cx="5028557" cy="4697414"/>
          </a:xfrm>
        </p:spPr>
        <p:txBody>
          <a:bodyPr/>
          <a:lstStyle/>
          <a:p>
            <a:pPr algn="just">
              <a:lnSpc>
                <a:spcPts val="900"/>
              </a:lnSpc>
              <a:spcAft>
                <a:spcPts val="300"/>
              </a:spcAft>
              <a:defRPr/>
            </a:pPr>
            <a:r>
              <a:rPr lang="en-US" sz="800" b="1" spc="-20">
                <a:solidFill>
                  <a:srgbClr val="1E49E2"/>
                </a:solidFill>
                <a:latin typeface="Arial"/>
              </a:rPr>
              <a:t>Pre-Deal PPA benchmarking – KPMG database </a:t>
            </a:r>
            <a:r>
              <a:rPr lang="en-US" sz="800" spc="-20">
                <a:solidFill>
                  <a:srgbClr val="00338D"/>
                </a:solidFill>
                <a:latin typeface="Arial"/>
              </a:rPr>
              <a:t>[</a:t>
            </a:r>
            <a:r>
              <a:rPr lang="en-US" sz="800" spc="-20">
                <a:solidFill>
                  <a:srgbClr val="FF0000"/>
                </a:solidFill>
                <a:highlight>
                  <a:srgbClr val="FFFF00"/>
                </a:highlight>
                <a:latin typeface="Arial"/>
              </a:rPr>
              <a:t>Include if separate PPA benchmarking analysis is carried out</a:t>
            </a:r>
            <a:r>
              <a:rPr lang="en-US" sz="800" spc="-20">
                <a:solidFill>
                  <a:srgbClr val="00338D"/>
                </a:solidFill>
                <a:latin typeface="Arial"/>
              </a:rPr>
              <a:t>]</a:t>
            </a:r>
          </a:p>
          <a:p>
            <a:pPr lvl="1" algn="just">
              <a:lnSpc>
                <a:spcPts val="900"/>
              </a:lnSpc>
              <a:spcAft>
                <a:spcPts val="300"/>
              </a:spcAft>
              <a:defRPr/>
            </a:pPr>
            <a:r>
              <a:rPr lang="en-US" sz="800" spc="-20">
                <a:solidFill>
                  <a:srgbClr val="00338D"/>
                </a:solidFill>
                <a:latin typeface="Arial"/>
              </a:rPr>
              <a:t>The database consists of PPAs carried out by KPMG globally and information from the public domain; any conclusions therefore drawn using the database are however limited due to having directly comparable data (e.g. by operations, market, and size). </a:t>
            </a:r>
          </a:p>
          <a:p>
            <a:pPr lvl="1" algn="just">
              <a:lnSpc>
                <a:spcPts val="900"/>
              </a:lnSpc>
              <a:spcAft>
                <a:spcPts val="300"/>
              </a:spcAft>
              <a:defRPr/>
            </a:pPr>
            <a:r>
              <a:rPr lang="en-US" sz="800" spc="-20">
                <a:solidFill>
                  <a:srgbClr val="00338D"/>
                </a:solidFill>
                <a:latin typeface="Arial"/>
              </a:rPr>
              <a:t>The benchmarking analysis set out within this report is based on information on comparable industries, companies and/or activities obtained from: </a:t>
            </a:r>
          </a:p>
          <a:p>
            <a:pPr marL="171450" lvl="1" indent="-171450" algn="just">
              <a:lnSpc>
                <a:spcPts val="900"/>
              </a:lnSpc>
              <a:spcAft>
                <a:spcPts val="300"/>
              </a:spcAft>
              <a:buFont typeface="Arial" panose="020B0604020202020204" pitchFamily="34" charset="0"/>
              <a:buChar char="•"/>
              <a:defRPr/>
            </a:pPr>
            <a:r>
              <a:rPr lang="en-US" sz="800" spc="-20">
                <a:solidFill>
                  <a:srgbClr val="00338D"/>
                </a:solidFill>
                <a:latin typeface="Arial"/>
              </a:rPr>
              <a:t>publicly available information - there can be no guarantee that such information is accurate as of the date it was obtained or that it will continue to be accurate in the future. KPMG has relied upon and assumed, without independent verification, the accuracy and completeness of information available from public sources. We accept no responsibility for the correctness of the data obtained from public or third-party sources;</a:t>
            </a:r>
          </a:p>
          <a:p>
            <a:pPr marL="171450" lvl="1" indent="-171450" algn="just">
              <a:lnSpc>
                <a:spcPts val="900"/>
              </a:lnSpc>
              <a:spcAft>
                <a:spcPts val="300"/>
              </a:spcAft>
              <a:buFont typeface="Arial" panose="020B0604020202020204" pitchFamily="34" charset="0"/>
              <a:buChar char="•"/>
              <a:defRPr/>
            </a:pPr>
            <a:r>
              <a:rPr lang="en-US" sz="800" spc="-20">
                <a:solidFill>
                  <a:srgbClr val="00338D"/>
                </a:solidFill>
                <a:latin typeface="Arial"/>
              </a:rPr>
              <a:t>KPMG proprietary benchmarking data. Where data is sourced from KPMG’s proprietary benchmarking database, it is based on aggregated data and includes at least [XX] entities, and the metrics are calculated as an average. </a:t>
            </a:r>
          </a:p>
          <a:p>
            <a:pPr lvl="1" algn="just">
              <a:lnSpc>
                <a:spcPts val="900"/>
              </a:lnSpc>
              <a:spcAft>
                <a:spcPts val="300"/>
              </a:spcAft>
              <a:defRPr/>
            </a:pPr>
            <a:r>
              <a:rPr lang="en-US" sz="800" spc="-20">
                <a:solidFill>
                  <a:srgbClr val="00338D"/>
                </a:solidFill>
                <a:latin typeface="Arial"/>
              </a:rPr>
              <a:t>As with any benchmarking analysis there is a risk that the information utilized is not fully comparable. Where the benchmarking analysis is based on aggregated information, it is also the case that access to more detailed information could have led to the analysis being presented in a different manner or to different data being presented. In addition, such analysis will vary based on factors such as the industry segmentation, the selected geography selected, and periodicity. The benchmarking analysis should therefore be treated with caution and as directional and indicative only. Further, detailed work would be needed to determine the identify and value the acquired intangibles.</a:t>
            </a:r>
            <a:endParaRPr lang="en-US" sz="800" spc="-20">
              <a:solidFill>
                <a:srgbClr val="FF0000"/>
              </a:solidFill>
              <a:highlight>
                <a:srgbClr val="FFFF00"/>
              </a:highlight>
              <a:latin typeface="Arial"/>
            </a:endParaRPr>
          </a:p>
          <a:p>
            <a:pPr lvl="1" algn="just">
              <a:lnSpc>
                <a:spcPts val="900"/>
              </a:lnSpc>
              <a:spcAft>
                <a:spcPts val="300"/>
              </a:spcAft>
              <a:defRPr/>
            </a:pPr>
            <a:r>
              <a:rPr lang="en-US" sz="800" b="1" spc="-20">
                <a:solidFill>
                  <a:srgbClr val="1E49E2"/>
                </a:solidFill>
                <a:latin typeface="Arial"/>
              </a:rPr>
              <a:t>Valuation (NPV) analysis </a:t>
            </a:r>
            <a:r>
              <a:rPr lang="en-US" sz="800" spc="-20">
                <a:solidFill>
                  <a:srgbClr val="00338D"/>
                </a:solidFill>
                <a:latin typeface="Arial"/>
              </a:rPr>
              <a:t>[</a:t>
            </a:r>
            <a:r>
              <a:rPr lang="en-US" sz="800" spc="-20">
                <a:solidFill>
                  <a:srgbClr val="FF0000"/>
                </a:solidFill>
                <a:highlight>
                  <a:srgbClr val="FFFF00"/>
                </a:highlight>
                <a:latin typeface="Arial"/>
              </a:rPr>
              <a:t>Include if VCM work is carried out</a:t>
            </a:r>
            <a:r>
              <a:rPr lang="en-US" sz="800" spc="-20">
                <a:solidFill>
                  <a:srgbClr val="00338D"/>
                </a:solidFill>
                <a:latin typeface="Arial"/>
              </a:rPr>
              <a:t>]</a:t>
            </a:r>
          </a:p>
          <a:p>
            <a:pPr lvl="1" algn="just">
              <a:lnSpc>
                <a:spcPts val="900"/>
              </a:lnSpc>
              <a:spcAft>
                <a:spcPts val="300"/>
              </a:spcAft>
              <a:defRPr/>
            </a:pPr>
            <a:r>
              <a:rPr lang="en-US" sz="800" spc="-20">
                <a:solidFill>
                  <a:srgbClr val="00338D"/>
                </a:solidFill>
                <a:latin typeface="Arial"/>
              </a:rPr>
              <a:t>The indicative NPV impact of the potential value creation opportunities presented in this [report], is set out in the Value creation potential important notice. The NPVs of the value enhancement opportunities are calculated separately, with each value creation opportunity assessed on a standalone basis.</a:t>
            </a:r>
          </a:p>
          <a:p>
            <a:pPr lvl="1" algn="just">
              <a:lnSpc>
                <a:spcPts val="900"/>
              </a:lnSpc>
              <a:spcAft>
                <a:spcPts val="300"/>
              </a:spcAft>
              <a:defRPr/>
            </a:pPr>
            <a:r>
              <a:rPr lang="en-US" sz="800" spc="-20">
                <a:solidFill>
                  <a:srgbClr val="00338D"/>
                </a:solidFill>
                <a:latin typeface="Arial"/>
              </a:rPr>
              <a:t>The NPVs of the value creations opportunities are indicative estimates only which are based on limited information, high-level analysis and assumptions. </a:t>
            </a:r>
          </a:p>
          <a:p>
            <a:pPr lvl="1" algn="just">
              <a:lnSpc>
                <a:spcPts val="900"/>
              </a:lnSpc>
              <a:spcAft>
                <a:spcPts val="300"/>
              </a:spcAft>
              <a:defRPr/>
            </a:pPr>
            <a:r>
              <a:rPr lang="en-US" sz="800" spc="-20">
                <a:solidFill>
                  <a:srgbClr val="00338D"/>
                </a:solidFill>
                <a:latin typeface="Arial"/>
              </a:rPr>
              <a:t>KPMG gives no assurance over the achievement of any value enhancement opportunities included in the report. In addition, since the value creation opportunities and the assumptions on which they are based relate to the future they may also be affected by unforeseen events and circumstances. Achievement of any value creation opportunity will also be dependent on the implementation of action plans and the steps taken by management. </a:t>
            </a:r>
          </a:p>
          <a:p>
            <a:pPr lvl="1" algn="just">
              <a:lnSpc>
                <a:spcPts val="900"/>
              </a:lnSpc>
              <a:spcAft>
                <a:spcPts val="300"/>
              </a:spcAft>
              <a:defRPr/>
            </a:pPr>
            <a:r>
              <a:rPr lang="en-US" sz="800" spc="-20">
                <a:solidFill>
                  <a:srgbClr val="00338D"/>
                </a:solidFill>
                <a:latin typeface="Arial"/>
              </a:rPr>
              <a:t>In particular: (</a:t>
            </a:r>
            <a:r>
              <a:rPr lang="en-US" sz="800" spc="-20" err="1">
                <a:solidFill>
                  <a:srgbClr val="00338D"/>
                </a:solidFill>
                <a:latin typeface="Arial"/>
              </a:rPr>
              <a:t>i</a:t>
            </a:r>
            <a:r>
              <a:rPr lang="en-US" sz="800" spc="-20">
                <a:solidFill>
                  <a:srgbClr val="00338D"/>
                </a:solidFill>
                <a:latin typeface="Arial"/>
              </a:rPr>
              <a:t>) we have not assessed the identified valuation creation opportunities independently, the implementation cost of realizing those opportunities or their timing; and (ii) we have not sought to independently assess the risks associated with the identified value creation opportunities but have relied on your internal assessment of the discount rate and risks inherent in the business as well as your terminal value growth rate.  </a:t>
            </a:r>
          </a:p>
          <a:p>
            <a:pPr lvl="1" algn="just">
              <a:lnSpc>
                <a:spcPts val="900"/>
              </a:lnSpc>
              <a:spcAft>
                <a:spcPts val="300"/>
              </a:spcAft>
              <a:defRPr/>
            </a:pPr>
            <a:r>
              <a:rPr lang="en-US" sz="800" spc="-20">
                <a:solidFill>
                  <a:srgbClr val="00338D"/>
                </a:solidFill>
                <a:latin typeface="Arial"/>
              </a:rPr>
              <a:t>To the extent any or all assumptions may differ this could have a material impact on the resulting NPV analysis. As such, this does not present KPMG’s independent view on the value of any or all identified impacts. </a:t>
            </a:r>
          </a:p>
          <a:p>
            <a:pPr lvl="1" algn="just">
              <a:lnSpc>
                <a:spcPts val="900"/>
              </a:lnSpc>
              <a:spcAft>
                <a:spcPts val="300"/>
              </a:spcAft>
              <a:defRPr/>
            </a:pPr>
            <a:r>
              <a:rPr lang="en-US" sz="800" spc="-20">
                <a:solidFill>
                  <a:srgbClr val="00338D"/>
                </a:solidFill>
                <a:latin typeface="Arial"/>
              </a:rPr>
              <a:t>Our Report makes reference to “KPMG analysis”, this indicates only that we have (where specified) undertaken certain analytical activities on the underlying data to arrive at the information presented.</a:t>
            </a:r>
          </a:p>
        </p:txBody>
      </p:sp>
      <p:graphicFrame>
        <p:nvGraphicFramePr>
          <p:cNvPr id="4" name="Table 10">
            <a:extLst>
              <a:ext uri="{FF2B5EF4-FFF2-40B4-BE49-F238E27FC236}">
                <a16:creationId xmlns:a16="http://schemas.microsoft.com/office/drawing/2014/main" id="{EFBA4731-CE6C-ABD7-03FD-D3D90705E6A6}"/>
              </a:ext>
            </a:extLst>
          </p:cNvPr>
          <p:cNvGraphicFramePr>
            <a:graphicFrameLocks noGrp="1"/>
          </p:cNvGraphicFramePr>
          <p:nvPr>
            <p:extLst>
              <p:ext uri="{D42A27DB-BD31-4B8C-83A1-F6EECF244321}">
                <p14:modId xmlns:p14="http://schemas.microsoft.com/office/powerpoint/2010/main" val="1866641274"/>
              </p:ext>
            </p:extLst>
          </p:nvPr>
        </p:nvGraphicFramePr>
        <p:xfrm>
          <a:off x="932737" y="142211"/>
          <a:ext cx="9295208"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04900">
                  <a:extLst>
                    <a:ext uri="{9D8B030D-6E8A-4147-A177-3AD203B41FA5}">
                      <a16:colId xmlns:a16="http://schemas.microsoft.com/office/drawing/2014/main" val="3480804512"/>
                    </a:ext>
                  </a:extLst>
                </a:gridCol>
                <a:gridCol w="1083310">
                  <a:extLst>
                    <a:ext uri="{9D8B030D-6E8A-4147-A177-3AD203B41FA5}">
                      <a16:colId xmlns:a16="http://schemas.microsoft.com/office/drawing/2014/main" val="1508802548"/>
                    </a:ext>
                  </a:extLst>
                </a:gridCol>
                <a:gridCol w="952500">
                  <a:extLst>
                    <a:ext uri="{9D8B030D-6E8A-4147-A177-3AD203B41FA5}">
                      <a16:colId xmlns:a16="http://schemas.microsoft.com/office/drawing/2014/main" val="1380669789"/>
                    </a:ext>
                  </a:extLst>
                </a:gridCol>
                <a:gridCol w="777240">
                  <a:extLst>
                    <a:ext uri="{9D8B030D-6E8A-4147-A177-3AD203B41FA5}">
                      <a16:colId xmlns:a16="http://schemas.microsoft.com/office/drawing/2014/main" val="3717172380"/>
                    </a:ext>
                  </a:extLst>
                </a:gridCol>
                <a:gridCol w="693420">
                  <a:extLst>
                    <a:ext uri="{9D8B030D-6E8A-4147-A177-3AD203B41FA5}">
                      <a16:colId xmlns:a16="http://schemas.microsoft.com/office/drawing/2014/main" val="2348796435"/>
                    </a:ext>
                  </a:extLst>
                </a:gridCol>
                <a:gridCol w="954405">
                  <a:extLst>
                    <a:ext uri="{9D8B030D-6E8A-4147-A177-3AD203B41FA5}">
                      <a16:colId xmlns:a16="http://schemas.microsoft.com/office/drawing/2014/main" val="3209140028"/>
                    </a:ext>
                  </a:extLst>
                </a:gridCol>
                <a:gridCol w="936625">
                  <a:extLst>
                    <a:ext uri="{9D8B030D-6E8A-4147-A177-3AD203B41FA5}">
                      <a16:colId xmlns:a16="http://schemas.microsoft.com/office/drawing/2014/main" val="2651425576"/>
                    </a:ext>
                  </a:extLst>
                </a:gridCol>
                <a:gridCol w="630238">
                  <a:extLst>
                    <a:ext uri="{9D8B030D-6E8A-4147-A177-3AD203B41FA5}">
                      <a16:colId xmlns:a16="http://schemas.microsoft.com/office/drawing/2014/main" val="3903366463"/>
                    </a:ext>
                  </a:extLst>
                </a:gridCol>
                <a:gridCol w="907732">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1" i="0" u="none" strike="noStrike" kern="1200" cap="none" spc="0" normalizeH="0" baseline="0" noProof="0">
                          <a:ln>
                            <a:noFill/>
                          </a:ln>
                          <a:solidFill>
                            <a:srgbClr val="00338D"/>
                          </a:solidFill>
                          <a:effectLst/>
                          <a:uLnTx/>
                          <a:uFillTx/>
                          <a:latin typeface="+mn-lt"/>
                          <a:ea typeface="+mn-ea"/>
                          <a:cs typeface="+mn-cs"/>
                        </a:rPr>
                        <a:t>Appendices</a:t>
                      </a:r>
                      <a:endParaRPr kumimoji="0" lang="en-US" sz="1000" b="1" i="0" u="none" strike="noStrike" kern="1200" cap="none" spc="0" normalizeH="0" baseline="0">
                        <a:ln>
                          <a:noFill/>
                        </a:ln>
                        <a:solidFill>
                          <a:srgbClr val="00338D"/>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5" name="Rectangle 4">
            <a:hlinkClick r:id="rId5" action="ppaction://hlinksldjump"/>
            <a:extLst>
              <a:ext uri="{FF2B5EF4-FFF2-40B4-BE49-F238E27FC236}">
                <a16:creationId xmlns:a16="http://schemas.microsoft.com/office/drawing/2014/main" id="{544BB6B3-5A78-7A8F-D8D4-A984546F1746}"/>
              </a:ext>
            </a:extLst>
          </p:cNvPr>
          <p:cNvSpPr/>
          <p:nvPr/>
        </p:nvSpPr>
        <p:spPr>
          <a:xfrm>
            <a:off x="9341324" y="140055"/>
            <a:ext cx="79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6" name="Rectangle 5">
            <a:hlinkClick r:id="rId6" action="ppaction://hlinksldjump"/>
            <a:extLst>
              <a:ext uri="{FF2B5EF4-FFF2-40B4-BE49-F238E27FC236}">
                <a16:creationId xmlns:a16="http://schemas.microsoft.com/office/drawing/2014/main" id="{22265DF3-B198-F24E-69C8-B45DC2466F4D}"/>
              </a:ext>
            </a:extLst>
          </p:cNvPr>
          <p:cNvSpPr/>
          <p:nvPr/>
        </p:nvSpPr>
        <p:spPr>
          <a:xfrm>
            <a:off x="2199335" y="140055"/>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7" name="Rectangle 6">
            <a:hlinkClick r:id="rId7" action="ppaction://hlinksldjump"/>
            <a:extLst>
              <a:ext uri="{FF2B5EF4-FFF2-40B4-BE49-F238E27FC236}">
                <a16:creationId xmlns:a16="http://schemas.microsoft.com/office/drawing/2014/main" id="{F0CAFAF0-E30E-411B-E9D6-5192D3C54D2B}"/>
              </a:ext>
            </a:extLst>
          </p:cNvPr>
          <p:cNvSpPr/>
          <p:nvPr/>
        </p:nvSpPr>
        <p:spPr>
          <a:xfrm>
            <a:off x="439487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8" name="Rectangle 7">
            <a:hlinkClick r:id="" action="ppaction://noaction"/>
            <a:extLst>
              <a:ext uri="{FF2B5EF4-FFF2-40B4-BE49-F238E27FC236}">
                <a16:creationId xmlns:a16="http://schemas.microsoft.com/office/drawing/2014/main" id="{F837FBD2-44C7-858C-9A76-C212CD540DBF}"/>
              </a:ext>
            </a:extLst>
          </p:cNvPr>
          <p:cNvSpPr/>
          <p:nvPr/>
        </p:nvSpPr>
        <p:spPr>
          <a:xfrm>
            <a:off x="777017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2" name="Rectangle 21">
            <a:hlinkClick r:id="rId8" action="ppaction://hlinksldjump"/>
            <a:extLst>
              <a:ext uri="{FF2B5EF4-FFF2-40B4-BE49-F238E27FC236}">
                <a16:creationId xmlns:a16="http://schemas.microsoft.com/office/drawing/2014/main" id="{F2577E1E-3D25-4797-F574-F54EFF433C23}"/>
              </a:ext>
            </a:extLst>
          </p:cNvPr>
          <p:cNvSpPr/>
          <p:nvPr/>
        </p:nvSpPr>
        <p:spPr>
          <a:xfrm>
            <a:off x="535843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3" name="Rectangle 22">
            <a:hlinkClick r:id="rId9" action="ppaction://hlinksldjump"/>
            <a:extLst>
              <a:ext uri="{FF2B5EF4-FFF2-40B4-BE49-F238E27FC236}">
                <a16:creationId xmlns:a16="http://schemas.microsoft.com/office/drawing/2014/main" id="{61C80271-65F6-0281-8529-888C35D95112}"/>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24" name="Rectangle 23">
            <a:hlinkClick r:id="rId10" action="ppaction://hlinksldjump"/>
            <a:extLst>
              <a:ext uri="{FF2B5EF4-FFF2-40B4-BE49-F238E27FC236}">
                <a16:creationId xmlns:a16="http://schemas.microsoft.com/office/drawing/2014/main" id="{F3BDB334-DA5B-AFB0-5AC6-304E716C4797}"/>
              </a:ext>
            </a:extLst>
          </p:cNvPr>
          <p:cNvSpPr/>
          <p:nvPr/>
        </p:nvSpPr>
        <p:spPr>
          <a:xfrm>
            <a:off x="3305911" y="140055"/>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5" name="Rectangle 24">
            <a:hlinkClick r:id="rId11" action="ppaction://hlinksldjump"/>
            <a:extLst>
              <a:ext uri="{FF2B5EF4-FFF2-40B4-BE49-F238E27FC236}">
                <a16:creationId xmlns:a16="http://schemas.microsoft.com/office/drawing/2014/main" id="{C8DE3530-23BC-75AA-4023-B5E1F5DC00E2}"/>
              </a:ext>
            </a:extLst>
          </p:cNvPr>
          <p:cNvSpPr/>
          <p:nvPr/>
        </p:nvSpPr>
        <p:spPr>
          <a:xfrm>
            <a:off x="612673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6" name="Rectangle 25">
            <a:hlinkClick r:id="" action="ppaction://noaction"/>
            <a:extLst>
              <a:ext uri="{FF2B5EF4-FFF2-40B4-BE49-F238E27FC236}">
                <a16:creationId xmlns:a16="http://schemas.microsoft.com/office/drawing/2014/main" id="{56622718-ED88-5CEF-773D-B9CF77F187A7}"/>
              </a:ext>
            </a:extLst>
          </p:cNvPr>
          <p:cNvSpPr/>
          <p:nvPr/>
        </p:nvSpPr>
        <p:spPr>
          <a:xfrm>
            <a:off x="68283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7" name="Rectangle 26">
            <a:hlinkClick r:id="rId12" action="ppaction://hlinksldjump"/>
            <a:extLst>
              <a:ext uri="{FF2B5EF4-FFF2-40B4-BE49-F238E27FC236}">
                <a16:creationId xmlns:a16="http://schemas.microsoft.com/office/drawing/2014/main" id="{55101E8B-D3EF-38AA-412E-B455C31F8BD7}"/>
              </a:ext>
            </a:extLst>
          </p:cNvPr>
          <p:cNvSpPr/>
          <p:nvPr/>
        </p:nvSpPr>
        <p:spPr>
          <a:xfrm>
            <a:off x="8720283"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Tree>
    <p:extLst>
      <p:ext uri="{BB962C8B-B14F-4D97-AF65-F5344CB8AC3E}">
        <p14:creationId xmlns:p14="http://schemas.microsoft.com/office/powerpoint/2010/main" val="17572163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E846F3CA-A4AD-2025-4CFC-CEA0C93862D1}"/>
              </a:ext>
            </a:extLst>
          </p:cNvPr>
          <p:cNvGrpSpPr/>
          <p:nvPr/>
        </p:nvGrpSpPr>
        <p:grpSpPr>
          <a:xfrm>
            <a:off x="1000409" y="1742445"/>
            <a:ext cx="2340001" cy="512811"/>
            <a:chOff x="2098102" y="1901069"/>
            <a:chExt cx="2340001" cy="512811"/>
          </a:xfrm>
        </p:grpSpPr>
        <p:sp>
          <p:nvSpPr>
            <p:cNvPr id="34" name="Rectangle: Rounded Corners 33">
              <a:extLst>
                <a:ext uri="{FF2B5EF4-FFF2-40B4-BE49-F238E27FC236}">
                  <a16:creationId xmlns:a16="http://schemas.microsoft.com/office/drawing/2014/main" id="{9F520D29-C924-4FD4-987B-B375B41B76C8}"/>
                </a:ext>
              </a:extLst>
            </p:cNvPr>
            <p:cNvSpPr/>
            <p:nvPr/>
          </p:nvSpPr>
          <p:spPr>
            <a:xfrm>
              <a:off x="2098103" y="1965217"/>
              <a:ext cx="2340000" cy="159705"/>
            </a:xfrm>
            <a:prstGeom prst="roundRect">
              <a:avLst>
                <a:gd name="adj" fmla="val 50000"/>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bg1"/>
                </a:solidFill>
              </a:endParaRPr>
            </a:p>
          </p:txBody>
        </p:sp>
        <p:sp>
          <p:nvSpPr>
            <p:cNvPr id="18" name="Text Placeholder 6">
              <a:extLst>
                <a:ext uri="{FF2B5EF4-FFF2-40B4-BE49-F238E27FC236}">
                  <a16:creationId xmlns:a16="http://schemas.microsoft.com/office/drawing/2014/main" id="{89F9981E-5D24-4434-8A2F-53794781E271}"/>
                </a:ext>
              </a:extLst>
            </p:cNvPr>
            <p:cNvSpPr txBox="1">
              <a:spLocks/>
            </p:cNvSpPr>
            <p:nvPr/>
          </p:nvSpPr>
          <p:spPr>
            <a:xfrm>
              <a:off x="2098102" y="2259992"/>
              <a:ext cx="447238"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b="0">
                  <a:solidFill>
                    <a:srgbClr val="00338D"/>
                  </a:solidFill>
                </a:rPr>
                <a:t>Limited </a:t>
              </a:r>
            </a:p>
          </p:txBody>
        </p:sp>
        <p:sp>
          <p:nvSpPr>
            <p:cNvPr id="19" name="Text Placeholder 6">
              <a:extLst>
                <a:ext uri="{FF2B5EF4-FFF2-40B4-BE49-F238E27FC236}">
                  <a16:creationId xmlns:a16="http://schemas.microsoft.com/office/drawing/2014/main" id="{E7B724F7-275D-488D-8A1D-1A484718574F}"/>
                </a:ext>
              </a:extLst>
            </p:cNvPr>
            <p:cNvSpPr txBox="1">
              <a:spLocks/>
            </p:cNvSpPr>
            <p:nvPr/>
          </p:nvSpPr>
          <p:spPr>
            <a:xfrm>
              <a:off x="3867410" y="2259992"/>
              <a:ext cx="553036"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sz="1000" b="0">
                  <a:solidFill>
                    <a:srgbClr val="00338D"/>
                  </a:solidFill>
                </a:rPr>
                <a:t>Extensive</a:t>
              </a:r>
            </a:p>
          </p:txBody>
        </p:sp>
        <p:sp>
          <p:nvSpPr>
            <p:cNvPr id="38" name="Oval 37">
              <a:extLst>
                <a:ext uri="{FF2B5EF4-FFF2-40B4-BE49-F238E27FC236}">
                  <a16:creationId xmlns:a16="http://schemas.microsoft.com/office/drawing/2014/main" id="{5DB48CEE-770A-4E52-8C2B-9FA958E64BD2}"/>
                </a:ext>
              </a:extLst>
            </p:cNvPr>
            <p:cNvSpPr/>
            <p:nvPr/>
          </p:nvSpPr>
          <p:spPr>
            <a:xfrm>
              <a:off x="3535102" y="1901069"/>
              <a:ext cx="288000" cy="288000"/>
            </a:xfrm>
            <a:prstGeom prst="ellipse">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bg1"/>
                </a:solidFill>
              </a:endParaRPr>
            </a:p>
          </p:txBody>
        </p:sp>
      </p:grpSp>
      <p:sp>
        <p:nvSpPr>
          <p:cNvPr id="10" name="Rectangle: Rounded Corners 33">
            <a:extLst>
              <a:ext uri="{FF2B5EF4-FFF2-40B4-BE49-F238E27FC236}">
                <a16:creationId xmlns:a16="http://schemas.microsoft.com/office/drawing/2014/main" id="{8BE891A6-0FE9-4DCA-BF2C-D5004E4CD1F8}"/>
              </a:ext>
            </a:extLst>
          </p:cNvPr>
          <p:cNvSpPr/>
          <p:nvPr/>
        </p:nvSpPr>
        <p:spPr>
          <a:xfrm>
            <a:off x="1000410" y="1806254"/>
            <a:ext cx="1534855" cy="159705"/>
          </a:xfrm>
          <a:prstGeom prst="roundRect">
            <a:avLst>
              <a:gd name="adj" fmla="val 50000"/>
            </a:avLst>
          </a:prstGeom>
          <a:solidFill>
            <a:schemeClr val="tx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bg1"/>
              </a:solidFill>
            </a:endParaRPr>
          </a:p>
        </p:txBody>
      </p:sp>
      <p:sp>
        <p:nvSpPr>
          <p:cNvPr id="2" name="Title 1">
            <a:extLst>
              <a:ext uri="{FF2B5EF4-FFF2-40B4-BE49-F238E27FC236}">
                <a16:creationId xmlns:a16="http://schemas.microsoft.com/office/drawing/2014/main" id="{767CDDA0-48F4-4ED8-B64D-52043303CE32}"/>
              </a:ext>
            </a:extLst>
          </p:cNvPr>
          <p:cNvSpPr>
            <a:spLocks noGrp="1"/>
          </p:cNvSpPr>
          <p:nvPr>
            <p:ph type="title"/>
          </p:nvPr>
        </p:nvSpPr>
        <p:spPr/>
        <p:txBody>
          <a:bodyPr/>
          <a:lstStyle/>
          <a:p>
            <a:r>
              <a:rPr lang="en-US"/>
              <a:t>Basis of preparation</a:t>
            </a:r>
          </a:p>
        </p:txBody>
      </p:sp>
      <p:sp>
        <p:nvSpPr>
          <p:cNvPr id="6" name="Text Placeholder 5">
            <a:extLst>
              <a:ext uri="{FF2B5EF4-FFF2-40B4-BE49-F238E27FC236}">
                <a16:creationId xmlns:a16="http://schemas.microsoft.com/office/drawing/2014/main" id="{D4E45554-E379-EE71-2920-E9054A4521DB}"/>
              </a:ext>
            </a:extLst>
          </p:cNvPr>
          <p:cNvSpPr>
            <a:spLocks noGrp="1"/>
          </p:cNvSpPr>
          <p:nvPr>
            <p:ph type="body" sz="quarter" idx="10"/>
          </p:nvPr>
        </p:nvSpPr>
        <p:spPr>
          <a:xfrm>
            <a:off x="3683979" y="1179513"/>
            <a:ext cx="7509485" cy="1809901"/>
          </a:xfrm>
        </p:spPr>
        <p:txBody>
          <a:bodyPr/>
          <a:lstStyle/>
          <a:p>
            <a:r>
              <a:rPr lang="en-US"/>
              <a:t>KPMG [</a:t>
            </a:r>
            <a:r>
              <a:rPr lang="en-US">
                <a:solidFill>
                  <a:schemeClr val="accent6"/>
                </a:solidFill>
              </a:rPr>
              <a:t>full legal name</a:t>
            </a:r>
            <a:r>
              <a:rPr lang="en-US"/>
              <a:t>] (‘KPMG’) has been engaged by Client [</a:t>
            </a:r>
            <a:r>
              <a:rPr lang="en-US">
                <a:solidFill>
                  <a:schemeClr val="accent6"/>
                </a:solidFill>
              </a:rPr>
              <a:t>full legal name</a:t>
            </a:r>
            <a:r>
              <a:rPr lang="en-US"/>
              <a:t>] to prepare a financial and tax due diligence report in connection with the potential acquisition of [</a:t>
            </a:r>
            <a:r>
              <a:rPr lang="en-US">
                <a:solidFill>
                  <a:schemeClr val="accent6"/>
                </a:solidFill>
              </a:rPr>
              <a:t>full legal name</a:t>
            </a:r>
            <a:r>
              <a:rPr lang="en-US"/>
              <a:t>] (‘Target’). The report has been prepared in accordance with our engagement letter dated [</a:t>
            </a:r>
            <a:r>
              <a:rPr lang="en-US">
                <a:solidFill>
                  <a:schemeClr val="accent6"/>
                </a:solidFill>
              </a:rPr>
              <a:t>date</a:t>
            </a:r>
            <a:r>
              <a:rPr lang="en-US"/>
              <a:t>], which [</a:t>
            </a:r>
            <a:r>
              <a:rPr lang="en-US">
                <a:solidFill>
                  <a:schemeClr val="accent6"/>
                </a:solidFill>
              </a:rPr>
              <a:t>will be included in the appendix of the final</a:t>
            </a:r>
            <a:r>
              <a:rPr lang="en-US"/>
              <a:t>] report. </a:t>
            </a:r>
          </a:p>
          <a:p>
            <a:r>
              <a:rPr lang="en-US"/>
              <a:t>Our work on historical trading comprises the period [</a:t>
            </a:r>
            <a:r>
              <a:rPr lang="en-US">
                <a:solidFill>
                  <a:schemeClr val="accent6"/>
                </a:solidFill>
              </a:rPr>
              <a:t>2022 to 2023 and year-to-date period until 30 June 2024</a:t>
            </a:r>
            <a:r>
              <a:rPr lang="en-US"/>
              <a:t>]. With respect to prospective financial trading, our scope of work includes [</a:t>
            </a:r>
            <a:r>
              <a:rPr lang="en-US">
                <a:solidFill>
                  <a:schemeClr val="accent6"/>
                </a:solidFill>
              </a:rPr>
              <a:t>2024</a:t>
            </a:r>
            <a:r>
              <a:rPr lang="en-US"/>
              <a:t>] budget. We have analyzed the balance sheet as at 31 December [</a:t>
            </a:r>
            <a:r>
              <a:rPr lang="en-US">
                <a:solidFill>
                  <a:schemeClr val="accent6"/>
                </a:solidFill>
              </a:rPr>
              <a:t>2022 and 2023, and 30 June 2024</a:t>
            </a:r>
            <a:r>
              <a:rPr lang="en-US"/>
              <a:t>], and our analysis of net working capital was performed on monthly balance sheet captions for the period [</a:t>
            </a:r>
            <a:r>
              <a:rPr lang="en-US">
                <a:solidFill>
                  <a:schemeClr val="accent6"/>
                </a:solidFill>
              </a:rPr>
              <a:t>January 2022 to June 2024</a:t>
            </a:r>
            <a:r>
              <a:rPr lang="en-US"/>
              <a:t>].</a:t>
            </a:r>
          </a:p>
          <a:p>
            <a:r>
              <a:rPr lang="en-US"/>
              <a:t>Our tax review has been focused on key tax risk areas, and is based on information made available by Management, as well as interviews with Management.</a:t>
            </a:r>
          </a:p>
          <a:p>
            <a:r>
              <a:rPr lang="en-US"/>
              <a:t>Please refer to the appendices for a detailed </a:t>
            </a:r>
            <a:r>
              <a:rPr lang="en-US">
                <a:hlinkClick r:id="" action="ppaction://noaction"/>
              </a:rPr>
              <a:t>scope reconciliation</a:t>
            </a:r>
            <a:r>
              <a:rPr lang="en-US"/>
              <a:t>.</a:t>
            </a:r>
          </a:p>
        </p:txBody>
      </p:sp>
      <p:sp>
        <p:nvSpPr>
          <p:cNvPr id="12" name="Text Placeholder 11">
            <a:extLst>
              <a:ext uri="{FF2B5EF4-FFF2-40B4-BE49-F238E27FC236}">
                <a16:creationId xmlns:a16="http://schemas.microsoft.com/office/drawing/2014/main" id="{A8BCD5ED-D449-B489-2A8A-F369914F5C9F}"/>
              </a:ext>
            </a:extLst>
          </p:cNvPr>
          <p:cNvSpPr>
            <a:spLocks noGrp="1"/>
          </p:cNvSpPr>
          <p:nvPr>
            <p:ph type="body" sz="quarter" idx="11"/>
          </p:nvPr>
        </p:nvSpPr>
        <p:spPr>
          <a:xfrm>
            <a:off x="3683979" y="3203266"/>
            <a:ext cx="7515836" cy="1344047"/>
          </a:xfrm>
        </p:spPr>
        <p:txBody>
          <a:bodyPr/>
          <a:lstStyle/>
          <a:p>
            <a:r>
              <a:rPr lang="en-US"/>
              <a:t>During the course of our work our main points of contact have been the Management of Target, represented by [</a:t>
            </a:r>
            <a:r>
              <a:rPr lang="en-US">
                <a:solidFill>
                  <a:schemeClr val="accent6"/>
                </a:solidFill>
              </a:rPr>
              <a:t>XX and YY</a:t>
            </a:r>
            <a:r>
              <a:rPr lang="en-US"/>
              <a:t>].</a:t>
            </a:r>
          </a:p>
          <a:p>
            <a:r>
              <a:rPr lang="en-US"/>
              <a:t>We attended a meeting with Management on [</a:t>
            </a:r>
            <a:r>
              <a:rPr lang="en-US">
                <a:solidFill>
                  <a:schemeClr val="accent6"/>
                </a:solidFill>
              </a:rPr>
              <a:t>date</a:t>
            </a:r>
            <a:r>
              <a:rPr lang="en-US"/>
              <a:t>], and have had regular follow-up calls with Management and communication through email.</a:t>
            </a:r>
          </a:p>
          <a:p>
            <a:r>
              <a:rPr lang="en-US"/>
              <a:t>[</a:t>
            </a:r>
            <a:r>
              <a:rPr lang="en-US">
                <a:solidFill>
                  <a:schemeClr val="accent6"/>
                </a:solidFill>
              </a:rPr>
              <a:t>Overall, we have had good access to Management, who have been helpful and put a significant amount of time and effort into this due diligence process by responding to our questions and requests in a timely manner.</a:t>
            </a:r>
          </a:p>
          <a:p>
            <a:r>
              <a:rPr lang="en-US">
                <a:solidFill>
                  <a:schemeClr val="accent6"/>
                </a:solidFill>
              </a:rPr>
              <a:t>The contents of our report have not been reviewed by the Management of Target and the factual accuracy of this report has not been confirmed by the Management.</a:t>
            </a:r>
            <a:r>
              <a:rPr lang="en-US"/>
              <a:t>]</a:t>
            </a:r>
          </a:p>
        </p:txBody>
      </p:sp>
      <p:sp>
        <p:nvSpPr>
          <p:cNvPr id="13" name="Text Placeholder 12">
            <a:extLst>
              <a:ext uri="{FF2B5EF4-FFF2-40B4-BE49-F238E27FC236}">
                <a16:creationId xmlns:a16="http://schemas.microsoft.com/office/drawing/2014/main" id="{3ED4E243-7016-0892-AEC0-27DEB37D1338}"/>
              </a:ext>
            </a:extLst>
          </p:cNvPr>
          <p:cNvSpPr>
            <a:spLocks noGrp="1"/>
          </p:cNvSpPr>
          <p:nvPr>
            <p:ph type="body" sz="quarter" idx="12"/>
          </p:nvPr>
        </p:nvSpPr>
        <p:spPr>
          <a:xfrm>
            <a:off x="3683979" y="4692114"/>
            <a:ext cx="7509484" cy="1183808"/>
          </a:xfrm>
        </p:spPr>
        <p:txBody>
          <a:bodyPr/>
          <a:lstStyle/>
          <a:p>
            <a:r>
              <a:rPr lang="en-US"/>
              <a:t>The requested information has been provided through the virtual data room. As of the date of this report, all available requested information has been provided in a timely manner.</a:t>
            </a:r>
          </a:p>
          <a:p>
            <a:r>
              <a:rPr lang="en-US"/>
              <a:t>Our work has relied on certain key sources of information including, but not limited to; (1) [</a:t>
            </a:r>
            <a:r>
              <a:rPr lang="en-US">
                <a:solidFill>
                  <a:schemeClr val="accent6"/>
                </a:solidFill>
              </a:rPr>
              <a:t>XXXXX, (2) XXXXX, and (3) XXXXX</a:t>
            </a:r>
            <a:r>
              <a:rPr lang="en-US"/>
              <a:t>]. We have had access to granular and relevant data i.e., transactional level), which in our view has formed a good basis for analyzing the key drivers of the business.</a:t>
            </a:r>
          </a:p>
          <a:p>
            <a:r>
              <a:rPr lang="en-US"/>
              <a:t>[</a:t>
            </a:r>
            <a:r>
              <a:rPr lang="en-US">
                <a:solidFill>
                  <a:schemeClr val="accent6"/>
                </a:solidFill>
              </a:rPr>
              <a:t>Add potential critical information issues</a:t>
            </a:r>
            <a:r>
              <a:rPr lang="en-US"/>
              <a:t>].</a:t>
            </a:r>
          </a:p>
        </p:txBody>
      </p:sp>
      <p:sp>
        <p:nvSpPr>
          <p:cNvPr id="14" name="Text Placeholder 13">
            <a:extLst>
              <a:ext uri="{FF2B5EF4-FFF2-40B4-BE49-F238E27FC236}">
                <a16:creationId xmlns:a16="http://schemas.microsoft.com/office/drawing/2014/main" id="{8F3551D6-CD86-208E-A03E-A1F1202E1D76}"/>
              </a:ext>
            </a:extLst>
          </p:cNvPr>
          <p:cNvSpPr>
            <a:spLocks noGrp="1"/>
          </p:cNvSpPr>
          <p:nvPr>
            <p:ph type="body" sz="quarter" idx="13"/>
          </p:nvPr>
        </p:nvSpPr>
        <p:spPr>
          <a:xfrm>
            <a:off x="998401" y="1179513"/>
            <a:ext cx="2576073" cy="433821"/>
          </a:xfrm>
        </p:spPr>
        <p:txBody>
          <a:bodyPr/>
          <a:lstStyle/>
          <a:p>
            <a:r>
              <a:rPr lang="en-US"/>
              <a:t>Scope of work</a:t>
            </a:r>
          </a:p>
        </p:txBody>
      </p:sp>
      <p:sp>
        <p:nvSpPr>
          <p:cNvPr id="15" name="Text Placeholder 14">
            <a:extLst>
              <a:ext uri="{FF2B5EF4-FFF2-40B4-BE49-F238E27FC236}">
                <a16:creationId xmlns:a16="http://schemas.microsoft.com/office/drawing/2014/main" id="{E357A639-E408-AB86-EF15-B29766D652D3}"/>
              </a:ext>
            </a:extLst>
          </p:cNvPr>
          <p:cNvSpPr>
            <a:spLocks noGrp="1"/>
          </p:cNvSpPr>
          <p:nvPr>
            <p:ph type="body" sz="quarter" idx="14"/>
          </p:nvPr>
        </p:nvSpPr>
        <p:spPr>
          <a:xfrm>
            <a:off x="998401" y="3203267"/>
            <a:ext cx="2576073" cy="433821"/>
          </a:xfrm>
        </p:spPr>
        <p:txBody>
          <a:bodyPr/>
          <a:lstStyle/>
          <a:p>
            <a:r>
              <a:rPr lang="en-US" noProof="0"/>
              <a:t>Access to management</a:t>
            </a:r>
          </a:p>
        </p:txBody>
      </p:sp>
      <p:sp>
        <p:nvSpPr>
          <p:cNvPr id="16" name="Text Placeholder 15">
            <a:extLst>
              <a:ext uri="{FF2B5EF4-FFF2-40B4-BE49-F238E27FC236}">
                <a16:creationId xmlns:a16="http://schemas.microsoft.com/office/drawing/2014/main" id="{364B1D78-AD3F-E67D-9047-2BAAA22C02B8}"/>
              </a:ext>
            </a:extLst>
          </p:cNvPr>
          <p:cNvSpPr>
            <a:spLocks noGrp="1"/>
          </p:cNvSpPr>
          <p:nvPr>
            <p:ph type="body" sz="quarter" idx="15"/>
          </p:nvPr>
        </p:nvSpPr>
        <p:spPr>
          <a:xfrm>
            <a:off x="998401" y="4678081"/>
            <a:ext cx="2576073" cy="433821"/>
          </a:xfrm>
        </p:spPr>
        <p:txBody>
          <a:bodyPr/>
          <a:lstStyle/>
          <a:p>
            <a:r>
              <a:rPr lang="en-US" noProof="0"/>
              <a:t>Quality of information</a:t>
            </a:r>
          </a:p>
        </p:txBody>
      </p:sp>
      <p:grpSp>
        <p:nvGrpSpPr>
          <p:cNvPr id="32" name="Group 31">
            <a:extLst>
              <a:ext uri="{FF2B5EF4-FFF2-40B4-BE49-F238E27FC236}">
                <a16:creationId xmlns:a16="http://schemas.microsoft.com/office/drawing/2014/main" id="{6F4D9F6A-61E1-BA7F-2692-1CBF5C4D7BAB}"/>
              </a:ext>
            </a:extLst>
          </p:cNvPr>
          <p:cNvGrpSpPr/>
          <p:nvPr/>
        </p:nvGrpSpPr>
        <p:grpSpPr>
          <a:xfrm>
            <a:off x="990905" y="3630307"/>
            <a:ext cx="2340001" cy="512811"/>
            <a:chOff x="2098102" y="3572706"/>
            <a:chExt cx="2340001" cy="512811"/>
          </a:xfrm>
        </p:grpSpPr>
        <p:sp>
          <p:nvSpPr>
            <p:cNvPr id="43" name="Text Placeholder 6">
              <a:extLst>
                <a:ext uri="{FF2B5EF4-FFF2-40B4-BE49-F238E27FC236}">
                  <a16:creationId xmlns:a16="http://schemas.microsoft.com/office/drawing/2014/main" id="{F62FC2D2-70B6-4FE1-B997-4914FBA17521}"/>
                </a:ext>
              </a:extLst>
            </p:cNvPr>
            <p:cNvSpPr txBox="1">
              <a:spLocks/>
            </p:cNvSpPr>
            <p:nvPr/>
          </p:nvSpPr>
          <p:spPr>
            <a:xfrm>
              <a:off x="2098102" y="3931629"/>
              <a:ext cx="447238"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b="0">
                  <a:solidFill>
                    <a:schemeClr val="accent4"/>
                  </a:solidFill>
                </a:rPr>
                <a:t>Limited </a:t>
              </a:r>
            </a:p>
          </p:txBody>
        </p:sp>
        <p:sp>
          <p:nvSpPr>
            <p:cNvPr id="44" name="Text Placeholder 6">
              <a:extLst>
                <a:ext uri="{FF2B5EF4-FFF2-40B4-BE49-F238E27FC236}">
                  <a16:creationId xmlns:a16="http://schemas.microsoft.com/office/drawing/2014/main" id="{C5A1C014-6E76-4B26-AEA3-2E81AF0E9A67}"/>
                </a:ext>
              </a:extLst>
            </p:cNvPr>
            <p:cNvSpPr txBox="1">
              <a:spLocks/>
            </p:cNvSpPr>
            <p:nvPr/>
          </p:nvSpPr>
          <p:spPr>
            <a:xfrm>
              <a:off x="3867410" y="3931629"/>
              <a:ext cx="553036"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sz="1000" b="0">
                  <a:solidFill>
                    <a:schemeClr val="accent4"/>
                  </a:solidFill>
                </a:rPr>
                <a:t>Extensive</a:t>
              </a:r>
            </a:p>
          </p:txBody>
        </p:sp>
        <p:sp>
          <p:nvSpPr>
            <p:cNvPr id="45" name="Rectangle: Rounded Corners 44">
              <a:extLst>
                <a:ext uri="{FF2B5EF4-FFF2-40B4-BE49-F238E27FC236}">
                  <a16:creationId xmlns:a16="http://schemas.microsoft.com/office/drawing/2014/main" id="{A02A3CF4-2B98-4057-9061-CA4388060D73}"/>
                </a:ext>
              </a:extLst>
            </p:cNvPr>
            <p:cNvSpPr/>
            <p:nvPr/>
          </p:nvSpPr>
          <p:spPr>
            <a:xfrm>
              <a:off x="2098103" y="3636854"/>
              <a:ext cx="2340000" cy="159705"/>
            </a:xfrm>
            <a:prstGeom prst="roundRect">
              <a:avLst>
                <a:gd name="adj" fmla="val 50000"/>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bg1"/>
                </a:solidFill>
              </a:endParaRPr>
            </a:p>
          </p:txBody>
        </p:sp>
        <p:sp>
          <p:nvSpPr>
            <p:cNvPr id="47" name="Oval 46">
              <a:extLst>
                <a:ext uri="{FF2B5EF4-FFF2-40B4-BE49-F238E27FC236}">
                  <a16:creationId xmlns:a16="http://schemas.microsoft.com/office/drawing/2014/main" id="{2F5769DA-A9C4-48EF-9CAD-4C653D75EF5D}"/>
                </a:ext>
              </a:extLst>
            </p:cNvPr>
            <p:cNvSpPr/>
            <p:nvPr/>
          </p:nvSpPr>
          <p:spPr>
            <a:xfrm>
              <a:off x="3942950" y="3572706"/>
              <a:ext cx="288000" cy="288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bg1"/>
                </a:solidFill>
              </a:endParaRPr>
            </a:p>
          </p:txBody>
        </p:sp>
      </p:grpSp>
      <p:grpSp>
        <p:nvGrpSpPr>
          <p:cNvPr id="33" name="Group 32">
            <a:extLst>
              <a:ext uri="{FF2B5EF4-FFF2-40B4-BE49-F238E27FC236}">
                <a16:creationId xmlns:a16="http://schemas.microsoft.com/office/drawing/2014/main" id="{4A6C4E79-6D4D-2F29-6B6A-722E4E6A4071}"/>
              </a:ext>
            </a:extLst>
          </p:cNvPr>
          <p:cNvGrpSpPr/>
          <p:nvPr/>
        </p:nvGrpSpPr>
        <p:grpSpPr>
          <a:xfrm>
            <a:off x="1000824" y="5198567"/>
            <a:ext cx="2340001" cy="512811"/>
            <a:chOff x="2098102" y="5018856"/>
            <a:chExt cx="2340001" cy="512811"/>
          </a:xfrm>
        </p:grpSpPr>
        <p:sp>
          <p:nvSpPr>
            <p:cNvPr id="49" name="Text Placeholder 6">
              <a:extLst>
                <a:ext uri="{FF2B5EF4-FFF2-40B4-BE49-F238E27FC236}">
                  <a16:creationId xmlns:a16="http://schemas.microsoft.com/office/drawing/2014/main" id="{7DEC96B8-E32F-4973-B70B-982ED7456D66}"/>
                </a:ext>
              </a:extLst>
            </p:cNvPr>
            <p:cNvSpPr txBox="1">
              <a:spLocks/>
            </p:cNvSpPr>
            <p:nvPr/>
          </p:nvSpPr>
          <p:spPr>
            <a:xfrm>
              <a:off x="2098102" y="5377779"/>
              <a:ext cx="234038"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b="0">
                  <a:solidFill>
                    <a:schemeClr val="accent5"/>
                  </a:solidFill>
                </a:rPr>
                <a:t>Low</a:t>
              </a:r>
            </a:p>
          </p:txBody>
        </p:sp>
        <p:sp>
          <p:nvSpPr>
            <p:cNvPr id="50" name="Text Placeholder 6">
              <a:extLst>
                <a:ext uri="{FF2B5EF4-FFF2-40B4-BE49-F238E27FC236}">
                  <a16:creationId xmlns:a16="http://schemas.microsoft.com/office/drawing/2014/main" id="{C620A0BA-21FF-401C-A6E0-CFE412A98804}"/>
                </a:ext>
              </a:extLst>
            </p:cNvPr>
            <p:cNvSpPr txBox="1">
              <a:spLocks/>
            </p:cNvSpPr>
            <p:nvPr/>
          </p:nvSpPr>
          <p:spPr>
            <a:xfrm>
              <a:off x="4157555" y="5377779"/>
              <a:ext cx="262892" cy="153888"/>
            </a:xfrm>
            <a:prstGeom prst="rect">
              <a:avLst/>
            </a:prstGeom>
            <a:ln>
              <a:noFill/>
            </a:ln>
          </p:spPr>
          <p:txBody>
            <a:bodyPr vert="horz" wrap="none" lIns="0" tIns="0" rIns="0" bIns="0" rtlCol="0" anchor="t" anchorCtr="0">
              <a:sp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sz="1000" b="0">
                  <a:solidFill>
                    <a:schemeClr val="accent5"/>
                  </a:solidFill>
                </a:rPr>
                <a:t>High</a:t>
              </a:r>
            </a:p>
          </p:txBody>
        </p:sp>
        <p:sp>
          <p:nvSpPr>
            <p:cNvPr id="51" name="Rectangle: Rounded Corners 50">
              <a:extLst>
                <a:ext uri="{FF2B5EF4-FFF2-40B4-BE49-F238E27FC236}">
                  <a16:creationId xmlns:a16="http://schemas.microsoft.com/office/drawing/2014/main" id="{0649A7C1-3DF6-4706-BA69-B1B3623CB0C7}"/>
                </a:ext>
              </a:extLst>
            </p:cNvPr>
            <p:cNvSpPr/>
            <p:nvPr/>
          </p:nvSpPr>
          <p:spPr>
            <a:xfrm>
              <a:off x="2098103" y="5083004"/>
              <a:ext cx="2340000" cy="159705"/>
            </a:xfrm>
            <a:prstGeom prst="roundRect">
              <a:avLst>
                <a:gd name="adj" fmla="val 50000"/>
              </a:avLst>
            </a:prstGeom>
            <a:solidFill>
              <a:schemeClr val="bg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a:solidFill>
                  <a:schemeClr val="bg1"/>
                </a:solidFill>
              </a:endParaRPr>
            </a:p>
          </p:txBody>
        </p:sp>
        <p:sp>
          <p:nvSpPr>
            <p:cNvPr id="53" name="Oval 52">
              <a:extLst>
                <a:ext uri="{FF2B5EF4-FFF2-40B4-BE49-F238E27FC236}">
                  <a16:creationId xmlns:a16="http://schemas.microsoft.com/office/drawing/2014/main" id="{282FCEC6-E6BD-4119-A964-C25BEA4324F2}"/>
                </a:ext>
              </a:extLst>
            </p:cNvPr>
            <p:cNvSpPr/>
            <p:nvPr/>
          </p:nvSpPr>
          <p:spPr>
            <a:xfrm>
              <a:off x="3819220" y="5018856"/>
              <a:ext cx="288000" cy="288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bg1"/>
                </a:solidFill>
              </a:endParaRPr>
            </a:p>
          </p:txBody>
        </p:sp>
      </p:grpSp>
      <p:sp>
        <p:nvSpPr>
          <p:cNvPr id="37" name="Rectangle: Rounded Corners 44">
            <a:extLst>
              <a:ext uri="{FF2B5EF4-FFF2-40B4-BE49-F238E27FC236}">
                <a16:creationId xmlns:a16="http://schemas.microsoft.com/office/drawing/2014/main" id="{47E0CE89-AF39-153B-68C9-21A1286B236B}"/>
              </a:ext>
            </a:extLst>
          </p:cNvPr>
          <p:cNvSpPr/>
          <p:nvPr/>
        </p:nvSpPr>
        <p:spPr>
          <a:xfrm>
            <a:off x="990904" y="3694454"/>
            <a:ext cx="2069371" cy="159705"/>
          </a:xfrm>
          <a:prstGeom prst="roundRect">
            <a:avLst>
              <a:gd name="adj" fmla="val 50000"/>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err="1">
              <a:solidFill>
                <a:schemeClr val="bg1"/>
              </a:solidFill>
            </a:endParaRPr>
          </a:p>
        </p:txBody>
      </p:sp>
      <p:sp>
        <p:nvSpPr>
          <p:cNvPr id="39" name="Rectangle: Rounded Corners 50">
            <a:extLst>
              <a:ext uri="{FF2B5EF4-FFF2-40B4-BE49-F238E27FC236}">
                <a16:creationId xmlns:a16="http://schemas.microsoft.com/office/drawing/2014/main" id="{2CB5EEF6-B7A6-14C4-0C58-4F50B8821D7F}"/>
              </a:ext>
            </a:extLst>
          </p:cNvPr>
          <p:cNvSpPr/>
          <p:nvPr/>
        </p:nvSpPr>
        <p:spPr>
          <a:xfrm>
            <a:off x="1000410" y="5262716"/>
            <a:ext cx="1945991" cy="159705"/>
          </a:xfrm>
          <a:prstGeom prst="roundRect">
            <a:avLst>
              <a:gd name="adj" fmla="val 50000"/>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nb-NO" sz="900">
              <a:solidFill>
                <a:schemeClr val="bg1"/>
              </a:solidFill>
            </a:endParaRPr>
          </a:p>
        </p:txBody>
      </p:sp>
      <p:cxnSp>
        <p:nvCxnSpPr>
          <p:cNvPr id="56" name="Straight Connector 55">
            <a:extLst>
              <a:ext uri="{FF2B5EF4-FFF2-40B4-BE49-F238E27FC236}">
                <a16:creationId xmlns:a16="http://schemas.microsoft.com/office/drawing/2014/main" id="{DD88A52E-D54E-4F77-9D05-1EDA89959BAB}"/>
              </a:ext>
            </a:extLst>
          </p:cNvPr>
          <p:cNvCxnSpPr>
            <a:cxnSpLocks/>
          </p:cNvCxnSpPr>
          <p:nvPr/>
        </p:nvCxnSpPr>
        <p:spPr>
          <a:xfrm>
            <a:off x="998400" y="3097691"/>
            <a:ext cx="10195200" cy="0"/>
          </a:xfrm>
          <a:prstGeom prst="line">
            <a:avLst/>
          </a:prstGeom>
          <a:ln w="6350">
            <a:solidFill>
              <a:srgbClr val="B2B2B2"/>
            </a:solidFill>
            <a:prstDash val="soli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158CED80-3E41-4A03-AE6D-1184B6A8FFE9}"/>
              </a:ext>
            </a:extLst>
          </p:cNvPr>
          <p:cNvCxnSpPr>
            <a:cxnSpLocks/>
          </p:cNvCxnSpPr>
          <p:nvPr/>
        </p:nvCxnSpPr>
        <p:spPr>
          <a:xfrm>
            <a:off x="998400" y="4566927"/>
            <a:ext cx="10195200" cy="0"/>
          </a:xfrm>
          <a:prstGeom prst="line">
            <a:avLst/>
          </a:prstGeom>
          <a:ln w="6350">
            <a:solidFill>
              <a:srgbClr val="B2B2B2"/>
            </a:solidFill>
            <a:prstDash val="solid"/>
          </a:ln>
        </p:spPr>
        <p:style>
          <a:lnRef idx="1">
            <a:schemeClr val="accent1"/>
          </a:lnRef>
          <a:fillRef idx="0">
            <a:schemeClr val="accent1"/>
          </a:fillRef>
          <a:effectRef idx="0">
            <a:schemeClr val="accent1"/>
          </a:effectRef>
          <a:fontRef idx="minor">
            <a:schemeClr val="tx1"/>
          </a:fontRef>
        </p:style>
      </p:cxnSp>
      <p:graphicFrame>
        <p:nvGraphicFramePr>
          <p:cNvPr id="23" name="Table 10">
            <a:extLst>
              <a:ext uri="{FF2B5EF4-FFF2-40B4-BE49-F238E27FC236}">
                <a16:creationId xmlns:a16="http://schemas.microsoft.com/office/drawing/2014/main" id="{57E7D64B-41B1-CB62-4522-A52FC9B30FA5}"/>
              </a:ext>
            </a:extLst>
          </p:cNvPr>
          <p:cNvGraphicFramePr>
            <a:graphicFrameLocks noGrp="1"/>
          </p:cNvGraphicFramePr>
          <p:nvPr>
            <p:extLst>
              <p:ext uri="{D42A27DB-BD31-4B8C-83A1-F6EECF244321}">
                <p14:modId xmlns:p14="http://schemas.microsoft.com/office/powerpoint/2010/main" val="4267329756"/>
              </p:ext>
            </p:extLst>
          </p:nvPr>
        </p:nvGraphicFramePr>
        <p:xfrm>
          <a:off x="932737" y="142211"/>
          <a:ext cx="9295208"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04900">
                  <a:extLst>
                    <a:ext uri="{9D8B030D-6E8A-4147-A177-3AD203B41FA5}">
                      <a16:colId xmlns:a16="http://schemas.microsoft.com/office/drawing/2014/main" val="3480804512"/>
                    </a:ext>
                  </a:extLst>
                </a:gridCol>
                <a:gridCol w="1083310">
                  <a:extLst>
                    <a:ext uri="{9D8B030D-6E8A-4147-A177-3AD203B41FA5}">
                      <a16:colId xmlns:a16="http://schemas.microsoft.com/office/drawing/2014/main" val="1508802548"/>
                    </a:ext>
                  </a:extLst>
                </a:gridCol>
                <a:gridCol w="952500">
                  <a:extLst>
                    <a:ext uri="{9D8B030D-6E8A-4147-A177-3AD203B41FA5}">
                      <a16:colId xmlns:a16="http://schemas.microsoft.com/office/drawing/2014/main" val="1380669789"/>
                    </a:ext>
                  </a:extLst>
                </a:gridCol>
                <a:gridCol w="777240">
                  <a:extLst>
                    <a:ext uri="{9D8B030D-6E8A-4147-A177-3AD203B41FA5}">
                      <a16:colId xmlns:a16="http://schemas.microsoft.com/office/drawing/2014/main" val="3717172380"/>
                    </a:ext>
                  </a:extLst>
                </a:gridCol>
                <a:gridCol w="693420">
                  <a:extLst>
                    <a:ext uri="{9D8B030D-6E8A-4147-A177-3AD203B41FA5}">
                      <a16:colId xmlns:a16="http://schemas.microsoft.com/office/drawing/2014/main" val="2348796435"/>
                    </a:ext>
                  </a:extLst>
                </a:gridCol>
                <a:gridCol w="954405">
                  <a:extLst>
                    <a:ext uri="{9D8B030D-6E8A-4147-A177-3AD203B41FA5}">
                      <a16:colId xmlns:a16="http://schemas.microsoft.com/office/drawing/2014/main" val="3209140028"/>
                    </a:ext>
                  </a:extLst>
                </a:gridCol>
                <a:gridCol w="936625">
                  <a:extLst>
                    <a:ext uri="{9D8B030D-6E8A-4147-A177-3AD203B41FA5}">
                      <a16:colId xmlns:a16="http://schemas.microsoft.com/office/drawing/2014/main" val="2651425576"/>
                    </a:ext>
                  </a:extLst>
                </a:gridCol>
                <a:gridCol w="630238">
                  <a:extLst>
                    <a:ext uri="{9D8B030D-6E8A-4147-A177-3AD203B41FA5}">
                      <a16:colId xmlns:a16="http://schemas.microsoft.com/office/drawing/2014/main" val="3903366463"/>
                    </a:ext>
                  </a:extLst>
                </a:gridCol>
                <a:gridCol w="907732">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1" i="0" u="none" strike="noStrike" kern="1200" cap="none" spc="0" normalizeH="0" baseline="0" noProof="0">
                          <a:ln>
                            <a:noFill/>
                          </a:ln>
                          <a:solidFill>
                            <a:srgbClr val="00338D"/>
                          </a:solidFill>
                          <a:effectLst/>
                          <a:uLnTx/>
                          <a:uFillTx/>
                          <a:latin typeface="+mn-lt"/>
                          <a:ea typeface="+mn-ea"/>
                          <a:cs typeface="+mn-cs"/>
                        </a:rPr>
                        <a:t>Appendices</a:t>
                      </a:r>
                      <a:endParaRPr kumimoji="0" lang="en-US" sz="1000" b="1" i="0" u="none" strike="noStrike" kern="1200" cap="none" spc="0" normalizeH="0" baseline="0">
                        <a:ln>
                          <a:noFill/>
                        </a:ln>
                        <a:solidFill>
                          <a:srgbClr val="00338D"/>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24" name="Rectangle 23">
            <a:hlinkClick r:id="rId2" action="ppaction://hlinksldjump"/>
            <a:extLst>
              <a:ext uri="{FF2B5EF4-FFF2-40B4-BE49-F238E27FC236}">
                <a16:creationId xmlns:a16="http://schemas.microsoft.com/office/drawing/2014/main" id="{A0A6EE2F-637D-ED57-747B-7A1A8C2848FA}"/>
              </a:ext>
            </a:extLst>
          </p:cNvPr>
          <p:cNvSpPr/>
          <p:nvPr/>
        </p:nvSpPr>
        <p:spPr>
          <a:xfrm>
            <a:off x="9341324" y="140055"/>
            <a:ext cx="79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5" name="Rectangle 24">
            <a:hlinkClick r:id="rId3" action="ppaction://hlinksldjump"/>
            <a:extLst>
              <a:ext uri="{FF2B5EF4-FFF2-40B4-BE49-F238E27FC236}">
                <a16:creationId xmlns:a16="http://schemas.microsoft.com/office/drawing/2014/main" id="{D5F50506-D14F-DF08-0BD4-A4457A064AD7}"/>
              </a:ext>
            </a:extLst>
          </p:cNvPr>
          <p:cNvSpPr/>
          <p:nvPr/>
        </p:nvSpPr>
        <p:spPr>
          <a:xfrm>
            <a:off x="2199335" y="140055"/>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6" name="Rectangle 25">
            <a:hlinkClick r:id="rId4" action="ppaction://hlinksldjump"/>
            <a:extLst>
              <a:ext uri="{FF2B5EF4-FFF2-40B4-BE49-F238E27FC236}">
                <a16:creationId xmlns:a16="http://schemas.microsoft.com/office/drawing/2014/main" id="{4FB046EF-D486-B321-D5DE-6F8A7A7DE397}"/>
              </a:ext>
            </a:extLst>
          </p:cNvPr>
          <p:cNvSpPr/>
          <p:nvPr/>
        </p:nvSpPr>
        <p:spPr>
          <a:xfrm>
            <a:off x="439487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7" name="Rectangle 26">
            <a:hlinkClick r:id="" action="ppaction://noaction"/>
            <a:extLst>
              <a:ext uri="{FF2B5EF4-FFF2-40B4-BE49-F238E27FC236}">
                <a16:creationId xmlns:a16="http://schemas.microsoft.com/office/drawing/2014/main" id="{A99A6D91-25D3-B2B6-80A8-CB3D13A904D5}"/>
              </a:ext>
            </a:extLst>
          </p:cNvPr>
          <p:cNvSpPr/>
          <p:nvPr/>
        </p:nvSpPr>
        <p:spPr>
          <a:xfrm>
            <a:off x="777017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8" name="Rectangle 27">
            <a:hlinkClick r:id="rId5" action="ppaction://hlinksldjump"/>
            <a:extLst>
              <a:ext uri="{FF2B5EF4-FFF2-40B4-BE49-F238E27FC236}">
                <a16:creationId xmlns:a16="http://schemas.microsoft.com/office/drawing/2014/main" id="{E74308F0-AB59-82F0-FFC4-A592CF1108B3}"/>
              </a:ext>
            </a:extLst>
          </p:cNvPr>
          <p:cNvSpPr/>
          <p:nvPr/>
        </p:nvSpPr>
        <p:spPr>
          <a:xfrm>
            <a:off x="535843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9" name="Rectangle 28">
            <a:hlinkClick r:id="rId6" action="ppaction://hlinksldjump"/>
            <a:extLst>
              <a:ext uri="{FF2B5EF4-FFF2-40B4-BE49-F238E27FC236}">
                <a16:creationId xmlns:a16="http://schemas.microsoft.com/office/drawing/2014/main" id="{E523AB73-6957-B7DD-582D-6CB66DF2BF02}"/>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30" name="Rectangle 29">
            <a:hlinkClick r:id="rId7" action="ppaction://hlinksldjump"/>
            <a:extLst>
              <a:ext uri="{FF2B5EF4-FFF2-40B4-BE49-F238E27FC236}">
                <a16:creationId xmlns:a16="http://schemas.microsoft.com/office/drawing/2014/main" id="{023D4E7D-C39F-788C-BD2A-BBBC7193FF5E}"/>
              </a:ext>
            </a:extLst>
          </p:cNvPr>
          <p:cNvSpPr/>
          <p:nvPr/>
        </p:nvSpPr>
        <p:spPr>
          <a:xfrm>
            <a:off x="3305911" y="140055"/>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5" name="Rectangle 34">
            <a:hlinkClick r:id="rId8" action="ppaction://hlinksldjump"/>
            <a:extLst>
              <a:ext uri="{FF2B5EF4-FFF2-40B4-BE49-F238E27FC236}">
                <a16:creationId xmlns:a16="http://schemas.microsoft.com/office/drawing/2014/main" id="{BAE2B34A-5484-5D1B-17CA-CABC14D99D9E}"/>
              </a:ext>
            </a:extLst>
          </p:cNvPr>
          <p:cNvSpPr/>
          <p:nvPr/>
        </p:nvSpPr>
        <p:spPr>
          <a:xfrm>
            <a:off x="612673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6" name="Rectangle 35">
            <a:hlinkClick r:id="" action="ppaction://noaction"/>
            <a:extLst>
              <a:ext uri="{FF2B5EF4-FFF2-40B4-BE49-F238E27FC236}">
                <a16:creationId xmlns:a16="http://schemas.microsoft.com/office/drawing/2014/main" id="{0AFF07FC-CE60-27F4-9738-41EE3A7616DD}"/>
              </a:ext>
            </a:extLst>
          </p:cNvPr>
          <p:cNvSpPr/>
          <p:nvPr/>
        </p:nvSpPr>
        <p:spPr>
          <a:xfrm>
            <a:off x="68283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40" name="Rectangle 39">
            <a:hlinkClick r:id="rId9" action="ppaction://hlinksldjump"/>
            <a:extLst>
              <a:ext uri="{FF2B5EF4-FFF2-40B4-BE49-F238E27FC236}">
                <a16:creationId xmlns:a16="http://schemas.microsoft.com/office/drawing/2014/main" id="{EFF79B29-C05C-AA51-D57D-47D43601AE8E}"/>
              </a:ext>
            </a:extLst>
          </p:cNvPr>
          <p:cNvSpPr/>
          <p:nvPr/>
        </p:nvSpPr>
        <p:spPr>
          <a:xfrm>
            <a:off x="8720283"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Tree>
    <p:extLst>
      <p:ext uri="{BB962C8B-B14F-4D97-AF65-F5344CB8AC3E}">
        <p14:creationId xmlns:p14="http://schemas.microsoft.com/office/powerpoint/2010/main" val="33269833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 Placeholder 12">
            <a:extLst>
              <a:ext uri="{FF2B5EF4-FFF2-40B4-BE49-F238E27FC236}">
                <a16:creationId xmlns:a16="http://schemas.microsoft.com/office/drawing/2014/main" id="{14A7CD99-A3EC-42D3-8374-7920826F32EE}"/>
              </a:ext>
            </a:extLst>
          </p:cNvPr>
          <p:cNvSpPr txBox="1">
            <a:spLocks/>
          </p:cNvSpPr>
          <p:nvPr/>
        </p:nvSpPr>
        <p:spPr>
          <a:xfrm>
            <a:off x="995365" y="1330325"/>
            <a:ext cx="10195199" cy="387798"/>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nSpc>
                <a:spcPct val="70000"/>
              </a:lnSpc>
              <a:spcAft>
                <a:spcPts val="0"/>
              </a:spcAft>
            </a:pPr>
            <a:r>
              <a:rPr lang="en-US" sz="3600" b="0" spc="-20" dirty="0">
                <a:solidFill>
                  <a:srgbClr val="00338D"/>
                </a:solidFill>
                <a:latin typeface="+mj-lt"/>
              </a:rPr>
              <a:t>The contacts at KPMG in connection with this report are:</a:t>
            </a:r>
          </a:p>
        </p:txBody>
      </p:sp>
      <p:sp>
        <p:nvSpPr>
          <p:cNvPr id="74" name="Text Placeholder 6">
            <a:extLst>
              <a:ext uri="{FF2B5EF4-FFF2-40B4-BE49-F238E27FC236}">
                <a16:creationId xmlns:a16="http://schemas.microsoft.com/office/drawing/2014/main" id="{19963A2C-BAFD-47FA-93EE-2A84C1B4A5CE}"/>
              </a:ext>
            </a:extLst>
          </p:cNvPr>
          <p:cNvSpPr txBox="1">
            <a:spLocks/>
          </p:cNvSpPr>
          <p:nvPr/>
        </p:nvSpPr>
        <p:spPr>
          <a:xfrm>
            <a:off x="10638231" y="524398"/>
            <a:ext cx="1367331" cy="303687"/>
          </a:xfrm>
          <a:prstGeom prst="rect">
            <a:avLst/>
          </a:prstGeom>
          <a:noFill/>
        </p:spPr>
        <p:txBody>
          <a:bodyPr lIns="0" tIns="0" rIns="0" bIns="0" anchor="ct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spcBef>
                <a:spcPts val="0"/>
              </a:spcBef>
              <a:spcAft>
                <a:spcPts val="0"/>
              </a:spcAft>
            </a:pPr>
            <a:r>
              <a:rPr lang="en-US" dirty="0">
                <a:solidFill>
                  <a:srgbClr val="00338D"/>
                </a:solidFill>
                <a:latin typeface="+mn-lt"/>
              </a:rPr>
              <a:t>Share your feedback on this report!</a:t>
            </a:r>
          </a:p>
        </p:txBody>
      </p:sp>
      <p:sp>
        <p:nvSpPr>
          <p:cNvPr id="91" name="Text Placeholder 23">
            <a:extLst>
              <a:ext uri="{FF2B5EF4-FFF2-40B4-BE49-F238E27FC236}">
                <a16:creationId xmlns:a16="http://schemas.microsoft.com/office/drawing/2014/main" id="{CA11D2C3-4EDB-442B-95E1-0A0AC644A5AB}"/>
              </a:ext>
            </a:extLst>
          </p:cNvPr>
          <p:cNvSpPr txBox="1">
            <a:spLocks/>
          </p:cNvSpPr>
          <p:nvPr/>
        </p:nvSpPr>
        <p:spPr>
          <a:xfrm>
            <a:off x="6219328" y="2904869"/>
            <a:ext cx="2359251" cy="669414"/>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rgbClr val="00338D"/>
                </a:solidFill>
                <a:latin typeface="+mn-lt"/>
              </a:rPr>
              <a:t>Name</a:t>
            </a:r>
          </a:p>
          <a:p>
            <a:pPr lvl="1">
              <a:spcAft>
                <a:spcPts val="300"/>
              </a:spcAft>
            </a:pPr>
            <a:r>
              <a:rPr lang="en-US" sz="900">
                <a:solidFill>
                  <a:srgbClr val="00338D"/>
                </a:solidFill>
                <a:latin typeface="+mn-lt"/>
              </a:rPr>
              <a:t>Partner, Tax Due Diligence</a:t>
            </a:r>
          </a:p>
          <a:p>
            <a:pPr lvl="1" defTabSz="269868">
              <a:spcAft>
                <a:spcPts val="300"/>
              </a:spcAft>
            </a:pPr>
            <a:r>
              <a:rPr lang="en-US" sz="900" b="1">
                <a:solidFill>
                  <a:srgbClr val="00338D"/>
                </a:solidFill>
                <a:latin typeface="+mn-lt"/>
              </a:rPr>
              <a:t>T: </a:t>
            </a:r>
            <a:r>
              <a:rPr lang="en-US" sz="900">
                <a:solidFill>
                  <a:srgbClr val="00338D"/>
                </a:solidFill>
                <a:latin typeface="+mn-lt"/>
              </a:rPr>
              <a:t>+X XXX </a:t>
            </a:r>
            <a:r>
              <a:rPr lang="en-US" sz="900" err="1">
                <a:solidFill>
                  <a:srgbClr val="00338D"/>
                </a:solidFill>
                <a:latin typeface="+mn-lt"/>
              </a:rPr>
              <a:t>XXX</a:t>
            </a:r>
            <a:r>
              <a:rPr lang="en-US" sz="900">
                <a:solidFill>
                  <a:srgbClr val="00338D"/>
                </a:solidFill>
                <a:latin typeface="+mn-lt"/>
              </a:rPr>
              <a:t> XXXX</a:t>
            </a:r>
          </a:p>
          <a:p>
            <a:pPr lvl="1" defTabSz="269868">
              <a:spcAft>
                <a:spcPts val="300"/>
              </a:spcAft>
            </a:pPr>
            <a:r>
              <a:rPr lang="en-US" sz="900" b="1">
                <a:solidFill>
                  <a:srgbClr val="00338D"/>
                </a:solidFill>
                <a:latin typeface="+mn-lt"/>
              </a:rPr>
              <a:t>E: </a:t>
            </a:r>
            <a:r>
              <a:rPr lang="en-US" sz="900" err="1">
                <a:solidFill>
                  <a:srgbClr val="00338D"/>
                </a:solidFill>
                <a:latin typeface="+mn-lt"/>
              </a:rPr>
              <a:t>xxx.xxx@kpmg.xx</a:t>
            </a:r>
            <a:endParaRPr lang="en-US" sz="900">
              <a:solidFill>
                <a:srgbClr val="00338D"/>
              </a:solidFill>
              <a:latin typeface="+mn-lt"/>
            </a:endParaRPr>
          </a:p>
        </p:txBody>
      </p:sp>
      <p:sp>
        <p:nvSpPr>
          <p:cNvPr id="98" name="Text Placeholder 23">
            <a:extLst>
              <a:ext uri="{FF2B5EF4-FFF2-40B4-BE49-F238E27FC236}">
                <a16:creationId xmlns:a16="http://schemas.microsoft.com/office/drawing/2014/main" id="{B554A142-C926-475A-AD43-3B97E84C2841}"/>
              </a:ext>
            </a:extLst>
          </p:cNvPr>
          <p:cNvSpPr txBox="1">
            <a:spLocks/>
          </p:cNvSpPr>
          <p:nvPr/>
        </p:nvSpPr>
        <p:spPr>
          <a:xfrm>
            <a:off x="8831312" y="2904870"/>
            <a:ext cx="2359251" cy="669414"/>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rgbClr val="00338D"/>
                </a:solidFill>
                <a:latin typeface="+mn-lt"/>
              </a:rPr>
              <a:t>Name</a:t>
            </a:r>
          </a:p>
          <a:p>
            <a:pPr lvl="1">
              <a:spcAft>
                <a:spcPts val="300"/>
              </a:spcAft>
            </a:pPr>
            <a:r>
              <a:rPr lang="en-US" sz="900">
                <a:solidFill>
                  <a:srgbClr val="00338D"/>
                </a:solidFill>
                <a:latin typeface="+mn-lt"/>
              </a:rPr>
              <a:t>Senior Manager, Tax Due Diligence</a:t>
            </a:r>
          </a:p>
          <a:p>
            <a:pPr lvl="1" defTabSz="269868">
              <a:spcAft>
                <a:spcPts val="300"/>
              </a:spcAft>
            </a:pPr>
            <a:r>
              <a:rPr lang="en-US" sz="900" b="1">
                <a:solidFill>
                  <a:srgbClr val="00338D"/>
                </a:solidFill>
                <a:latin typeface="+mn-lt"/>
              </a:rPr>
              <a:t>T: </a:t>
            </a:r>
            <a:r>
              <a:rPr lang="en-US" sz="900">
                <a:solidFill>
                  <a:srgbClr val="00338D"/>
                </a:solidFill>
                <a:latin typeface="+mn-lt"/>
              </a:rPr>
              <a:t>+X XXX </a:t>
            </a:r>
            <a:r>
              <a:rPr lang="en-US" sz="900" err="1">
                <a:solidFill>
                  <a:srgbClr val="00338D"/>
                </a:solidFill>
                <a:latin typeface="+mn-lt"/>
              </a:rPr>
              <a:t>XXX</a:t>
            </a:r>
            <a:r>
              <a:rPr lang="en-US" sz="900">
                <a:solidFill>
                  <a:srgbClr val="00338D"/>
                </a:solidFill>
                <a:latin typeface="+mn-lt"/>
              </a:rPr>
              <a:t> XXXX</a:t>
            </a:r>
          </a:p>
          <a:p>
            <a:pPr lvl="1" defTabSz="269868">
              <a:spcAft>
                <a:spcPts val="300"/>
              </a:spcAft>
            </a:pPr>
            <a:r>
              <a:rPr lang="en-US" sz="900" b="1">
                <a:solidFill>
                  <a:srgbClr val="00338D"/>
                </a:solidFill>
                <a:latin typeface="+mn-lt"/>
              </a:rPr>
              <a:t>E: </a:t>
            </a:r>
            <a:r>
              <a:rPr lang="en-US" sz="900" err="1">
                <a:solidFill>
                  <a:srgbClr val="00338D"/>
                </a:solidFill>
                <a:latin typeface="+mn-lt"/>
              </a:rPr>
              <a:t>xxx.xxx@kpmg.xx</a:t>
            </a:r>
            <a:endParaRPr lang="en-US" sz="900">
              <a:solidFill>
                <a:srgbClr val="00338D"/>
              </a:solidFill>
              <a:latin typeface="+mn-lt"/>
            </a:endParaRPr>
          </a:p>
        </p:txBody>
      </p:sp>
      <p:sp>
        <p:nvSpPr>
          <p:cNvPr id="102" name="Text Placeholder 19">
            <a:extLst>
              <a:ext uri="{FF2B5EF4-FFF2-40B4-BE49-F238E27FC236}">
                <a16:creationId xmlns:a16="http://schemas.microsoft.com/office/drawing/2014/main" id="{73F14D73-4E48-4A4F-82A1-BB064F93ECF2}"/>
              </a:ext>
            </a:extLst>
          </p:cNvPr>
          <p:cNvSpPr txBox="1">
            <a:spLocks/>
          </p:cNvSpPr>
          <p:nvPr/>
        </p:nvSpPr>
        <p:spPr>
          <a:xfrm>
            <a:off x="995364" y="2904869"/>
            <a:ext cx="2359251" cy="669414"/>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rgbClr val="00338D"/>
                </a:solidFill>
                <a:latin typeface="+mn-lt"/>
              </a:rPr>
              <a:t>Name</a:t>
            </a:r>
          </a:p>
          <a:p>
            <a:pPr lvl="1">
              <a:spcAft>
                <a:spcPts val="300"/>
              </a:spcAft>
            </a:pPr>
            <a:r>
              <a:rPr lang="en-US" sz="900">
                <a:solidFill>
                  <a:srgbClr val="00338D"/>
                </a:solidFill>
                <a:latin typeface="+mn-lt"/>
              </a:rPr>
              <a:t>Partner, Financial Due Diligence</a:t>
            </a:r>
          </a:p>
          <a:p>
            <a:pPr lvl="1" defTabSz="269868">
              <a:spcAft>
                <a:spcPts val="300"/>
              </a:spcAft>
            </a:pPr>
            <a:r>
              <a:rPr lang="en-US" sz="900" b="1">
                <a:solidFill>
                  <a:srgbClr val="00338D"/>
                </a:solidFill>
                <a:latin typeface="+mn-lt"/>
              </a:rPr>
              <a:t>T: </a:t>
            </a:r>
            <a:r>
              <a:rPr lang="en-US" sz="900">
                <a:solidFill>
                  <a:srgbClr val="00338D"/>
                </a:solidFill>
                <a:latin typeface="+mn-lt"/>
              </a:rPr>
              <a:t>+X XXX </a:t>
            </a:r>
            <a:r>
              <a:rPr lang="en-US" sz="900" err="1">
                <a:solidFill>
                  <a:srgbClr val="00338D"/>
                </a:solidFill>
                <a:latin typeface="+mn-lt"/>
              </a:rPr>
              <a:t>XXX</a:t>
            </a:r>
            <a:r>
              <a:rPr lang="en-US" sz="900">
                <a:solidFill>
                  <a:srgbClr val="00338D"/>
                </a:solidFill>
                <a:latin typeface="+mn-lt"/>
              </a:rPr>
              <a:t> XXXX</a:t>
            </a:r>
          </a:p>
          <a:p>
            <a:pPr lvl="1" defTabSz="269868">
              <a:spcAft>
                <a:spcPts val="300"/>
              </a:spcAft>
            </a:pPr>
            <a:r>
              <a:rPr lang="en-US" sz="900" b="1">
                <a:solidFill>
                  <a:srgbClr val="00338D"/>
                </a:solidFill>
                <a:latin typeface="+mn-lt"/>
              </a:rPr>
              <a:t>E: </a:t>
            </a:r>
            <a:r>
              <a:rPr lang="en-US" sz="900" err="1">
                <a:solidFill>
                  <a:srgbClr val="00338D"/>
                </a:solidFill>
                <a:latin typeface="+mn-lt"/>
              </a:rPr>
              <a:t>xxx.xxx@kpmg.xx</a:t>
            </a:r>
            <a:endParaRPr lang="en-US" sz="900">
              <a:solidFill>
                <a:srgbClr val="00338D"/>
              </a:solidFill>
              <a:latin typeface="+mn-lt"/>
            </a:endParaRPr>
          </a:p>
        </p:txBody>
      </p:sp>
      <p:sp>
        <p:nvSpPr>
          <p:cNvPr id="105" name="Text Placeholder 21">
            <a:extLst>
              <a:ext uri="{FF2B5EF4-FFF2-40B4-BE49-F238E27FC236}">
                <a16:creationId xmlns:a16="http://schemas.microsoft.com/office/drawing/2014/main" id="{879B4018-AE0B-497A-B7D5-D16DF84BFA77}"/>
              </a:ext>
            </a:extLst>
          </p:cNvPr>
          <p:cNvSpPr txBox="1">
            <a:spLocks/>
          </p:cNvSpPr>
          <p:nvPr/>
        </p:nvSpPr>
        <p:spPr>
          <a:xfrm>
            <a:off x="3607345" y="2904869"/>
            <a:ext cx="2359251" cy="630942"/>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rgbClr val="00338D"/>
                </a:solidFill>
                <a:latin typeface="+mn-lt"/>
              </a:rPr>
              <a:t>Name</a:t>
            </a:r>
          </a:p>
          <a:p>
            <a:pPr lvl="1" defTabSz="269868">
              <a:spcAft>
                <a:spcPts val="300"/>
              </a:spcAft>
            </a:pPr>
            <a:r>
              <a:rPr lang="en-US" sz="900">
                <a:solidFill>
                  <a:srgbClr val="00338D"/>
                </a:solidFill>
                <a:latin typeface="+mn-lt"/>
              </a:rPr>
              <a:t>Director, Financial Due Diligence</a:t>
            </a:r>
            <a:br>
              <a:rPr lang="en-US" sz="900">
                <a:solidFill>
                  <a:srgbClr val="00338D"/>
                </a:solidFill>
                <a:latin typeface="+mn-lt"/>
              </a:rPr>
            </a:br>
            <a:r>
              <a:rPr lang="en-US" sz="900" b="1">
                <a:solidFill>
                  <a:srgbClr val="00338D"/>
                </a:solidFill>
                <a:latin typeface="+mn-lt"/>
              </a:rPr>
              <a:t>T: </a:t>
            </a:r>
            <a:r>
              <a:rPr lang="en-US" sz="900">
                <a:solidFill>
                  <a:srgbClr val="00338D"/>
                </a:solidFill>
                <a:latin typeface="+mn-lt"/>
              </a:rPr>
              <a:t>+X XXX </a:t>
            </a:r>
            <a:r>
              <a:rPr lang="en-US" sz="900" err="1">
                <a:solidFill>
                  <a:srgbClr val="00338D"/>
                </a:solidFill>
                <a:latin typeface="+mn-lt"/>
              </a:rPr>
              <a:t>XXX</a:t>
            </a:r>
            <a:r>
              <a:rPr lang="en-US" sz="900">
                <a:solidFill>
                  <a:srgbClr val="00338D"/>
                </a:solidFill>
                <a:latin typeface="+mn-lt"/>
              </a:rPr>
              <a:t> XXXX</a:t>
            </a:r>
          </a:p>
          <a:p>
            <a:pPr lvl="1" defTabSz="269868">
              <a:spcAft>
                <a:spcPts val="300"/>
              </a:spcAft>
            </a:pPr>
            <a:r>
              <a:rPr lang="en-US" sz="900" b="1">
                <a:solidFill>
                  <a:srgbClr val="00338D"/>
                </a:solidFill>
                <a:latin typeface="+mn-lt"/>
              </a:rPr>
              <a:t>E: </a:t>
            </a:r>
            <a:r>
              <a:rPr lang="en-US" sz="900" err="1">
                <a:solidFill>
                  <a:srgbClr val="00338D"/>
                </a:solidFill>
                <a:latin typeface="+mn-lt"/>
              </a:rPr>
              <a:t>xxx.xxx@kpmg.xx</a:t>
            </a:r>
            <a:endParaRPr lang="en-US" sz="900">
              <a:solidFill>
                <a:srgbClr val="00338D"/>
              </a:solidFill>
              <a:latin typeface="+mn-lt"/>
            </a:endParaRPr>
          </a:p>
        </p:txBody>
      </p:sp>
      <p:pic>
        <p:nvPicPr>
          <p:cNvPr id="3" name="Grafik 2" descr="Chat Silhouette">
            <a:extLst>
              <a:ext uri="{FF2B5EF4-FFF2-40B4-BE49-F238E27FC236}">
                <a16:creationId xmlns:a16="http://schemas.microsoft.com/office/drawing/2014/main" id="{1D9F468D-8005-4CA5-815F-D6E1F5A5F96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389135" y="796457"/>
            <a:ext cx="616427" cy="616427"/>
          </a:xfrm>
          <a:prstGeom prst="rect">
            <a:avLst/>
          </a:prstGeom>
        </p:spPr>
      </p:pic>
      <p:grpSp>
        <p:nvGrpSpPr>
          <p:cNvPr id="6" name="Group 5">
            <a:extLst>
              <a:ext uri="{FF2B5EF4-FFF2-40B4-BE49-F238E27FC236}">
                <a16:creationId xmlns:a16="http://schemas.microsoft.com/office/drawing/2014/main" id="{844042A2-5F09-DF66-70B2-ECF72ABF5F27}"/>
              </a:ext>
            </a:extLst>
          </p:cNvPr>
          <p:cNvGrpSpPr/>
          <p:nvPr/>
        </p:nvGrpSpPr>
        <p:grpSpPr>
          <a:xfrm>
            <a:off x="1003832" y="1987421"/>
            <a:ext cx="646825" cy="799567"/>
            <a:chOff x="998401" y="1330325"/>
            <a:chExt cx="1259681" cy="1679575"/>
          </a:xfrm>
        </p:grpSpPr>
        <p:sp>
          <p:nvSpPr>
            <p:cNvPr id="2" name="Freeform 4">
              <a:extLst>
                <a:ext uri="{FF2B5EF4-FFF2-40B4-BE49-F238E27FC236}">
                  <a16:creationId xmlns:a16="http://schemas.microsoft.com/office/drawing/2014/main" id="{95636C3C-DA87-DB6C-581D-8409429037EE}"/>
                </a:ext>
              </a:extLst>
            </p:cNvPr>
            <p:cNvSpPr/>
            <p:nvPr/>
          </p:nvSpPr>
          <p:spPr>
            <a:xfrm>
              <a:off x="998401" y="1330325"/>
              <a:ext cx="1259681" cy="167957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l"/>
              <a:endParaRPr lang="en-IN" sz="1500">
                <a:solidFill>
                  <a:schemeClr val="tx2"/>
                </a:solidFill>
              </a:endParaRPr>
            </a:p>
          </p:txBody>
        </p:sp>
        <p:sp>
          <p:nvSpPr>
            <p:cNvPr id="4" name="Oval 36">
              <a:extLst>
                <a:ext uri="{FF2B5EF4-FFF2-40B4-BE49-F238E27FC236}">
                  <a16:creationId xmlns:a16="http://schemas.microsoft.com/office/drawing/2014/main" id="{7F386BD0-3ABA-C030-7867-10B53B1292AE}"/>
                </a:ext>
              </a:extLst>
            </p:cNvPr>
            <p:cNvSpPr>
              <a:spLocks noChangeArrowheads="1"/>
            </p:cNvSpPr>
            <p:nvPr/>
          </p:nvSpPr>
          <p:spPr bwMode="auto">
            <a:xfrm>
              <a:off x="1379698" y="1728809"/>
              <a:ext cx="472336" cy="482523"/>
            </a:xfrm>
            <a:prstGeom prst="ellipse">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 name="Freeform 37">
              <a:extLst>
                <a:ext uri="{FF2B5EF4-FFF2-40B4-BE49-F238E27FC236}">
                  <a16:creationId xmlns:a16="http://schemas.microsoft.com/office/drawing/2014/main" id="{99212D86-897C-09CE-EFE7-A1B729406512}"/>
                </a:ext>
              </a:extLst>
            </p:cNvPr>
            <p:cNvSpPr>
              <a:spLocks/>
            </p:cNvSpPr>
            <p:nvPr/>
          </p:nvSpPr>
          <p:spPr bwMode="auto">
            <a:xfrm>
              <a:off x="1193384" y="2262280"/>
              <a:ext cx="869712" cy="338421"/>
            </a:xfrm>
            <a:custGeom>
              <a:avLst/>
              <a:gdLst>
                <a:gd name="T0" fmla="*/ 73 w 103"/>
                <a:gd name="T1" fmla="*/ 0 h 40"/>
                <a:gd name="T2" fmla="*/ 30 w 103"/>
                <a:gd name="T3" fmla="*/ 0 h 40"/>
                <a:gd name="T4" fmla="*/ 0 w 103"/>
                <a:gd name="T5" fmla="*/ 29 h 40"/>
                <a:gd name="T6" fmla="*/ 0 w 103"/>
                <a:gd name="T7" fmla="*/ 40 h 40"/>
                <a:gd name="T8" fmla="*/ 103 w 103"/>
                <a:gd name="T9" fmla="*/ 40 h 40"/>
                <a:gd name="T10" fmla="*/ 103 w 103"/>
                <a:gd name="T11" fmla="*/ 29 h 40"/>
                <a:gd name="T12" fmla="*/ 73 w 103"/>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103" h="40">
                  <a:moveTo>
                    <a:pt x="73" y="0"/>
                  </a:moveTo>
                  <a:cubicBezTo>
                    <a:pt x="30" y="0"/>
                    <a:pt x="30" y="0"/>
                    <a:pt x="30" y="0"/>
                  </a:cubicBezTo>
                  <a:cubicBezTo>
                    <a:pt x="13" y="0"/>
                    <a:pt x="0" y="13"/>
                    <a:pt x="0" y="29"/>
                  </a:cubicBezTo>
                  <a:cubicBezTo>
                    <a:pt x="0" y="40"/>
                    <a:pt x="0" y="40"/>
                    <a:pt x="0" y="40"/>
                  </a:cubicBezTo>
                  <a:cubicBezTo>
                    <a:pt x="103" y="40"/>
                    <a:pt x="103" y="40"/>
                    <a:pt x="103" y="40"/>
                  </a:cubicBezTo>
                  <a:cubicBezTo>
                    <a:pt x="103" y="29"/>
                    <a:pt x="103" y="29"/>
                    <a:pt x="103" y="29"/>
                  </a:cubicBezTo>
                  <a:cubicBezTo>
                    <a:pt x="103" y="13"/>
                    <a:pt x="89" y="0"/>
                    <a:pt x="7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grpSp>
        <p:nvGrpSpPr>
          <p:cNvPr id="7" name="Group 6">
            <a:extLst>
              <a:ext uri="{FF2B5EF4-FFF2-40B4-BE49-F238E27FC236}">
                <a16:creationId xmlns:a16="http://schemas.microsoft.com/office/drawing/2014/main" id="{F622DC91-F90B-F921-E9D9-78F2A58DBD51}"/>
              </a:ext>
            </a:extLst>
          </p:cNvPr>
          <p:cNvGrpSpPr/>
          <p:nvPr/>
        </p:nvGrpSpPr>
        <p:grpSpPr>
          <a:xfrm>
            <a:off x="3604830" y="1987421"/>
            <a:ext cx="646825" cy="799567"/>
            <a:chOff x="998401" y="1330325"/>
            <a:chExt cx="1259681" cy="1679575"/>
          </a:xfrm>
        </p:grpSpPr>
        <p:sp>
          <p:nvSpPr>
            <p:cNvPr id="8" name="Freeform 4">
              <a:extLst>
                <a:ext uri="{FF2B5EF4-FFF2-40B4-BE49-F238E27FC236}">
                  <a16:creationId xmlns:a16="http://schemas.microsoft.com/office/drawing/2014/main" id="{15A34DBE-0AF9-4301-E989-6CDBC2216CEC}"/>
                </a:ext>
              </a:extLst>
            </p:cNvPr>
            <p:cNvSpPr/>
            <p:nvPr/>
          </p:nvSpPr>
          <p:spPr>
            <a:xfrm>
              <a:off x="998401" y="1330325"/>
              <a:ext cx="1259681" cy="167957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l"/>
              <a:endParaRPr lang="en-IN" sz="1500">
                <a:solidFill>
                  <a:schemeClr val="tx2"/>
                </a:solidFill>
              </a:endParaRPr>
            </a:p>
          </p:txBody>
        </p:sp>
        <p:sp>
          <p:nvSpPr>
            <p:cNvPr id="9" name="Oval 36">
              <a:extLst>
                <a:ext uri="{FF2B5EF4-FFF2-40B4-BE49-F238E27FC236}">
                  <a16:creationId xmlns:a16="http://schemas.microsoft.com/office/drawing/2014/main" id="{38DC94E0-DC5F-1E24-F07C-33928284638D}"/>
                </a:ext>
              </a:extLst>
            </p:cNvPr>
            <p:cNvSpPr>
              <a:spLocks noChangeArrowheads="1"/>
            </p:cNvSpPr>
            <p:nvPr/>
          </p:nvSpPr>
          <p:spPr bwMode="auto">
            <a:xfrm>
              <a:off x="1379698" y="1728809"/>
              <a:ext cx="472336" cy="482523"/>
            </a:xfrm>
            <a:prstGeom prst="ellipse">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 name="Freeform 37">
              <a:extLst>
                <a:ext uri="{FF2B5EF4-FFF2-40B4-BE49-F238E27FC236}">
                  <a16:creationId xmlns:a16="http://schemas.microsoft.com/office/drawing/2014/main" id="{EFF1DBDA-1936-9F37-43C6-81A46DCB8304}"/>
                </a:ext>
              </a:extLst>
            </p:cNvPr>
            <p:cNvSpPr>
              <a:spLocks/>
            </p:cNvSpPr>
            <p:nvPr/>
          </p:nvSpPr>
          <p:spPr bwMode="auto">
            <a:xfrm>
              <a:off x="1193384" y="2262280"/>
              <a:ext cx="869712" cy="338421"/>
            </a:xfrm>
            <a:custGeom>
              <a:avLst/>
              <a:gdLst>
                <a:gd name="T0" fmla="*/ 73 w 103"/>
                <a:gd name="T1" fmla="*/ 0 h 40"/>
                <a:gd name="T2" fmla="*/ 30 w 103"/>
                <a:gd name="T3" fmla="*/ 0 h 40"/>
                <a:gd name="T4" fmla="*/ 0 w 103"/>
                <a:gd name="T5" fmla="*/ 29 h 40"/>
                <a:gd name="T6" fmla="*/ 0 w 103"/>
                <a:gd name="T7" fmla="*/ 40 h 40"/>
                <a:gd name="T8" fmla="*/ 103 w 103"/>
                <a:gd name="T9" fmla="*/ 40 h 40"/>
                <a:gd name="T10" fmla="*/ 103 w 103"/>
                <a:gd name="T11" fmla="*/ 29 h 40"/>
                <a:gd name="T12" fmla="*/ 73 w 103"/>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103" h="40">
                  <a:moveTo>
                    <a:pt x="73" y="0"/>
                  </a:moveTo>
                  <a:cubicBezTo>
                    <a:pt x="30" y="0"/>
                    <a:pt x="30" y="0"/>
                    <a:pt x="30" y="0"/>
                  </a:cubicBezTo>
                  <a:cubicBezTo>
                    <a:pt x="13" y="0"/>
                    <a:pt x="0" y="13"/>
                    <a:pt x="0" y="29"/>
                  </a:cubicBezTo>
                  <a:cubicBezTo>
                    <a:pt x="0" y="40"/>
                    <a:pt x="0" y="40"/>
                    <a:pt x="0" y="40"/>
                  </a:cubicBezTo>
                  <a:cubicBezTo>
                    <a:pt x="103" y="40"/>
                    <a:pt x="103" y="40"/>
                    <a:pt x="103" y="40"/>
                  </a:cubicBezTo>
                  <a:cubicBezTo>
                    <a:pt x="103" y="29"/>
                    <a:pt x="103" y="29"/>
                    <a:pt x="103" y="29"/>
                  </a:cubicBezTo>
                  <a:cubicBezTo>
                    <a:pt x="103" y="13"/>
                    <a:pt x="89" y="0"/>
                    <a:pt x="7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grpSp>
        <p:nvGrpSpPr>
          <p:cNvPr id="11" name="Group 10">
            <a:extLst>
              <a:ext uri="{FF2B5EF4-FFF2-40B4-BE49-F238E27FC236}">
                <a16:creationId xmlns:a16="http://schemas.microsoft.com/office/drawing/2014/main" id="{5ACCC252-D303-3053-61BE-D48C737530EA}"/>
              </a:ext>
            </a:extLst>
          </p:cNvPr>
          <p:cNvGrpSpPr/>
          <p:nvPr/>
        </p:nvGrpSpPr>
        <p:grpSpPr>
          <a:xfrm>
            <a:off x="6219329" y="1987421"/>
            <a:ext cx="646825" cy="799567"/>
            <a:chOff x="998401" y="1330325"/>
            <a:chExt cx="1259681" cy="1679575"/>
          </a:xfrm>
        </p:grpSpPr>
        <p:sp>
          <p:nvSpPr>
            <p:cNvPr id="12" name="Freeform 4">
              <a:extLst>
                <a:ext uri="{FF2B5EF4-FFF2-40B4-BE49-F238E27FC236}">
                  <a16:creationId xmlns:a16="http://schemas.microsoft.com/office/drawing/2014/main" id="{3CA5F554-0967-668C-DC76-DD998432730C}"/>
                </a:ext>
              </a:extLst>
            </p:cNvPr>
            <p:cNvSpPr/>
            <p:nvPr/>
          </p:nvSpPr>
          <p:spPr>
            <a:xfrm>
              <a:off x="998401" y="1330325"/>
              <a:ext cx="1259681" cy="167957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l"/>
              <a:endParaRPr lang="en-IN" sz="1500">
                <a:solidFill>
                  <a:schemeClr val="tx2"/>
                </a:solidFill>
              </a:endParaRPr>
            </a:p>
          </p:txBody>
        </p:sp>
        <p:sp>
          <p:nvSpPr>
            <p:cNvPr id="13" name="Oval 36">
              <a:extLst>
                <a:ext uri="{FF2B5EF4-FFF2-40B4-BE49-F238E27FC236}">
                  <a16:creationId xmlns:a16="http://schemas.microsoft.com/office/drawing/2014/main" id="{392A6834-DC77-29CE-1B24-B87AC03BAE6F}"/>
                </a:ext>
              </a:extLst>
            </p:cNvPr>
            <p:cNvSpPr>
              <a:spLocks noChangeArrowheads="1"/>
            </p:cNvSpPr>
            <p:nvPr/>
          </p:nvSpPr>
          <p:spPr bwMode="auto">
            <a:xfrm>
              <a:off x="1379698" y="1728809"/>
              <a:ext cx="472336" cy="482523"/>
            </a:xfrm>
            <a:prstGeom prst="ellipse">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4" name="Freeform 37">
              <a:extLst>
                <a:ext uri="{FF2B5EF4-FFF2-40B4-BE49-F238E27FC236}">
                  <a16:creationId xmlns:a16="http://schemas.microsoft.com/office/drawing/2014/main" id="{404B48F3-F9EA-7537-2DDE-EFF55A48C350}"/>
                </a:ext>
              </a:extLst>
            </p:cNvPr>
            <p:cNvSpPr>
              <a:spLocks/>
            </p:cNvSpPr>
            <p:nvPr/>
          </p:nvSpPr>
          <p:spPr bwMode="auto">
            <a:xfrm>
              <a:off x="1193384" y="2262280"/>
              <a:ext cx="869712" cy="338421"/>
            </a:xfrm>
            <a:custGeom>
              <a:avLst/>
              <a:gdLst>
                <a:gd name="T0" fmla="*/ 73 w 103"/>
                <a:gd name="T1" fmla="*/ 0 h 40"/>
                <a:gd name="T2" fmla="*/ 30 w 103"/>
                <a:gd name="T3" fmla="*/ 0 h 40"/>
                <a:gd name="T4" fmla="*/ 0 w 103"/>
                <a:gd name="T5" fmla="*/ 29 h 40"/>
                <a:gd name="T6" fmla="*/ 0 w 103"/>
                <a:gd name="T7" fmla="*/ 40 h 40"/>
                <a:gd name="T8" fmla="*/ 103 w 103"/>
                <a:gd name="T9" fmla="*/ 40 h 40"/>
                <a:gd name="T10" fmla="*/ 103 w 103"/>
                <a:gd name="T11" fmla="*/ 29 h 40"/>
                <a:gd name="T12" fmla="*/ 73 w 103"/>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103" h="40">
                  <a:moveTo>
                    <a:pt x="73" y="0"/>
                  </a:moveTo>
                  <a:cubicBezTo>
                    <a:pt x="30" y="0"/>
                    <a:pt x="30" y="0"/>
                    <a:pt x="30" y="0"/>
                  </a:cubicBezTo>
                  <a:cubicBezTo>
                    <a:pt x="13" y="0"/>
                    <a:pt x="0" y="13"/>
                    <a:pt x="0" y="29"/>
                  </a:cubicBezTo>
                  <a:cubicBezTo>
                    <a:pt x="0" y="40"/>
                    <a:pt x="0" y="40"/>
                    <a:pt x="0" y="40"/>
                  </a:cubicBezTo>
                  <a:cubicBezTo>
                    <a:pt x="103" y="40"/>
                    <a:pt x="103" y="40"/>
                    <a:pt x="103" y="40"/>
                  </a:cubicBezTo>
                  <a:cubicBezTo>
                    <a:pt x="103" y="29"/>
                    <a:pt x="103" y="29"/>
                    <a:pt x="103" y="29"/>
                  </a:cubicBezTo>
                  <a:cubicBezTo>
                    <a:pt x="103" y="13"/>
                    <a:pt x="89" y="0"/>
                    <a:pt x="7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grpSp>
        <p:nvGrpSpPr>
          <p:cNvPr id="15" name="Group 14">
            <a:extLst>
              <a:ext uri="{FF2B5EF4-FFF2-40B4-BE49-F238E27FC236}">
                <a16:creationId xmlns:a16="http://schemas.microsoft.com/office/drawing/2014/main" id="{13501435-30F8-60ED-A280-DFFA05FE2D3A}"/>
              </a:ext>
            </a:extLst>
          </p:cNvPr>
          <p:cNvGrpSpPr/>
          <p:nvPr/>
        </p:nvGrpSpPr>
        <p:grpSpPr>
          <a:xfrm>
            <a:off x="8849974" y="2010994"/>
            <a:ext cx="646825" cy="799567"/>
            <a:chOff x="998401" y="1330325"/>
            <a:chExt cx="1259681" cy="1679575"/>
          </a:xfrm>
        </p:grpSpPr>
        <p:sp>
          <p:nvSpPr>
            <p:cNvPr id="16" name="Freeform 4">
              <a:extLst>
                <a:ext uri="{FF2B5EF4-FFF2-40B4-BE49-F238E27FC236}">
                  <a16:creationId xmlns:a16="http://schemas.microsoft.com/office/drawing/2014/main" id="{49C54680-BB21-F111-E992-EDB08AD6B122}"/>
                </a:ext>
              </a:extLst>
            </p:cNvPr>
            <p:cNvSpPr/>
            <p:nvPr/>
          </p:nvSpPr>
          <p:spPr>
            <a:xfrm>
              <a:off x="998401" y="1330325"/>
              <a:ext cx="1259681" cy="167957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l"/>
              <a:endParaRPr lang="en-IN" sz="1500">
                <a:solidFill>
                  <a:schemeClr val="tx2"/>
                </a:solidFill>
              </a:endParaRPr>
            </a:p>
          </p:txBody>
        </p:sp>
        <p:sp>
          <p:nvSpPr>
            <p:cNvPr id="17" name="Oval 36">
              <a:extLst>
                <a:ext uri="{FF2B5EF4-FFF2-40B4-BE49-F238E27FC236}">
                  <a16:creationId xmlns:a16="http://schemas.microsoft.com/office/drawing/2014/main" id="{2B79E9DE-374C-339B-1F0B-4C292857CD18}"/>
                </a:ext>
              </a:extLst>
            </p:cNvPr>
            <p:cNvSpPr>
              <a:spLocks noChangeArrowheads="1"/>
            </p:cNvSpPr>
            <p:nvPr/>
          </p:nvSpPr>
          <p:spPr bwMode="auto">
            <a:xfrm>
              <a:off x="1379698" y="1728809"/>
              <a:ext cx="472336" cy="482523"/>
            </a:xfrm>
            <a:prstGeom prst="ellipse">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8" name="Freeform 37">
              <a:extLst>
                <a:ext uri="{FF2B5EF4-FFF2-40B4-BE49-F238E27FC236}">
                  <a16:creationId xmlns:a16="http://schemas.microsoft.com/office/drawing/2014/main" id="{5D132E50-0676-584D-4873-F80852FE95DE}"/>
                </a:ext>
              </a:extLst>
            </p:cNvPr>
            <p:cNvSpPr>
              <a:spLocks/>
            </p:cNvSpPr>
            <p:nvPr/>
          </p:nvSpPr>
          <p:spPr bwMode="auto">
            <a:xfrm>
              <a:off x="1193384" y="2262280"/>
              <a:ext cx="869712" cy="338421"/>
            </a:xfrm>
            <a:custGeom>
              <a:avLst/>
              <a:gdLst>
                <a:gd name="T0" fmla="*/ 73 w 103"/>
                <a:gd name="T1" fmla="*/ 0 h 40"/>
                <a:gd name="T2" fmla="*/ 30 w 103"/>
                <a:gd name="T3" fmla="*/ 0 h 40"/>
                <a:gd name="T4" fmla="*/ 0 w 103"/>
                <a:gd name="T5" fmla="*/ 29 h 40"/>
                <a:gd name="T6" fmla="*/ 0 w 103"/>
                <a:gd name="T7" fmla="*/ 40 h 40"/>
                <a:gd name="T8" fmla="*/ 103 w 103"/>
                <a:gd name="T9" fmla="*/ 40 h 40"/>
                <a:gd name="T10" fmla="*/ 103 w 103"/>
                <a:gd name="T11" fmla="*/ 29 h 40"/>
                <a:gd name="T12" fmla="*/ 73 w 103"/>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103" h="40">
                  <a:moveTo>
                    <a:pt x="73" y="0"/>
                  </a:moveTo>
                  <a:cubicBezTo>
                    <a:pt x="30" y="0"/>
                    <a:pt x="30" y="0"/>
                    <a:pt x="30" y="0"/>
                  </a:cubicBezTo>
                  <a:cubicBezTo>
                    <a:pt x="13" y="0"/>
                    <a:pt x="0" y="13"/>
                    <a:pt x="0" y="29"/>
                  </a:cubicBezTo>
                  <a:cubicBezTo>
                    <a:pt x="0" y="40"/>
                    <a:pt x="0" y="40"/>
                    <a:pt x="0" y="40"/>
                  </a:cubicBezTo>
                  <a:cubicBezTo>
                    <a:pt x="103" y="40"/>
                    <a:pt x="103" y="40"/>
                    <a:pt x="103" y="40"/>
                  </a:cubicBezTo>
                  <a:cubicBezTo>
                    <a:pt x="103" y="29"/>
                    <a:pt x="103" y="29"/>
                    <a:pt x="103" y="29"/>
                  </a:cubicBezTo>
                  <a:cubicBezTo>
                    <a:pt x="103" y="13"/>
                    <a:pt x="89" y="0"/>
                    <a:pt x="7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19" name="Rectangle 18">
            <a:extLst>
              <a:ext uri="{FF2B5EF4-FFF2-40B4-BE49-F238E27FC236}">
                <a16:creationId xmlns:a16="http://schemas.microsoft.com/office/drawing/2014/main" id="{EA00FF0A-2A8E-61FF-3CFA-07CDCBBC5FC3}"/>
              </a:ext>
            </a:extLst>
          </p:cNvPr>
          <p:cNvSpPr/>
          <p:nvPr/>
        </p:nvSpPr>
        <p:spPr>
          <a:xfrm>
            <a:off x="10885714" y="1389270"/>
            <a:ext cx="1263574" cy="2185013"/>
          </a:xfrm>
          <a:prstGeom prst="rect">
            <a:avLst/>
          </a:prstGeom>
          <a:solidFill>
            <a:srgbClr val="FFFF00"/>
          </a:solidFill>
          <a:ln w="76200">
            <a:solidFill>
              <a:srgbClr val="BC204B"/>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1000">
                <a:solidFill>
                  <a:srgbClr val="BC204B"/>
                </a:solidFill>
              </a:rPr>
              <a:t>Insert local office disclaimer and contact details, as well as update social media links in the Slide Master, as applicable.</a:t>
            </a:r>
          </a:p>
          <a:p>
            <a:pPr algn="ctr"/>
            <a:endParaRPr lang="en-US" sz="1000">
              <a:solidFill>
                <a:srgbClr val="BC204B"/>
              </a:solidFill>
            </a:endParaRPr>
          </a:p>
          <a:p>
            <a:pPr algn="ctr"/>
            <a:r>
              <a:rPr lang="en-US" sz="1000">
                <a:solidFill>
                  <a:srgbClr val="BC204B"/>
                </a:solidFill>
              </a:rPr>
              <a:t>Add link to feedback survey if used.</a:t>
            </a:r>
          </a:p>
        </p:txBody>
      </p:sp>
    </p:spTree>
    <p:extLst>
      <p:ext uri="{BB962C8B-B14F-4D97-AF65-F5344CB8AC3E}">
        <p14:creationId xmlns:p14="http://schemas.microsoft.com/office/powerpoint/2010/main" val="31039688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A06412F6-0309-4332-A566-6033AAD60CD2}"/>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9" name="Object 18" hidden="1">
                        <a:extLst>
                          <a:ext uri="{FF2B5EF4-FFF2-40B4-BE49-F238E27FC236}">
                            <a16:creationId xmlns:a16="http://schemas.microsoft.com/office/drawing/2014/main" id="{A06412F6-0309-4332-A566-6033AAD60CD2}"/>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BACBDDB8-5AAE-483F-A8CF-41347718E2D3}"/>
              </a:ext>
            </a:extLst>
          </p:cNvPr>
          <p:cNvSpPr>
            <a:spLocks noGrp="1"/>
          </p:cNvSpPr>
          <p:nvPr>
            <p:ph type="body" sz="quarter" idx="13"/>
          </p:nvPr>
        </p:nvSpPr>
        <p:spPr/>
        <p:txBody>
          <a:bodyPr/>
          <a:lstStyle/>
          <a:p>
            <a:pPr>
              <a:defRPr/>
            </a:pPr>
            <a:r>
              <a:rPr lang="en-US" sz="900" spc="-20">
                <a:latin typeface="Arial"/>
              </a:rPr>
              <a:t>[</a:t>
            </a:r>
            <a:r>
              <a:rPr lang="en-US" sz="900" spc="-20">
                <a:solidFill>
                  <a:srgbClr val="FD349C"/>
                </a:solidFill>
                <a:latin typeface="Arial"/>
              </a:rPr>
              <a:t>date</a:t>
            </a:r>
            <a:r>
              <a:rPr lang="en-US" sz="900" spc="-20">
                <a:latin typeface="Arial"/>
              </a:rPr>
              <a:t>]</a:t>
            </a:r>
          </a:p>
        </p:txBody>
      </p:sp>
      <p:sp>
        <p:nvSpPr>
          <p:cNvPr id="3" name="Text Placeholder 2">
            <a:extLst>
              <a:ext uri="{FF2B5EF4-FFF2-40B4-BE49-F238E27FC236}">
                <a16:creationId xmlns:a16="http://schemas.microsoft.com/office/drawing/2014/main" id="{82C423D1-C4FD-4191-9741-6F7A7160BAFA}"/>
              </a:ext>
            </a:extLst>
          </p:cNvPr>
          <p:cNvSpPr>
            <a:spLocks noGrp="1"/>
          </p:cNvSpPr>
          <p:nvPr>
            <p:ph type="body" sz="quarter" idx="14"/>
          </p:nvPr>
        </p:nvSpPr>
        <p:spPr/>
        <p:txBody>
          <a:bodyPr/>
          <a:lstStyle/>
          <a:p>
            <a:r>
              <a:rPr lang="en-US" b="1" spc="-20">
                <a:solidFill>
                  <a:srgbClr val="00338D"/>
                </a:solidFill>
              </a:rPr>
              <a:t>Project [</a:t>
            </a:r>
            <a:r>
              <a:rPr lang="en-US" b="1" spc="-20">
                <a:solidFill>
                  <a:srgbClr val="FD349C"/>
                </a:solidFill>
              </a:rPr>
              <a:t>Project name</a:t>
            </a:r>
            <a:r>
              <a:rPr lang="en-US" b="1" spc="-20">
                <a:solidFill>
                  <a:srgbClr val="00338D"/>
                </a:solidFill>
              </a:rPr>
              <a:t>] — Financial and Tax [</a:t>
            </a:r>
            <a:r>
              <a:rPr lang="en-US" b="1" spc="-20">
                <a:solidFill>
                  <a:schemeClr val="accent6"/>
                </a:solidFill>
              </a:rPr>
              <a:t>, HR, IT, etc.</a:t>
            </a:r>
            <a:r>
              <a:rPr lang="en-US" b="1" spc="-20">
                <a:solidFill>
                  <a:srgbClr val="00338D"/>
                </a:solidFill>
              </a:rPr>
              <a:t>] due diligence</a:t>
            </a:r>
          </a:p>
          <a:p>
            <a:r>
              <a:rPr lang="en-US" spc="-20"/>
              <a:t>In accordance with the terms of reference set out in our engagement letter dated [</a:t>
            </a:r>
            <a:r>
              <a:rPr lang="en-US" spc="-20">
                <a:solidFill>
                  <a:srgbClr val="FD349C"/>
                </a:solidFill>
              </a:rPr>
              <a:t>date</a:t>
            </a:r>
            <a:r>
              <a:rPr lang="en-US" spc="-20"/>
              <a:t>] (“Engagement Letter”), we enclose a copy of our financial and tax [</a:t>
            </a:r>
            <a:r>
              <a:rPr lang="en-US" spc="-20">
                <a:solidFill>
                  <a:schemeClr val="accent6"/>
                </a:solidFill>
              </a:rPr>
              <a:t>HR, IT etc.</a:t>
            </a:r>
            <a:r>
              <a:rPr lang="en-US" spc="-20"/>
              <a:t>] due diligence report (“report”) on [</a:t>
            </a:r>
            <a:r>
              <a:rPr lang="en-US" spc="-20">
                <a:solidFill>
                  <a:srgbClr val="FD349C"/>
                </a:solidFill>
              </a:rPr>
              <a:t>Target name</a:t>
            </a:r>
            <a:r>
              <a:rPr lang="en-US" spc="-20"/>
              <a:t>] (“Target”) based on the scope of work agreed with you. Our work commenced on [</a:t>
            </a:r>
            <a:r>
              <a:rPr lang="en-US" spc="-20">
                <a:solidFill>
                  <a:srgbClr val="FD349C"/>
                </a:solidFill>
              </a:rPr>
              <a:t>date</a:t>
            </a:r>
            <a:r>
              <a:rPr lang="en-US" spc="-20"/>
              <a:t>] and our fieldwork was completed on [</a:t>
            </a:r>
            <a:r>
              <a:rPr lang="en-US" spc="-20">
                <a:solidFill>
                  <a:srgbClr val="FD349C"/>
                </a:solidFill>
              </a:rPr>
              <a:t>date</a:t>
            </a:r>
            <a:r>
              <a:rPr lang="en-US" spc="-20"/>
              <a:t>]. We have not undertaken to update our report for events or circumstances arising after that date.</a:t>
            </a:r>
            <a:endParaRPr lang="en-US" spc="-20">
              <a:cs typeface="Arial"/>
            </a:endParaRPr>
          </a:p>
          <a:p>
            <a:r>
              <a:rPr lang="en-US" spc="-20"/>
              <a:t>We draw your attention to the following matters:</a:t>
            </a:r>
            <a:endParaRPr lang="en-US" spc="-20">
              <a:cs typeface="Arial"/>
            </a:endParaRPr>
          </a:p>
          <a:p>
            <a:pPr marL="170815" indent="-170815">
              <a:buFont typeface="Arial" panose="020B0604020202020204" pitchFamily="34" charset="0"/>
              <a:buChar char="•"/>
            </a:pPr>
            <a:r>
              <a:rPr lang="en-US" spc="-20"/>
              <a:t>Our work on historical trading comprises the financial years ended [</a:t>
            </a:r>
            <a:r>
              <a:rPr lang="en-US" spc="-20">
                <a:solidFill>
                  <a:srgbClr val="FD349C"/>
                </a:solidFill>
              </a:rPr>
              <a:t>31 December 2022 and 2023, and year-to-date period until 30 June 2024</a:t>
            </a:r>
            <a:r>
              <a:rPr lang="en-US" spc="-20"/>
              <a:t>]. With respect to prospective financial trading, our scope of work includes [</a:t>
            </a:r>
            <a:r>
              <a:rPr lang="en-US" spc="-20">
                <a:solidFill>
                  <a:srgbClr val="FD349C"/>
                </a:solidFill>
              </a:rPr>
              <a:t>2024</a:t>
            </a:r>
            <a:r>
              <a:rPr lang="en-US" spc="-20"/>
              <a:t>] budget and [</a:t>
            </a:r>
            <a:r>
              <a:rPr lang="en-US" spc="-20">
                <a:solidFill>
                  <a:schemeClr val="accent6"/>
                </a:solidFill>
              </a:rPr>
              <a:t>2025-2026</a:t>
            </a:r>
            <a:r>
              <a:rPr lang="en-US" spc="-20"/>
              <a:t>] forecast.</a:t>
            </a:r>
            <a:endParaRPr lang="en-US" spc="-20">
              <a:cs typeface="Arial"/>
            </a:endParaRPr>
          </a:p>
          <a:p>
            <a:pPr marL="170815" indent="-170815">
              <a:buFont typeface="Arial" panose="020B0604020202020204" pitchFamily="34" charset="0"/>
              <a:buChar char="•"/>
            </a:pPr>
            <a:r>
              <a:rPr lang="en-US" spc="-20"/>
              <a:t>We have only covered the specific financial and tax issues agreed in the scope of work. We have not covered e.g., commercial, operational, environmental or legal matters [</a:t>
            </a:r>
            <a:r>
              <a:rPr lang="en-US" spc="-20">
                <a:solidFill>
                  <a:srgbClr val="FD349C"/>
                </a:solidFill>
              </a:rPr>
              <a:t>define the coverage</a:t>
            </a:r>
            <a:r>
              <a:rPr lang="en-US" spc="-20"/>
              <a:t>].</a:t>
            </a:r>
            <a:endParaRPr lang="en-US" spc="-20">
              <a:cs typeface="Arial"/>
            </a:endParaRPr>
          </a:p>
          <a:p>
            <a:pPr marL="170815" indent="-170815">
              <a:buFont typeface="Arial" panose="020B0604020202020204" pitchFamily="34" charset="0"/>
              <a:buChar char="•"/>
            </a:pPr>
            <a:r>
              <a:rPr lang="en-US" spc="-20"/>
              <a:t>The value creation opportunities shown are indicative estimates only and are based on limited information, high-level analysis and assumptions. The analysis have been carried out using limited data and do not comprise a detailed diagnostic. Accordingly, the analysis needs to be interpreted with caution.</a:t>
            </a:r>
            <a:endParaRPr lang="en-US" spc="-20">
              <a:cs typeface="Arial"/>
            </a:endParaRPr>
          </a:p>
          <a:p>
            <a:r>
              <a:rPr lang="en-US" spc="-20"/>
              <a:t>Please review the following documents in the appendices, which set out the basis and limitations of our work performed:</a:t>
            </a:r>
            <a:endParaRPr lang="en-US" spc="-20">
              <a:cs typeface="Arial"/>
            </a:endParaRPr>
          </a:p>
          <a:p>
            <a:pPr>
              <a:defRPr/>
            </a:pPr>
            <a:endParaRPr lang="en-US">
              <a:solidFill>
                <a:srgbClr val="00338D"/>
              </a:solidFill>
              <a:cs typeface="Arial" panose="020B0604020202020204" pitchFamily="34" charset="0"/>
            </a:endParaRPr>
          </a:p>
        </p:txBody>
      </p:sp>
      <p:sp>
        <p:nvSpPr>
          <p:cNvPr id="17" name="Text Placeholder 16">
            <a:extLst>
              <a:ext uri="{FF2B5EF4-FFF2-40B4-BE49-F238E27FC236}">
                <a16:creationId xmlns:a16="http://schemas.microsoft.com/office/drawing/2014/main" id="{B9940646-4424-0C1A-5A7C-D493E1AA01F8}"/>
              </a:ext>
            </a:extLst>
          </p:cNvPr>
          <p:cNvSpPr>
            <a:spLocks noGrp="1"/>
          </p:cNvSpPr>
          <p:nvPr>
            <p:ph type="body" sz="quarter" idx="15"/>
          </p:nvPr>
        </p:nvSpPr>
        <p:spPr/>
        <p:txBody>
          <a:bodyPr/>
          <a:lstStyle/>
          <a:p>
            <a:pPr>
              <a:defRPr/>
            </a:pPr>
            <a:r>
              <a:rPr lang="en-US" spc="-20"/>
              <a:t>You should note that our findings do not constitute recommendations to you as to whether or not you should proceed with the proposed transaction.</a:t>
            </a:r>
          </a:p>
          <a:p>
            <a:pPr>
              <a:defRPr/>
            </a:pPr>
            <a:r>
              <a:rPr lang="en-US" spc="-20"/>
              <a:t>Our report is confidential and is released to you on the basis that it is not to be copied, referred to or disclosed, in whole or in part, to any other party without our prior written consent, except as specifically provided in our Engagement Letter. In accordance with the Engagement Letter, you may disclose our report to your legal and other professional advisers in order to seek advice in relation to our work for you, provided that when doing so you inform them that, to the fullest extent permitted by law, we accept no responsibility or liability to them in connection with our report and our work for you.</a:t>
            </a:r>
          </a:p>
          <a:p>
            <a:pPr>
              <a:defRPr/>
            </a:pPr>
            <a:r>
              <a:rPr lang="en-US" spc="-20"/>
              <a:t>We would be pleased to receive your observations on our report. Please feel free to contact us to discuss.</a:t>
            </a:r>
          </a:p>
          <a:p>
            <a:pPr>
              <a:defRPr/>
            </a:pPr>
            <a:endParaRPr lang="en-US" spc="-20"/>
          </a:p>
          <a:p>
            <a:pPr>
              <a:defRPr/>
            </a:pPr>
            <a:r>
              <a:rPr lang="en-US" spc="-20"/>
              <a:t>Yours sincerely</a:t>
            </a:r>
          </a:p>
          <a:p>
            <a:pPr>
              <a:defRPr/>
            </a:pPr>
            <a:r>
              <a:rPr lang="en-US" spc="-20"/>
              <a:t>KPMG [</a:t>
            </a:r>
            <a:r>
              <a:rPr lang="en-US" spc="-20">
                <a:solidFill>
                  <a:schemeClr val="accent6"/>
                </a:solidFill>
              </a:rPr>
              <a:t>legal name</a:t>
            </a:r>
            <a:r>
              <a:rPr lang="en-US" spc="-20"/>
              <a:t>]</a:t>
            </a:r>
            <a:br>
              <a:rPr lang="en-US" spc="-20"/>
            </a:br>
            <a:endParaRPr lang="en-US" spc="-20"/>
          </a:p>
          <a:p>
            <a:pPr>
              <a:defRPr/>
            </a:pPr>
            <a:r>
              <a:rPr lang="en-US" spc="-20"/>
              <a:t>[</a:t>
            </a:r>
            <a:r>
              <a:rPr lang="en-US" spc="-20">
                <a:solidFill>
                  <a:schemeClr val="accent6"/>
                </a:solidFill>
              </a:rPr>
              <a:t>Partner name</a:t>
            </a:r>
            <a:r>
              <a:rPr lang="en-US" spc="-20"/>
              <a:t>]</a:t>
            </a:r>
          </a:p>
          <a:p>
            <a:pPr>
              <a:defRPr/>
            </a:pPr>
            <a:r>
              <a:rPr lang="en-US" spc="-20"/>
              <a:t>Partner, Deal Advisory</a:t>
            </a:r>
          </a:p>
          <a:p>
            <a:endParaRPr lang="en-US"/>
          </a:p>
        </p:txBody>
      </p:sp>
      <p:sp>
        <p:nvSpPr>
          <p:cNvPr id="9" name="Text Placeholder 8">
            <a:extLst>
              <a:ext uri="{FF2B5EF4-FFF2-40B4-BE49-F238E27FC236}">
                <a16:creationId xmlns:a16="http://schemas.microsoft.com/office/drawing/2014/main" id="{82FDC0D3-BAB1-6100-0A78-743BB68EB080}"/>
              </a:ext>
            </a:extLst>
          </p:cNvPr>
          <p:cNvSpPr>
            <a:spLocks noGrp="1"/>
          </p:cNvSpPr>
          <p:nvPr>
            <p:ph type="body" sz="quarter" idx="17"/>
          </p:nvPr>
        </p:nvSpPr>
        <p:spPr/>
        <p:txBody>
          <a:bodyPr/>
          <a:lstStyle/>
          <a:p>
            <a:pPr>
              <a:lnSpc>
                <a:spcPct val="100000"/>
              </a:lnSpc>
              <a:defRPr/>
            </a:pPr>
            <a:r>
              <a:rPr lang="en-US" spc="-20">
                <a:latin typeface="Arial"/>
              </a:rPr>
              <a:t>[</a:t>
            </a:r>
            <a:r>
              <a:rPr lang="en-US" spc="-20">
                <a:solidFill>
                  <a:srgbClr val="FD349C"/>
                </a:solidFill>
                <a:latin typeface="Arial"/>
              </a:rPr>
              <a:t>Company name</a:t>
            </a:r>
            <a:r>
              <a:rPr lang="en-US" spc="-20">
                <a:latin typeface="Arial"/>
              </a:rPr>
              <a:t>]</a:t>
            </a:r>
          </a:p>
          <a:p>
            <a:pPr>
              <a:lnSpc>
                <a:spcPct val="100000"/>
              </a:lnSpc>
              <a:defRPr/>
            </a:pPr>
            <a:r>
              <a:rPr lang="en-US" spc="-20" err="1">
                <a:latin typeface="Arial"/>
              </a:rPr>
              <a:t>Att</a:t>
            </a:r>
            <a:r>
              <a:rPr lang="en-US" spc="-20">
                <a:latin typeface="Arial"/>
              </a:rPr>
              <a:t>: [</a:t>
            </a:r>
            <a:r>
              <a:rPr lang="en-US" spc="-20">
                <a:solidFill>
                  <a:srgbClr val="FD349C"/>
                </a:solidFill>
                <a:latin typeface="Arial"/>
              </a:rPr>
              <a:t>client name</a:t>
            </a:r>
            <a:r>
              <a:rPr lang="en-US" spc="-20">
                <a:latin typeface="Arial"/>
              </a:rPr>
              <a:t>]</a:t>
            </a:r>
          </a:p>
          <a:p>
            <a:pPr>
              <a:lnSpc>
                <a:spcPct val="100000"/>
              </a:lnSpc>
              <a:defRPr/>
            </a:pPr>
            <a:r>
              <a:rPr lang="en-US" spc="-20">
                <a:latin typeface="Arial"/>
              </a:rPr>
              <a:t>[</a:t>
            </a:r>
            <a:r>
              <a:rPr lang="en-US" spc="-20">
                <a:solidFill>
                  <a:srgbClr val="FD349C"/>
                </a:solidFill>
                <a:latin typeface="Arial"/>
              </a:rPr>
              <a:t>Address line 1</a:t>
            </a:r>
            <a:r>
              <a:rPr lang="en-US" spc="-20">
                <a:latin typeface="Arial"/>
              </a:rPr>
              <a:t>]</a:t>
            </a:r>
          </a:p>
          <a:p>
            <a:pPr>
              <a:lnSpc>
                <a:spcPct val="100000"/>
              </a:lnSpc>
              <a:defRPr/>
            </a:pPr>
            <a:r>
              <a:rPr lang="en-US" spc="-20">
                <a:latin typeface="Arial"/>
              </a:rPr>
              <a:t>[</a:t>
            </a:r>
            <a:r>
              <a:rPr lang="en-US" spc="-20">
                <a:solidFill>
                  <a:srgbClr val="FD349C"/>
                </a:solidFill>
                <a:latin typeface="Arial"/>
              </a:rPr>
              <a:t>Address line 2</a:t>
            </a:r>
            <a:r>
              <a:rPr lang="en-US" spc="-20">
                <a:latin typeface="Arial"/>
              </a:rPr>
              <a:t>]</a:t>
            </a:r>
            <a:endParaRPr lang="en-US">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6067AABD-2F21-4B5F-A002-B9E2365D1D81}"/>
              </a:ext>
            </a:extLst>
          </p:cNvPr>
          <p:cNvSpPr txBox="1">
            <a:spLocks/>
          </p:cNvSpPr>
          <p:nvPr/>
        </p:nvSpPr>
        <p:spPr>
          <a:xfrm>
            <a:off x="1003201" y="5036962"/>
            <a:ext cx="1495999" cy="140488"/>
          </a:xfrm>
          <a:prstGeom prst="rect">
            <a:avLst/>
          </a:prstGeom>
          <a:noFill/>
        </p:spPr>
        <p:txBody>
          <a:bodyPr wrap="square" lIns="0" tIns="0" rIns="0" bIns="0" anchor="t">
            <a:spAutoFit/>
          </a:bodyPr>
          <a:lstStyle/>
          <a:p>
            <a:pPr defTabSz="914377">
              <a:lnSpc>
                <a:spcPct val="110000"/>
              </a:lnSpc>
              <a:spcAft>
                <a:spcPts val="600"/>
              </a:spcAft>
              <a:defRPr/>
            </a:pPr>
            <a:r>
              <a:rPr lang="en-US" sz="900" b="1">
                <a:solidFill>
                  <a:srgbClr val="00338D"/>
                </a:solidFill>
                <a:latin typeface="Arial"/>
              </a:rPr>
              <a:t>Important notice</a:t>
            </a:r>
          </a:p>
        </p:txBody>
      </p:sp>
      <p:sp>
        <p:nvSpPr>
          <p:cNvPr id="13" name="TextBox 12">
            <a:extLst>
              <a:ext uri="{FF2B5EF4-FFF2-40B4-BE49-F238E27FC236}">
                <a16:creationId xmlns:a16="http://schemas.microsoft.com/office/drawing/2014/main" id="{69E56E08-6471-40AF-880C-6E85BECC337B}"/>
              </a:ext>
            </a:extLst>
          </p:cNvPr>
          <p:cNvSpPr txBox="1">
            <a:spLocks/>
          </p:cNvSpPr>
          <p:nvPr/>
        </p:nvSpPr>
        <p:spPr>
          <a:xfrm>
            <a:off x="2560686" y="5036962"/>
            <a:ext cx="1495999" cy="140488"/>
          </a:xfrm>
          <a:prstGeom prst="rect">
            <a:avLst/>
          </a:prstGeom>
          <a:noFill/>
        </p:spPr>
        <p:txBody>
          <a:bodyPr wrap="square" lIns="0" tIns="0" rIns="0" bIns="0" anchor="t">
            <a:spAutoFit/>
          </a:bodyPr>
          <a:lstStyle/>
          <a:p>
            <a:pPr defTabSz="914377">
              <a:lnSpc>
                <a:spcPct val="110000"/>
              </a:lnSpc>
              <a:spcAft>
                <a:spcPts val="600"/>
              </a:spcAft>
              <a:defRPr/>
            </a:pPr>
            <a:r>
              <a:rPr lang="en-US" sz="900" b="1">
                <a:solidFill>
                  <a:srgbClr val="00338D"/>
                </a:solidFill>
                <a:latin typeface="Arial"/>
              </a:rPr>
              <a:t>Basis of preparation</a:t>
            </a:r>
          </a:p>
        </p:txBody>
      </p:sp>
      <p:sp>
        <p:nvSpPr>
          <p:cNvPr id="15" name="TextBox 14">
            <a:extLst>
              <a:ext uri="{FF2B5EF4-FFF2-40B4-BE49-F238E27FC236}">
                <a16:creationId xmlns:a16="http://schemas.microsoft.com/office/drawing/2014/main" id="{B05613C6-A977-441A-B11F-00CF7637DE28}"/>
              </a:ext>
            </a:extLst>
          </p:cNvPr>
          <p:cNvSpPr txBox="1">
            <a:spLocks/>
          </p:cNvSpPr>
          <p:nvPr/>
        </p:nvSpPr>
        <p:spPr>
          <a:xfrm>
            <a:off x="4300123" y="5036962"/>
            <a:ext cx="1661524" cy="140488"/>
          </a:xfrm>
          <a:prstGeom prst="rect">
            <a:avLst/>
          </a:prstGeom>
          <a:noFill/>
        </p:spPr>
        <p:txBody>
          <a:bodyPr wrap="square" lIns="0" tIns="0" rIns="0" bIns="0" anchor="t">
            <a:spAutoFit/>
          </a:bodyPr>
          <a:lstStyle/>
          <a:p>
            <a:pPr defTabSz="914377">
              <a:lnSpc>
                <a:spcPct val="110000"/>
              </a:lnSpc>
              <a:spcAft>
                <a:spcPts val="600"/>
              </a:spcAft>
              <a:defRPr/>
            </a:pPr>
            <a:r>
              <a:rPr lang="en-US" sz="900" b="1">
                <a:solidFill>
                  <a:srgbClr val="00338D"/>
                </a:solidFill>
                <a:latin typeface="Arial"/>
              </a:rPr>
              <a:t>Scope of work</a:t>
            </a:r>
          </a:p>
        </p:txBody>
      </p:sp>
      <mc:AlternateContent xmlns:mc="http://schemas.openxmlformats.org/markup-compatibility/2006" xmlns:pslz="http://schemas.microsoft.com/office/powerpoint/2016/slidezoom">
        <mc:Choice Requires="pslz">
          <p:graphicFrame>
            <p:nvGraphicFramePr>
              <p:cNvPr id="14" name="Slide Zoom 13">
                <a:extLst>
                  <a:ext uri="{FF2B5EF4-FFF2-40B4-BE49-F238E27FC236}">
                    <a16:creationId xmlns:a16="http://schemas.microsoft.com/office/drawing/2014/main" id="{530B55F1-F5D4-4709-96ED-5C698A38863B}"/>
                  </a:ext>
                </a:extLst>
              </p:cNvPr>
              <p:cNvGraphicFramePr>
                <a:graphicFrameLocks noChangeAspect="1"/>
              </p:cNvGraphicFramePr>
              <p:nvPr>
                <p:extLst>
                  <p:ext uri="{D42A27DB-BD31-4B8C-83A1-F6EECF244321}">
                    <p14:modId xmlns:p14="http://schemas.microsoft.com/office/powerpoint/2010/main" val="1085559474"/>
                  </p:ext>
                </p:extLst>
              </p:nvPr>
            </p:nvGraphicFramePr>
            <p:xfrm>
              <a:off x="1003200" y="5239782"/>
              <a:ext cx="896000" cy="504000"/>
            </p:xfrm>
            <a:graphic>
              <a:graphicData uri="http://schemas.microsoft.com/office/powerpoint/2016/slidezoom">
                <pslz:sldZm>
                  <pslz:sldZmObj sldId="651" cId="1704508770">
                    <pslz:zmPr id="{AE37B2F7-2F81-4834-8F75-52B4575EAB71}" returnToParent="0" transitionDur="1000">
                      <p166:blipFill xmlns:p166="http://schemas.microsoft.com/office/powerpoint/2016/6/main">
                        <a:blip r:embed="rId5"/>
                        <a:stretch>
                          <a:fillRect/>
                        </a:stretch>
                      </p166:blipFill>
                      <p166:spPr xmlns:p166="http://schemas.microsoft.com/office/powerpoint/2016/6/main">
                        <a:xfrm>
                          <a:off x="0" y="0"/>
                          <a:ext cx="896000" cy="504000"/>
                        </a:xfrm>
                        <a:prstGeom prst="rect">
                          <a:avLst/>
                        </a:prstGeom>
                        <a:ln w="6350">
                          <a:solidFill>
                            <a:schemeClr val="tx1"/>
                          </a:solidFill>
                        </a:ln>
                      </p166:spPr>
                    </pslz:zmPr>
                  </pslz:sldZmObj>
                </pslz:sldZm>
              </a:graphicData>
            </a:graphic>
          </p:graphicFrame>
        </mc:Choice>
        <mc:Fallback xmlns="">
          <p:pic>
            <p:nvPicPr>
              <p:cNvPr id="14" name="Slide Zoom 13">
                <a:hlinkClick r:id="rId6" action="ppaction://hlinksldjump"/>
                <a:extLst>
                  <a:ext uri="{FF2B5EF4-FFF2-40B4-BE49-F238E27FC236}">
                    <a16:creationId xmlns:a16="http://schemas.microsoft.com/office/drawing/2014/main" id="{530B55F1-F5D4-4709-96ED-5C698A38863B}"/>
                  </a:ext>
                </a:extLst>
              </p:cNvPr>
              <p:cNvPicPr>
                <a:picLocks noGrp="1" noRot="1" noChangeAspect="1" noMove="1" noResize="1" noEditPoints="1" noAdjustHandles="1" noChangeArrowheads="1" noChangeShapeType="1"/>
              </p:cNvPicPr>
              <p:nvPr/>
            </p:nvPicPr>
            <p:blipFill>
              <a:blip r:embed="rId7"/>
              <a:stretch>
                <a:fillRect/>
              </a:stretch>
            </p:blipFill>
            <p:spPr>
              <a:xfrm>
                <a:off x="1003200" y="5239782"/>
                <a:ext cx="896000" cy="504000"/>
              </a:xfrm>
              <a:prstGeom prst="rect">
                <a:avLst/>
              </a:prstGeom>
              <a:ln w="6350">
                <a:solidFill>
                  <a:schemeClr val="tx1"/>
                </a:solidFill>
              </a:ln>
            </p:spPr>
          </p:pic>
        </mc:Fallback>
      </mc:AlternateContent>
      <mc:AlternateContent xmlns:mc="http://schemas.openxmlformats.org/markup-compatibility/2006" xmlns:pslz="http://schemas.microsoft.com/office/powerpoint/2016/slidezoom">
        <mc:Choice Requires="pslz">
          <p:graphicFrame>
            <p:nvGraphicFramePr>
              <p:cNvPr id="22" name="Slide Zoom 21">
                <a:extLst>
                  <a:ext uri="{FF2B5EF4-FFF2-40B4-BE49-F238E27FC236}">
                    <a16:creationId xmlns:a16="http://schemas.microsoft.com/office/drawing/2014/main" id="{5B1DBA6D-AB55-4668-8F12-08C19FABCE47}"/>
                  </a:ext>
                </a:extLst>
              </p:cNvPr>
              <p:cNvGraphicFramePr>
                <a:graphicFrameLocks noChangeAspect="1"/>
              </p:cNvGraphicFramePr>
              <p:nvPr>
                <p:extLst>
                  <p:ext uri="{D42A27DB-BD31-4B8C-83A1-F6EECF244321}">
                    <p14:modId xmlns:p14="http://schemas.microsoft.com/office/powerpoint/2010/main" val="12140828"/>
                  </p:ext>
                </p:extLst>
              </p:nvPr>
            </p:nvGraphicFramePr>
            <p:xfrm>
              <a:off x="2560685" y="5239782"/>
              <a:ext cx="896000" cy="504000"/>
            </p:xfrm>
            <a:graphic>
              <a:graphicData uri="http://schemas.microsoft.com/office/powerpoint/2016/slidezoom">
                <pslz:sldZm>
                  <pslz:sldZmObj sldId="836" cId="3326983360">
                    <pslz:zmPr id="{64A51F5A-A264-49C8-B0D2-94EC341145F4}" returnToParent="0" transitionDur="1000">
                      <p166:blipFill xmlns:p166="http://schemas.microsoft.com/office/powerpoint/2016/6/main">
                        <a:blip r:embed="rId8"/>
                        <a:stretch>
                          <a:fillRect/>
                        </a:stretch>
                      </p166:blipFill>
                      <p166:spPr xmlns:p166="http://schemas.microsoft.com/office/powerpoint/2016/6/main">
                        <a:xfrm>
                          <a:off x="0" y="0"/>
                          <a:ext cx="896000" cy="504000"/>
                        </a:xfrm>
                        <a:prstGeom prst="rect">
                          <a:avLst/>
                        </a:prstGeom>
                        <a:ln w="6350">
                          <a:solidFill>
                            <a:schemeClr val="tx1"/>
                          </a:solidFill>
                        </a:ln>
                      </p166:spPr>
                    </pslz:zmPr>
                  </pslz:sldZmObj>
                </pslz:sldZm>
              </a:graphicData>
            </a:graphic>
          </p:graphicFrame>
        </mc:Choice>
        <mc:Fallback xmlns="">
          <p:pic>
            <p:nvPicPr>
              <p:cNvPr id="22" name="Slide Zoom 21">
                <a:hlinkClick r:id="rId9" action="ppaction://hlinksldjump"/>
                <a:extLst>
                  <a:ext uri="{FF2B5EF4-FFF2-40B4-BE49-F238E27FC236}">
                    <a16:creationId xmlns:a16="http://schemas.microsoft.com/office/drawing/2014/main" id="{5B1DBA6D-AB55-4668-8F12-08C19FABCE47}"/>
                  </a:ext>
                </a:extLst>
              </p:cNvPr>
              <p:cNvPicPr>
                <a:picLocks noGrp="1" noRot="1" noChangeAspect="1" noMove="1" noResize="1" noEditPoints="1" noAdjustHandles="1" noChangeArrowheads="1" noChangeShapeType="1"/>
              </p:cNvPicPr>
              <p:nvPr/>
            </p:nvPicPr>
            <p:blipFill>
              <a:blip r:embed="rId10"/>
              <a:stretch>
                <a:fillRect/>
              </a:stretch>
            </p:blipFill>
            <p:spPr>
              <a:xfrm>
                <a:off x="2560685" y="5239782"/>
                <a:ext cx="896000" cy="504000"/>
              </a:xfrm>
              <a:prstGeom prst="rect">
                <a:avLst/>
              </a:prstGeom>
              <a:ln w="6350">
                <a:solidFill>
                  <a:schemeClr val="tx1"/>
                </a:solidFill>
              </a:ln>
            </p:spPr>
          </p:pic>
        </mc:Fallback>
      </mc:AlternateContent>
      <mc:AlternateContent xmlns:mc="http://schemas.openxmlformats.org/markup-compatibility/2006" xmlns:pslz="http://schemas.microsoft.com/office/powerpoint/2016/slidezoom">
        <mc:Choice Requires="pslz">
          <p:graphicFrame>
            <p:nvGraphicFramePr>
              <p:cNvPr id="23" name="Slide Zoom 22">
                <a:extLst>
                  <a:ext uri="{FF2B5EF4-FFF2-40B4-BE49-F238E27FC236}">
                    <a16:creationId xmlns:a16="http://schemas.microsoft.com/office/drawing/2014/main" id="{43323D34-B902-4F6D-B236-A375B09ED7C8}"/>
                  </a:ext>
                </a:extLst>
              </p:cNvPr>
              <p:cNvGraphicFramePr>
                <a:graphicFrameLocks noChangeAspect="1"/>
              </p:cNvGraphicFramePr>
              <p:nvPr>
                <p:extLst>
                  <p:ext uri="{D42A27DB-BD31-4B8C-83A1-F6EECF244321}">
                    <p14:modId xmlns:p14="http://schemas.microsoft.com/office/powerpoint/2010/main" val="2984415906"/>
                  </p:ext>
                </p:extLst>
              </p:nvPr>
            </p:nvGraphicFramePr>
            <p:xfrm>
              <a:off x="4300123" y="5239782"/>
              <a:ext cx="896000" cy="504000"/>
            </p:xfrm>
            <a:graphic>
              <a:graphicData uri="http://schemas.microsoft.com/office/powerpoint/2016/slidezoom">
                <pslz:sldZm>
                  <pslz:sldZmObj sldId="691" cId="4137788745">
                    <pslz:zmPr id="{E6E943C9-AA5D-4D2F-A112-C4E4C07BB2CB}" returnToParent="0" transitionDur="1000">
                      <p166:blipFill xmlns:p166="http://schemas.microsoft.com/office/powerpoint/2016/6/main">
                        <a:blip r:embed="rId11"/>
                        <a:stretch>
                          <a:fillRect/>
                        </a:stretch>
                      </p166:blipFill>
                      <p166:spPr xmlns:p166="http://schemas.microsoft.com/office/powerpoint/2016/6/main">
                        <a:xfrm>
                          <a:off x="0" y="0"/>
                          <a:ext cx="896000" cy="504000"/>
                        </a:xfrm>
                        <a:prstGeom prst="rect">
                          <a:avLst/>
                        </a:prstGeom>
                        <a:ln w="6350">
                          <a:solidFill>
                            <a:schemeClr val="tx1"/>
                          </a:solidFill>
                        </a:ln>
                      </p166:spPr>
                    </pslz:zmPr>
                  </pslz:sldZmObj>
                </pslz:sldZm>
              </a:graphicData>
            </a:graphic>
          </p:graphicFrame>
        </mc:Choice>
        <mc:Fallback xmlns="">
          <p:pic>
            <p:nvPicPr>
              <p:cNvPr id="23" name="Slide Zoom 22">
                <a:hlinkClick r:id="rId12" action="ppaction://hlinksldjump"/>
                <a:extLst>
                  <a:ext uri="{FF2B5EF4-FFF2-40B4-BE49-F238E27FC236}">
                    <a16:creationId xmlns:a16="http://schemas.microsoft.com/office/drawing/2014/main" id="{43323D34-B902-4F6D-B236-A375B09ED7C8}"/>
                  </a:ext>
                </a:extLst>
              </p:cNvPr>
              <p:cNvPicPr>
                <a:picLocks noGrp="1" noRot="1" noChangeAspect="1" noMove="1" noResize="1" noEditPoints="1" noAdjustHandles="1" noChangeArrowheads="1" noChangeShapeType="1"/>
              </p:cNvPicPr>
              <p:nvPr/>
            </p:nvPicPr>
            <p:blipFill>
              <a:blip r:embed="rId13"/>
              <a:stretch>
                <a:fillRect/>
              </a:stretch>
            </p:blipFill>
            <p:spPr>
              <a:xfrm>
                <a:off x="4300123" y="5239782"/>
                <a:ext cx="896000" cy="504000"/>
              </a:xfrm>
              <a:prstGeom prst="rect">
                <a:avLst/>
              </a:prstGeom>
              <a:ln w="6350">
                <a:solidFill>
                  <a:schemeClr val="tx1"/>
                </a:solidFill>
              </a:ln>
            </p:spPr>
          </p:pic>
        </mc:Fallback>
      </mc:AlternateContent>
      <p:sp>
        <p:nvSpPr>
          <p:cNvPr id="2" name="Rectangle 1">
            <a:extLst>
              <a:ext uri="{FF2B5EF4-FFF2-40B4-BE49-F238E27FC236}">
                <a16:creationId xmlns:a16="http://schemas.microsoft.com/office/drawing/2014/main" id="{B74F7D34-BC3F-0777-C987-5C8E7993310D}"/>
              </a:ext>
            </a:extLst>
          </p:cNvPr>
          <p:cNvSpPr/>
          <p:nvPr/>
        </p:nvSpPr>
        <p:spPr>
          <a:xfrm>
            <a:off x="10885714" y="422618"/>
            <a:ext cx="1263574" cy="1144925"/>
          </a:xfrm>
          <a:prstGeom prst="rect">
            <a:avLst/>
          </a:prstGeom>
          <a:solidFill>
            <a:srgbClr val="FFFF00"/>
          </a:solidFill>
          <a:ln w="76200">
            <a:solidFill>
              <a:srgbClr val="BC204B"/>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1000">
                <a:solidFill>
                  <a:srgbClr val="BC204B"/>
                </a:solidFill>
              </a:rPr>
              <a:t>FDD final version</a:t>
            </a:r>
          </a:p>
          <a:p>
            <a:pPr algn="ctr"/>
            <a:r>
              <a:rPr lang="en-US" sz="1000">
                <a:solidFill>
                  <a:srgbClr val="BC204B"/>
                </a:solidFill>
              </a:rPr>
              <a:t>(remove DRAFT stamp)</a:t>
            </a:r>
          </a:p>
          <a:p>
            <a:pPr algn="ctr"/>
            <a:endParaRPr lang="en-US" sz="1000">
              <a:solidFill>
                <a:srgbClr val="BC204B"/>
              </a:solidFill>
            </a:endParaRPr>
          </a:p>
          <a:p>
            <a:pPr algn="ctr"/>
            <a:r>
              <a:rPr lang="en-US" sz="1000">
                <a:solidFill>
                  <a:srgbClr val="BC204B"/>
                </a:solidFill>
              </a:rPr>
              <a:t>Need to be localized! </a:t>
            </a:r>
          </a:p>
        </p:txBody>
      </p:sp>
    </p:spTree>
    <p:extLst>
      <p:ext uri="{BB962C8B-B14F-4D97-AF65-F5344CB8AC3E}">
        <p14:creationId xmlns:p14="http://schemas.microsoft.com/office/powerpoint/2010/main" val="32263408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66C5109-0111-4E17-8D7D-F69D2B2B94DC}"/>
              </a:ext>
            </a:extLst>
          </p:cNvPr>
          <p:cNvGraphicFramePr>
            <a:graphicFrameLocks noChangeAspect="1"/>
          </p:cNvGraphicFramePr>
          <p:nvPr>
            <p:custDataLst>
              <p:tags r:id="rId1"/>
            </p:custDataLst>
            <p:extLst>
              <p:ext uri="{D42A27DB-BD31-4B8C-83A1-F6EECF244321}">
                <p14:modId xmlns:p14="http://schemas.microsoft.com/office/powerpoint/2010/main" val="4265009623"/>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466C5109-0111-4E17-8D7D-F69D2B2B94DC}"/>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graphicFrame>
        <p:nvGraphicFramePr>
          <p:cNvPr id="3" name="Table 7">
            <a:extLst>
              <a:ext uri="{FF2B5EF4-FFF2-40B4-BE49-F238E27FC236}">
                <a16:creationId xmlns:a16="http://schemas.microsoft.com/office/drawing/2014/main" id="{008556B3-3B73-0A2B-433B-13CFAE767C14}"/>
              </a:ext>
            </a:extLst>
          </p:cNvPr>
          <p:cNvGraphicFramePr>
            <a:graphicFrameLocks/>
          </p:cNvGraphicFramePr>
          <p:nvPr>
            <p:extLst>
              <p:ext uri="{D42A27DB-BD31-4B8C-83A1-F6EECF244321}">
                <p14:modId xmlns:p14="http://schemas.microsoft.com/office/powerpoint/2010/main" val="3759641613"/>
              </p:ext>
            </p:extLst>
          </p:nvPr>
        </p:nvGraphicFramePr>
        <p:xfrm>
          <a:off x="1293813" y="3022600"/>
          <a:ext cx="6321424" cy="2743200"/>
        </p:xfrm>
        <a:graphic>
          <a:graphicData uri="http://schemas.openxmlformats.org/drawingml/2006/table">
            <a:tbl>
              <a:tblPr firstRow="1" bandRow="1">
                <a:tableStyleId>{5C22544A-7EE6-4342-B048-85BDC9FD1C3A}</a:tableStyleId>
              </a:tblPr>
              <a:tblGrid>
                <a:gridCol w="995362">
                  <a:extLst>
                    <a:ext uri="{9D8B030D-6E8A-4147-A177-3AD203B41FA5}">
                      <a16:colId xmlns:a16="http://schemas.microsoft.com/office/drawing/2014/main" val="742544998"/>
                    </a:ext>
                  </a:extLst>
                </a:gridCol>
                <a:gridCol w="4521201">
                  <a:extLst>
                    <a:ext uri="{9D8B030D-6E8A-4147-A177-3AD203B41FA5}">
                      <a16:colId xmlns:a16="http://schemas.microsoft.com/office/drawing/2014/main" val="1401308672"/>
                    </a:ext>
                  </a:extLst>
                </a:gridCol>
                <a:gridCol w="804861">
                  <a:extLst>
                    <a:ext uri="{9D8B030D-6E8A-4147-A177-3AD203B41FA5}">
                      <a16:colId xmlns:a16="http://schemas.microsoft.com/office/drawing/2014/main" val="4196980023"/>
                    </a:ext>
                  </a:extLst>
                </a:gridCol>
              </a:tblGrid>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0" u="none" kern="1200">
                          <a:solidFill>
                            <a:schemeClr val="bg1"/>
                          </a:solidFill>
                          <a:latin typeface="+mj-lt"/>
                          <a:ea typeface="+mn-ea"/>
                          <a:cs typeface="+mn-cs"/>
                        </a:rPr>
                        <a:t>01</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a:solidFill>
                            <a:schemeClr val="bg1"/>
                          </a:solidFill>
                        </a:rPr>
                        <a:t>Financial benchmarking</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sz="1600" b="0">
                          <a:solidFill>
                            <a:schemeClr val="bg1"/>
                          </a:solidFill>
                        </a:rPr>
                        <a:t>55–56</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93307755"/>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02</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bg1"/>
                          </a:solidFill>
                        </a:rPr>
                        <a:t>Indicative upside potential by area</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a:solidFill>
                            <a:schemeClr val="bg1"/>
                          </a:solidFill>
                        </a:rPr>
                        <a:t>57</a:t>
                      </a:r>
                      <a:r>
                        <a:rPr lang="en-US" sz="1600" b="0">
                          <a:solidFill>
                            <a:schemeClr val="bg1"/>
                          </a:solidFill>
                        </a:rPr>
                        <a:t>–</a:t>
                      </a:r>
                      <a:r>
                        <a:rPr lang="en-US" sz="1600">
                          <a:solidFill>
                            <a:schemeClr val="bg1"/>
                          </a:solidFill>
                        </a:rPr>
                        <a:t>58</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88271"/>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03</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bg1"/>
                          </a:solidFill>
                        </a:rPr>
                        <a:t>Summary of upside potential</a:t>
                      </a: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a:solidFill>
                            <a:schemeClr val="bg1"/>
                          </a:solidFill>
                        </a:rPr>
                        <a:t>59</a:t>
                      </a:r>
                      <a:r>
                        <a:rPr lang="en-US" sz="1600" b="0">
                          <a:solidFill>
                            <a:schemeClr val="bg1"/>
                          </a:solidFill>
                        </a:rPr>
                        <a:t>–60</a:t>
                      </a:r>
                      <a:endParaRPr lang="en-US" sz="1600">
                        <a:solidFill>
                          <a:schemeClr val="bg1"/>
                        </a:solidFill>
                      </a:endParaRP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9013508"/>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endParaRPr lang="en-US" sz="3200" b="1" u="none" kern="1200">
                        <a:solidFill>
                          <a:schemeClr val="bg1"/>
                        </a:solidFill>
                        <a:latin typeface="+mj-lt"/>
                        <a:ea typeface="+mn-ea"/>
                        <a:cs typeface="+mn-cs"/>
                      </a:endParaRP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a:solidFill>
                          <a:schemeClr val="bg1"/>
                        </a:solidFill>
                      </a:endParaRP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a:endParaRPr lang="en-US" sz="1600">
                        <a:solidFill>
                          <a:schemeClr val="bg1"/>
                        </a:solidFill>
                      </a:endParaRP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30954912"/>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endParaRPr lang="en-US" sz="3200" b="1" u="none" kern="1200">
                        <a:solidFill>
                          <a:schemeClr val="bg1"/>
                        </a:solidFill>
                        <a:latin typeface="+mj-lt"/>
                        <a:ea typeface="+mn-ea"/>
                        <a:cs typeface="+mn-cs"/>
                      </a:endParaRP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a:solidFill>
                          <a:schemeClr val="bg1"/>
                        </a:solidFill>
                      </a:endParaRP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a:endParaRPr lang="en-US" sz="1600">
                        <a:solidFill>
                          <a:schemeClr val="bg1"/>
                        </a:solidFill>
                      </a:endParaRP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57734648"/>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endParaRPr lang="en-US" sz="3200" b="1" u="none" kern="1200">
                        <a:solidFill>
                          <a:schemeClr val="bg1"/>
                        </a:solidFill>
                        <a:latin typeface="+mj-lt"/>
                        <a:ea typeface="+mn-ea"/>
                        <a:cs typeface="+mn-cs"/>
                      </a:endParaRP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a:solidFill>
                          <a:schemeClr val="bg1"/>
                        </a:solidFill>
                      </a:endParaRP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1600">
                        <a:solidFill>
                          <a:schemeClr val="bg1"/>
                        </a:solidFill>
                      </a:endParaRPr>
                    </a:p>
                  </a:txBody>
                  <a:tcPr marL="36000" marR="3600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915418"/>
                  </a:ext>
                </a:extLst>
              </a:tr>
            </a:tbl>
          </a:graphicData>
        </a:graphic>
      </p:graphicFrame>
      <p:sp>
        <p:nvSpPr>
          <p:cNvPr id="4" name="Text Placeholder 3">
            <a:extLst>
              <a:ext uri="{FF2B5EF4-FFF2-40B4-BE49-F238E27FC236}">
                <a16:creationId xmlns:a16="http://schemas.microsoft.com/office/drawing/2014/main" id="{A97AF671-F83C-4C73-B887-334A69D8A375}"/>
              </a:ext>
            </a:extLst>
          </p:cNvPr>
          <p:cNvSpPr>
            <a:spLocks noGrp="1"/>
          </p:cNvSpPr>
          <p:nvPr>
            <p:ph type="body" sz="quarter" idx="14"/>
          </p:nvPr>
        </p:nvSpPr>
        <p:spPr/>
        <p:txBody>
          <a:bodyPr/>
          <a:lstStyle/>
          <a:p>
            <a:r>
              <a:rPr lang="en-US"/>
              <a:t>07</a:t>
            </a:r>
          </a:p>
        </p:txBody>
      </p:sp>
      <p:sp>
        <p:nvSpPr>
          <p:cNvPr id="2" name="Title 1">
            <a:extLst>
              <a:ext uri="{FF2B5EF4-FFF2-40B4-BE49-F238E27FC236}">
                <a16:creationId xmlns:a16="http://schemas.microsoft.com/office/drawing/2014/main" id="{99EB806D-E49B-4342-86BA-76DFA48575D9}"/>
              </a:ext>
            </a:extLst>
          </p:cNvPr>
          <p:cNvSpPr>
            <a:spLocks noGrp="1"/>
          </p:cNvSpPr>
          <p:nvPr>
            <p:ph type="ctrTitle"/>
          </p:nvPr>
        </p:nvSpPr>
        <p:spPr/>
        <p:txBody>
          <a:bodyPr vert="horz"/>
          <a:lstStyle/>
          <a:p>
            <a:r>
              <a:rPr lang="en-US"/>
              <a:t>Value creation potential</a:t>
            </a:r>
          </a:p>
        </p:txBody>
      </p:sp>
      <p:sp>
        <p:nvSpPr>
          <p:cNvPr id="17" name="Rectangle 16">
            <a:hlinkClick r:id="rId5" action="ppaction://hlinksldjump"/>
            <a:extLst>
              <a:ext uri="{FF2B5EF4-FFF2-40B4-BE49-F238E27FC236}">
                <a16:creationId xmlns:a16="http://schemas.microsoft.com/office/drawing/2014/main" id="{4C6E4740-D237-48FB-BAAE-8758F04F525D}"/>
              </a:ext>
            </a:extLst>
          </p:cNvPr>
          <p:cNvSpPr/>
          <p:nvPr/>
        </p:nvSpPr>
        <p:spPr>
          <a:xfrm>
            <a:off x="1312805" y="3077232"/>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a:solidFill>
                <a:schemeClr val="bg1"/>
              </a:solidFill>
            </a:endParaRPr>
          </a:p>
        </p:txBody>
      </p:sp>
      <p:sp>
        <p:nvSpPr>
          <p:cNvPr id="26" name="Rectangle 25">
            <a:hlinkClick r:id="rId6" action="ppaction://hlinksldjump"/>
            <a:extLst>
              <a:ext uri="{FF2B5EF4-FFF2-40B4-BE49-F238E27FC236}">
                <a16:creationId xmlns:a16="http://schemas.microsoft.com/office/drawing/2014/main" id="{3EBBCC8B-77E4-4672-8805-1FA9919C0307}"/>
              </a:ext>
            </a:extLst>
          </p:cNvPr>
          <p:cNvSpPr/>
          <p:nvPr/>
        </p:nvSpPr>
        <p:spPr>
          <a:xfrm>
            <a:off x="1312805" y="3552909"/>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err="1">
              <a:solidFill>
                <a:schemeClr val="bg1"/>
              </a:solidFill>
            </a:endParaRPr>
          </a:p>
        </p:txBody>
      </p:sp>
      <p:sp>
        <p:nvSpPr>
          <p:cNvPr id="28" name="Rectangle 27">
            <a:hlinkClick r:id="rId7" action="ppaction://hlinksldjump"/>
            <a:extLst>
              <a:ext uri="{FF2B5EF4-FFF2-40B4-BE49-F238E27FC236}">
                <a16:creationId xmlns:a16="http://schemas.microsoft.com/office/drawing/2014/main" id="{42E7002A-01C3-4138-8605-CE76327A0B73}"/>
              </a:ext>
            </a:extLst>
          </p:cNvPr>
          <p:cNvSpPr/>
          <p:nvPr/>
        </p:nvSpPr>
        <p:spPr>
          <a:xfrm>
            <a:off x="1312805" y="4008538"/>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err="1">
              <a:solidFill>
                <a:schemeClr val="bg1"/>
              </a:solidFill>
            </a:endParaRPr>
          </a:p>
        </p:txBody>
      </p:sp>
    </p:spTree>
    <p:extLst>
      <p:ext uri="{BB962C8B-B14F-4D97-AF65-F5344CB8AC3E}">
        <p14:creationId xmlns:p14="http://schemas.microsoft.com/office/powerpoint/2010/main" val="1067153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63992F3E-CE90-489B-B9F9-45DB1D26B27B}"/>
              </a:ext>
            </a:extLst>
          </p:cNvPr>
          <p:cNvGraphicFramePr>
            <a:graphicFrameLocks noChangeAspect="1"/>
          </p:cNvGraphicFramePr>
          <p:nvPr>
            <p:custDataLst>
              <p:tags r:id="rId1"/>
            </p:custDataLst>
            <p:extLst>
              <p:ext uri="{D42A27DB-BD31-4B8C-83A1-F6EECF244321}">
                <p14:modId xmlns:p14="http://schemas.microsoft.com/office/powerpoint/2010/main" val="1302894436"/>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11" name="Object 10" hidden="1">
                        <a:extLst>
                          <a:ext uri="{FF2B5EF4-FFF2-40B4-BE49-F238E27FC236}">
                            <a16:creationId xmlns:a16="http://schemas.microsoft.com/office/drawing/2014/main" id="{63992F3E-CE90-489B-B9F9-45DB1D26B27B}"/>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0B97B43B-0B32-42C4-AC60-5E39F264A7B2}"/>
              </a:ext>
            </a:extLst>
          </p:cNvPr>
          <p:cNvSpPr>
            <a:spLocks noGrp="1"/>
          </p:cNvSpPr>
          <p:nvPr>
            <p:ph type="title"/>
          </p:nvPr>
        </p:nvSpPr>
        <p:spPr/>
        <p:txBody>
          <a:bodyPr/>
          <a:lstStyle/>
          <a:p>
            <a:r>
              <a:rPr lang="en-US"/>
              <a:t>Financial benchmarking — Methodology and sample set</a:t>
            </a:r>
          </a:p>
        </p:txBody>
      </p:sp>
      <p:sp>
        <p:nvSpPr>
          <p:cNvPr id="24" name="Rectangle 23">
            <a:extLst>
              <a:ext uri="{FF2B5EF4-FFF2-40B4-BE49-F238E27FC236}">
                <a16:creationId xmlns:a16="http://schemas.microsoft.com/office/drawing/2014/main" id="{28EC7C59-8E14-41A0-9F6B-508354EEF842}"/>
              </a:ext>
            </a:extLst>
          </p:cNvPr>
          <p:cNvSpPr/>
          <p:nvPr/>
        </p:nvSpPr>
        <p:spPr>
          <a:xfrm>
            <a:off x="3570501" y="3405654"/>
            <a:ext cx="2448000" cy="2469467"/>
          </a:xfrm>
          <a:prstGeom prst="rect">
            <a:avLst/>
          </a:prstGeom>
          <a:solidFill>
            <a:srgbClr val="E5E5E5"/>
          </a:solidFill>
          <a:ln>
            <a:solidFill>
              <a:srgbClr val="E5E5E5"/>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5" name="Rectangle 24">
            <a:extLst>
              <a:ext uri="{FF2B5EF4-FFF2-40B4-BE49-F238E27FC236}">
                <a16:creationId xmlns:a16="http://schemas.microsoft.com/office/drawing/2014/main" id="{391655C2-0497-433C-A470-13A554562555}"/>
              </a:ext>
            </a:extLst>
          </p:cNvPr>
          <p:cNvSpPr/>
          <p:nvPr/>
        </p:nvSpPr>
        <p:spPr>
          <a:xfrm>
            <a:off x="6142740" y="3405654"/>
            <a:ext cx="2448000" cy="2469467"/>
          </a:xfrm>
          <a:prstGeom prst="rect">
            <a:avLst/>
          </a:prstGeom>
          <a:solidFill>
            <a:srgbClr val="E5E5E5"/>
          </a:solidFill>
          <a:ln>
            <a:solidFill>
              <a:srgbClr val="E5E5E5"/>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6" name="Rectangle 25">
            <a:extLst>
              <a:ext uri="{FF2B5EF4-FFF2-40B4-BE49-F238E27FC236}">
                <a16:creationId xmlns:a16="http://schemas.microsoft.com/office/drawing/2014/main" id="{4E30E0EA-5B21-43BE-9A58-28BAD080121A}"/>
              </a:ext>
            </a:extLst>
          </p:cNvPr>
          <p:cNvSpPr/>
          <p:nvPr/>
        </p:nvSpPr>
        <p:spPr>
          <a:xfrm>
            <a:off x="998263" y="3405654"/>
            <a:ext cx="2448000" cy="2469467"/>
          </a:xfrm>
          <a:prstGeom prst="rect">
            <a:avLst/>
          </a:prstGeom>
          <a:solidFill>
            <a:srgbClr val="E5E5E5"/>
          </a:solidFill>
          <a:ln>
            <a:solidFill>
              <a:srgbClr val="E5E5E5"/>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7" name="Rectangle 26">
            <a:extLst>
              <a:ext uri="{FF2B5EF4-FFF2-40B4-BE49-F238E27FC236}">
                <a16:creationId xmlns:a16="http://schemas.microsoft.com/office/drawing/2014/main" id="{EF5FDA65-15C8-4105-A821-3C88A449894B}"/>
              </a:ext>
            </a:extLst>
          </p:cNvPr>
          <p:cNvSpPr>
            <a:spLocks/>
          </p:cNvSpPr>
          <p:nvPr/>
        </p:nvSpPr>
        <p:spPr>
          <a:xfrm>
            <a:off x="1003312" y="1179513"/>
            <a:ext cx="10190288"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algn="l"/>
            <a:r>
              <a:rPr lang="en-US" sz="1000" b="1">
                <a:solidFill>
                  <a:schemeClr val="bg1"/>
                </a:solidFill>
              </a:rPr>
              <a:t>Methodology</a:t>
            </a:r>
          </a:p>
        </p:txBody>
      </p:sp>
      <p:sp>
        <p:nvSpPr>
          <p:cNvPr id="28" name="Text Placeholder 48">
            <a:extLst>
              <a:ext uri="{FF2B5EF4-FFF2-40B4-BE49-F238E27FC236}">
                <a16:creationId xmlns:a16="http://schemas.microsoft.com/office/drawing/2014/main" id="{25128D1B-2D95-43A7-A741-D7B44A5A10C9}"/>
              </a:ext>
            </a:extLst>
          </p:cNvPr>
          <p:cNvSpPr txBox="1">
            <a:spLocks/>
          </p:cNvSpPr>
          <p:nvPr/>
        </p:nvSpPr>
        <p:spPr bwMode="gray">
          <a:xfrm>
            <a:off x="8745600" y="3387657"/>
            <a:ext cx="2448000" cy="2498741"/>
          </a:xfrm>
          <a:prstGeom prst="rect">
            <a:avLst/>
          </a:prstGeom>
        </p:spPr>
        <p:txBody>
          <a:bodyPr lIns="72000" tIns="0" rIns="0" bIns="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2"/>
            <a:r>
              <a:rPr lang="en-US" sz="1000"/>
              <a:t>The peer group includes a total of [</a:t>
            </a:r>
            <a:r>
              <a:rPr lang="en-US" sz="1000">
                <a:solidFill>
                  <a:schemeClr val="accent6"/>
                </a:solidFill>
              </a:rPr>
              <a:t>xx private and public</a:t>
            </a:r>
            <a:r>
              <a:rPr lang="en-US" sz="1000"/>
              <a:t>] companies that are presented in more detail on the following pages.</a:t>
            </a:r>
          </a:p>
          <a:p>
            <a:pPr lvl="2"/>
            <a:r>
              <a:rPr lang="en-US" sz="1000"/>
              <a:t>In order to improve the comparability of the data presented, the information reported in this section is based on statutory accounts with potential exceptional items included within EBITDA.</a:t>
            </a:r>
          </a:p>
          <a:p>
            <a:pPr lvl="2"/>
            <a:r>
              <a:rPr lang="en-US" sz="1000"/>
              <a:t>The demographics of companies considered have been provided on this slide.</a:t>
            </a:r>
          </a:p>
        </p:txBody>
      </p:sp>
      <p:sp>
        <p:nvSpPr>
          <p:cNvPr id="29" name="Arrow: Right 28">
            <a:extLst>
              <a:ext uri="{FF2B5EF4-FFF2-40B4-BE49-F238E27FC236}">
                <a16:creationId xmlns:a16="http://schemas.microsoft.com/office/drawing/2014/main" id="{E3BD36A2-4FF2-43D1-A686-3F009D673990}"/>
              </a:ext>
            </a:extLst>
          </p:cNvPr>
          <p:cNvSpPr/>
          <p:nvPr/>
        </p:nvSpPr>
        <p:spPr>
          <a:xfrm>
            <a:off x="3988107" y="1934178"/>
            <a:ext cx="648000" cy="422208"/>
          </a:xfrm>
          <a:prstGeom prst="rightArrow">
            <a:avLst/>
          </a:prstGeom>
          <a:gradFill>
            <a:gsLst>
              <a:gs pos="0">
                <a:srgbClr val="ACEAFF"/>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500" err="1">
              <a:solidFill>
                <a:schemeClr val="bg1"/>
              </a:solidFill>
            </a:endParaRPr>
          </a:p>
        </p:txBody>
      </p:sp>
      <p:sp>
        <p:nvSpPr>
          <p:cNvPr id="30" name="Arrow: Right 29">
            <a:extLst>
              <a:ext uri="{FF2B5EF4-FFF2-40B4-BE49-F238E27FC236}">
                <a16:creationId xmlns:a16="http://schemas.microsoft.com/office/drawing/2014/main" id="{AB7B267B-6706-46A2-A8C5-DEE224D0A75F}"/>
              </a:ext>
            </a:extLst>
          </p:cNvPr>
          <p:cNvSpPr/>
          <p:nvPr/>
        </p:nvSpPr>
        <p:spPr>
          <a:xfrm>
            <a:off x="7554467" y="1934178"/>
            <a:ext cx="648000" cy="422208"/>
          </a:xfrm>
          <a:prstGeom prst="rightArrow">
            <a:avLst/>
          </a:prstGeom>
          <a:gradFill>
            <a:gsLst>
              <a:gs pos="0">
                <a:srgbClr val="ACEAFF"/>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endParaRPr lang="en-GB" sz="1500" err="1">
              <a:solidFill>
                <a:schemeClr val="bg1"/>
              </a:solidFill>
            </a:endParaRPr>
          </a:p>
        </p:txBody>
      </p:sp>
      <p:sp>
        <p:nvSpPr>
          <p:cNvPr id="32" name="Rectangle 31">
            <a:extLst>
              <a:ext uri="{FF2B5EF4-FFF2-40B4-BE49-F238E27FC236}">
                <a16:creationId xmlns:a16="http://schemas.microsoft.com/office/drawing/2014/main" id="{08EFD0E1-FE7E-47CB-8C32-5D8D7FD6087B}"/>
              </a:ext>
            </a:extLst>
          </p:cNvPr>
          <p:cNvSpPr/>
          <p:nvPr/>
        </p:nvSpPr>
        <p:spPr>
          <a:xfrm>
            <a:off x="8437649" y="1695282"/>
            <a:ext cx="2520000" cy="90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lstStyle/>
          <a:p>
            <a:pPr>
              <a:lnSpc>
                <a:spcPct val="70000"/>
              </a:lnSpc>
              <a:spcAft>
                <a:spcPts val="600"/>
              </a:spcAft>
            </a:pPr>
            <a:r>
              <a:rPr lang="en-US" sz="4000">
                <a:solidFill>
                  <a:schemeClr val="bg1"/>
                </a:solidFill>
                <a:latin typeface="+mj-lt"/>
              </a:rPr>
              <a:t>03</a:t>
            </a:r>
          </a:p>
        </p:txBody>
      </p:sp>
      <p:sp>
        <p:nvSpPr>
          <p:cNvPr id="35" name="Rectangle 34">
            <a:extLst>
              <a:ext uri="{FF2B5EF4-FFF2-40B4-BE49-F238E27FC236}">
                <a16:creationId xmlns:a16="http://schemas.microsoft.com/office/drawing/2014/main" id="{1C22E1EC-F2EB-4A0B-A007-65D8286DB069}"/>
              </a:ext>
            </a:extLst>
          </p:cNvPr>
          <p:cNvSpPr/>
          <p:nvPr/>
        </p:nvSpPr>
        <p:spPr>
          <a:xfrm>
            <a:off x="4871287" y="1695282"/>
            <a:ext cx="2520000" cy="900000"/>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lstStyle/>
          <a:p>
            <a:pPr>
              <a:lnSpc>
                <a:spcPct val="70000"/>
              </a:lnSpc>
              <a:spcAft>
                <a:spcPts val="600"/>
              </a:spcAft>
            </a:pPr>
            <a:r>
              <a:rPr lang="en-US" sz="4000">
                <a:solidFill>
                  <a:schemeClr val="bg1"/>
                </a:solidFill>
                <a:latin typeface="+mj-lt"/>
              </a:rPr>
              <a:t>02</a:t>
            </a:r>
          </a:p>
        </p:txBody>
      </p:sp>
      <p:sp>
        <p:nvSpPr>
          <p:cNvPr id="38" name="Rectangle 37">
            <a:extLst>
              <a:ext uri="{FF2B5EF4-FFF2-40B4-BE49-F238E27FC236}">
                <a16:creationId xmlns:a16="http://schemas.microsoft.com/office/drawing/2014/main" id="{14C68EFA-2A54-494E-9235-5E2DFBAF156B}"/>
              </a:ext>
            </a:extLst>
          </p:cNvPr>
          <p:cNvSpPr/>
          <p:nvPr/>
        </p:nvSpPr>
        <p:spPr>
          <a:xfrm>
            <a:off x="1304924" y="1695282"/>
            <a:ext cx="2520000" cy="900000"/>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lstStyle/>
          <a:p>
            <a:pPr>
              <a:lnSpc>
                <a:spcPct val="70000"/>
              </a:lnSpc>
              <a:spcAft>
                <a:spcPts val="600"/>
              </a:spcAft>
            </a:pPr>
            <a:r>
              <a:rPr lang="en-US" sz="4000">
                <a:solidFill>
                  <a:schemeClr val="bg1"/>
                </a:solidFill>
                <a:latin typeface="+mj-lt"/>
              </a:rPr>
              <a:t>01</a:t>
            </a:r>
          </a:p>
        </p:txBody>
      </p:sp>
      <p:sp>
        <p:nvSpPr>
          <p:cNvPr id="39" name="Rectangle 38">
            <a:extLst>
              <a:ext uri="{FF2B5EF4-FFF2-40B4-BE49-F238E27FC236}">
                <a16:creationId xmlns:a16="http://schemas.microsoft.com/office/drawing/2014/main" id="{819062AB-642D-48EB-97C5-DF1AD55FF982}"/>
              </a:ext>
            </a:extLst>
          </p:cNvPr>
          <p:cNvSpPr/>
          <p:nvPr/>
        </p:nvSpPr>
        <p:spPr bwMode="white">
          <a:xfrm>
            <a:off x="2008006" y="1874809"/>
            <a:ext cx="1816919" cy="6885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a:lnSpc>
                <a:spcPct val="70000"/>
              </a:lnSpc>
            </a:pPr>
            <a:r>
              <a:rPr lang="en-US">
                <a:solidFill>
                  <a:schemeClr val="bg1"/>
                </a:solidFill>
                <a:latin typeface="+mj-lt"/>
              </a:rPr>
              <a:t>Peer short-listing</a:t>
            </a:r>
          </a:p>
          <a:p>
            <a:pPr>
              <a:lnSpc>
                <a:spcPct val="110000"/>
              </a:lnSpc>
              <a:spcAft>
                <a:spcPts val="600"/>
              </a:spcAft>
            </a:pPr>
            <a:r>
              <a:rPr lang="en-US" sz="1000">
                <a:solidFill>
                  <a:schemeClr val="bg1"/>
                </a:solidFill>
              </a:rPr>
              <a:t>Identify companies with similar operations, net sales level and geography as Target.</a:t>
            </a:r>
          </a:p>
        </p:txBody>
      </p:sp>
      <p:sp>
        <p:nvSpPr>
          <p:cNvPr id="40" name="Rectangle 39">
            <a:extLst>
              <a:ext uri="{FF2B5EF4-FFF2-40B4-BE49-F238E27FC236}">
                <a16:creationId xmlns:a16="http://schemas.microsoft.com/office/drawing/2014/main" id="{2D5CF145-E11F-4827-9369-9D977D8E8201}"/>
              </a:ext>
            </a:extLst>
          </p:cNvPr>
          <p:cNvSpPr>
            <a:spLocks/>
          </p:cNvSpPr>
          <p:nvPr/>
        </p:nvSpPr>
        <p:spPr>
          <a:xfrm>
            <a:off x="1003312" y="2863136"/>
            <a:ext cx="10190288"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algn="l"/>
            <a:r>
              <a:rPr lang="en-US" sz="1000" b="1">
                <a:solidFill>
                  <a:schemeClr val="bg1"/>
                </a:solidFill>
              </a:rPr>
              <a:t>Peer group</a:t>
            </a:r>
          </a:p>
        </p:txBody>
      </p:sp>
      <p:sp>
        <p:nvSpPr>
          <p:cNvPr id="41" name="Text Placeholder 34">
            <a:extLst>
              <a:ext uri="{FF2B5EF4-FFF2-40B4-BE49-F238E27FC236}">
                <a16:creationId xmlns:a16="http://schemas.microsoft.com/office/drawing/2014/main" id="{A95EAE5A-DC0F-49D9-8817-16B63A261ED0}"/>
              </a:ext>
            </a:extLst>
          </p:cNvPr>
          <p:cNvSpPr txBox="1">
            <a:spLocks/>
          </p:cNvSpPr>
          <p:nvPr/>
        </p:nvSpPr>
        <p:spPr>
          <a:xfrm>
            <a:off x="1059843" y="3236673"/>
            <a:ext cx="2324839" cy="186721"/>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gn="ctr"/>
            <a:r>
              <a:rPr lang="en-US" sz="1000"/>
              <a:t>Filters applied</a:t>
            </a:r>
          </a:p>
        </p:txBody>
      </p:sp>
      <p:grpSp>
        <p:nvGrpSpPr>
          <p:cNvPr id="42" name="Group 41">
            <a:extLst>
              <a:ext uri="{FF2B5EF4-FFF2-40B4-BE49-F238E27FC236}">
                <a16:creationId xmlns:a16="http://schemas.microsoft.com/office/drawing/2014/main" id="{1857482E-C182-45EE-8C06-63A8EE5FBA0A}"/>
              </a:ext>
            </a:extLst>
          </p:cNvPr>
          <p:cNvGrpSpPr/>
          <p:nvPr/>
        </p:nvGrpSpPr>
        <p:grpSpPr>
          <a:xfrm>
            <a:off x="1037683" y="3483585"/>
            <a:ext cx="2369159" cy="2313605"/>
            <a:chOff x="988515" y="3417513"/>
            <a:chExt cx="3400962" cy="2469466"/>
          </a:xfrm>
        </p:grpSpPr>
        <p:sp>
          <p:nvSpPr>
            <p:cNvPr id="43" name="Parallelogram 42">
              <a:extLst>
                <a:ext uri="{FF2B5EF4-FFF2-40B4-BE49-F238E27FC236}">
                  <a16:creationId xmlns:a16="http://schemas.microsoft.com/office/drawing/2014/main" id="{34944C9B-9BAB-4F35-89DC-E80F800FE407}"/>
                </a:ext>
              </a:extLst>
            </p:cNvPr>
            <p:cNvSpPr/>
            <p:nvPr/>
          </p:nvSpPr>
          <p:spPr>
            <a:xfrm flipV="1">
              <a:off x="2002635" y="5252772"/>
              <a:ext cx="1345162" cy="58464"/>
            </a:xfrm>
            <a:prstGeom prst="parallelogram">
              <a:avLst>
                <a:gd name="adj" fmla="val 137121"/>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l"/>
              <a:r>
                <a:rPr lang="en-US" sz="1500">
                  <a:solidFill>
                    <a:schemeClr val="bg1"/>
                  </a:solidFill>
                </a:rPr>
                <a:t> </a:t>
              </a:r>
            </a:p>
          </p:txBody>
        </p:sp>
        <p:sp>
          <p:nvSpPr>
            <p:cNvPr id="44" name="Parallelogram 43">
              <a:extLst>
                <a:ext uri="{FF2B5EF4-FFF2-40B4-BE49-F238E27FC236}">
                  <a16:creationId xmlns:a16="http://schemas.microsoft.com/office/drawing/2014/main" id="{1D4A6434-F6F6-479F-943B-F0857BA65B52}"/>
                </a:ext>
              </a:extLst>
            </p:cNvPr>
            <p:cNvSpPr/>
            <p:nvPr/>
          </p:nvSpPr>
          <p:spPr>
            <a:xfrm flipV="1">
              <a:off x="1672509" y="4622425"/>
              <a:ext cx="2013195" cy="64008"/>
            </a:xfrm>
            <a:prstGeom prst="parallelogram">
              <a:avLst>
                <a:gd name="adj" fmla="val 127812"/>
              </a:avLst>
            </a:prstGeom>
            <a:solidFill>
              <a:schemeClr val="accent3">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l"/>
              <a:r>
                <a:rPr lang="en-US" sz="1500">
                  <a:solidFill>
                    <a:schemeClr val="bg1"/>
                  </a:solidFill>
                </a:rPr>
                <a:t> </a:t>
              </a:r>
            </a:p>
          </p:txBody>
        </p:sp>
        <p:sp>
          <p:nvSpPr>
            <p:cNvPr id="45" name="Parallelogram 44">
              <a:extLst>
                <a:ext uri="{FF2B5EF4-FFF2-40B4-BE49-F238E27FC236}">
                  <a16:creationId xmlns:a16="http://schemas.microsoft.com/office/drawing/2014/main" id="{592B6A27-E31C-4C35-9F75-F640E19DF229}"/>
                </a:ext>
              </a:extLst>
            </p:cNvPr>
            <p:cNvSpPr/>
            <p:nvPr/>
          </p:nvSpPr>
          <p:spPr>
            <a:xfrm flipV="1">
              <a:off x="1323733" y="3991984"/>
              <a:ext cx="2691371" cy="58464"/>
            </a:xfrm>
            <a:prstGeom prst="parallelogram">
              <a:avLst>
                <a:gd name="adj" fmla="val 137121"/>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l"/>
              <a:endParaRPr lang="en-US" sz="1500">
                <a:solidFill>
                  <a:schemeClr val="bg1"/>
                </a:solidFill>
              </a:endParaRPr>
            </a:p>
          </p:txBody>
        </p:sp>
        <p:sp>
          <p:nvSpPr>
            <p:cNvPr id="46" name="Freeform 5">
              <a:extLst>
                <a:ext uri="{FF2B5EF4-FFF2-40B4-BE49-F238E27FC236}">
                  <a16:creationId xmlns:a16="http://schemas.microsoft.com/office/drawing/2014/main" id="{E51AE31D-1262-4F06-B468-67A28F38DC73}"/>
                </a:ext>
              </a:extLst>
            </p:cNvPr>
            <p:cNvSpPr>
              <a:spLocks/>
            </p:cNvSpPr>
            <p:nvPr/>
          </p:nvSpPr>
          <p:spPr bwMode="auto">
            <a:xfrm>
              <a:off x="988515" y="3417513"/>
              <a:ext cx="3400962" cy="574472"/>
            </a:xfrm>
            <a:custGeom>
              <a:avLst/>
              <a:gdLst>
                <a:gd name="T0" fmla="*/ 0 w 2798"/>
                <a:gd name="T1" fmla="*/ 0 h 452"/>
                <a:gd name="T2" fmla="*/ 2798 w 2798"/>
                <a:gd name="T3" fmla="*/ 0 h 452"/>
                <a:gd name="T4" fmla="*/ 2545 w 2798"/>
                <a:gd name="T5" fmla="*/ 452 h 452"/>
                <a:gd name="T6" fmla="*/ 276 w 2798"/>
                <a:gd name="T7" fmla="*/ 452 h 452"/>
                <a:gd name="T8" fmla="*/ 0 w 2798"/>
                <a:gd name="T9" fmla="*/ 0 h 452"/>
              </a:gdLst>
              <a:ahLst/>
              <a:cxnLst>
                <a:cxn ang="0">
                  <a:pos x="T0" y="T1"/>
                </a:cxn>
                <a:cxn ang="0">
                  <a:pos x="T2" y="T3"/>
                </a:cxn>
                <a:cxn ang="0">
                  <a:pos x="T4" y="T5"/>
                </a:cxn>
                <a:cxn ang="0">
                  <a:pos x="T6" y="T7"/>
                </a:cxn>
                <a:cxn ang="0">
                  <a:pos x="T8" y="T9"/>
                </a:cxn>
              </a:cxnLst>
              <a:rect l="0" t="0" r="r" b="b"/>
              <a:pathLst>
                <a:path w="2798" h="452">
                  <a:moveTo>
                    <a:pt x="0" y="0"/>
                  </a:moveTo>
                  <a:lnTo>
                    <a:pt x="2798" y="0"/>
                  </a:lnTo>
                  <a:lnTo>
                    <a:pt x="2545" y="452"/>
                  </a:lnTo>
                  <a:lnTo>
                    <a:pt x="276" y="452"/>
                  </a:lnTo>
                  <a:lnTo>
                    <a:pt x="0"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6">
              <a:extLst>
                <a:ext uri="{FF2B5EF4-FFF2-40B4-BE49-F238E27FC236}">
                  <a16:creationId xmlns:a16="http://schemas.microsoft.com/office/drawing/2014/main" id="{728FD2C3-7AE1-44BA-B304-72A051D8C2F6}"/>
                </a:ext>
              </a:extLst>
            </p:cNvPr>
            <p:cNvSpPr>
              <a:spLocks/>
            </p:cNvSpPr>
            <p:nvPr/>
          </p:nvSpPr>
          <p:spPr bwMode="auto">
            <a:xfrm>
              <a:off x="1362887" y="4050449"/>
              <a:ext cx="2652214" cy="575743"/>
            </a:xfrm>
            <a:custGeom>
              <a:avLst/>
              <a:gdLst>
                <a:gd name="T0" fmla="*/ 0 w 2182"/>
                <a:gd name="T1" fmla="*/ 0 h 453"/>
                <a:gd name="T2" fmla="*/ 2182 w 2182"/>
                <a:gd name="T3" fmla="*/ 0 h 453"/>
                <a:gd name="T4" fmla="*/ 1948 w 2182"/>
                <a:gd name="T5" fmla="*/ 453 h 453"/>
                <a:gd name="T6" fmla="*/ 257 w 2182"/>
                <a:gd name="T7" fmla="*/ 453 h 453"/>
                <a:gd name="T8" fmla="*/ 0 w 2182"/>
                <a:gd name="T9" fmla="*/ 0 h 453"/>
              </a:gdLst>
              <a:ahLst/>
              <a:cxnLst>
                <a:cxn ang="0">
                  <a:pos x="T0" y="T1"/>
                </a:cxn>
                <a:cxn ang="0">
                  <a:pos x="T2" y="T3"/>
                </a:cxn>
                <a:cxn ang="0">
                  <a:pos x="T4" y="T5"/>
                </a:cxn>
                <a:cxn ang="0">
                  <a:pos x="T6" y="T7"/>
                </a:cxn>
                <a:cxn ang="0">
                  <a:pos x="T8" y="T9"/>
                </a:cxn>
              </a:cxnLst>
              <a:rect l="0" t="0" r="r" b="b"/>
              <a:pathLst>
                <a:path w="2182" h="453">
                  <a:moveTo>
                    <a:pt x="0" y="0"/>
                  </a:moveTo>
                  <a:lnTo>
                    <a:pt x="2182" y="0"/>
                  </a:lnTo>
                  <a:lnTo>
                    <a:pt x="1948" y="453"/>
                  </a:lnTo>
                  <a:lnTo>
                    <a:pt x="257" y="453"/>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7">
              <a:extLst>
                <a:ext uri="{FF2B5EF4-FFF2-40B4-BE49-F238E27FC236}">
                  <a16:creationId xmlns:a16="http://schemas.microsoft.com/office/drawing/2014/main" id="{10DF37BB-11FF-4C6D-901B-B8E84EB1C26C}"/>
                </a:ext>
              </a:extLst>
            </p:cNvPr>
            <p:cNvSpPr>
              <a:spLocks/>
            </p:cNvSpPr>
            <p:nvPr/>
          </p:nvSpPr>
          <p:spPr bwMode="auto">
            <a:xfrm>
              <a:off x="1692288" y="4684655"/>
              <a:ext cx="1993416" cy="574472"/>
            </a:xfrm>
            <a:custGeom>
              <a:avLst/>
              <a:gdLst>
                <a:gd name="T0" fmla="*/ 0 w 1640"/>
                <a:gd name="T1" fmla="*/ 0 h 452"/>
                <a:gd name="T2" fmla="*/ 1640 w 1640"/>
                <a:gd name="T3" fmla="*/ 0 h 452"/>
                <a:gd name="T4" fmla="*/ 1401 w 1640"/>
                <a:gd name="T5" fmla="*/ 452 h 452"/>
                <a:gd name="T6" fmla="*/ 257 w 1640"/>
                <a:gd name="T7" fmla="*/ 452 h 452"/>
                <a:gd name="T8" fmla="*/ 0 w 1640"/>
                <a:gd name="T9" fmla="*/ 0 h 452"/>
              </a:gdLst>
              <a:ahLst/>
              <a:cxnLst>
                <a:cxn ang="0">
                  <a:pos x="T0" y="T1"/>
                </a:cxn>
                <a:cxn ang="0">
                  <a:pos x="T2" y="T3"/>
                </a:cxn>
                <a:cxn ang="0">
                  <a:pos x="T4" y="T5"/>
                </a:cxn>
                <a:cxn ang="0">
                  <a:pos x="T6" y="T7"/>
                </a:cxn>
                <a:cxn ang="0">
                  <a:pos x="T8" y="T9"/>
                </a:cxn>
              </a:cxnLst>
              <a:rect l="0" t="0" r="r" b="b"/>
              <a:pathLst>
                <a:path w="1640" h="452">
                  <a:moveTo>
                    <a:pt x="0" y="0"/>
                  </a:moveTo>
                  <a:lnTo>
                    <a:pt x="1640" y="0"/>
                  </a:lnTo>
                  <a:lnTo>
                    <a:pt x="1401" y="452"/>
                  </a:lnTo>
                  <a:lnTo>
                    <a:pt x="257" y="452"/>
                  </a:lnTo>
                  <a:lnTo>
                    <a:pt x="0" y="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8">
              <a:extLst>
                <a:ext uri="{FF2B5EF4-FFF2-40B4-BE49-F238E27FC236}">
                  <a16:creationId xmlns:a16="http://schemas.microsoft.com/office/drawing/2014/main" id="{56E1CBF8-B264-4685-89A6-1BEC4E4774C3}"/>
                </a:ext>
              </a:extLst>
            </p:cNvPr>
            <p:cNvSpPr>
              <a:spLocks/>
            </p:cNvSpPr>
            <p:nvPr/>
          </p:nvSpPr>
          <p:spPr bwMode="auto">
            <a:xfrm>
              <a:off x="2030197" y="5311236"/>
              <a:ext cx="1317599" cy="575743"/>
            </a:xfrm>
            <a:custGeom>
              <a:avLst/>
              <a:gdLst>
                <a:gd name="T0" fmla="*/ 0 w 1084"/>
                <a:gd name="T1" fmla="*/ 0 h 453"/>
                <a:gd name="T2" fmla="*/ 1084 w 1084"/>
                <a:gd name="T3" fmla="*/ 0 h 453"/>
                <a:gd name="T4" fmla="*/ 863 w 1084"/>
                <a:gd name="T5" fmla="*/ 453 h 453"/>
                <a:gd name="T6" fmla="*/ 229 w 1084"/>
                <a:gd name="T7" fmla="*/ 453 h 453"/>
                <a:gd name="T8" fmla="*/ 0 w 1084"/>
                <a:gd name="T9" fmla="*/ 0 h 453"/>
              </a:gdLst>
              <a:ahLst/>
              <a:cxnLst>
                <a:cxn ang="0">
                  <a:pos x="T0" y="T1"/>
                </a:cxn>
                <a:cxn ang="0">
                  <a:pos x="T2" y="T3"/>
                </a:cxn>
                <a:cxn ang="0">
                  <a:pos x="T4" y="T5"/>
                </a:cxn>
                <a:cxn ang="0">
                  <a:pos x="T6" y="T7"/>
                </a:cxn>
                <a:cxn ang="0">
                  <a:pos x="T8" y="T9"/>
                </a:cxn>
              </a:cxnLst>
              <a:rect l="0" t="0" r="r" b="b"/>
              <a:pathLst>
                <a:path w="1084" h="453">
                  <a:moveTo>
                    <a:pt x="0" y="0"/>
                  </a:moveTo>
                  <a:lnTo>
                    <a:pt x="1084" y="0"/>
                  </a:lnTo>
                  <a:lnTo>
                    <a:pt x="863" y="453"/>
                  </a:lnTo>
                  <a:lnTo>
                    <a:pt x="229" y="453"/>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54" name="Text Placeholder 34">
            <a:extLst>
              <a:ext uri="{FF2B5EF4-FFF2-40B4-BE49-F238E27FC236}">
                <a16:creationId xmlns:a16="http://schemas.microsoft.com/office/drawing/2014/main" id="{8D00E49F-2437-404F-8284-78005B2CC20D}"/>
              </a:ext>
            </a:extLst>
          </p:cNvPr>
          <p:cNvSpPr txBox="1">
            <a:spLocks/>
          </p:cNvSpPr>
          <p:nvPr/>
        </p:nvSpPr>
        <p:spPr>
          <a:xfrm>
            <a:off x="3632082" y="3236673"/>
            <a:ext cx="2324839" cy="186721"/>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gn="ctr"/>
            <a:r>
              <a:rPr lang="en-US" sz="1000"/>
              <a:t>Net sales distribution ($m)</a:t>
            </a:r>
          </a:p>
        </p:txBody>
      </p:sp>
      <p:sp>
        <p:nvSpPr>
          <p:cNvPr id="55" name="Text Placeholder 34">
            <a:extLst>
              <a:ext uri="{FF2B5EF4-FFF2-40B4-BE49-F238E27FC236}">
                <a16:creationId xmlns:a16="http://schemas.microsoft.com/office/drawing/2014/main" id="{57807C91-F49B-4085-AD60-876CD89E4AC7}"/>
              </a:ext>
            </a:extLst>
          </p:cNvPr>
          <p:cNvSpPr txBox="1">
            <a:spLocks/>
          </p:cNvSpPr>
          <p:nvPr/>
        </p:nvSpPr>
        <p:spPr>
          <a:xfrm>
            <a:off x="6204322" y="3236673"/>
            <a:ext cx="2324839" cy="186721"/>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gn="ctr"/>
            <a:r>
              <a:rPr lang="en-US" sz="1000"/>
              <a:t>Employee distribution</a:t>
            </a:r>
          </a:p>
        </p:txBody>
      </p:sp>
      <p:sp>
        <p:nvSpPr>
          <p:cNvPr id="80" name="Text Placeholder 48">
            <a:extLst>
              <a:ext uri="{FF2B5EF4-FFF2-40B4-BE49-F238E27FC236}">
                <a16:creationId xmlns:a16="http://schemas.microsoft.com/office/drawing/2014/main" id="{2BB13B8A-3A41-4220-B1BF-464F48D8C140}"/>
              </a:ext>
            </a:extLst>
          </p:cNvPr>
          <p:cNvSpPr txBox="1">
            <a:spLocks/>
          </p:cNvSpPr>
          <p:nvPr/>
        </p:nvSpPr>
        <p:spPr>
          <a:xfrm>
            <a:off x="3757939" y="4352209"/>
            <a:ext cx="376236" cy="178817"/>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lgn="ctr">
              <a:buNone/>
            </a:pPr>
            <a:r>
              <a:rPr lang="en-US" sz="800"/>
              <a:t>xx</a:t>
            </a:r>
          </a:p>
        </p:txBody>
      </p:sp>
      <p:sp>
        <p:nvSpPr>
          <p:cNvPr id="81" name="Text Placeholder 48">
            <a:extLst>
              <a:ext uri="{FF2B5EF4-FFF2-40B4-BE49-F238E27FC236}">
                <a16:creationId xmlns:a16="http://schemas.microsoft.com/office/drawing/2014/main" id="{BE700E1C-45C9-4965-ACCD-0D574E2574BC}"/>
              </a:ext>
            </a:extLst>
          </p:cNvPr>
          <p:cNvSpPr txBox="1">
            <a:spLocks/>
          </p:cNvSpPr>
          <p:nvPr/>
        </p:nvSpPr>
        <p:spPr>
          <a:xfrm>
            <a:off x="5454827" y="4352209"/>
            <a:ext cx="376236" cy="178817"/>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lgn="ctr">
              <a:buNone/>
            </a:pPr>
            <a:r>
              <a:rPr lang="en-US" sz="800"/>
              <a:t>xx</a:t>
            </a:r>
          </a:p>
        </p:txBody>
      </p:sp>
      <p:sp>
        <p:nvSpPr>
          <p:cNvPr id="82" name="Text Placeholder 48">
            <a:extLst>
              <a:ext uri="{FF2B5EF4-FFF2-40B4-BE49-F238E27FC236}">
                <a16:creationId xmlns:a16="http://schemas.microsoft.com/office/drawing/2014/main" id="{4FC6AAFE-EF30-4174-8C57-C9EEADC624A2}"/>
              </a:ext>
            </a:extLst>
          </p:cNvPr>
          <p:cNvSpPr txBox="1">
            <a:spLocks/>
          </p:cNvSpPr>
          <p:nvPr/>
        </p:nvSpPr>
        <p:spPr>
          <a:xfrm>
            <a:off x="4606383" y="4352209"/>
            <a:ext cx="376236" cy="178817"/>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lgn="ctr">
              <a:buNone/>
            </a:pPr>
            <a:r>
              <a:rPr lang="en-US" sz="800"/>
              <a:t>xx</a:t>
            </a:r>
          </a:p>
        </p:txBody>
      </p:sp>
      <p:sp>
        <p:nvSpPr>
          <p:cNvPr id="83" name="Text Placeholder 48">
            <a:extLst>
              <a:ext uri="{FF2B5EF4-FFF2-40B4-BE49-F238E27FC236}">
                <a16:creationId xmlns:a16="http://schemas.microsoft.com/office/drawing/2014/main" id="{3A3AC2A5-E9F0-4DA6-A694-C7D331E7DEAD}"/>
              </a:ext>
            </a:extLst>
          </p:cNvPr>
          <p:cNvSpPr txBox="1">
            <a:spLocks/>
          </p:cNvSpPr>
          <p:nvPr/>
        </p:nvSpPr>
        <p:spPr>
          <a:xfrm>
            <a:off x="4324711" y="4352209"/>
            <a:ext cx="376236" cy="178817"/>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lgn="ctr">
              <a:buNone/>
            </a:pPr>
            <a:r>
              <a:rPr lang="en-US" sz="800"/>
              <a:t>xx</a:t>
            </a:r>
          </a:p>
        </p:txBody>
      </p:sp>
      <p:sp>
        <p:nvSpPr>
          <p:cNvPr id="84" name="Text Placeholder 48">
            <a:extLst>
              <a:ext uri="{FF2B5EF4-FFF2-40B4-BE49-F238E27FC236}">
                <a16:creationId xmlns:a16="http://schemas.microsoft.com/office/drawing/2014/main" id="{6646C0C0-E893-4873-BE8E-C9AE80FB6053}"/>
              </a:ext>
            </a:extLst>
          </p:cNvPr>
          <p:cNvSpPr txBox="1">
            <a:spLocks/>
          </p:cNvSpPr>
          <p:nvPr/>
        </p:nvSpPr>
        <p:spPr>
          <a:xfrm>
            <a:off x="6330179" y="4352209"/>
            <a:ext cx="376236" cy="178817"/>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lgn="ctr">
              <a:buNone/>
            </a:pPr>
            <a:r>
              <a:rPr lang="en-US" sz="800"/>
              <a:t>xx</a:t>
            </a:r>
          </a:p>
        </p:txBody>
      </p:sp>
      <p:sp>
        <p:nvSpPr>
          <p:cNvPr id="85" name="Text Placeholder 48">
            <a:extLst>
              <a:ext uri="{FF2B5EF4-FFF2-40B4-BE49-F238E27FC236}">
                <a16:creationId xmlns:a16="http://schemas.microsoft.com/office/drawing/2014/main" id="{E9FC349D-EF1E-49EB-BE3A-9CF9E225959A}"/>
              </a:ext>
            </a:extLst>
          </p:cNvPr>
          <p:cNvSpPr txBox="1">
            <a:spLocks/>
          </p:cNvSpPr>
          <p:nvPr/>
        </p:nvSpPr>
        <p:spPr>
          <a:xfrm>
            <a:off x="8027067" y="4352209"/>
            <a:ext cx="376236" cy="178817"/>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lgn="ctr">
              <a:buNone/>
            </a:pPr>
            <a:r>
              <a:rPr lang="en-US" sz="800"/>
              <a:t>xx</a:t>
            </a:r>
          </a:p>
        </p:txBody>
      </p:sp>
      <p:sp>
        <p:nvSpPr>
          <p:cNvPr id="86" name="Text Placeholder 48">
            <a:extLst>
              <a:ext uri="{FF2B5EF4-FFF2-40B4-BE49-F238E27FC236}">
                <a16:creationId xmlns:a16="http://schemas.microsoft.com/office/drawing/2014/main" id="{830337DA-55E7-4EAE-9F72-22EAAEFD740B}"/>
              </a:ext>
            </a:extLst>
          </p:cNvPr>
          <p:cNvSpPr txBox="1">
            <a:spLocks/>
          </p:cNvSpPr>
          <p:nvPr/>
        </p:nvSpPr>
        <p:spPr>
          <a:xfrm>
            <a:off x="7178623" y="4352209"/>
            <a:ext cx="376236" cy="178817"/>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lgn="ctr">
              <a:buNone/>
            </a:pPr>
            <a:r>
              <a:rPr lang="en-US" sz="800"/>
              <a:t>xx</a:t>
            </a:r>
          </a:p>
        </p:txBody>
      </p:sp>
      <p:sp>
        <p:nvSpPr>
          <p:cNvPr id="87" name="Text Placeholder 48">
            <a:extLst>
              <a:ext uri="{FF2B5EF4-FFF2-40B4-BE49-F238E27FC236}">
                <a16:creationId xmlns:a16="http://schemas.microsoft.com/office/drawing/2014/main" id="{15728BBE-0CA7-40BE-A4EA-196155159C12}"/>
              </a:ext>
            </a:extLst>
          </p:cNvPr>
          <p:cNvSpPr txBox="1">
            <a:spLocks/>
          </p:cNvSpPr>
          <p:nvPr/>
        </p:nvSpPr>
        <p:spPr>
          <a:xfrm>
            <a:off x="7462099" y="4352209"/>
            <a:ext cx="376236" cy="178817"/>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lgn="ctr">
              <a:buNone/>
            </a:pPr>
            <a:r>
              <a:rPr lang="en-US" sz="800"/>
              <a:t>xx</a:t>
            </a:r>
          </a:p>
        </p:txBody>
      </p:sp>
      <p:grpSp>
        <p:nvGrpSpPr>
          <p:cNvPr id="88" name="Group 87">
            <a:extLst>
              <a:ext uri="{FF2B5EF4-FFF2-40B4-BE49-F238E27FC236}">
                <a16:creationId xmlns:a16="http://schemas.microsoft.com/office/drawing/2014/main" id="{97BA8BAF-5FA9-4609-A3CC-F6A050B16871}"/>
              </a:ext>
            </a:extLst>
          </p:cNvPr>
          <p:cNvGrpSpPr/>
          <p:nvPr/>
        </p:nvGrpSpPr>
        <p:grpSpPr>
          <a:xfrm>
            <a:off x="3757939" y="4534353"/>
            <a:ext cx="2073124" cy="410749"/>
            <a:chOff x="3757939" y="4534935"/>
            <a:chExt cx="2073124" cy="410749"/>
          </a:xfrm>
        </p:grpSpPr>
        <p:sp>
          <p:nvSpPr>
            <p:cNvPr id="89" name="Text Placeholder 48">
              <a:extLst>
                <a:ext uri="{FF2B5EF4-FFF2-40B4-BE49-F238E27FC236}">
                  <a16:creationId xmlns:a16="http://schemas.microsoft.com/office/drawing/2014/main" id="{4A7E5836-B4CE-480B-8FB0-6785E3470A39}"/>
                </a:ext>
              </a:extLst>
            </p:cNvPr>
            <p:cNvSpPr txBox="1">
              <a:spLocks/>
            </p:cNvSpPr>
            <p:nvPr/>
          </p:nvSpPr>
          <p:spPr>
            <a:xfrm>
              <a:off x="3757939" y="4766867"/>
              <a:ext cx="376236" cy="178817"/>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lgn="ctr">
                <a:buNone/>
              </a:pPr>
              <a:r>
                <a:rPr lang="en-US" sz="800"/>
                <a:t>Min</a:t>
              </a:r>
            </a:p>
          </p:txBody>
        </p:sp>
        <p:sp>
          <p:nvSpPr>
            <p:cNvPr id="90" name="Text Placeholder 48">
              <a:extLst>
                <a:ext uri="{FF2B5EF4-FFF2-40B4-BE49-F238E27FC236}">
                  <a16:creationId xmlns:a16="http://schemas.microsoft.com/office/drawing/2014/main" id="{7CF90A76-16F9-40C6-8531-40776400955B}"/>
                </a:ext>
              </a:extLst>
            </p:cNvPr>
            <p:cNvSpPr txBox="1">
              <a:spLocks/>
            </p:cNvSpPr>
            <p:nvPr/>
          </p:nvSpPr>
          <p:spPr>
            <a:xfrm>
              <a:off x="5454827" y="4766867"/>
              <a:ext cx="376236" cy="178817"/>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lgn="ctr">
                <a:buNone/>
              </a:pPr>
              <a:r>
                <a:rPr lang="en-US" sz="800"/>
                <a:t>Max</a:t>
              </a:r>
            </a:p>
          </p:txBody>
        </p:sp>
        <p:sp>
          <p:nvSpPr>
            <p:cNvPr id="91" name="Text Placeholder 48">
              <a:extLst>
                <a:ext uri="{FF2B5EF4-FFF2-40B4-BE49-F238E27FC236}">
                  <a16:creationId xmlns:a16="http://schemas.microsoft.com/office/drawing/2014/main" id="{6133C9E6-B11E-4207-B31B-CD8FB474C0E0}"/>
                </a:ext>
              </a:extLst>
            </p:cNvPr>
            <p:cNvSpPr txBox="1">
              <a:spLocks/>
            </p:cNvSpPr>
            <p:nvPr/>
          </p:nvSpPr>
          <p:spPr>
            <a:xfrm>
              <a:off x="4606383" y="4766867"/>
              <a:ext cx="376236" cy="178817"/>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lgn="ctr">
                <a:buNone/>
              </a:pPr>
              <a:r>
                <a:rPr lang="en-US" sz="800"/>
                <a:t>Median</a:t>
              </a:r>
            </a:p>
          </p:txBody>
        </p:sp>
        <p:grpSp>
          <p:nvGrpSpPr>
            <p:cNvPr id="94" name="Group 93">
              <a:extLst>
                <a:ext uri="{FF2B5EF4-FFF2-40B4-BE49-F238E27FC236}">
                  <a16:creationId xmlns:a16="http://schemas.microsoft.com/office/drawing/2014/main" id="{889604F6-3585-406D-A776-B68379CCCD9F}"/>
                </a:ext>
              </a:extLst>
            </p:cNvPr>
            <p:cNvGrpSpPr/>
            <p:nvPr/>
          </p:nvGrpSpPr>
          <p:grpSpPr>
            <a:xfrm>
              <a:off x="3943656" y="4534935"/>
              <a:ext cx="1696141" cy="180000"/>
              <a:chOff x="3943656" y="4534935"/>
              <a:chExt cx="1696141" cy="180000"/>
            </a:xfrm>
          </p:grpSpPr>
          <p:cxnSp>
            <p:nvCxnSpPr>
              <p:cNvPr id="95" name="Straight Connector 94">
                <a:extLst>
                  <a:ext uri="{FF2B5EF4-FFF2-40B4-BE49-F238E27FC236}">
                    <a16:creationId xmlns:a16="http://schemas.microsoft.com/office/drawing/2014/main" id="{E0EF3B24-A252-4A9D-A0CA-DD7F63CC6F6C}"/>
                  </a:ext>
                </a:extLst>
              </p:cNvPr>
              <p:cNvCxnSpPr>
                <a:cxnSpLocks/>
              </p:cNvCxnSpPr>
              <p:nvPr/>
            </p:nvCxnSpPr>
            <p:spPr>
              <a:xfrm>
                <a:off x="3948566" y="4626214"/>
                <a:ext cx="1674000" cy="0"/>
              </a:xfrm>
              <a:prstGeom prst="line">
                <a:avLst/>
              </a:prstGeom>
              <a:ln w="38100" cap="sq">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BBF198C8-9979-4394-ACE0-E0D9F69B698A}"/>
                  </a:ext>
                </a:extLst>
              </p:cNvPr>
              <p:cNvCxnSpPr>
                <a:cxnSpLocks/>
              </p:cNvCxnSpPr>
              <p:nvPr/>
            </p:nvCxnSpPr>
            <p:spPr>
              <a:xfrm>
                <a:off x="3943656" y="4534935"/>
                <a:ext cx="0" cy="180000"/>
              </a:xfrm>
              <a:prstGeom prst="line">
                <a:avLst/>
              </a:prstGeom>
              <a:ln w="38100" cap="sq">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8E08234B-3485-4927-92DD-73027632C4AF}"/>
                  </a:ext>
                </a:extLst>
              </p:cNvPr>
              <p:cNvCxnSpPr>
                <a:cxnSpLocks/>
              </p:cNvCxnSpPr>
              <p:nvPr/>
            </p:nvCxnSpPr>
            <p:spPr>
              <a:xfrm>
                <a:off x="5639797" y="4534935"/>
                <a:ext cx="0" cy="180000"/>
              </a:xfrm>
              <a:prstGeom prst="line">
                <a:avLst/>
              </a:prstGeom>
              <a:ln w="38100" cap="sq">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grpSp>
      </p:grpSp>
      <p:sp>
        <p:nvSpPr>
          <p:cNvPr id="98" name="Isosceles Triangle 97">
            <a:extLst>
              <a:ext uri="{FF2B5EF4-FFF2-40B4-BE49-F238E27FC236}">
                <a16:creationId xmlns:a16="http://schemas.microsoft.com/office/drawing/2014/main" id="{A3257FCF-1DC6-45C4-BC3A-749D42B09CF5}"/>
              </a:ext>
            </a:extLst>
          </p:cNvPr>
          <p:cNvSpPr/>
          <p:nvPr/>
        </p:nvSpPr>
        <p:spPr bwMode="invGray">
          <a:xfrm>
            <a:off x="4419504" y="4527912"/>
            <a:ext cx="180000" cy="180000"/>
          </a:xfrm>
          <a:prstGeom prst="triangl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grpSp>
        <p:nvGrpSpPr>
          <p:cNvPr id="99" name="Group 98">
            <a:extLst>
              <a:ext uri="{FF2B5EF4-FFF2-40B4-BE49-F238E27FC236}">
                <a16:creationId xmlns:a16="http://schemas.microsoft.com/office/drawing/2014/main" id="{FD7F3C75-87D7-4B8C-97EB-57ACC71AA348}"/>
              </a:ext>
            </a:extLst>
          </p:cNvPr>
          <p:cNvGrpSpPr/>
          <p:nvPr/>
        </p:nvGrpSpPr>
        <p:grpSpPr>
          <a:xfrm>
            <a:off x="6329787" y="4534353"/>
            <a:ext cx="2073124" cy="410749"/>
            <a:chOff x="6329787" y="4534935"/>
            <a:chExt cx="2073124" cy="410749"/>
          </a:xfrm>
        </p:grpSpPr>
        <p:sp>
          <p:nvSpPr>
            <p:cNvPr id="100" name="Text Placeholder 48">
              <a:extLst>
                <a:ext uri="{FF2B5EF4-FFF2-40B4-BE49-F238E27FC236}">
                  <a16:creationId xmlns:a16="http://schemas.microsoft.com/office/drawing/2014/main" id="{91EF6DB2-95F6-4AFB-BD29-A0417110B2FC}"/>
                </a:ext>
              </a:extLst>
            </p:cNvPr>
            <p:cNvSpPr txBox="1">
              <a:spLocks/>
            </p:cNvSpPr>
            <p:nvPr/>
          </p:nvSpPr>
          <p:spPr>
            <a:xfrm>
              <a:off x="6329787" y="4766867"/>
              <a:ext cx="376236" cy="178817"/>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lgn="ctr">
                <a:buNone/>
              </a:pPr>
              <a:r>
                <a:rPr lang="en-US" sz="800"/>
                <a:t>Min</a:t>
              </a:r>
            </a:p>
          </p:txBody>
        </p:sp>
        <p:sp>
          <p:nvSpPr>
            <p:cNvPr id="101" name="Text Placeholder 48">
              <a:extLst>
                <a:ext uri="{FF2B5EF4-FFF2-40B4-BE49-F238E27FC236}">
                  <a16:creationId xmlns:a16="http://schemas.microsoft.com/office/drawing/2014/main" id="{5D99E580-4694-4F0E-854F-109BE10D08C2}"/>
                </a:ext>
              </a:extLst>
            </p:cNvPr>
            <p:cNvSpPr txBox="1">
              <a:spLocks/>
            </p:cNvSpPr>
            <p:nvPr/>
          </p:nvSpPr>
          <p:spPr>
            <a:xfrm>
              <a:off x="8026675" y="4766867"/>
              <a:ext cx="376236" cy="178817"/>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lgn="ctr">
                <a:buNone/>
              </a:pPr>
              <a:r>
                <a:rPr lang="en-US" sz="800"/>
                <a:t>Max</a:t>
              </a:r>
            </a:p>
          </p:txBody>
        </p:sp>
        <p:sp>
          <p:nvSpPr>
            <p:cNvPr id="102" name="Text Placeholder 48">
              <a:extLst>
                <a:ext uri="{FF2B5EF4-FFF2-40B4-BE49-F238E27FC236}">
                  <a16:creationId xmlns:a16="http://schemas.microsoft.com/office/drawing/2014/main" id="{D65A033F-3042-4B45-B4B1-746DE33043E0}"/>
                </a:ext>
              </a:extLst>
            </p:cNvPr>
            <p:cNvSpPr txBox="1">
              <a:spLocks/>
            </p:cNvSpPr>
            <p:nvPr/>
          </p:nvSpPr>
          <p:spPr>
            <a:xfrm>
              <a:off x="7178231" y="4766867"/>
              <a:ext cx="376236" cy="178817"/>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lgn="ctr">
                <a:buNone/>
              </a:pPr>
              <a:r>
                <a:rPr lang="en-US" sz="800"/>
                <a:t>Median</a:t>
              </a:r>
            </a:p>
          </p:txBody>
        </p:sp>
        <p:grpSp>
          <p:nvGrpSpPr>
            <p:cNvPr id="105" name="Group 104">
              <a:extLst>
                <a:ext uri="{FF2B5EF4-FFF2-40B4-BE49-F238E27FC236}">
                  <a16:creationId xmlns:a16="http://schemas.microsoft.com/office/drawing/2014/main" id="{D1734815-6535-44F0-9F4F-D9287AD22EB7}"/>
                </a:ext>
              </a:extLst>
            </p:cNvPr>
            <p:cNvGrpSpPr/>
            <p:nvPr/>
          </p:nvGrpSpPr>
          <p:grpSpPr>
            <a:xfrm>
              <a:off x="6518670" y="4534935"/>
              <a:ext cx="1696141" cy="180000"/>
              <a:chOff x="3943656" y="4534935"/>
              <a:chExt cx="1696141" cy="180000"/>
            </a:xfrm>
          </p:grpSpPr>
          <p:cxnSp>
            <p:nvCxnSpPr>
              <p:cNvPr id="106" name="Straight Connector 105">
                <a:extLst>
                  <a:ext uri="{FF2B5EF4-FFF2-40B4-BE49-F238E27FC236}">
                    <a16:creationId xmlns:a16="http://schemas.microsoft.com/office/drawing/2014/main" id="{1C97746F-990E-4DAA-9E45-3CF15AD0719D}"/>
                  </a:ext>
                </a:extLst>
              </p:cNvPr>
              <p:cNvCxnSpPr>
                <a:cxnSpLocks/>
              </p:cNvCxnSpPr>
              <p:nvPr/>
            </p:nvCxnSpPr>
            <p:spPr>
              <a:xfrm>
                <a:off x="3948566" y="4626214"/>
                <a:ext cx="1674000" cy="0"/>
              </a:xfrm>
              <a:prstGeom prst="line">
                <a:avLst/>
              </a:prstGeom>
              <a:ln w="38100" cap="sq">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FA7383A-8E4E-4D6C-8D45-2AE223E67F3B}"/>
                  </a:ext>
                </a:extLst>
              </p:cNvPr>
              <p:cNvCxnSpPr>
                <a:cxnSpLocks/>
              </p:cNvCxnSpPr>
              <p:nvPr/>
            </p:nvCxnSpPr>
            <p:spPr>
              <a:xfrm>
                <a:off x="3943656" y="4534935"/>
                <a:ext cx="0" cy="180000"/>
              </a:xfrm>
              <a:prstGeom prst="line">
                <a:avLst/>
              </a:prstGeom>
              <a:ln w="38100" cap="sq">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AD92D054-11E9-4544-AB8E-F783D05B35FE}"/>
                  </a:ext>
                </a:extLst>
              </p:cNvPr>
              <p:cNvCxnSpPr>
                <a:cxnSpLocks/>
              </p:cNvCxnSpPr>
              <p:nvPr/>
            </p:nvCxnSpPr>
            <p:spPr>
              <a:xfrm>
                <a:off x="5639797" y="4534935"/>
                <a:ext cx="0" cy="180000"/>
              </a:xfrm>
              <a:prstGeom prst="line">
                <a:avLst/>
              </a:prstGeom>
              <a:ln w="38100" cap="sq">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grpSp>
      </p:grpSp>
      <p:sp>
        <p:nvSpPr>
          <p:cNvPr id="109" name="Isosceles Triangle 108">
            <a:extLst>
              <a:ext uri="{FF2B5EF4-FFF2-40B4-BE49-F238E27FC236}">
                <a16:creationId xmlns:a16="http://schemas.microsoft.com/office/drawing/2014/main" id="{9C0CDFAD-3C17-4C2E-8F58-ED96A8266C1F}"/>
              </a:ext>
            </a:extLst>
          </p:cNvPr>
          <p:cNvSpPr/>
          <p:nvPr/>
        </p:nvSpPr>
        <p:spPr bwMode="invGray">
          <a:xfrm>
            <a:off x="7556893" y="4527912"/>
            <a:ext cx="180000" cy="180000"/>
          </a:xfrm>
          <a:prstGeom prst="triangl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110" name="Text Placeholder 12">
            <a:extLst>
              <a:ext uri="{FF2B5EF4-FFF2-40B4-BE49-F238E27FC236}">
                <a16:creationId xmlns:a16="http://schemas.microsoft.com/office/drawing/2014/main" id="{3A99C6AB-05C1-420F-A9DC-906C27BEE0E3}"/>
              </a:ext>
            </a:extLst>
          </p:cNvPr>
          <p:cNvSpPr txBox="1">
            <a:spLocks/>
          </p:cNvSpPr>
          <p:nvPr/>
        </p:nvSpPr>
        <p:spPr>
          <a:xfrm rot="10800000" flipV="1">
            <a:off x="995121" y="5946636"/>
            <a:ext cx="3600000"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542912"/>
            <a:r>
              <a:rPr lang="en-US" sz="600" b="0">
                <a:solidFill>
                  <a:schemeClr val="tx2"/>
                </a:solidFill>
                <a:latin typeface="Arial" panose="020B0604020202020204" pitchFamily="34" charset="0"/>
              </a:rPr>
              <a:t>Key: 	Target</a:t>
            </a:r>
          </a:p>
        </p:txBody>
      </p:sp>
      <p:sp>
        <p:nvSpPr>
          <p:cNvPr id="111" name="Isosceles Triangle 110">
            <a:extLst>
              <a:ext uri="{FF2B5EF4-FFF2-40B4-BE49-F238E27FC236}">
                <a16:creationId xmlns:a16="http://schemas.microsoft.com/office/drawing/2014/main" id="{FC27A153-7FC7-402A-8EA3-3808504CB831}"/>
              </a:ext>
            </a:extLst>
          </p:cNvPr>
          <p:cNvSpPr/>
          <p:nvPr/>
        </p:nvSpPr>
        <p:spPr bwMode="invGray">
          <a:xfrm>
            <a:off x="1331837" y="5889490"/>
            <a:ext cx="180000" cy="180000"/>
          </a:xfrm>
          <a:prstGeom prst="triangle">
            <a:avLst/>
          </a:prstGeom>
          <a:solidFill>
            <a:srgbClr val="00B8F5"/>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12" name="Rectangle 11">
            <a:extLst>
              <a:ext uri="{FF2B5EF4-FFF2-40B4-BE49-F238E27FC236}">
                <a16:creationId xmlns:a16="http://schemas.microsoft.com/office/drawing/2014/main" id="{B7B0802B-0FC2-4BAC-0131-78DB244A33E2}"/>
              </a:ext>
            </a:extLst>
          </p:cNvPr>
          <p:cNvSpPr/>
          <p:nvPr/>
        </p:nvSpPr>
        <p:spPr bwMode="white">
          <a:xfrm>
            <a:off x="5575406" y="1874809"/>
            <a:ext cx="1696879" cy="6885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a:lnSpc>
                <a:spcPct val="70000"/>
              </a:lnSpc>
            </a:pPr>
            <a:r>
              <a:rPr lang="en-US">
                <a:solidFill>
                  <a:schemeClr val="bg1"/>
                </a:solidFill>
                <a:latin typeface="+mj-lt"/>
              </a:rPr>
              <a:t>KPI identification</a:t>
            </a:r>
          </a:p>
          <a:p>
            <a:pPr>
              <a:lnSpc>
                <a:spcPct val="110000"/>
              </a:lnSpc>
              <a:spcAft>
                <a:spcPts val="600"/>
              </a:spcAft>
            </a:pPr>
            <a:r>
              <a:rPr lang="en-US" sz="1000">
                <a:solidFill>
                  <a:schemeClr val="bg1"/>
                </a:solidFill>
              </a:rPr>
              <a:t>Identify a set of key performance indicators (KPI) for the industry of the Target.</a:t>
            </a:r>
          </a:p>
        </p:txBody>
      </p:sp>
      <p:sp>
        <p:nvSpPr>
          <p:cNvPr id="13" name="Rectangle 12">
            <a:extLst>
              <a:ext uri="{FF2B5EF4-FFF2-40B4-BE49-F238E27FC236}">
                <a16:creationId xmlns:a16="http://schemas.microsoft.com/office/drawing/2014/main" id="{CDAB3EA0-D703-3644-9D29-CDEA7F429C11}"/>
              </a:ext>
            </a:extLst>
          </p:cNvPr>
          <p:cNvSpPr/>
          <p:nvPr/>
        </p:nvSpPr>
        <p:spPr bwMode="white">
          <a:xfrm>
            <a:off x="9141770" y="1874809"/>
            <a:ext cx="1745308" cy="5193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a:lnSpc>
                <a:spcPct val="70000"/>
              </a:lnSpc>
            </a:pPr>
            <a:r>
              <a:rPr lang="en-US">
                <a:solidFill>
                  <a:schemeClr val="bg1"/>
                </a:solidFill>
                <a:latin typeface="+mj-lt"/>
              </a:rPr>
              <a:t>Data analysis</a:t>
            </a:r>
          </a:p>
          <a:p>
            <a:pPr>
              <a:lnSpc>
                <a:spcPct val="110000"/>
              </a:lnSpc>
              <a:spcAft>
                <a:spcPts val="600"/>
              </a:spcAft>
            </a:pPr>
            <a:r>
              <a:rPr lang="en-US" sz="1000">
                <a:solidFill>
                  <a:schemeClr val="bg1"/>
                </a:solidFill>
              </a:rPr>
              <a:t>Compare the Target’s data with industry benchmarks.</a:t>
            </a:r>
          </a:p>
        </p:txBody>
      </p:sp>
      <p:sp>
        <p:nvSpPr>
          <p:cNvPr id="14" name="TextBox 13">
            <a:extLst>
              <a:ext uri="{FF2B5EF4-FFF2-40B4-BE49-F238E27FC236}">
                <a16:creationId xmlns:a16="http://schemas.microsoft.com/office/drawing/2014/main" id="{6CF75D50-3947-D7B6-A4C4-6370FB2E08AF}"/>
              </a:ext>
            </a:extLst>
          </p:cNvPr>
          <p:cNvSpPr txBox="1"/>
          <p:nvPr/>
        </p:nvSpPr>
        <p:spPr bwMode="white">
          <a:xfrm>
            <a:off x="1557383" y="3539641"/>
            <a:ext cx="1329760" cy="292837"/>
          </a:xfrm>
          <a:prstGeom prst="rect">
            <a:avLst/>
          </a:prstGeom>
          <a:noFill/>
        </p:spPr>
        <p:txBody>
          <a:bodyPr wrap="square" lIns="0" tIns="0" rIns="0" bIns="0" rtlCol="0">
            <a:spAutoFit/>
          </a:bodyPr>
          <a:lstStyle/>
          <a:p>
            <a:pPr algn="ctr" defTabSz="914377">
              <a:lnSpc>
                <a:spcPct val="110000"/>
              </a:lnSpc>
              <a:spcAft>
                <a:spcPts val="300"/>
              </a:spcAft>
              <a:defRPr/>
            </a:pPr>
            <a:r>
              <a:rPr lang="en-US" sz="900" b="1">
                <a:solidFill>
                  <a:schemeClr val="bg1"/>
                </a:solidFill>
                <a:latin typeface="Arial"/>
              </a:rPr>
              <a:t>Industry code</a:t>
            </a:r>
            <a:br>
              <a:rPr lang="en-US" sz="900" b="1">
                <a:solidFill>
                  <a:schemeClr val="bg1"/>
                </a:solidFill>
                <a:latin typeface="Arial"/>
              </a:rPr>
            </a:br>
            <a:r>
              <a:rPr lang="en-US" sz="900" i="1">
                <a:solidFill>
                  <a:schemeClr val="bg1"/>
                </a:solidFill>
                <a:latin typeface="Arial"/>
              </a:rPr>
              <a:t>(xxx)</a:t>
            </a:r>
          </a:p>
        </p:txBody>
      </p:sp>
      <p:sp>
        <p:nvSpPr>
          <p:cNvPr id="15" name="TextBox 14">
            <a:extLst>
              <a:ext uri="{FF2B5EF4-FFF2-40B4-BE49-F238E27FC236}">
                <a16:creationId xmlns:a16="http://schemas.microsoft.com/office/drawing/2014/main" id="{46614825-A2F4-0679-6348-5EF6A812FC8F}"/>
              </a:ext>
            </a:extLst>
          </p:cNvPr>
          <p:cNvSpPr txBox="1"/>
          <p:nvPr/>
        </p:nvSpPr>
        <p:spPr bwMode="white">
          <a:xfrm>
            <a:off x="1745778" y="4209099"/>
            <a:ext cx="952967" cy="292837"/>
          </a:xfrm>
          <a:prstGeom prst="rect">
            <a:avLst/>
          </a:prstGeom>
          <a:noFill/>
        </p:spPr>
        <p:txBody>
          <a:bodyPr wrap="square" lIns="0" tIns="0" rIns="0" bIns="0" rtlCol="0">
            <a:spAutoFit/>
          </a:bodyPr>
          <a:lstStyle/>
          <a:p>
            <a:pPr algn="ctr" defTabSz="914377">
              <a:lnSpc>
                <a:spcPct val="110000"/>
              </a:lnSpc>
              <a:spcAft>
                <a:spcPts val="300"/>
              </a:spcAft>
              <a:defRPr/>
            </a:pPr>
            <a:r>
              <a:rPr lang="en-US" sz="900" b="1">
                <a:solidFill>
                  <a:schemeClr val="bg1"/>
                </a:solidFill>
                <a:latin typeface="Arial"/>
              </a:rPr>
              <a:t>Geography</a:t>
            </a:r>
            <a:br>
              <a:rPr lang="en-US" sz="900" b="1">
                <a:solidFill>
                  <a:schemeClr val="bg1"/>
                </a:solidFill>
                <a:latin typeface="Arial"/>
              </a:rPr>
            </a:br>
            <a:r>
              <a:rPr lang="en-US" sz="900" i="1">
                <a:solidFill>
                  <a:schemeClr val="bg1"/>
                </a:solidFill>
                <a:latin typeface="Arial"/>
              </a:rPr>
              <a:t>(xxx)</a:t>
            </a:r>
          </a:p>
        </p:txBody>
      </p:sp>
      <p:sp>
        <p:nvSpPr>
          <p:cNvPr id="16" name="TextBox 15">
            <a:extLst>
              <a:ext uri="{FF2B5EF4-FFF2-40B4-BE49-F238E27FC236}">
                <a16:creationId xmlns:a16="http://schemas.microsoft.com/office/drawing/2014/main" id="{A51B522E-FCFA-AF3B-84A8-4650E6640E5B}"/>
              </a:ext>
            </a:extLst>
          </p:cNvPr>
          <p:cNvSpPr txBox="1"/>
          <p:nvPr/>
        </p:nvSpPr>
        <p:spPr bwMode="white">
          <a:xfrm>
            <a:off x="1745779" y="4802682"/>
            <a:ext cx="952968" cy="292837"/>
          </a:xfrm>
          <a:prstGeom prst="rect">
            <a:avLst/>
          </a:prstGeom>
          <a:noFill/>
        </p:spPr>
        <p:txBody>
          <a:bodyPr wrap="square" lIns="0" tIns="0" rIns="0" bIns="0" rtlCol="0">
            <a:spAutoFit/>
          </a:bodyPr>
          <a:lstStyle/>
          <a:p>
            <a:pPr algn="ctr" defTabSz="914377">
              <a:lnSpc>
                <a:spcPct val="110000"/>
              </a:lnSpc>
              <a:spcAft>
                <a:spcPts val="300"/>
              </a:spcAft>
              <a:defRPr/>
            </a:pPr>
            <a:r>
              <a:rPr lang="en-US" sz="900" b="1">
                <a:solidFill>
                  <a:schemeClr val="bg1"/>
                </a:solidFill>
                <a:latin typeface="Arial"/>
              </a:rPr>
              <a:t>Net sales</a:t>
            </a:r>
            <a:br>
              <a:rPr lang="en-US" sz="900" b="1">
                <a:solidFill>
                  <a:schemeClr val="bg1"/>
                </a:solidFill>
                <a:latin typeface="Arial"/>
              </a:rPr>
            </a:br>
            <a:r>
              <a:rPr lang="en-US" sz="900" i="1">
                <a:solidFill>
                  <a:schemeClr val="bg1"/>
                </a:solidFill>
                <a:latin typeface="Arial"/>
              </a:rPr>
              <a:t>($xx-</a:t>
            </a:r>
            <a:r>
              <a:rPr lang="en-US" sz="900" i="1" err="1">
                <a:solidFill>
                  <a:schemeClr val="bg1"/>
                </a:solidFill>
                <a:latin typeface="Arial"/>
              </a:rPr>
              <a:t>xxm</a:t>
            </a:r>
            <a:r>
              <a:rPr lang="en-US" sz="900" i="1">
                <a:solidFill>
                  <a:schemeClr val="bg1"/>
                </a:solidFill>
                <a:latin typeface="Arial"/>
              </a:rPr>
              <a:t>)</a:t>
            </a:r>
          </a:p>
        </p:txBody>
      </p:sp>
      <p:sp>
        <p:nvSpPr>
          <p:cNvPr id="17" name="TextBox 16">
            <a:extLst>
              <a:ext uri="{FF2B5EF4-FFF2-40B4-BE49-F238E27FC236}">
                <a16:creationId xmlns:a16="http://schemas.microsoft.com/office/drawing/2014/main" id="{E3775D8A-807D-A49D-338F-E358BB172686}"/>
              </a:ext>
            </a:extLst>
          </p:cNvPr>
          <p:cNvSpPr txBox="1"/>
          <p:nvPr/>
        </p:nvSpPr>
        <p:spPr bwMode="white">
          <a:xfrm>
            <a:off x="1923012" y="5390310"/>
            <a:ext cx="598501" cy="292837"/>
          </a:xfrm>
          <a:prstGeom prst="rect">
            <a:avLst/>
          </a:prstGeom>
          <a:noFill/>
        </p:spPr>
        <p:txBody>
          <a:bodyPr wrap="square" lIns="0" tIns="0" rIns="0" bIns="0" rtlCol="0">
            <a:spAutoFit/>
          </a:bodyPr>
          <a:lstStyle/>
          <a:p>
            <a:pPr algn="ctr" defTabSz="914377">
              <a:lnSpc>
                <a:spcPct val="110000"/>
              </a:lnSpc>
              <a:spcAft>
                <a:spcPts val="300"/>
              </a:spcAft>
              <a:defRPr/>
            </a:pPr>
            <a:r>
              <a:rPr lang="en-US" sz="900" b="1">
                <a:solidFill>
                  <a:schemeClr val="bg1"/>
                </a:solidFill>
                <a:latin typeface="Arial"/>
              </a:rPr>
              <a:t>Nature of business</a:t>
            </a:r>
          </a:p>
        </p:txBody>
      </p:sp>
      <p:sp>
        <p:nvSpPr>
          <p:cNvPr id="18" name="Rectangle 17">
            <a:extLst>
              <a:ext uri="{FF2B5EF4-FFF2-40B4-BE49-F238E27FC236}">
                <a16:creationId xmlns:a16="http://schemas.microsoft.com/office/drawing/2014/main" id="{3F6BB82C-D355-F7F1-B387-2C3EDCC967E5}"/>
              </a:ext>
            </a:extLst>
          </p:cNvPr>
          <p:cNvSpPr/>
          <p:nvPr/>
        </p:nvSpPr>
        <p:spPr>
          <a:xfrm>
            <a:off x="4697269" y="4532457"/>
            <a:ext cx="180000" cy="1788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19" name="Rectangle 18">
            <a:extLst>
              <a:ext uri="{FF2B5EF4-FFF2-40B4-BE49-F238E27FC236}">
                <a16:creationId xmlns:a16="http://schemas.microsoft.com/office/drawing/2014/main" id="{AEADB73B-9642-4F13-D7BD-BE4C2A3B1438}"/>
              </a:ext>
            </a:extLst>
          </p:cNvPr>
          <p:cNvSpPr/>
          <p:nvPr/>
        </p:nvSpPr>
        <p:spPr>
          <a:xfrm>
            <a:off x="7272283" y="4532457"/>
            <a:ext cx="180000" cy="17882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graphicFrame>
        <p:nvGraphicFramePr>
          <p:cNvPr id="2" name="Table 10">
            <a:extLst>
              <a:ext uri="{FF2B5EF4-FFF2-40B4-BE49-F238E27FC236}">
                <a16:creationId xmlns:a16="http://schemas.microsoft.com/office/drawing/2014/main" id="{5EA5ABB0-C3B3-7789-D317-E263A7B50A21}"/>
              </a:ext>
            </a:extLst>
          </p:cNvPr>
          <p:cNvGraphicFramePr>
            <a:graphicFrameLocks noGrp="1"/>
          </p:cNvGraphicFramePr>
          <p:nvPr>
            <p:extLst>
              <p:ext uri="{D42A27DB-BD31-4B8C-83A1-F6EECF244321}">
                <p14:modId xmlns:p14="http://schemas.microsoft.com/office/powerpoint/2010/main" val="3214109464"/>
              </p:ext>
            </p:extLst>
          </p:nvPr>
        </p:nvGraphicFramePr>
        <p:xfrm>
          <a:off x="932737" y="142211"/>
          <a:ext cx="9295208"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04900">
                  <a:extLst>
                    <a:ext uri="{9D8B030D-6E8A-4147-A177-3AD203B41FA5}">
                      <a16:colId xmlns:a16="http://schemas.microsoft.com/office/drawing/2014/main" val="3480804512"/>
                    </a:ext>
                  </a:extLst>
                </a:gridCol>
                <a:gridCol w="1083310">
                  <a:extLst>
                    <a:ext uri="{9D8B030D-6E8A-4147-A177-3AD203B41FA5}">
                      <a16:colId xmlns:a16="http://schemas.microsoft.com/office/drawing/2014/main" val="1508802548"/>
                    </a:ext>
                  </a:extLst>
                </a:gridCol>
                <a:gridCol w="952500">
                  <a:extLst>
                    <a:ext uri="{9D8B030D-6E8A-4147-A177-3AD203B41FA5}">
                      <a16:colId xmlns:a16="http://schemas.microsoft.com/office/drawing/2014/main" val="1380669789"/>
                    </a:ext>
                  </a:extLst>
                </a:gridCol>
                <a:gridCol w="777240">
                  <a:extLst>
                    <a:ext uri="{9D8B030D-6E8A-4147-A177-3AD203B41FA5}">
                      <a16:colId xmlns:a16="http://schemas.microsoft.com/office/drawing/2014/main" val="3717172380"/>
                    </a:ext>
                  </a:extLst>
                </a:gridCol>
                <a:gridCol w="693420">
                  <a:extLst>
                    <a:ext uri="{9D8B030D-6E8A-4147-A177-3AD203B41FA5}">
                      <a16:colId xmlns:a16="http://schemas.microsoft.com/office/drawing/2014/main" val="2348796435"/>
                    </a:ext>
                  </a:extLst>
                </a:gridCol>
                <a:gridCol w="1013460">
                  <a:extLst>
                    <a:ext uri="{9D8B030D-6E8A-4147-A177-3AD203B41FA5}">
                      <a16:colId xmlns:a16="http://schemas.microsoft.com/office/drawing/2014/main" val="3209140028"/>
                    </a:ext>
                  </a:extLst>
                </a:gridCol>
                <a:gridCol w="937260">
                  <a:extLst>
                    <a:ext uri="{9D8B030D-6E8A-4147-A177-3AD203B41FA5}">
                      <a16:colId xmlns:a16="http://schemas.microsoft.com/office/drawing/2014/main" val="2651425576"/>
                    </a:ext>
                  </a:extLst>
                </a:gridCol>
                <a:gridCol w="632460">
                  <a:extLst>
                    <a:ext uri="{9D8B030D-6E8A-4147-A177-3AD203B41FA5}">
                      <a16:colId xmlns:a16="http://schemas.microsoft.com/office/drawing/2014/main" val="3903366463"/>
                    </a:ext>
                  </a:extLst>
                </a:gridCol>
                <a:gridCol w="845820">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1" i="0" u="none" strike="noStrike" kern="1200" cap="none" spc="0" normalizeH="0" baseline="0" noProof="0">
                          <a:ln>
                            <a:noFill/>
                          </a:ln>
                          <a:solidFill>
                            <a:srgbClr val="00338D"/>
                          </a:solidFill>
                          <a:effectLst/>
                          <a:uLnTx/>
                          <a:uFillTx/>
                          <a:latin typeface="+mn-lt"/>
                          <a:ea typeface="+mn-ea"/>
                          <a:cs typeface="+mn-cs"/>
                        </a:rPr>
                        <a:t>Value creation</a:t>
                      </a:r>
                      <a:endParaRPr kumimoji="0" lang="en-US" sz="1000" b="1" i="0" u="none" strike="noStrike" kern="1200" cap="none" spc="0" normalizeH="0" baseline="0">
                        <a:ln>
                          <a:noFill/>
                        </a:ln>
                        <a:solidFill>
                          <a:srgbClr val="00338D"/>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31" name="Rectangle 30">
            <a:hlinkClick r:id="rId6" action="ppaction://hlinksldjump"/>
            <a:extLst>
              <a:ext uri="{FF2B5EF4-FFF2-40B4-BE49-F238E27FC236}">
                <a16:creationId xmlns:a16="http://schemas.microsoft.com/office/drawing/2014/main" id="{F3E97115-7927-C6DF-81A9-D654374E270D}"/>
              </a:ext>
            </a:extLst>
          </p:cNvPr>
          <p:cNvSpPr/>
          <p:nvPr/>
        </p:nvSpPr>
        <p:spPr>
          <a:xfrm>
            <a:off x="940228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3" name="Rectangle 32">
            <a:hlinkClick r:id="rId7" action="ppaction://hlinksldjump"/>
            <a:extLst>
              <a:ext uri="{FF2B5EF4-FFF2-40B4-BE49-F238E27FC236}">
                <a16:creationId xmlns:a16="http://schemas.microsoft.com/office/drawing/2014/main" id="{0A5FB70A-0C89-318F-8360-82BE9ED32B24}"/>
              </a:ext>
            </a:extLst>
          </p:cNvPr>
          <p:cNvSpPr/>
          <p:nvPr/>
        </p:nvSpPr>
        <p:spPr>
          <a:xfrm>
            <a:off x="2199335" y="140055"/>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4" name="Rectangle 33">
            <a:hlinkClick r:id="rId8" action="ppaction://hlinksldjump"/>
            <a:extLst>
              <a:ext uri="{FF2B5EF4-FFF2-40B4-BE49-F238E27FC236}">
                <a16:creationId xmlns:a16="http://schemas.microsoft.com/office/drawing/2014/main" id="{048AF384-D8E5-EF44-374E-0D7BA5E68671}"/>
              </a:ext>
            </a:extLst>
          </p:cNvPr>
          <p:cNvSpPr/>
          <p:nvPr/>
        </p:nvSpPr>
        <p:spPr>
          <a:xfrm>
            <a:off x="439487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6" name="Rectangle 35">
            <a:hlinkClick r:id="rId9" action="ppaction://hlinksldjump"/>
            <a:extLst>
              <a:ext uri="{FF2B5EF4-FFF2-40B4-BE49-F238E27FC236}">
                <a16:creationId xmlns:a16="http://schemas.microsoft.com/office/drawing/2014/main" id="{14989C7F-1134-3405-4D68-0AB97F68DDE7}"/>
              </a:ext>
            </a:extLst>
          </p:cNvPr>
          <p:cNvSpPr/>
          <p:nvPr/>
        </p:nvSpPr>
        <p:spPr>
          <a:xfrm>
            <a:off x="783621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7" name="Rectangle 36">
            <a:hlinkClick r:id="rId10" action="ppaction://hlinksldjump"/>
            <a:extLst>
              <a:ext uri="{FF2B5EF4-FFF2-40B4-BE49-F238E27FC236}">
                <a16:creationId xmlns:a16="http://schemas.microsoft.com/office/drawing/2014/main" id="{49449935-510D-1F17-7A5E-193CBF686F0A}"/>
              </a:ext>
            </a:extLst>
          </p:cNvPr>
          <p:cNvSpPr/>
          <p:nvPr/>
        </p:nvSpPr>
        <p:spPr>
          <a:xfrm>
            <a:off x="535843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50" name="Rectangle 49">
            <a:hlinkClick r:id="rId11" action="ppaction://hlinksldjump"/>
            <a:extLst>
              <a:ext uri="{FF2B5EF4-FFF2-40B4-BE49-F238E27FC236}">
                <a16:creationId xmlns:a16="http://schemas.microsoft.com/office/drawing/2014/main" id="{CA68DB28-29E6-2B1F-5F31-3A404EBE2542}"/>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51" name="Rectangle 50">
            <a:hlinkClick r:id="rId12" action="ppaction://hlinksldjump"/>
            <a:extLst>
              <a:ext uri="{FF2B5EF4-FFF2-40B4-BE49-F238E27FC236}">
                <a16:creationId xmlns:a16="http://schemas.microsoft.com/office/drawing/2014/main" id="{70205CC6-9CAF-0F0A-FDEC-DEC2D81B4710}"/>
              </a:ext>
            </a:extLst>
          </p:cNvPr>
          <p:cNvSpPr/>
          <p:nvPr/>
        </p:nvSpPr>
        <p:spPr>
          <a:xfrm>
            <a:off x="3305911" y="140055"/>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52" name="Rectangle 51">
            <a:hlinkClick r:id="rId13" action="ppaction://hlinksldjump"/>
            <a:extLst>
              <a:ext uri="{FF2B5EF4-FFF2-40B4-BE49-F238E27FC236}">
                <a16:creationId xmlns:a16="http://schemas.microsoft.com/office/drawing/2014/main" id="{A443E1A4-AE37-55CA-F0AC-484A7D3C70AB}"/>
              </a:ext>
            </a:extLst>
          </p:cNvPr>
          <p:cNvSpPr/>
          <p:nvPr/>
        </p:nvSpPr>
        <p:spPr>
          <a:xfrm>
            <a:off x="612673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53" name="Rectangle 52">
            <a:hlinkClick r:id="rId14" action="ppaction://hlinksldjump"/>
            <a:extLst>
              <a:ext uri="{FF2B5EF4-FFF2-40B4-BE49-F238E27FC236}">
                <a16:creationId xmlns:a16="http://schemas.microsoft.com/office/drawing/2014/main" id="{569B5B4F-0C2D-2A4F-02EC-08D69AF1927A}"/>
              </a:ext>
            </a:extLst>
          </p:cNvPr>
          <p:cNvSpPr/>
          <p:nvPr/>
        </p:nvSpPr>
        <p:spPr>
          <a:xfrm>
            <a:off x="6820717" y="140055"/>
            <a:ext cx="97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56" name="Rectangle 55">
            <a:hlinkClick r:id="rId15" action="ppaction://hlinksldjump"/>
            <a:extLst>
              <a:ext uri="{FF2B5EF4-FFF2-40B4-BE49-F238E27FC236}">
                <a16:creationId xmlns:a16="http://schemas.microsoft.com/office/drawing/2014/main" id="{7E8A1D7F-E6F7-F5C7-1658-FAFE329EBA97}"/>
              </a:ext>
            </a:extLst>
          </p:cNvPr>
          <p:cNvSpPr/>
          <p:nvPr/>
        </p:nvSpPr>
        <p:spPr>
          <a:xfrm>
            <a:off x="8776798"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4" name="Text Placeholder 7">
            <a:extLst>
              <a:ext uri="{FF2B5EF4-FFF2-40B4-BE49-F238E27FC236}">
                <a16:creationId xmlns:a16="http://schemas.microsoft.com/office/drawing/2014/main" id="{A9586350-F7E2-79B3-7D46-DD15AE443B6E}"/>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5" name="Text Placeholder 12">
            <a:extLst>
              <a:ext uri="{FF2B5EF4-FFF2-40B4-BE49-F238E27FC236}">
                <a16:creationId xmlns:a16="http://schemas.microsoft.com/office/drawing/2014/main" id="{077C3ED3-5332-755B-9BDB-F26533ACDB76}"/>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6" name="Rounded Rectangle 7">
            <a:extLst>
              <a:ext uri="{FF2B5EF4-FFF2-40B4-BE49-F238E27FC236}">
                <a16:creationId xmlns:a16="http://schemas.microsoft.com/office/drawing/2014/main" id="{CFECC64B-5757-0FA0-7DFE-E110D027037A}"/>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7" name="Rectangle 6">
            <a:extLst>
              <a:ext uri="{FF2B5EF4-FFF2-40B4-BE49-F238E27FC236}">
                <a16:creationId xmlns:a16="http://schemas.microsoft.com/office/drawing/2014/main" id="{F9753AF6-8052-6E1B-605A-7158F65FA5D0}"/>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8" name="Straight Arrow Connector 7">
            <a:extLst>
              <a:ext uri="{FF2B5EF4-FFF2-40B4-BE49-F238E27FC236}">
                <a16:creationId xmlns:a16="http://schemas.microsoft.com/office/drawing/2014/main" id="{DB2128FD-EF85-32FD-0155-AD49DAC64B90}"/>
              </a:ext>
            </a:extLst>
          </p:cNvPr>
          <p:cNvCxnSpPr>
            <a:cxnSpLocks/>
            <a:stCxn id="7"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8C56A76B-4F65-E1A3-DE7C-071F8B68ACEB}"/>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20" name="Rectangle 19">
            <a:extLst>
              <a:ext uri="{FF2B5EF4-FFF2-40B4-BE49-F238E27FC236}">
                <a16:creationId xmlns:a16="http://schemas.microsoft.com/office/drawing/2014/main" id="{C8DE9D0A-D4A3-B750-DFD6-2C972942EDB9}"/>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21" name="Rectangle 20">
            <a:extLst>
              <a:ext uri="{FF2B5EF4-FFF2-40B4-BE49-F238E27FC236}">
                <a16:creationId xmlns:a16="http://schemas.microsoft.com/office/drawing/2014/main" id="{9F527101-9B60-BE0A-C72D-000FD4F44529}"/>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22" name="Rectangle 21">
            <a:extLst>
              <a:ext uri="{FF2B5EF4-FFF2-40B4-BE49-F238E27FC236}">
                <a16:creationId xmlns:a16="http://schemas.microsoft.com/office/drawing/2014/main" id="{C3A3852C-194D-7282-0266-72072115831A}"/>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Tree>
    <p:extLst>
      <p:ext uri="{BB962C8B-B14F-4D97-AF65-F5344CB8AC3E}">
        <p14:creationId xmlns:p14="http://schemas.microsoft.com/office/powerpoint/2010/main" val="8587804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Object 20" hidden="1">
            <a:extLst>
              <a:ext uri="{FF2B5EF4-FFF2-40B4-BE49-F238E27FC236}">
                <a16:creationId xmlns:a16="http://schemas.microsoft.com/office/drawing/2014/main" id="{3DBC4D8B-5358-4661-906D-7CE57963F580}"/>
              </a:ext>
            </a:extLst>
          </p:cNvPr>
          <p:cNvGraphicFramePr>
            <a:graphicFrameLocks noChangeAspect="1"/>
          </p:cNvGraphicFramePr>
          <p:nvPr>
            <p:custDataLst>
              <p:tags r:id="rId1"/>
            </p:custDataLst>
            <p:extLst>
              <p:ext uri="{D42A27DB-BD31-4B8C-83A1-F6EECF244321}">
                <p14:modId xmlns:p14="http://schemas.microsoft.com/office/powerpoint/2010/main" val="109446360"/>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21" name="Object 20" hidden="1">
                        <a:extLst>
                          <a:ext uri="{FF2B5EF4-FFF2-40B4-BE49-F238E27FC236}">
                            <a16:creationId xmlns:a16="http://schemas.microsoft.com/office/drawing/2014/main" id="{3DBC4D8B-5358-4661-906D-7CE57963F580}"/>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148" name="Text Placeholder 6">
            <a:extLst>
              <a:ext uri="{FF2B5EF4-FFF2-40B4-BE49-F238E27FC236}">
                <a16:creationId xmlns:a16="http://schemas.microsoft.com/office/drawing/2014/main" id="{812E56EF-48F7-43D1-B571-4AF302732D7C}"/>
              </a:ext>
            </a:extLst>
          </p:cNvPr>
          <p:cNvSpPr txBox="1">
            <a:spLocks/>
          </p:cNvSpPr>
          <p:nvPr/>
        </p:nvSpPr>
        <p:spPr>
          <a:xfrm>
            <a:off x="6165629" y="3454165"/>
            <a:ext cx="2448000" cy="990827"/>
          </a:xfrm>
          <a:prstGeom prst="rect">
            <a:avLst/>
          </a:prstGeom>
        </p:spPr>
        <p:txBody>
          <a:bodyPr lIns="72000" tIns="36000" rIns="72000" bIns="0"/>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0"/>
            <a:r>
              <a:rPr lang="en-US" b="1" noProof="0"/>
              <a:t>Business risk</a:t>
            </a:r>
          </a:p>
          <a:p>
            <a:pPr lvl="2"/>
            <a:r>
              <a:rPr lang="en-US" noProof="0"/>
              <a:t>Third level</a:t>
            </a:r>
          </a:p>
        </p:txBody>
      </p:sp>
      <p:sp>
        <p:nvSpPr>
          <p:cNvPr id="149" name="Rectangle 148">
            <a:extLst>
              <a:ext uri="{FF2B5EF4-FFF2-40B4-BE49-F238E27FC236}">
                <a16:creationId xmlns:a16="http://schemas.microsoft.com/office/drawing/2014/main" id="{73F95189-FF5D-430D-A676-841A09995FA2}"/>
              </a:ext>
            </a:extLst>
          </p:cNvPr>
          <p:cNvSpPr>
            <a:spLocks/>
          </p:cNvSpPr>
          <p:nvPr/>
        </p:nvSpPr>
        <p:spPr>
          <a:xfrm>
            <a:off x="6165629" y="3202165"/>
            <a:ext cx="5036400" cy="25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0" rIns="72000" bIns="0" rtlCol="0" anchor="ctr">
            <a:noAutofit/>
          </a:bodyPr>
          <a:lstStyle/>
          <a:p>
            <a:pPr defTabSz="914377">
              <a:spcAft>
                <a:spcPts val="600"/>
              </a:spcAft>
            </a:pPr>
            <a:r>
              <a:rPr lang="en-US" sz="1000" b="1">
                <a:solidFill>
                  <a:schemeClr val="bg1"/>
                </a:solidFill>
              </a:rPr>
              <a:t>Implementation consideration</a:t>
            </a:r>
          </a:p>
        </p:txBody>
      </p:sp>
      <p:sp>
        <p:nvSpPr>
          <p:cNvPr id="150" name="Text Placeholder 6">
            <a:extLst>
              <a:ext uri="{FF2B5EF4-FFF2-40B4-BE49-F238E27FC236}">
                <a16:creationId xmlns:a16="http://schemas.microsoft.com/office/drawing/2014/main" id="{F93274D1-C982-47E3-92D5-B1218DEF21F4}"/>
              </a:ext>
            </a:extLst>
          </p:cNvPr>
          <p:cNvSpPr txBox="1">
            <a:spLocks/>
          </p:cNvSpPr>
          <p:nvPr/>
        </p:nvSpPr>
        <p:spPr>
          <a:xfrm>
            <a:off x="6177516" y="4754400"/>
            <a:ext cx="5016085" cy="1113000"/>
          </a:xfrm>
          <a:prstGeom prst="rect">
            <a:avLst/>
          </a:prstGeom>
        </p:spPr>
        <p:txBody>
          <a:bodyPr lIns="72000" tIns="36000" rIns="72000" bIns="0"/>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ea typeface="+mn-ea"/>
                <a:cs typeface="+mn-cs"/>
              </a:rPr>
              <a:t>Fifth level</a:t>
            </a:r>
            <a:endParaRPr lang="en-US" sz="1000"/>
          </a:p>
        </p:txBody>
      </p:sp>
      <p:sp>
        <p:nvSpPr>
          <p:cNvPr id="151" name="Text Placeholder 6">
            <a:extLst>
              <a:ext uri="{FF2B5EF4-FFF2-40B4-BE49-F238E27FC236}">
                <a16:creationId xmlns:a16="http://schemas.microsoft.com/office/drawing/2014/main" id="{DCD08955-5488-49EE-B623-C96377CC53EB}"/>
              </a:ext>
            </a:extLst>
          </p:cNvPr>
          <p:cNvSpPr txBox="1">
            <a:spLocks/>
          </p:cNvSpPr>
          <p:nvPr/>
        </p:nvSpPr>
        <p:spPr>
          <a:xfrm>
            <a:off x="8749193" y="3454165"/>
            <a:ext cx="2448000" cy="990827"/>
          </a:xfrm>
          <a:prstGeom prst="rect">
            <a:avLst/>
          </a:prstGeom>
        </p:spPr>
        <p:txBody>
          <a:bodyPr lIns="72000" tIns="36000" rIns="72000" bIns="0"/>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0"/>
            <a:r>
              <a:rPr lang="en-US" b="1" noProof="0"/>
              <a:t>Complexity</a:t>
            </a:r>
          </a:p>
          <a:p>
            <a:pPr lvl="2"/>
            <a:r>
              <a:rPr lang="en-US" noProof="0"/>
              <a:t>Third level</a:t>
            </a:r>
          </a:p>
        </p:txBody>
      </p:sp>
      <p:sp>
        <p:nvSpPr>
          <p:cNvPr id="152" name="Text Placeholder 6">
            <a:extLst>
              <a:ext uri="{FF2B5EF4-FFF2-40B4-BE49-F238E27FC236}">
                <a16:creationId xmlns:a16="http://schemas.microsoft.com/office/drawing/2014/main" id="{A97EF271-A7B4-4DD2-9184-694F30E4C0F8}"/>
              </a:ext>
            </a:extLst>
          </p:cNvPr>
          <p:cNvSpPr txBox="1">
            <a:spLocks/>
          </p:cNvSpPr>
          <p:nvPr/>
        </p:nvSpPr>
        <p:spPr>
          <a:xfrm>
            <a:off x="995361" y="4754400"/>
            <a:ext cx="5024925" cy="1113000"/>
          </a:xfrm>
          <a:prstGeom prst="rect">
            <a:avLst/>
          </a:prstGeom>
        </p:spPr>
        <p:txBody>
          <a:bodyPr lIns="72000" tIns="36000" rIns="72000" bIns="0"/>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ea typeface="+mn-ea"/>
                <a:cs typeface="+mn-cs"/>
              </a:rPr>
              <a:t>Fifth level</a:t>
            </a:r>
            <a:endParaRPr lang="en-US" sz="1000"/>
          </a:p>
          <a:p>
            <a:pPr lvl="1"/>
            <a:endParaRPr lang="en-US"/>
          </a:p>
        </p:txBody>
      </p:sp>
      <p:sp>
        <p:nvSpPr>
          <p:cNvPr id="153" name="Text Placeholder 25">
            <a:extLst>
              <a:ext uri="{FF2B5EF4-FFF2-40B4-BE49-F238E27FC236}">
                <a16:creationId xmlns:a16="http://schemas.microsoft.com/office/drawing/2014/main" id="{445A6608-E9C6-4890-B39D-A17B3B3B7955}"/>
              </a:ext>
            </a:extLst>
          </p:cNvPr>
          <p:cNvSpPr txBox="1">
            <a:spLocks/>
          </p:cNvSpPr>
          <p:nvPr/>
        </p:nvSpPr>
        <p:spPr>
          <a:xfrm>
            <a:off x="6157201" y="4502400"/>
            <a:ext cx="5036400" cy="252000"/>
          </a:xfrm>
          <a:prstGeom prst="rect">
            <a:avLst/>
          </a:prstGeom>
          <a:solidFill>
            <a:schemeClr val="tx2"/>
          </a:solidFill>
        </p:spPr>
        <p:txBody>
          <a:bodyPr lIns="72000" tIns="0" rIns="72000" bIns="0" anchor="ctr" anchorCtr="0"/>
          <a:lstStyle>
            <a:lvl1pPr marL="0" indent="0" algn="l" defTabSz="914377"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9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Next steps to validate the opportunity</a:t>
            </a:r>
          </a:p>
        </p:txBody>
      </p:sp>
      <p:sp>
        <p:nvSpPr>
          <p:cNvPr id="154" name="Text Placeholder 25">
            <a:extLst>
              <a:ext uri="{FF2B5EF4-FFF2-40B4-BE49-F238E27FC236}">
                <a16:creationId xmlns:a16="http://schemas.microsoft.com/office/drawing/2014/main" id="{78DCD118-D96D-4FA8-BD0B-ED5D21D1CF0C}"/>
              </a:ext>
            </a:extLst>
          </p:cNvPr>
          <p:cNvSpPr txBox="1">
            <a:spLocks/>
          </p:cNvSpPr>
          <p:nvPr/>
        </p:nvSpPr>
        <p:spPr>
          <a:xfrm>
            <a:off x="995361" y="4502400"/>
            <a:ext cx="5036400" cy="252000"/>
          </a:xfrm>
          <a:prstGeom prst="rect">
            <a:avLst/>
          </a:prstGeom>
          <a:solidFill>
            <a:schemeClr val="tx2"/>
          </a:solidFill>
        </p:spPr>
        <p:txBody>
          <a:bodyPr lIns="72000" tIns="0" rIns="72000" bIns="0" anchor="ctr" anchorCtr="0"/>
          <a:lstStyle>
            <a:lvl1pPr marL="0" indent="0" algn="l" defTabSz="914377"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9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Comments</a:t>
            </a:r>
          </a:p>
        </p:txBody>
      </p:sp>
      <p:sp>
        <p:nvSpPr>
          <p:cNvPr id="19" name="Title 18">
            <a:extLst>
              <a:ext uri="{FF2B5EF4-FFF2-40B4-BE49-F238E27FC236}">
                <a16:creationId xmlns:a16="http://schemas.microsoft.com/office/drawing/2014/main" id="{D033C45F-10CC-4600-836C-AC876D2847A5}"/>
              </a:ext>
            </a:extLst>
          </p:cNvPr>
          <p:cNvSpPr>
            <a:spLocks noGrp="1"/>
          </p:cNvSpPr>
          <p:nvPr>
            <p:ph type="title"/>
          </p:nvPr>
        </p:nvSpPr>
        <p:spPr/>
        <p:txBody>
          <a:bodyPr vert="horz"/>
          <a:lstStyle/>
          <a:p>
            <a:r>
              <a:rPr lang="en-US"/>
              <a:t>Indicative upside potential by area [</a:t>
            </a:r>
            <a:r>
              <a:rPr lang="en-US">
                <a:solidFill>
                  <a:schemeClr val="accent6"/>
                </a:solidFill>
              </a:rPr>
              <a:t>ABB 1</a:t>
            </a:r>
            <a:r>
              <a:rPr lang="en-US"/>
              <a:t>]</a:t>
            </a:r>
          </a:p>
        </p:txBody>
      </p:sp>
      <p:sp>
        <p:nvSpPr>
          <p:cNvPr id="10" name="Text Placeholder 9">
            <a:extLst>
              <a:ext uri="{FF2B5EF4-FFF2-40B4-BE49-F238E27FC236}">
                <a16:creationId xmlns:a16="http://schemas.microsoft.com/office/drawing/2014/main" id="{EF7ED30A-EB5F-47FB-B74C-CED0550179F6}"/>
              </a:ext>
            </a:extLst>
          </p:cNvPr>
          <p:cNvSpPr>
            <a:spLocks noGrp="1"/>
          </p:cNvSpPr>
          <p:nvPr>
            <p:ph type="body" sz="quarter" idx="24"/>
          </p:nvPr>
        </p:nvSpPr>
        <p:spPr/>
        <p:txBody>
          <a:bodyPr/>
          <a:lstStyle/>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ea typeface="+mn-ea"/>
                <a:cs typeface="+mn-cs"/>
              </a:rPr>
              <a:t>Fifth level</a:t>
            </a:r>
            <a:endParaRPr lang="en-US"/>
          </a:p>
        </p:txBody>
      </p:sp>
      <p:sp>
        <p:nvSpPr>
          <p:cNvPr id="6" name="Text Placeholder 5">
            <a:extLst>
              <a:ext uri="{FF2B5EF4-FFF2-40B4-BE49-F238E27FC236}">
                <a16:creationId xmlns:a16="http://schemas.microsoft.com/office/drawing/2014/main" id="{B8576614-FE19-C0FA-613A-FE9F704BE7F2}"/>
              </a:ext>
            </a:extLst>
          </p:cNvPr>
          <p:cNvSpPr>
            <a:spLocks noGrp="1"/>
          </p:cNvSpPr>
          <p:nvPr>
            <p:ph type="body" sz="quarter" idx="31"/>
          </p:nvPr>
        </p:nvSpPr>
        <p:spPr/>
        <p:txBody>
          <a:bodyPr/>
          <a:lstStyle/>
          <a:p>
            <a:endParaRPr lang="fi-FI"/>
          </a:p>
        </p:txBody>
      </p:sp>
      <p:sp>
        <p:nvSpPr>
          <p:cNvPr id="31" name="Text Placeholder 30">
            <a:extLst>
              <a:ext uri="{FF2B5EF4-FFF2-40B4-BE49-F238E27FC236}">
                <a16:creationId xmlns:a16="http://schemas.microsoft.com/office/drawing/2014/main" id="{A1ACE931-3FB6-3F6C-8D74-10C95A60701E}"/>
              </a:ext>
            </a:extLst>
          </p:cNvPr>
          <p:cNvSpPr>
            <a:spLocks noGrp="1"/>
          </p:cNvSpPr>
          <p:nvPr>
            <p:ph type="body" sz="quarter" idx="11"/>
          </p:nvPr>
        </p:nvSpPr>
        <p:spPr/>
        <p:txBody>
          <a:bodyPr/>
          <a:lstStyle/>
          <a:p>
            <a:r>
              <a:rPr lang="en-US"/>
              <a:t>Value creation potential</a:t>
            </a:r>
          </a:p>
        </p:txBody>
      </p:sp>
      <p:sp>
        <p:nvSpPr>
          <p:cNvPr id="60" name="Text Placeholder 59">
            <a:extLst>
              <a:ext uri="{FF2B5EF4-FFF2-40B4-BE49-F238E27FC236}">
                <a16:creationId xmlns:a16="http://schemas.microsoft.com/office/drawing/2014/main" id="{579D637E-3102-AADB-D4E8-5D7274279E75}"/>
              </a:ext>
            </a:extLst>
          </p:cNvPr>
          <p:cNvSpPr>
            <a:spLocks noGrp="1"/>
          </p:cNvSpPr>
          <p:nvPr>
            <p:ph type="body" sz="quarter" idx="25"/>
          </p:nvPr>
        </p:nvSpPr>
        <p:spPr/>
        <p:txBody>
          <a:bodyPr/>
          <a:lstStyle/>
          <a:p>
            <a:r>
              <a:rPr lang="en-US"/>
              <a:t>Summary of analysis</a:t>
            </a:r>
          </a:p>
        </p:txBody>
      </p:sp>
      <p:sp>
        <p:nvSpPr>
          <p:cNvPr id="5" name="Chart Placeholder 4">
            <a:extLst>
              <a:ext uri="{FF2B5EF4-FFF2-40B4-BE49-F238E27FC236}">
                <a16:creationId xmlns:a16="http://schemas.microsoft.com/office/drawing/2014/main" id="{6B37E597-809A-6B4A-443E-A75C04744E45}"/>
              </a:ext>
            </a:extLst>
          </p:cNvPr>
          <p:cNvSpPr>
            <a:spLocks noGrp="1"/>
          </p:cNvSpPr>
          <p:nvPr>
            <p:ph type="chart" sz="quarter" idx="4294967295"/>
          </p:nvPr>
        </p:nvSpPr>
        <p:spPr>
          <a:xfrm>
            <a:off x="8717873" y="965200"/>
            <a:ext cx="2475728" cy="696713"/>
          </a:xfrm>
        </p:spPr>
        <p:txBody>
          <a:bodyPr/>
          <a:lstStyle/>
          <a:p>
            <a:endParaRPr lang="fi-FI"/>
          </a:p>
        </p:txBody>
      </p:sp>
      <p:sp>
        <p:nvSpPr>
          <p:cNvPr id="4" name="Text Placeholder 3">
            <a:extLst>
              <a:ext uri="{FF2B5EF4-FFF2-40B4-BE49-F238E27FC236}">
                <a16:creationId xmlns:a16="http://schemas.microsoft.com/office/drawing/2014/main" id="{57D1DC9B-1934-EC0B-2B0E-148248283565}"/>
              </a:ext>
            </a:extLst>
          </p:cNvPr>
          <p:cNvSpPr>
            <a:spLocks noGrp="1"/>
          </p:cNvSpPr>
          <p:nvPr>
            <p:ph type="body" sz="quarter" idx="10"/>
          </p:nvPr>
        </p:nvSpPr>
        <p:spPr/>
        <p:txBody>
          <a:bodyPr/>
          <a:lstStyle/>
          <a:p>
            <a:endParaRPr lang="fi-FI"/>
          </a:p>
        </p:txBody>
      </p:sp>
      <p:grpSp>
        <p:nvGrpSpPr>
          <p:cNvPr id="99" name="Group 98">
            <a:extLst>
              <a:ext uri="{FF2B5EF4-FFF2-40B4-BE49-F238E27FC236}">
                <a16:creationId xmlns:a16="http://schemas.microsoft.com/office/drawing/2014/main" id="{8C1CA02D-9048-4B53-99ED-95C5A9A1FF8C}"/>
              </a:ext>
            </a:extLst>
          </p:cNvPr>
          <p:cNvGrpSpPr/>
          <p:nvPr/>
        </p:nvGrpSpPr>
        <p:grpSpPr>
          <a:xfrm>
            <a:off x="7725553" y="3508992"/>
            <a:ext cx="864000" cy="216000"/>
            <a:chOff x="9630270" y="4978202"/>
            <a:chExt cx="864000" cy="216000"/>
          </a:xfrm>
        </p:grpSpPr>
        <p:sp>
          <p:nvSpPr>
            <p:cNvPr id="100" name="Rectangle: Rounded Corners 99">
              <a:extLst>
                <a:ext uri="{FF2B5EF4-FFF2-40B4-BE49-F238E27FC236}">
                  <a16:creationId xmlns:a16="http://schemas.microsoft.com/office/drawing/2014/main" id="{0BA013F9-4652-4634-8F83-84344F2254AA}"/>
                </a:ext>
              </a:extLst>
            </p:cNvPr>
            <p:cNvSpPr/>
            <p:nvPr/>
          </p:nvSpPr>
          <p:spPr>
            <a:xfrm>
              <a:off x="9630270" y="4978202"/>
              <a:ext cx="864000" cy="216000"/>
            </a:xfrm>
            <a:prstGeom prst="round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000" b="1" err="1">
                <a:solidFill>
                  <a:schemeClr val="bg1"/>
                </a:solidFill>
              </a:endParaRPr>
            </a:p>
          </p:txBody>
        </p:sp>
        <p:sp>
          <p:nvSpPr>
            <p:cNvPr id="101" name="Oval 100">
              <a:extLst>
                <a:ext uri="{FF2B5EF4-FFF2-40B4-BE49-F238E27FC236}">
                  <a16:creationId xmlns:a16="http://schemas.microsoft.com/office/drawing/2014/main" id="{F43DD94F-9666-4AA9-807C-F05B55BA485D}"/>
                </a:ext>
              </a:extLst>
            </p:cNvPr>
            <p:cNvSpPr/>
            <p:nvPr/>
          </p:nvSpPr>
          <p:spPr>
            <a:xfrm>
              <a:off x="9667172"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1</a:t>
              </a:r>
            </a:p>
          </p:txBody>
        </p:sp>
        <p:sp>
          <p:nvSpPr>
            <p:cNvPr id="102" name="Oval 101">
              <a:extLst>
                <a:ext uri="{FF2B5EF4-FFF2-40B4-BE49-F238E27FC236}">
                  <a16:creationId xmlns:a16="http://schemas.microsoft.com/office/drawing/2014/main" id="{3D8729C4-35EA-443C-B5A0-8599585B7AEC}"/>
                </a:ext>
              </a:extLst>
            </p:cNvPr>
            <p:cNvSpPr/>
            <p:nvPr/>
          </p:nvSpPr>
          <p:spPr>
            <a:xfrm>
              <a:off x="9988078"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3</a:t>
              </a:r>
            </a:p>
          </p:txBody>
        </p:sp>
        <p:sp>
          <p:nvSpPr>
            <p:cNvPr id="103" name="Oval 102">
              <a:extLst>
                <a:ext uri="{FF2B5EF4-FFF2-40B4-BE49-F238E27FC236}">
                  <a16:creationId xmlns:a16="http://schemas.microsoft.com/office/drawing/2014/main" id="{8F83862F-98C9-43A8-9FD7-B5E491BFCA3A}"/>
                </a:ext>
              </a:extLst>
            </p:cNvPr>
            <p:cNvSpPr/>
            <p:nvPr/>
          </p:nvSpPr>
          <p:spPr>
            <a:xfrm>
              <a:off x="10308984"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5</a:t>
              </a:r>
            </a:p>
          </p:txBody>
        </p:sp>
        <p:sp>
          <p:nvSpPr>
            <p:cNvPr id="104" name="Oval 103">
              <a:extLst>
                <a:ext uri="{FF2B5EF4-FFF2-40B4-BE49-F238E27FC236}">
                  <a16:creationId xmlns:a16="http://schemas.microsoft.com/office/drawing/2014/main" id="{20CCE80C-7A10-49A2-BC0F-9E3A93676F90}"/>
                </a:ext>
              </a:extLst>
            </p:cNvPr>
            <p:cNvSpPr/>
            <p:nvPr/>
          </p:nvSpPr>
          <p:spPr>
            <a:xfrm>
              <a:off x="10148531" y="5014202"/>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solidFill>
                </a:rPr>
                <a:t>4</a:t>
              </a:r>
            </a:p>
          </p:txBody>
        </p:sp>
        <p:sp>
          <p:nvSpPr>
            <p:cNvPr id="105" name="Oval 104">
              <a:extLst>
                <a:ext uri="{FF2B5EF4-FFF2-40B4-BE49-F238E27FC236}">
                  <a16:creationId xmlns:a16="http://schemas.microsoft.com/office/drawing/2014/main" id="{EED1579C-88D0-485A-96A6-0A859ED88059}"/>
                </a:ext>
              </a:extLst>
            </p:cNvPr>
            <p:cNvSpPr/>
            <p:nvPr/>
          </p:nvSpPr>
          <p:spPr>
            <a:xfrm>
              <a:off x="9827625"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2</a:t>
              </a:r>
            </a:p>
          </p:txBody>
        </p:sp>
      </p:grpSp>
      <p:grpSp>
        <p:nvGrpSpPr>
          <p:cNvPr id="194" name="Group 193">
            <a:extLst>
              <a:ext uri="{FF2B5EF4-FFF2-40B4-BE49-F238E27FC236}">
                <a16:creationId xmlns:a16="http://schemas.microsoft.com/office/drawing/2014/main" id="{20FAA8A6-2805-48D6-8840-5646BD2F633D}"/>
              </a:ext>
            </a:extLst>
          </p:cNvPr>
          <p:cNvGrpSpPr/>
          <p:nvPr/>
        </p:nvGrpSpPr>
        <p:grpSpPr>
          <a:xfrm>
            <a:off x="10334225" y="3508992"/>
            <a:ext cx="864000" cy="216000"/>
            <a:chOff x="9630270" y="4978202"/>
            <a:chExt cx="864000" cy="216000"/>
          </a:xfrm>
        </p:grpSpPr>
        <p:sp>
          <p:nvSpPr>
            <p:cNvPr id="195" name="Rectangle: Rounded Corners 194">
              <a:extLst>
                <a:ext uri="{FF2B5EF4-FFF2-40B4-BE49-F238E27FC236}">
                  <a16:creationId xmlns:a16="http://schemas.microsoft.com/office/drawing/2014/main" id="{890C72BE-C174-4D1A-9E5D-D73DCBBAEF6A}"/>
                </a:ext>
              </a:extLst>
            </p:cNvPr>
            <p:cNvSpPr/>
            <p:nvPr/>
          </p:nvSpPr>
          <p:spPr>
            <a:xfrm>
              <a:off x="9630270" y="4978202"/>
              <a:ext cx="864000" cy="216000"/>
            </a:xfrm>
            <a:prstGeom prst="round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000" b="1" err="1">
                <a:solidFill>
                  <a:schemeClr val="bg1"/>
                </a:solidFill>
              </a:endParaRPr>
            </a:p>
          </p:txBody>
        </p:sp>
        <p:sp>
          <p:nvSpPr>
            <p:cNvPr id="196" name="Oval 195">
              <a:extLst>
                <a:ext uri="{FF2B5EF4-FFF2-40B4-BE49-F238E27FC236}">
                  <a16:creationId xmlns:a16="http://schemas.microsoft.com/office/drawing/2014/main" id="{08E9DFE4-8DCB-4B22-BC68-09E7ED3983E0}"/>
                </a:ext>
              </a:extLst>
            </p:cNvPr>
            <p:cNvSpPr/>
            <p:nvPr/>
          </p:nvSpPr>
          <p:spPr>
            <a:xfrm>
              <a:off x="9667172"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1</a:t>
              </a:r>
            </a:p>
          </p:txBody>
        </p:sp>
        <p:sp>
          <p:nvSpPr>
            <p:cNvPr id="197" name="Oval 196">
              <a:extLst>
                <a:ext uri="{FF2B5EF4-FFF2-40B4-BE49-F238E27FC236}">
                  <a16:creationId xmlns:a16="http://schemas.microsoft.com/office/drawing/2014/main" id="{8AEB5C92-9993-453F-8D57-0ECE31633896}"/>
                </a:ext>
              </a:extLst>
            </p:cNvPr>
            <p:cNvSpPr/>
            <p:nvPr/>
          </p:nvSpPr>
          <p:spPr>
            <a:xfrm>
              <a:off x="9988078" y="5014202"/>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solidFill>
                </a:rPr>
                <a:t>3</a:t>
              </a:r>
            </a:p>
          </p:txBody>
        </p:sp>
        <p:sp>
          <p:nvSpPr>
            <p:cNvPr id="198" name="Oval 197">
              <a:extLst>
                <a:ext uri="{FF2B5EF4-FFF2-40B4-BE49-F238E27FC236}">
                  <a16:creationId xmlns:a16="http://schemas.microsoft.com/office/drawing/2014/main" id="{265807B6-C972-4A8F-A0AB-FF44DDDCAC80}"/>
                </a:ext>
              </a:extLst>
            </p:cNvPr>
            <p:cNvSpPr/>
            <p:nvPr/>
          </p:nvSpPr>
          <p:spPr>
            <a:xfrm>
              <a:off x="10308984"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5</a:t>
              </a:r>
            </a:p>
          </p:txBody>
        </p:sp>
        <p:sp>
          <p:nvSpPr>
            <p:cNvPr id="199" name="Oval 198">
              <a:extLst>
                <a:ext uri="{FF2B5EF4-FFF2-40B4-BE49-F238E27FC236}">
                  <a16:creationId xmlns:a16="http://schemas.microsoft.com/office/drawing/2014/main" id="{F45CB7C2-E0FE-4C18-9B09-7B9DC45D6132}"/>
                </a:ext>
              </a:extLst>
            </p:cNvPr>
            <p:cNvSpPr/>
            <p:nvPr/>
          </p:nvSpPr>
          <p:spPr>
            <a:xfrm>
              <a:off x="10148531"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4</a:t>
              </a:r>
            </a:p>
          </p:txBody>
        </p:sp>
        <p:sp>
          <p:nvSpPr>
            <p:cNvPr id="200" name="Oval 199">
              <a:extLst>
                <a:ext uri="{FF2B5EF4-FFF2-40B4-BE49-F238E27FC236}">
                  <a16:creationId xmlns:a16="http://schemas.microsoft.com/office/drawing/2014/main" id="{69C20513-05B8-4447-BFCE-FEA9CFF2E656}"/>
                </a:ext>
              </a:extLst>
            </p:cNvPr>
            <p:cNvSpPr/>
            <p:nvPr/>
          </p:nvSpPr>
          <p:spPr>
            <a:xfrm>
              <a:off x="9827625"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2</a:t>
              </a:r>
            </a:p>
          </p:txBody>
        </p:sp>
      </p:grpSp>
      <p:grpSp>
        <p:nvGrpSpPr>
          <p:cNvPr id="46" name="Group 45">
            <a:extLst>
              <a:ext uri="{FF2B5EF4-FFF2-40B4-BE49-F238E27FC236}">
                <a16:creationId xmlns:a16="http://schemas.microsoft.com/office/drawing/2014/main" id="{C40D3F3E-1725-714D-F188-0C753B879BE2}"/>
              </a:ext>
            </a:extLst>
          </p:cNvPr>
          <p:cNvGrpSpPr/>
          <p:nvPr/>
        </p:nvGrpSpPr>
        <p:grpSpPr>
          <a:xfrm>
            <a:off x="12855709" y="4342966"/>
            <a:ext cx="864000" cy="216000"/>
            <a:chOff x="9630270" y="4978202"/>
            <a:chExt cx="864000" cy="216000"/>
          </a:xfrm>
        </p:grpSpPr>
        <p:sp>
          <p:nvSpPr>
            <p:cNvPr id="49" name="Rectangle: Rounded Corners 48">
              <a:extLst>
                <a:ext uri="{FF2B5EF4-FFF2-40B4-BE49-F238E27FC236}">
                  <a16:creationId xmlns:a16="http://schemas.microsoft.com/office/drawing/2014/main" id="{674668D0-81DD-14D5-1C86-BD1020573E20}"/>
                </a:ext>
              </a:extLst>
            </p:cNvPr>
            <p:cNvSpPr/>
            <p:nvPr/>
          </p:nvSpPr>
          <p:spPr>
            <a:xfrm>
              <a:off x="9630270" y="4978202"/>
              <a:ext cx="864000" cy="216000"/>
            </a:xfrm>
            <a:prstGeom prst="round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000" b="1" err="1">
                <a:solidFill>
                  <a:schemeClr val="bg1"/>
                </a:solidFill>
              </a:endParaRPr>
            </a:p>
          </p:txBody>
        </p:sp>
        <p:sp>
          <p:nvSpPr>
            <p:cNvPr id="50" name="Oval 49">
              <a:extLst>
                <a:ext uri="{FF2B5EF4-FFF2-40B4-BE49-F238E27FC236}">
                  <a16:creationId xmlns:a16="http://schemas.microsoft.com/office/drawing/2014/main" id="{5D93372E-963D-89D5-7FDF-9ACDA3BE0CF0}"/>
                </a:ext>
              </a:extLst>
            </p:cNvPr>
            <p:cNvSpPr/>
            <p:nvPr/>
          </p:nvSpPr>
          <p:spPr>
            <a:xfrm>
              <a:off x="9667172"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1</a:t>
              </a:r>
            </a:p>
          </p:txBody>
        </p:sp>
        <p:sp>
          <p:nvSpPr>
            <p:cNvPr id="51" name="Oval 50">
              <a:extLst>
                <a:ext uri="{FF2B5EF4-FFF2-40B4-BE49-F238E27FC236}">
                  <a16:creationId xmlns:a16="http://schemas.microsoft.com/office/drawing/2014/main" id="{07729EDC-DA3E-7DDA-E383-80AAF2935C46}"/>
                </a:ext>
              </a:extLst>
            </p:cNvPr>
            <p:cNvSpPr/>
            <p:nvPr/>
          </p:nvSpPr>
          <p:spPr>
            <a:xfrm>
              <a:off x="9988078"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3</a:t>
              </a:r>
            </a:p>
          </p:txBody>
        </p:sp>
        <p:sp>
          <p:nvSpPr>
            <p:cNvPr id="52" name="Oval 51">
              <a:extLst>
                <a:ext uri="{FF2B5EF4-FFF2-40B4-BE49-F238E27FC236}">
                  <a16:creationId xmlns:a16="http://schemas.microsoft.com/office/drawing/2014/main" id="{CC6134CE-1CF3-8404-4FB5-783FB46A5C08}"/>
                </a:ext>
              </a:extLst>
            </p:cNvPr>
            <p:cNvSpPr/>
            <p:nvPr/>
          </p:nvSpPr>
          <p:spPr>
            <a:xfrm>
              <a:off x="10308984"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5</a:t>
              </a:r>
            </a:p>
          </p:txBody>
        </p:sp>
        <p:sp>
          <p:nvSpPr>
            <p:cNvPr id="53" name="Oval 52">
              <a:extLst>
                <a:ext uri="{FF2B5EF4-FFF2-40B4-BE49-F238E27FC236}">
                  <a16:creationId xmlns:a16="http://schemas.microsoft.com/office/drawing/2014/main" id="{F5A31ADC-4388-6665-3DAD-48D0B4A43EFF}"/>
                </a:ext>
              </a:extLst>
            </p:cNvPr>
            <p:cNvSpPr/>
            <p:nvPr/>
          </p:nvSpPr>
          <p:spPr>
            <a:xfrm>
              <a:off x="10148531" y="5014202"/>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solidFill>
                </a:rPr>
                <a:t>4</a:t>
              </a:r>
            </a:p>
          </p:txBody>
        </p:sp>
        <p:sp>
          <p:nvSpPr>
            <p:cNvPr id="54" name="Oval 53">
              <a:extLst>
                <a:ext uri="{FF2B5EF4-FFF2-40B4-BE49-F238E27FC236}">
                  <a16:creationId xmlns:a16="http://schemas.microsoft.com/office/drawing/2014/main" id="{DF61C4DC-2950-AE3B-9396-823E69399C39}"/>
                </a:ext>
              </a:extLst>
            </p:cNvPr>
            <p:cNvSpPr/>
            <p:nvPr/>
          </p:nvSpPr>
          <p:spPr>
            <a:xfrm>
              <a:off x="9827625"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2</a:t>
              </a:r>
            </a:p>
          </p:txBody>
        </p:sp>
      </p:grpSp>
      <p:grpSp>
        <p:nvGrpSpPr>
          <p:cNvPr id="55" name="Group 54">
            <a:extLst>
              <a:ext uri="{FF2B5EF4-FFF2-40B4-BE49-F238E27FC236}">
                <a16:creationId xmlns:a16="http://schemas.microsoft.com/office/drawing/2014/main" id="{CA74DD93-49DC-B8BF-C140-4F1ED3851370}"/>
              </a:ext>
            </a:extLst>
          </p:cNvPr>
          <p:cNvGrpSpPr/>
          <p:nvPr/>
        </p:nvGrpSpPr>
        <p:grpSpPr>
          <a:xfrm>
            <a:off x="12855709" y="4085348"/>
            <a:ext cx="864000" cy="216000"/>
            <a:chOff x="9630270" y="4978202"/>
            <a:chExt cx="864000" cy="216000"/>
          </a:xfrm>
        </p:grpSpPr>
        <p:sp>
          <p:nvSpPr>
            <p:cNvPr id="57" name="Rectangle: Rounded Corners 56">
              <a:extLst>
                <a:ext uri="{FF2B5EF4-FFF2-40B4-BE49-F238E27FC236}">
                  <a16:creationId xmlns:a16="http://schemas.microsoft.com/office/drawing/2014/main" id="{197F280A-EFC3-136C-0290-7E318A54937E}"/>
                </a:ext>
              </a:extLst>
            </p:cNvPr>
            <p:cNvSpPr/>
            <p:nvPr/>
          </p:nvSpPr>
          <p:spPr>
            <a:xfrm>
              <a:off x="9630270" y="4978202"/>
              <a:ext cx="864000" cy="216000"/>
            </a:xfrm>
            <a:prstGeom prst="round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000" b="1" err="1">
                <a:solidFill>
                  <a:schemeClr val="bg1"/>
                </a:solidFill>
              </a:endParaRPr>
            </a:p>
          </p:txBody>
        </p:sp>
        <p:sp>
          <p:nvSpPr>
            <p:cNvPr id="58" name="Oval 57">
              <a:extLst>
                <a:ext uri="{FF2B5EF4-FFF2-40B4-BE49-F238E27FC236}">
                  <a16:creationId xmlns:a16="http://schemas.microsoft.com/office/drawing/2014/main" id="{CA4DFFE9-6BF7-F325-5E70-7CFAB33B0B70}"/>
                </a:ext>
              </a:extLst>
            </p:cNvPr>
            <p:cNvSpPr/>
            <p:nvPr/>
          </p:nvSpPr>
          <p:spPr>
            <a:xfrm>
              <a:off x="9667172"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1</a:t>
              </a:r>
            </a:p>
          </p:txBody>
        </p:sp>
        <p:sp>
          <p:nvSpPr>
            <p:cNvPr id="59" name="Oval 58">
              <a:extLst>
                <a:ext uri="{FF2B5EF4-FFF2-40B4-BE49-F238E27FC236}">
                  <a16:creationId xmlns:a16="http://schemas.microsoft.com/office/drawing/2014/main" id="{8C38D72B-7693-BD0E-2813-F99C6FB36302}"/>
                </a:ext>
              </a:extLst>
            </p:cNvPr>
            <p:cNvSpPr/>
            <p:nvPr/>
          </p:nvSpPr>
          <p:spPr>
            <a:xfrm>
              <a:off x="9988078" y="5014202"/>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solidFill>
                </a:rPr>
                <a:t>3</a:t>
              </a:r>
            </a:p>
          </p:txBody>
        </p:sp>
        <p:sp>
          <p:nvSpPr>
            <p:cNvPr id="61" name="Oval 60">
              <a:extLst>
                <a:ext uri="{FF2B5EF4-FFF2-40B4-BE49-F238E27FC236}">
                  <a16:creationId xmlns:a16="http://schemas.microsoft.com/office/drawing/2014/main" id="{CA5D5C61-68B4-56F0-2481-420C109128F4}"/>
                </a:ext>
              </a:extLst>
            </p:cNvPr>
            <p:cNvSpPr/>
            <p:nvPr/>
          </p:nvSpPr>
          <p:spPr>
            <a:xfrm>
              <a:off x="10308984"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5</a:t>
              </a:r>
            </a:p>
          </p:txBody>
        </p:sp>
        <p:sp>
          <p:nvSpPr>
            <p:cNvPr id="62" name="Oval 61">
              <a:extLst>
                <a:ext uri="{FF2B5EF4-FFF2-40B4-BE49-F238E27FC236}">
                  <a16:creationId xmlns:a16="http://schemas.microsoft.com/office/drawing/2014/main" id="{80626F9A-3547-B6A5-2EAC-4920C8BD85A5}"/>
                </a:ext>
              </a:extLst>
            </p:cNvPr>
            <p:cNvSpPr/>
            <p:nvPr/>
          </p:nvSpPr>
          <p:spPr>
            <a:xfrm>
              <a:off x="10148531"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4</a:t>
              </a:r>
            </a:p>
          </p:txBody>
        </p:sp>
        <p:sp>
          <p:nvSpPr>
            <p:cNvPr id="63" name="Oval 62">
              <a:extLst>
                <a:ext uri="{FF2B5EF4-FFF2-40B4-BE49-F238E27FC236}">
                  <a16:creationId xmlns:a16="http://schemas.microsoft.com/office/drawing/2014/main" id="{4C31B8E9-3415-2B7C-974A-FCA676D7C7E2}"/>
                </a:ext>
              </a:extLst>
            </p:cNvPr>
            <p:cNvSpPr/>
            <p:nvPr/>
          </p:nvSpPr>
          <p:spPr>
            <a:xfrm>
              <a:off x="9827625"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2</a:t>
              </a:r>
            </a:p>
          </p:txBody>
        </p:sp>
      </p:grpSp>
      <p:grpSp>
        <p:nvGrpSpPr>
          <p:cNvPr id="64" name="Group 63">
            <a:extLst>
              <a:ext uri="{FF2B5EF4-FFF2-40B4-BE49-F238E27FC236}">
                <a16:creationId xmlns:a16="http://schemas.microsoft.com/office/drawing/2014/main" id="{E7FFCAEA-4585-767D-CF9C-7F5D46959B67}"/>
              </a:ext>
            </a:extLst>
          </p:cNvPr>
          <p:cNvGrpSpPr/>
          <p:nvPr/>
        </p:nvGrpSpPr>
        <p:grpSpPr>
          <a:xfrm>
            <a:off x="12855709" y="4600583"/>
            <a:ext cx="864000" cy="216000"/>
            <a:chOff x="9630270" y="4978202"/>
            <a:chExt cx="864000" cy="216000"/>
          </a:xfrm>
        </p:grpSpPr>
        <p:sp>
          <p:nvSpPr>
            <p:cNvPr id="65" name="Rectangle: Rounded Corners 64">
              <a:extLst>
                <a:ext uri="{FF2B5EF4-FFF2-40B4-BE49-F238E27FC236}">
                  <a16:creationId xmlns:a16="http://schemas.microsoft.com/office/drawing/2014/main" id="{CB5350E3-FA53-4B1E-D9F3-3A52706BF8E9}"/>
                </a:ext>
              </a:extLst>
            </p:cNvPr>
            <p:cNvSpPr/>
            <p:nvPr/>
          </p:nvSpPr>
          <p:spPr>
            <a:xfrm>
              <a:off x="9630270" y="4978202"/>
              <a:ext cx="864000" cy="216000"/>
            </a:xfrm>
            <a:prstGeom prst="round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000" b="1" err="1">
                <a:solidFill>
                  <a:schemeClr val="bg1"/>
                </a:solidFill>
              </a:endParaRPr>
            </a:p>
          </p:txBody>
        </p:sp>
        <p:sp>
          <p:nvSpPr>
            <p:cNvPr id="66" name="Oval 65">
              <a:extLst>
                <a:ext uri="{FF2B5EF4-FFF2-40B4-BE49-F238E27FC236}">
                  <a16:creationId xmlns:a16="http://schemas.microsoft.com/office/drawing/2014/main" id="{54CE01EB-43E5-6BD7-FA51-5788F60C21FE}"/>
                </a:ext>
              </a:extLst>
            </p:cNvPr>
            <p:cNvSpPr/>
            <p:nvPr/>
          </p:nvSpPr>
          <p:spPr>
            <a:xfrm>
              <a:off x="9667172"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1</a:t>
              </a:r>
            </a:p>
          </p:txBody>
        </p:sp>
        <p:sp>
          <p:nvSpPr>
            <p:cNvPr id="67" name="Oval 66">
              <a:extLst>
                <a:ext uri="{FF2B5EF4-FFF2-40B4-BE49-F238E27FC236}">
                  <a16:creationId xmlns:a16="http://schemas.microsoft.com/office/drawing/2014/main" id="{CD87229A-17F0-A85B-E444-E59D5364A1D7}"/>
                </a:ext>
              </a:extLst>
            </p:cNvPr>
            <p:cNvSpPr/>
            <p:nvPr/>
          </p:nvSpPr>
          <p:spPr>
            <a:xfrm>
              <a:off x="9988078"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3</a:t>
              </a:r>
            </a:p>
          </p:txBody>
        </p:sp>
        <p:sp>
          <p:nvSpPr>
            <p:cNvPr id="68" name="Oval 67">
              <a:extLst>
                <a:ext uri="{FF2B5EF4-FFF2-40B4-BE49-F238E27FC236}">
                  <a16:creationId xmlns:a16="http://schemas.microsoft.com/office/drawing/2014/main" id="{463B6EDB-49D2-C308-4430-E1A3F337C1EA}"/>
                </a:ext>
              </a:extLst>
            </p:cNvPr>
            <p:cNvSpPr/>
            <p:nvPr/>
          </p:nvSpPr>
          <p:spPr>
            <a:xfrm>
              <a:off x="10308984" y="5014202"/>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solidFill>
                </a:rPr>
                <a:t>5</a:t>
              </a:r>
            </a:p>
          </p:txBody>
        </p:sp>
        <p:sp>
          <p:nvSpPr>
            <p:cNvPr id="69" name="Oval 68">
              <a:extLst>
                <a:ext uri="{FF2B5EF4-FFF2-40B4-BE49-F238E27FC236}">
                  <a16:creationId xmlns:a16="http://schemas.microsoft.com/office/drawing/2014/main" id="{9EB004CD-77D9-B11E-9950-FF8CD2D29162}"/>
                </a:ext>
              </a:extLst>
            </p:cNvPr>
            <p:cNvSpPr/>
            <p:nvPr/>
          </p:nvSpPr>
          <p:spPr>
            <a:xfrm>
              <a:off x="10148531"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4</a:t>
              </a:r>
            </a:p>
          </p:txBody>
        </p:sp>
        <p:sp>
          <p:nvSpPr>
            <p:cNvPr id="70" name="Oval 69">
              <a:extLst>
                <a:ext uri="{FF2B5EF4-FFF2-40B4-BE49-F238E27FC236}">
                  <a16:creationId xmlns:a16="http://schemas.microsoft.com/office/drawing/2014/main" id="{2E501626-2EB6-C55E-494A-86681BFE9D73}"/>
                </a:ext>
              </a:extLst>
            </p:cNvPr>
            <p:cNvSpPr/>
            <p:nvPr/>
          </p:nvSpPr>
          <p:spPr>
            <a:xfrm>
              <a:off x="9827625"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2</a:t>
              </a:r>
            </a:p>
          </p:txBody>
        </p:sp>
      </p:grpSp>
      <p:grpSp>
        <p:nvGrpSpPr>
          <p:cNvPr id="71" name="Group 70">
            <a:extLst>
              <a:ext uri="{FF2B5EF4-FFF2-40B4-BE49-F238E27FC236}">
                <a16:creationId xmlns:a16="http://schemas.microsoft.com/office/drawing/2014/main" id="{8638D6C5-1F59-877A-58C2-B724416D4861}"/>
              </a:ext>
            </a:extLst>
          </p:cNvPr>
          <p:cNvGrpSpPr/>
          <p:nvPr/>
        </p:nvGrpSpPr>
        <p:grpSpPr>
          <a:xfrm>
            <a:off x="12855709" y="3827730"/>
            <a:ext cx="864000" cy="216000"/>
            <a:chOff x="9630270" y="4978202"/>
            <a:chExt cx="864000" cy="216000"/>
          </a:xfrm>
        </p:grpSpPr>
        <p:sp>
          <p:nvSpPr>
            <p:cNvPr id="72" name="Rectangle: Rounded Corners 71">
              <a:extLst>
                <a:ext uri="{FF2B5EF4-FFF2-40B4-BE49-F238E27FC236}">
                  <a16:creationId xmlns:a16="http://schemas.microsoft.com/office/drawing/2014/main" id="{2FA2D69D-2D0F-E0BA-D4E4-2B74131A6B8A}"/>
                </a:ext>
              </a:extLst>
            </p:cNvPr>
            <p:cNvSpPr/>
            <p:nvPr/>
          </p:nvSpPr>
          <p:spPr>
            <a:xfrm>
              <a:off x="9630270" y="4978202"/>
              <a:ext cx="864000" cy="216000"/>
            </a:xfrm>
            <a:prstGeom prst="round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000" b="1" err="1">
                <a:solidFill>
                  <a:schemeClr val="bg1"/>
                </a:solidFill>
              </a:endParaRPr>
            </a:p>
          </p:txBody>
        </p:sp>
        <p:sp>
          <p:nvSpPr>
            <p:cNvPr id="73" name="Oval 72">
              <a:extLst>
                <a:ext uri="{FF2B5EF4-FFF2-40B4-BE49-F238E27FC236}">
                  <a16:creationId xmlns:a16="http://schemas.microsoft.com/office/drawing/2014/main" id="{379D073E-1AD8-421E-BF5B-58DEE4E661B1}"/>
                </a:ext>
              </a:extLst>
            </p:cNvPr>
            <p:cNvSpPr/>
            <p:nvPr/>
          </p:nvSpPr>
          <p:spPr>
            <a:xfrm>
              <a:off x="9667172"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1</a:t>
              </a:r>
            </a:p>
          </p:txBody>
        </p:sp>
        <p:sp>
          <p:nvSpPr>
            <p:cNvPr id="74" name="Oval 73">
              <a:extLst>
                <a:ext uri="{FF2B5EF4-FFF2-40B4-BE49-F238E27FC236}">
                  <a16:creationId xmlns:a16="http://schemas.microsoft.com/office/drawing/2014/main" id="{A8413788-5C86-8449-07C0-10C47AE9DDDB}"/>
                </a:ext>
              </a:extLst>
            </p:cNvPr>
            <p:cNvSpPr/>
            <p:nvPr/>
          </p:nvSpPr>
          <p:spPr>
            <a:xfrm>
              <a:off x="9988078"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3</a:t>
              </a:r>
            </a:p>
          </p:txBody>
        </p:sp>
        <p:sp>
          <p:nvSpPr>
            <p:cNvPr id="75" name="Oval 74">
              <a:extLst>
                <a:ext uri="{FF2B5EF4-FFF2-40B4-BE49-F238E27FC236}">
                  <a16:creationId xmlns:a16="http://schemas.microsoft.com/office/drawing/2014/main" id="{88A831DC-BD33-5BE0-912F-93CDE1D1D3DA}"/>
                </a:ext>
              </a:extLst>
            </p:cNvPr>
            <p:cNvSpPr/>
            <p:nvPr/>
          </p:nvSpPr>
          <p:spPr>
            <a:xfrm>
              <a:off x="10308984"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5</a:t>
              </a:r>
            </a:p>
          </p:txBody>
        </p:sp>
        <p:sp>
          <p:nvSpPr>
            <p:cNvPr id="76" name="Oval 75">
              <a:extLst>
                <a:ext uri="{FF2B5EF4-FFF2-40B4-BE49-F238E27FC236}">
                  <a16:creationId xmlns:a16="http://schemas.microsoft.com/office/drawing/2014/main" id="{F4CD3358-08D2-F913-20F6-807E7E6CCEA3}"/>
                </a:ext>
              </a:extLst>
            </p:cNvPr>
            <p:cNvSpPr/>
            <p:nvPr/>
          </p:nvSpPr>
          <p:spPr>
            <a:xfrm>
              <a:off x="10148531"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4</a:t>
              </a:r>
            </a:p>
          </p:txBody>
        </p:sp>
        <p:sp>
          <p:nvSpPr>
            <p:cNvPr id="77" name="Oval 76">
              <a:extLst>
                <a:ext uri="{FF2B5EF4-FFF2-40B4-BE49-F238E27FC236}">
                  <a16:creationId xmlns:a16="http://schemas.microsoft.com/office/drawing/2014/main" id="{1A83CB26-B418-F8EC-B1A5-31EA2F731193}"/>
                </a:ext>
              </a:extLst>
            </p:cNvPr>
            <p:cNvSpPr/>
            <p:nvPr/>
          </p:nvSpPr>
          <p:spPr>
            <a:xfrm>
              <a:off x="9827625" y="5014202"/>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solidFill>
                </a:rPr>
                <a:t>2</a:t>
              </a:r>
            </a:p>
          </p:txBody>
        </p:sp>
      </p:grpSp>
      <p:grpSp>
        <p:nvGrpSpPr>
          <p:cNvPr id="78" name="Group 77">
            <a:extLst>
              <a:ext uri="{FF2B5EF4-FFF2-40B4-BE49-F238E27FC236}">
                <a16:creationId xmlns:a16="http://schemas.microsoft.com/office/drawing/2014/main" id="{38C89845-5D49-5D0E-A05A-6CB20E20A9D7}"/>
              </a:ext>
            </a:extLst>
          </p:cNvPr>
          <p:cNvGrpSpPr/>
          <p:nvPr/>
        </p:nvGrpSpPr>
        <p:grpSpPr>
          <a:xfrm>
            <a:off x="12855709" y="3570112"/>
            <a:ext cx="864000" cy="216000"/>
            <a:chOff x="9630270" y="4978202"/>
            <a:chExt cx="864000" cy="216000"/>
          </a:xfrm>
        </p:grpSpPr>
        <p:sp>
          <p:nvSpPr>
            <p:cNvPr id="79" name="Rectangle: Rounded Corners 78">
              <a:extLst>
                <a:ext uri="{FF2B5EF4-FFF2-40B4-BE49-F238E27FC236}">
                  <a16:creationId xmlns:a16="http://schemas.microsoft.com/office/drawing/2014/main" id="{27FE5E16-11AA-80C5-E304-4D6C79F1BAB1}"/>
                </a:ext>
              </a:extLst>
            </p:cNvPr>
            <p:cNvSpPr/>
            <p:nvPr/>
          </p:nvSpPr>
          <p:spPr>
            <a:xfrm>
              <a:off x="9630270" y="4978202"/>
              <a:ext cx="864000" cy="216000"/>
            </a:xfrm>
            <a:prstGeom prst="round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000" b="1" err="1">
                <a:solidFill>
                  <a:schemeClr val="bg1"/>
                </a:solidFill>
              </a:endParaRPr>
            </a:p>
          </p:txBody>
        </p:sp>
        <p:sp>
          <p:nvSpPr>
            <p:cNvPr id="80" name="Oval 79">
              <a:extLst>
                <a:ext uri="{FF2B5EF4-FFF2-40B4-BE49-F238E27FC236}">
                  <a16:creationId xmlns:a16="http://schemas.microsoft.com/office/drawing/2014/main" id="{E90C21AE-D15F-4DDB-DDF4-F6A58228B5F1}"/>
                </a:ext>
              </a:extLst>
            </p:cNvPr>
            <p:cNvSpPr/>
            <p:nvPr/>
          </p:nvSpPr>
          <p:spPr>
            <a:xfrm>
              <a:off x="9667172" y="5014202"/>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solidFill>
                </a:rPr>
                <a:t>1</a:t>
              </a:r>
            </a:p>
          </p:txBody>
        </p:sp>
        <p:sp>
          <p:nvSpPr>
            <p:cNvPr id="81" name="Oval 80">
              <a:extLst>
                <a:ext uri="{FF2B5EF4-FFF2-40B4-BE49-F238E27FC236}">
                  <a16:creationId xmlns:a16="http://schemas.microsoft.com/office/drawing/2014/main" id="{A5D2F572-F105-0968-2CE3-1B13D5DBDEB7}"/>
                </a:ext>
              </a:extLst>
            </p:cNvPr>
            <p:cNvSpPr/>
            <p:nvPr/>
          </p:nvSpPr>
          <p:spPr>
            <a:xfrm>
              <a:off x="9988078"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3</a:t>
              </a:r>
            </a:p>
          </p:txBody>
        </p:sp>
        <p:sp>
          <p:nvSpPr>
            <p:cNvPr id="82" name="Oval 81">
              <a:extLst>
                <a:ext uri="{FF2B5EF4-FFF2-40B4-BE49-F238E27FC236}">
                  <a16:creationId xmlns:a16="http://schemas.microsoft.com/office/drawing/2014/main" id="{4312ABD0-1DDA-90E2-9D7F-545D20394F7B}"/>
                </a:ext>
              </a:extLst>
            </p:cNvPr>
            <p:cNvSpPr/>
            <p:nvPr/>
          </p:nvSpPr>
          <p:spPr>
            <a:xfrm>
              <a:off x="10308984"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5</a:t>
              </a:r>
            </a:p>
          </p:txBody>
        </p:sp>
        <p:sp>
          <p:nvSpPr>
            <p:cNvPr id="83" name="Oval 82">
              <a:extLst>
                <a:ext uri="{FF2B5EF4-FFF2-40B4-BE49-F238E27FC236}">
                  <a16:creationId xmlns:a16="http://schemas.microsoft.com/office/drawing/2014/main" id="{A7402EE0-07AE-E16A-D591-B7E29077822C}"/>
                </a:ext>
              </a:extLst>
            </p:cNvPr>
            <p:cNvSpPr/>
            <p:nvPr/>
          </p:nvSpPr>
          <p:spPr>
            <a:xfrm>
              <a:off x="10148531"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4</a:t>
              </a:r>
            </a:p>
          </p:txBody>
        </p:sp>
        <p:sp>
          <p:nvSpPr>
            <p:cNvPr id="84" name="Oval 83">
              <a:extLst>
                <a:ext uri="{FF2B5EF4-FFF2-40B4-BE49-F238E27FC236}">
                  <a16:creationId xmlns:a16="http://schemas.microsoft.com/office/drawing/2014/main" id="{AD5BBEC5-8F2B-EB32-62AE-70BD1A4DC58D}"/>
                </a:ext>
              </a:extLst>
            </p:cNvPr>
            <p:cNvSpPr/>
            <p:nvPr/>
          </p:nvSpPr>
          <p:spPr>
            <a:xfrm>
              <a:off x="9827625"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2</a:t>
              </a:r>
            </a:p>
          </p:txBody>
        </p:sp>
      </p:grpSp>
      <p:sp>
        <p:nvSpPr>
          <p:cNvPr id="85" name="Text Placeholder 33">
            <a:extLst>
              <a:ext uri="{FF2B5EF4-FFF2-40B4-BE49-F238E27FC236}">
                <a16:creationId xmlns:a16="http://schemas.microsoft.com/office/drawing/2014/main" id="{C4DD7F83-FD44-79FD-D32D-95C6D34FAC55}"/>
              </a:ext>
            </a:extLst>
          </p:cNvPr>
          <p:cNvSpPr txBox="1">
            <a:spLocks/>
          </p:cNvSpPr>
          <p:nvPr/>
        </p:nvSpPr>
        <p:spPr>
          <a:xfrm>
            <a:off x="13736295" y="3552112"/>
            <a:ext cx="1800000" cy="252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buNone/>
            </a:pPr>
            <a:r>
              <a:rPr lang="en-US" sz="700" b="1"/>
              <a:t>No risk. </a:t>
            </a:r>
            <a:r>
              <a:rPr lang="en-US" sz="700"/>
              <a:t>Implement without further consideration.</a:t>
            </a:r>
          </a:p>
        </p:txBody>
      </p:sp>
      <p:sp>
        <p:nvSpPr>
          <p:cNvPr id="86" name="Text Placeholder 33">
            <a:extLst>
              <a:ext uri="{FF2B5EF4-FFF2-40B4-BE49-F238E27FC236}">
                <a16:creationId xmlns:a16="http://schemas.microsoft.com/office/drawing/2014/main" id="{4730BD86-C481-8285-593D-E85E607316B5}"/>
              </a:ext>
            </a:extLst>
          </p:cNvPr>
          <p:cNvSpPr txBox="1">
            <a:spLocks/>
          </p:cNvSpPr>
          <p:nvPr/>
        </p:nvSpPr>
        <p:spPr>
          <a:xfrm>
            <a:off x="13736295" y="3809730"/>
            <a:ext cx="1800000" cy="252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buNone/>
            </a:pPr>
            <a:r>
              <a:rPr lang="en-US" sz="700" b="1"/>
              <a:t>Minimal risk. </a:t>
            </a:r>
            <a:r>
              <a:rPr lang="en-US" sz="700"/>
              <a:t>Can be implemented with minimal risk.</a:t>
            </a:r>
          </a:p>
        </p:txBody>
      </p:sp>
      <p:sp>
        <p:nvSpPr>
          <p:cNvPr id="87" name="Text Placeholder 33">
            <a:extLst>
              <a:ext uri="{FF2B5EF4-FFF2-40B4-BE49-F238E27FC236}">
                <a16:creationId xmlns:a16="http://schemas.microsoft.com/office/drawing/2014/main" id="{2E18DCC0-6184-BE4E-4CB3-2E68F6770CD6}"/>
              </a:ext>
            </a:extLst>
          </p:cNvPr>
          <p:cNvSpPr txBox="1">
            <a:spLocks/>
          </p:cNvSpPr>
          <p:nvPr/>
        </p:nvSpPr>
        <p:spPr>
          <a:xfrm>
            <a:off x="13736295" y="4067348"/>
            <a:ext cx="1800000" cy="252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buNone/>
            </a:pPr>
            <a:r>
              <a:rPr lang="en-US" sz="700" b="1"/>
              <a:t>Some risk. </a:t>
            </a:r>
            <a:r>
              <a:rPr lang="en-US" sz="700"/>
              <a:t>Could conceivably be implemented but carries some risk.</a:t>
            </a:r>
          </a:p>
        </p:txBody>
      </p:sp>
      <p:sp>
        <p:nvSpPr>
          <p:cNvPr id="88" name="Text Placeholder 33">
            <a:extLst>
              <a:ext uri="{FF2B5EF4-FFF2-40B4-BE49-F238E27FC236}">
                <a16:creationId xmlns:a16="http://schemas.microsoft.com/office/drawing/2014/main" id="{C15ED493-13B1-0DD2-EFBE-C55D3BAF58E5}"/>
              </a:ext>
            </a:extLst>
          </p:cNvPr>
          <p:cNvSpPr txBox="1">
            <a:spLocks/>
          </p:cNvSpPr>
          <p:nvPr/>
        </p:nvSpPr>
        <p:spPr>
          <a:xfrm>
            <a:off x="13736295" y="4324966"/>
            <a:ext cx="1800000" cy="252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buNone/>
            </a:pPr>
            <a:r>
              <a:rPr lang="en-US" sz="700" b="1"/>
              <a:t>Significant risk. </a:t>
            </a:r>
            <a:r>
              <a:rPr lang="en-US" sz="700"/>
              <a:t>Hard to see how it could be implemented without significant damage.</a:t>
            </a:r>
          </a:p>
        </p:txBody>
      </p:sp>
      <p:sp>
        <p:nvSpPr>
          <p:cNvPr id="89" name="Text Placeholder 33">
            <a:extLst>
              <a:ext uri="{FF2B5EF4-FFF2-40B4-BE49-F238E27FC236}">
                <a16:creationId xmlns:a16="http://schemas.microsoft.com/office/drawing/2014/main" id="{E0D4C50B-8AE1-81F8-E569-0ADA9D1AABEC}"/>
              </a:ext>
            </a:extLst>
          </p:cNvPr>
          <p:cNvSpPr txBox="1">
            <a:spLocks/>
          </p:cNvSpPr>
          <p:nvPr/>
        </p:nvSpPr>
        <p:spPr>
          <a:xfrm>
            <a:off x="13736295" y="4582583"/>
            <a:ext cx="1800000" cy="252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buNone/>
            </a:pPr>
            <a:r>
              <a:rPr lang="en-US" sz="700" b="1"/>
              <a:t>Very significant risk. </a:t>
            </a:r>
            <a:r>
              <a:rPr lang="en-US" sz="700"/>
              <a:t>Unlikely to ever be adopted.</a:t>
            </a:r>
          </a:p>
        </p:txBody>
      </p:sp>
      <p:grpSp>
        <p:nvGrpSpPr>
          <p:cNvPr id="90" name="Group 89">
            <a:extLst>
              <a:ext uri="{FF2B5EF4-FFF2-40B4-BE49-F238E27FC236}">
                <a16:creationId xmlns:a16="http://schemas.microsoft.com/office/drawing/2014/main" id="{F7710B2C-E6A1-91E9-5E0D-0D300EF7C917}"/>
              </a:ext>
            </a:extLst>
          </p:cNvPr>
          <p:cNvGrpSpPr/>
          <p:nvPr/>
        </p:nvGrpSpPr>
        <p:grpSpPr>
          <a:xfrm>
            <a:off x="12855709" y="5859750"/>
            <a:ext cx="864000" cy="216000"/>
            <a:chOff x="9630270" y="4978202"/>
            <a:chExt cx="864000" cy="216000"/>
          </a:xfrm>
        </p:grpSpPr>
        <p:sp>
          <p:nvSpPr>
            <p:cNvPr id="91" name="Rectangle: Rounded Corners 90">
              <a:extLst>
                <a:ext uri="{FF2B5EF4-FFF2-40B4-BE49-F238E27FC236}">
                  <a16:creationId xmlns:a16="http://schemas.microsoft.com/office/drawing/2014/main" id="{97923E15-C385-C74F-60F5-60A5C4E208C2}"/>
                </a:ext>
              </a:extLst>
            </p:cNvPr>
            <p:cNvSpPr/>
            <p:nvPr/>
          </p:nvSpPr>
          <p:spPr>
            <a:xfrm>
              <a:off x="9630270" y="4978202"/>
              <a:ext cx="864000" cy="216000"/>
            </a:xfrm>
            <a:prstGeom prst="round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000" b="1" err="1">
                <a:solidFill>
                  <a:schemeClr val="bg1"/>
                </a:solidFill>
              </a:endParaRPr>
            </a:p>
          </p:txBody>
        </p:sp>
        <p:sp>
          <p:nvSpPr>
            <p:cNvPr id="92" name="Oval 91">
              <a:extLst>
                <a:ext uri="{FF2B5EF4-FFF2-40B4-BE49-F238E27FC236}">
                  <a16:creationId xmlns:a16="http://schemas.microsoft.com/office/drawing/2014/main" id="{9D5C6E98-128B-CEB8-D8EA-342ADF753EBB}"/>
                </a:ext>
              </a:extLst>
            </p:cNvPr>
            <p:cNvSpPr/>
            <p:nvPr/>
          </p:nvSpPr>
          <p:spPr>
            <a:xfrm>
              <a:off x="9667172"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1</a:t>
              </a:r>
            </a:p>
          </p:txBody>
        </p:sp>
        <p:sp>
          <p:nvSpPr>
            <p:cNvPr id="93" name="Oval 92">
              <a:extLst>
                <a:ext uri="{FF2B5EF4-FFF2-40B4-BE49-F238E27FC236}">
                  <a16:creationId xmlns:a16="http://schemas.microsoft.com/office/drawing/2014/main" id="{1315EF4D-282F-B783-88D7-C67F8ABDB278}"/>
                </a:ext>
              </a:extLst>
            </p:cNvPr>
            <p:cNvSpPr/>
            <p:nvPr/>
          </p:nvSpPr>
          <p:spPr>
            <a:xfrm>
              <a:off x="9988078"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3</a:t>
              </a:r>
            </a:p>
          </p:txBody>
        </p:sp>
        <p:sp>
          <p:nvSpPr>
            <p:cNvPr id="94" name="Oval 93">
              <a:extLst>
                <a:ext uri="{FF2B5EF4-FFF2-40B4-BE49-F238E27FC236}">
                  <a16:creationId xmlns:a16="http://schemas.microsoft.com/office/drawing/2014/main" id="{721946FC-1B3A-179D-598D-9B9C4605BE7F}"/>
                </a:ext>
              </a:extLst>
            </p:cNvPr>
            <p:cNvSpPr/>
            <p:nvPr/>
          </p:nvSpPr>
          <p:spPr>
            <a:xfrm>
              <a:off x="10308984"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5</a:t>
              </a:r>
            </a:p>
          </p:txBody>
        </p:sp>
        <p:sp>
          <p:nvSpPr>
            <p:cNvPr id="95" name="Oval 94">
              <a:extLst>
                <a:ext uri="{FF2B5EF4-FFF2-40B4-BE49-F238E27FC236}">
                  <a16:creationId xmlns:a16="http://schemas.microsoft.com/office/drawing/2014/main" id="{B50B33C3-B430-5DCE-0935-E977FEBE17EF}"/>
                </a:ext>
              </a:extLst>
            </p:cNvPr>
            <p:cNvSpPr/>
            <p:nvPr/>
          </p:nvSpPr>
          <p:spPr>
            <a:xfrm>
              <a:off x="10148531" y="5014202"/>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solidFill>
                </a:rPr>
                <a:t>4</a:t>
              </a:r>
            </a:p>
          </p:txBody>
        </p:sp>
        <p:sp>
          <p:nvSpPr>
            <p:cNvPr id="96" name="Oval 95">
              <a:extLst>
                <a:ext uri="{FF2B5EF4-FFF2-40B4-BE49-F238E27FC236}">
                  <a16:creationId xmlns:a16="http://schemas.microsoft.com/office/drawing/2014/main" id="{87FC511A-B8B5-561B-6D0F-CED8191587FA}"/>
                </a:ext>
              </a:extLst>
            </p:cNvPr>
            <p:cNvSpPr/>
            <p:nvPr/>
          </p:nvSpPr>
          <p:spPr>
            <a:xfrm>
              <a:off x="9827625"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2</a:t>
              </a:r>
            </a:p>
          </p:txBody>
        </p:sp>
      </p:grpSp>
      <p:grpSp>
        <p:nvGrpSpPr>
          <p:cNvPr id="97" name="Group 96">
            <a:extLst>
              <a:ext uri="{FF2B5EF4-FFF2-40B4-BE49-F238E27FC236}">
                <a16:creationId xmlns:a16="http://schemas.microsoft.com/office/drawing/2014/main" id="{CD3E546F-7FF7-D2BB-7376-754DD958F2C4}"/>
              </a:ext>
            </a:extLst>
          </p:cNvPr>
          <p:cNvGrpSpPr/>
          <p:nvPr/>
        </p:nvGrpSpPr>
        <p:grpSpPr>
          <a:xfrm>
            <a:off x="12855709" y="5602132"/>
            <a:ext cx="864000" cy="216000"/>
            <a:chOff x="9630270" y="4978202"/>
            <a:chExt cx="864000" cy="216000"/>
          </a:xfrm>
        </p:grpSpPr>
        <p:sp>
          <p:nvSpPr>
            <p:cNvPr id="98" name="Rectangle: Rounded Corners 97">
              <a:extLst>
                <a:ext uri="{FF2B5EF4-FFF2-40B4-BE49-F238E27FC236}">
                  <a16:creationId xmlns:a16="http://schemas.microsoft.com/office/drawing/2014/main" id="{EFB8B9E1-AABC-7012-E13C-7C1929B10D61}"/>
                </a:ext>
              </a:extLst>
            </p:cNvPr>
            <p:cNvSpPr/>
            <p:nvPr/>
          </p:nvSpPr>
          <p:spPr>
            <a:xfrm>
              <a:off x="9630270" y="4978202"/>
              <a:ext cx="864000" cy="216000"/>
            </a:xfrm>
            <a:prstGeom prst="round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000" b="1" err="1">
                <a:solidFill>
                  <a:schemeClr val="bg1"/>
                </a:solidFill>
              </a:endParaRPr>
            </a:p>
          </p:txBody>
        </p:sp>
        <p:sp>
          <p:nvSpPr>
            <p:cNvPr id="106" name="Oval 105">
              <a:extLst>
                <a:ext uri="{FF2B5EF4-FFF2-40B4-BE49-F238E27FC236}">
                  <a16:creationId xmlns:a16="http://schemas.microsoft.com/office/drawing/2014/main" id="{998C13D1-1706-ABA5-E172-770A8E40E97D}"/>
                </a:ext>
              </a:extLst>
            </p:cNvPr>
            <p:cNvSpPr/>
            <p:nvPr/>
          </p:nvSpPr>
          <p:spPr>
            <a:xfrm>
              <a:off x="9667172"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1</a:t>
              </a:r>
            </a:p>
          </p:txBody>
        </p:sp>
        <p:sp>
          <p:nvSpPr>
            <p:cNvPr id="108" name="Oval 107">
              <a:extLst>
                <a:ext uri="{FF2B5EF4-FFF2-40B4-BE49-F238E27FC236}">
                  <a16:creationId xmlns:a16="http://schemas.microsoft.com/office/drawing/2014/main" id="{83A82272-3C00-D767-E155-8A0270CDF380}"/>
                </a:ext>
              </a:extLst>
            </p:cNvPr>
            <p:cNvSpPr/>
            <p:nvPr/>
          </p:nvSpPr>
          <p:spPr>
            <a:xfrm>
              <a:off x="9988078" y="5014202"/>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solidFill>
                </a:rPr>
                <a:t>3</a:t>
              </a:r>
            </a:p>
          </p:txBody>
        </p:sp>
        <p:sp>
          <p:nvSpPr>
            <p:cNvPr id="111" name="Oval 110">
              <a:extLst>
                <a:ext uri="{FF2B5EF4-FFF2-40B4-BE49-F238E27FC236}">
                  <a16:creationId xmlns:a16="http://schemas.microsoft.com/office/drawing/2014/main" id="{00871830-620E-3A59-9655-8D5ED4FAD8AE}"/>
                </a:ext>
              </a:extLst>
            </p:cNvPr>
            <p:cNvSpPr/>
            <p:nvPr/>
          </p:nvSpPr>
          <p:spPr>
            <a:xfrm>
              <a:off x="10308984"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5</a:t>
              </a:r>
            </a:p>
          </p:txBody>
        </p:sp>
        <p:sp>
          <p:nvSpPr>
            <p:cNvPr id="112" name="Oval 111">
              <a:extLst>
                <a:ext uri="{FF2B5EF4-FFF2-40B4-BE49-F238E27FC236}">
                  <a16:creationId xmlns:a16="http://schemas.microsoft.com/office/drawing/2014/main" id="{8C1AA2AD-03E6-8A5B-D38A-6964D4544F12}"/>
                </a:ext>
              </a:extLst>
            </p:cNvPr>
            <p:cNvSpPr/>
            <p:nvPr/>
          </p:nvSpPr>
          <p:spPr>
            <a:xfrm>
              <a:off x="10148531"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4</a:t>
              </a:r>
            </a:p>
          </p:txBody>
        </p:sp>
        <p:sp>
          <p:nvSpPr>
            <p:cNvPr id="113" name="Oval 112">
              <a:extLst>
                <a:ext uri="{FF2B5EF4-FFF2-40B4-BE49-F238E27FC236}">
                  <a16:creationId xmlns:a16="http://schemas.microsoft.com/office/drawing/2014/main" id="{3F9E3A2C-1A60-9104-D968-B6C725FC10B0}"/>
                </a:ext>
              </a:extLst>
            </p:cNvPr>
            <p:cNvSpPr/>
            <p:nvPr/>
          </p:nvSpPr>
          <p:spPr>
            <a:xfrm>
              <a:off x="9827625"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2</a:t>
              </a:r>
            </a:p>
          </p:txBody>
        </p:sp>
      </p:grpSp>
      <p:grpSp>
        <p:nvGrpSpPr>
          <p:cNvPr id="114" name="Group 113">
            <a:extLst>
              <a:ext uri="{FF2B5EF4-FFF2-40B4-BE49-F238E27FC236}">
                <a16:creationId xmlns:a16="http://schemas.microsoft.com/office/drawing/2014/main" id="{98878CD0-6C17-D61F-D638-6261C974D002}"/>
              </a:ext>
            </a:extLst>
          </p:cNvPr>
          <p:cNvGrpSpPr/>
          <p:nvPr/>
        </p:nvGrpSpPr>
        <p:grpSpPr>
          <a:xfrm>
            <a:off x="12855709" y="6117367"/>
            <a:ext cx="864000" cy="216000"/>
            <a:chOff x="9630270" y="4978202"/>
            <a:chExt cx="864000" cy="216000"/>
          </a:xfrm>
        </p:grpSpPr>
        <p:sp>
          <p:nvSpPr>
            <p:cNvPr id="115" name="Rectangle: Rounded Corners 114">
              <a:extLst>
                <a:ext uri="{FF2B5EF4-FFF2-40B4-BE49-F238E27FC236}">
                  <a16:creationId xmlns:a16="http://schemas.microsoft.com/office/drawing/2014/main" id="{0B82E2DD-0F4B-ED5B-6D5A-75C4CF247A7C}"/>
                </a:ext>
              </a:extLst>
            </p:cNvPr>
            <p:cNvSpPr/>
            <p:nvPr/>
          </p:nvSpPr>
          <p:spPr>
            <a:xfrm>
              <a:off x="9630270" y="4978202"/>
              <a:ext cx="864000" cy="216000"/>
            </a:xfrm>
            <a:prstGeom prst="round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000" b="1" err="1">
                <a:solidFill>
                  <a:schemeClr val="bg1"/>
                </a:solidFill>
              </a:endParaRPr>
            </a:p>
          </p:txBody>
        </p:sp>
        <p:sp>
          <p:nvSpPr>
            <p:cNvPr id="116" name="Oval 115">
              <a:extLst>
                <a:ext uri="{FF2B5EF4-FFF2-40B4-BE49-F238E27FC236}">
                  <a16:creationId xmlns:a16="http://schemas.microsoft.com/office/drawing/2014/main" id="{AD44031F-2BAB-4F12-4156-DDC712C91A1F}"/>
                </a:ext>
              </a:extLst>
            </p:cNvPr>
            <p:cNvSpPr/>
            <p:nvPr/>
          </p:nvSpPr>
          <p:spPr>
            <a:xfrm>
              <a:off x="9667172"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1</a:t>
              </a:r>
            </a:p>
          </p:txBody>
        </p:sp>
        <p:sp>
          <p:nvSpPr>
            <p:cNvPr id="117" name="Oval 116">
              <a:extLst>
                <a:ext uri="{FF2B5EF4-FFF2-40B4-BE49-F238E27FC236}">
                  <a16:creationId xmlns:a16="http://schemas.microsoft.com/office/drawing/2014/main" id="{8311BEC2-7479-4EA2-C932-F1D0B12AB846}"/>
                </a:ext>
              </a:extLst>
            </p:cNvPr>
            <p:cNvSpPr/>
            <p:nvPr/>
          </p:nvSpPr>
          <p:spPr>
            <a:xfrm>
              <a:off x="9988078"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3</a:t>
              </a:r>
            </a:p>
          </p:txBody>
        </p:sp>
        <p:sp>
          <p:nvSpPr>
            <p:cNvPr id="118" name="Oval 117">
              <a:extLst>
                <a:ext uri="{FF2B5EF4-FFF2-40B4-BE49-F238E27FC236}">
                  <a16:creationId xmlns:a16="http://schemas.microsoft.com/office/drawing/2014/main" id="{D134AA3F-EEC1-4739-5CD7-AEF2BB16ADDA}"/>
                </a:ext>
              </a:extLst>
            </p:cNvPr>
            <p:cNvSpPr/>
            <p:nvPr/>
          </p:nvSpPr>
          <p:spPr>
            <a:xfrm>
              <a:off x="10308984" y="5014202"/>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solidFill>
                </a:rPr>
                <a:t>5</a:t>
              </a:r>
            </a:p>
          </p:txBody>
        </p:sp>
        <p:sp>
          <p:nvSpPr>
            <p:cNvPr id="119" name="Oval 118">
              <a:extLst>
                <a:ext uri="{FF2B5EF4-FFF2-40B4-BE49-F238E27FC236}">
                  <a16:creationId xmlns:a16="http://schemas.microsoft.com/office/drawing/2014/main" id="{6C8E6ECE-6884-F0C1-6C66-4514B90F5135}"/>
                </a:ext>
              </a:extLst>
            </p:cNvPr>
            <p:cNvSpPr/>
            <p:nvPr/>
          </p:nvSpPr>
          <p:spPr>
            <a:xfrm>
              <a:off x="10148531"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4</a:t>
              </a:r>
            </a:p>
          </p:txBody>
        </p:sp>
        <p:sp>
          <p:nvSpPr>
            <p:cNvPr id="120" name="Oval 119">
              <a:extLst>
                <a:ext uri="{FF2B5EF4-FFF2-40B4-BE49-F238E27FC236}">
                  <a16:creationId xmlns:a16="http://schemas.microsoft.com/office/drawing/2014/main" id="{A1331D5A-68E9-D201-B5CC-E21A89752549}"/>
                </a:ext>
              </a:extLst>
            </p:cNvPr>
            <p:cNvSpPr/>
            <p:nvPr/>
          </p:nvSpPr>
          <p:spPr>
            <a:xfrm>
              <a:off x="9827625"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2</a:t>
              </a:r>
            </a:p>
          </p:txBody>
        </p:sp>
      </p:grpSp>
      <p:grpSp>
        <p:nvGrpSpPr>
          <p:cNvPr id="121" name="Group 120">
            <a:extLst>
              <a:ext uri="{FF2B5EF4-FFF2-40B4-BE49-F238E27FC236}">
                <a16:creationId xmlns:a16="http://schemas.microsoft.com/office/drawing/2014/main" id="{FC0A679B-FEAB-69E1-40AA-C3A2B80A7551}"/>
              </a:ext>
            </a:extLst>
          </p:cNvPr>
          <p:cNvGrpSpPr/>
          <p:nvPr/>
        </p:nvGrpSpPr>
        <p:grpSpPr>
          <a:xfrm>
            <a:off x="12855709" y="5344514"/>
            <a:ext cx="864000" cy="216000"/>
            <a:chOff x="9630270" y="4978202"/>
            <a:chExt cx="864000" cy="216000"/>
          </a:xfrm>
        </p:grpSpPr>
        <p:sp>
          <p:nvSpPr>
            <p:cNvPr id="122" name="Rectangle: Rounded Corners 121">
              <a:extLst>
                <a:ext uri="{FF2B5EF4-FFF2-40B4-BE49-F238E27FC236}">
                  <a16:creationId xmlns:a16="http://schemas.microsoft.com/office/drawing/2014/main" id="{BE8AF8FA-C758-015F-B723-E573242F1488}"/>
                </a:ext>
              </a:extLst>
            </p:cNvPr>
            <p:cNvSpPr/>
            <p:nvPr/>
          </p:nvSpPr>
          <p:spPr>
            <a:xfrm>
              <a:off x="9630270" y="4978202"/>
              <a:ext cx="864000" cy="216000"/>
            </a:xfrm>
            <a:prstGeom prst="round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000" b="1" err="1">
                <a:solidFill>
                  <a:schemeClr val="bg1"/>
                </a:solidFill>
              </a:endParaRPr>
            </a:p>
          </p:txBody>
        </p:sp>
        <p:sp>
          <p:nvSpPr>
            <p:cNvPr id="123" name="Oval 122">
              <a:extLst>
                <a:ext uri="{FF2B5EF4-FFF2-40B4-BE49-F238E27FC236}">
                  <a16:creationId xmlns:a16="http://schemas.microsoft.com/office/drawing/2014/main" id="{CAE30B00-5389-E611-ECCD-052B92C3D98E}"/>
                </a:ext>
              </a:extLst>
            </p:cNvPr>
            <p:cNvSpPr/>
            <p:nvPr/>
          </p:nvSpPr>
          <p:spPr>
            <a:xfrm>
              <a:off x="9667172"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1</a:t>
              </a:r>
            </a:p>
          </p:txBody>
        </p:sp>
        <p:sp>
          <p:nvSpPr>
            <p:cNvPr id="124" name="Oval 123">
              <a:extLst>
                <a:ext uri="{FF2B5EF4-FFF2-40B4-BE49-F238E27FC236}">
                  <a16:creationId xmlns:a16="http://schemas.microsoft.com/office/drawing/2014/main" id="{070ABE0C-70BE-FF22-D448-9E86ECF24A69}"/>
                </a:ext>
              </a:extLst>
            </p:cNvPr>
            <p:cNvSpPr/>
            <p:nvPr/>
          </p:nvSpPr>
          <p:spPr>
            <a:xfrm>
              <a:off x="9988078"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3</a:t>
              </a:r>
            </a:p>
          </p:txBody>
        </p:sp>
        <p:sp>
          <p:nvSpPr>
            <p:cNvPr id="125" name="Oval 124">
              <a:extLst>
                <a:ext uri="{FF2B5EF4-FFF2-40B4-BE49-F238E27FC236}">
                  <a16:creationId xmlns:a16="http://schemas.microsoft.com/office/drawing/2014/main" id="{61E127FF-5214-6A13-2D36-7092A1730945}"/>
                </a:ext>
              </a:extLst>
            </p:cNvPr>
            <p:cNvSpPr/>
            <p:nvPr/>
          </p:nvSpPr>
          <p:spPr>
            <a:xfrm>
              <a:off x="10308984"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5</a:t>
              </a:r>
            </a:p>
          </p:txBody>
        </p:sp>
        <p:sp>
          <p:nvSpPr>
            <p:cNvPr id="126" name="Oval 125">
              <a:extLst>
                <a:ext uri="{FF2B5EF4-FFF2-40B4-BE49-F238E27FC236}">
                  <a16:creationId xmlns:a16="http://schemas.microsoft.com/office/drawing/2014/main" id="{9796E12F-ECA0-2C7B-F4B2-705A48D73542}"/>
                </a:ext>
              </a:extLst>
            </p:cNvPr>
            <p:cNvSpPr/>
            <p:nvPr/>
          </p:nvSpPr>
          <p:spPr>
            <a:xfrm>
              <a:off x="10148531"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4</a:t>
              </a:r>
            </a:p>
          </p:txBody>
        </p:sp>
        <p:sp>
          <p:nvSpPr>
            <p:cNvPr id="127" name="Oval 126">
              <a:extLst>
                <a:ext uri="{FF2B5EF4-FFF2-40B4-BE49-F238E27FC236}">
                  <a16:creationId xmlns:a16="http://schemas.microsoft.com/office/drawing/2014/main" id="{98D436A4-BAEB-DDA6-21CE-382239CB2893}"/>
                </a:ext>
              </a:extLst>
            </p:cNvPr>
            <p:cNvSpPr/>
            <p:nvPr/>
          </p:nvSpPr>
          <p:spPr>
            <a:xfrm>
              <a:off x="9827625" y="5014202"/>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solidFill>
                </a:rPr>
                <a:t>2</a:t>
              </a:r>
            </a:p>
          </p:txBody>
        </p:sp>
      </p:grpSp>
      <p:grpSp>
        <p:nvGrpSpPr>
          <p:cNvPr id="192" name="Group 191">
            <a:extLst>
              <a:ext uri="{FF2B5EF4-FFF2-40B4-BE49-F238E27FC236}">
                <a16:creationId xmlns:a16="http://schemas.microsoft.com/office/drawing/2014/main" id="{ED23A186-5834-0281-8FA3-0350684406E5}"/>
              </a:ext>
            </a:extLst>
          </p:cNvPr>
          <p:cNvGrpSpPr/>
          <p:nvPr/>
        </p:nvGrpSpPr>
        <p:grpSpPr>
          <a:xfrm>
            <a:off x="12855709" y="5086896"/>
            <a:ext cx="864000" cy="216000"/>
            <a:chOff x="9630270" y="4978202"/>
            <a:chExt cx="864000" cy="216000"/>
          </a:xfrm>
        </p:grpSpPr>
        <p:sp>
          <p:nvSpPr>
            <p:cNvPr id="193" name="Rectangle: Rounded Corners 192">
              <a:extLst>
                <a:ext uri="{FF2B5EF4-FFF2-40B4-BE49-F238E27FC236}">
                  <a16:creationId xmlns:a16="http://schemas.microsoft.com/office/drawing/2014/main" id="{7DAA7637-EB55-A635-6884-E788EBE2ACDC}"/>
                </a:ext>
              </a:extLst>
            </p:cNvPr>
            <p:cNvSpPr/>
            <p:nvPr/>
          </p:nvSpPr>
          <p:spPr>
            <a:xfrm>
              <a:off x="9630270" y="4978202"/>
              <a:ext cx="864000" cy="216000"/>
            </a:xfrm>
            <a:prstGeom prst="round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000" b="1" err="1">
                <a:solidFill>
                  <a:schemeClr val="bg1"/>
                </a:solidFill>
              </a:endParaRPr>
            </a:p>
          </p:txBody>
        </p:sp>
        <p:sp>
          <p:nvSpPr>
            <p:cNvPr id="201" name="Oval 200">
              <a:extLst>
                <a:ext uri="{FF2B5EF4-FFF2-40B4-BE49-F238E27FC236}">
                  <a16:creationId xmlns:a16="http://schemas.microsoft.com/office/drawing/2014/main" id="{86215EDC-1160-07AF-63C4-B6304E8566E7}"/>
                </a:ext>
              </a:extLst>
            </p:cNvPr>
            <p:cNvSpPr/>
            <p:nvPr/>
          </p:nvSpPr>
          <p:spPr>
            <a:xfrm>
              <a:off x="9667172" y="5014202"/>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solidFill>
                </a:rPr>
                <a:t>1</a:t>
              </a:r>
            </a:p>
          </p:txBody>
        </p:sp>
        <p:sp>
          <p:nvSpPr>
            <p:cNvPr id="202" name="Oval 201">
              <a:extLst>
                <a:ext uri="{FF2B5EF4-FFF2-40B4-BE49-F238E27FC236}">
                  <a16:creationId xmlns:a16="http://schemas.microsoft.com/office/drawing/2014/main" id="{B9262505-556F-36C9-C6A3-D05BFAD9580B}"/>
                </a:ext>
              </a:extLst>
            </p:cNvPr>
            <p:cNvSpPr/>
            <p:nvPr/>
          </p:nvSpPr>
          <p:spPr>
            <a:xfrm>
              <a:off x="9988078"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3</a:t>
              </a:r>
            </a:p>
          </p:txBody>
        </p:sp>
        <p:sp>
          <p:nvSpPr>
            <p:cNvPr id="203" name="Oval 202">
              <a:extLst>
                <a:ext uri="{FF2B5EF4-FFF2-40B4-BE49-F238E27FC236}">
                  <a16:creationId xmlns:a16="http://schemas.microsoft.com/office/drawing/2014/main" id="{45981AA3-CEF8-524D-47E8-D6A5E84DA8E7}"/>
                </a:ext>
              </a:extLst>
            </p:cNvPr>
            <p:cNvSpPr/>
            <p:nvPr/>
          </p:nvSpPr>
          <p:spPr>
            <a:xfrm>
              <a:off x="10308984"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5</a:t>
              </a:r>
            </a:p>
          </p:txBody>
        </p:sp>
        <p:sp>
          <p:nvSpPr>
            <p:cNvPr id="204" name="Oval 203">
              <a:extLst>
                <a:ext uri="{FF2B5EF4-FFF2-40B4-BE49-F238E27FC236}">
                  <a16:creationId xmlns:a16="http://schemas.microsoft.com/office/drawing/2014/main" id="{E076670B-345C-1295-AB75-34A08C125577}"/>
                </a:ext>
              </a:extLst>
            </p:cNvPr>
            <p:cNvSpPr/>
            <p:nvPr/>
          </p:nvSpPr>
          <p:spPr>
            <a:xfrm>
              <a:off x="10148531"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4</a:t>
              </a:r>
            </a:p>
          </p:txBody>
        </p:sp>
        <p:sp>
          <p:nvSpPr>
            <p:cNvPr id="205" name="Oval 204">
              <a:extLst>
                <a:ext uri="{FF2B5EF4-FFF2-40B4-BE49-F238E27FC236}">
                  <a16:creationId xmlns:a16="http://schemas.microsoft.com/office/drawing/2014/main" id="{8AAB5097-E199-C440-86A2-AEC67FB46932}"/>
                </a:ext>
              </a:extLst>
            </p:cNvPr>
            <p:cNvSpPr/>
            <p:nvPr/>
          </p:nvSpPr>
          <p:spPr>
            <a:xfrm>
              <a:off x="9827625" y="5014202"/>
              <a:ext cx="144000" cy="144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1"/>
            <a:lstStyle/>
            <a:p>
              <a:pPr algn="ctr"/>
              <a:r>
                <a:rPr lang="en-US" sz="900" b="1">
                  <a:solidFill>
                    <a:schemeClr val="bg1">
                      <a:lumMod val="75000"/>
                    </a:schemeClr>
                  </a:solidFill>
                </a:rPr>
                <a:t>2</a:t>
              </a:r>
            </a:p>
          </p:txBody>
        </p:sp>
      </p:grpSp>
      <p:sp>
        <p:nvSpPr>
          <p:cNvPr id="206" name="Text Placeholder 33">
            <a:extLst>
              <a:ext uri="{FF2B5EF4-FFF2-40B4-BE49-F238E27FC236}">
                <a16:creationId xmlns:a16="http://schemas.microsoft.com/office/drawing/2014/main" id="{C38CBEDF-A026-C670-18DA-94B144B4A21D}"/>
              </a:ext>
            </a:extLst>
          </p:cNvPr>
          <p:cNvSpPr txBox="1">
            <a:spLocks/>
          </p:cNvSpPr>
          <p:nvPr/>
        </p:nvSpPr>
        <p:spPr>
          <a:xfrm>
            <a:off x="13736295" y="5068896"/>
            <a:ext cx="1800000" cy="252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buNone/>
            </a:pPr>
            <a:r>
              <a:rPr lang="en-US" sz="700" b="1"/>
              <a:t>No complexity. </a:t>
            </a:r>
            <a:r>
              <a:rPr lang="en-US" sz="700"/>
              <a:t>Implement without further consideration.</a:t>
            </a:r>
          </a:p>
        </p:txBody>
      </p:sp>
      <p:sp>
        <p:nvSpPr>
          <p:cNvPr id="207" name="Text Placeholder 33">
            <a:extLst>
              <a:ext uri="{FF2B5EF4-FFF2-40B4-BE49-F238E27FC236}">
                <a16:creationId xmlns:a16="http://schemas.microsoft.com/office/drawing/2014/main" id="{687735F4-ED24-9EA2-13C2-F0573B45696C}"/>
              </a:ext>
            </a:extLst>
          </p:cNvPr>
          <p:cNvSpPr txBox="1">
            <a:spLocks/>
          </p:cNvSpPr>
          <p:nvPr/>
        </p:nvSpPr>
        <p:spPr>
          <a:xfrm>
            <a:off x="13736295" y="5326514"/>
            <a:ext cx="1800000" cy="252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buNone/>
            </a:pPr>
            <a:r>
              <a:rPr lang="en-US" sz="700" b="1"/>
              <a:t>Minimal complexity. </a:t>
            </a:r>
            <a:r>
              <a:rPr lang="en-US" sz="700"/>
              <a:t>Can be implemented with minimal obstacles.</a:t>
            </a:r>
          </a:p>
        </p:txBody>
      </p:sp>
      <p:sp>
        <p:nvSpPr>
          <p:cNvPr id="208" name="Text Placeholder 33">
            <a:extLst>
              <a:ext uri="{FF2B5EF4-FFF2-40B4-BE49-F238E27FC236}">
                <a16:creationId xmlns:a16="http://schemas.microsoft.com/office/drawing/2014/main" id="{71FDEFC6-5890-2664-7AC6-01679DEE9633}"/>
              </a:ext>
            </a:extLst>
          </p:cNvPr>
          <p:cNvSpPr txBox="1">
            <a:spLocks/>
          </p:cNvSpPr>
          <p:nvPr/>
        </p:nvSpPr>
        <p:spPr>
          <a:xfrm>
            <a:off x="13736295" y="5584132"/>
            <a:ext cx="1800000" cy="252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buNone/>
            </a:pPr>
            <a:r>
              <a:rPr lang="en-US" sz="700" b="1"/>
              <a:t>Some complexity. </a:t>
            </a:r>
            <a:r>
              <a:rPr lang="en-US" sz="700"/>
              <a:t>Can be implemented but some complexity to be solved.</a:t>
            </a:r>
          </a:p>
        </p:txBody>
      </p:sp>
      <p:sp>
        <p:nvSpPr>
          <p:cNvPr id="209" name="Text Placeholder 33">
            <a:extLst>
              <a:ext uri="{FF2B5EF4-FFF2-40B4-BE49-F238E27FC236}">
                <a16:creationId xmlns:a16="http://schemas.microsoft.com/office/drawing/2014/main" id="{5D0466B0-39C4-B04F-A47B-CB657AFEA5DA}"/>
              </a:ext>
            </a:extLst>
          </p:cNvPr>
          <p:cNvSpPr txBox="1">
            <a:spLocks/>
          </p:cNvSpPr>
          <p:nvPr/>
        </p:nvSpPr>
        <p:spPr>
          <a:xfrm>
            <a:off x="13736295" y="5841750"/>
            <a:ext cx="1800000" cy="252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buNone/>
            </a:pPr>
            <a:r>
              <a:rPr lang="en-US" sz="700" b="1"/>
              <a:t>Large complexity. </a:t>
            </a:r>
            <a:r>
              <a:rPr lang="en-US" sz="700"/>
              <a:t>Hard to implement as major complexities to overcome.</a:t>
            </a:r>
          </a:p>
        </p:txBody>
      </p:sp>
      <p:sp>
        <p:nvSpPr>
          <p:cNvPr id="210" name="Text Placeholder 33">
            <a:extLst>
              <a:ext uri="{FF2B5EF4-FFF2-40B4-BE49-F238E27FC236}">
                <a16:creationId xmlns:a16="http://schemas.microsoft.com/office/drawing/2014/main" id="{F4F365DA-E0C9-D56A-E9B0-F74F0ED14B2B}"/>
              </a:ext>
            </a:extLst>
          </p:cNvPr>
          <p:cNvSpPr txBox="1">
            <a:spLocks/>
          </p:cNvSpPr>
          <p:nvPr/>
        </p:nvSpPr>
        <p:spPr>
          <a:xfrm>
            <a:off x="13736295" y="6099367"/>
            <a:ext cx="1800000" cy="252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buNone/>
            </a:pPr>
            <a:r>
              <a:rPr lang="en-US" sz="700" b="1"/>
              <a:t>Massive complexity. </a:t>
            </a:r>
            <a:r>
              <a:rPr lang="en-US" sz="700"/>
              <a:t>Unlikely to implement as complexities are unsolvable.</a:t>
            </a:r>
          </a:p>
        </p:txBody>
      </p:sp>
      <p:sp>
        <p:nvSpPr>
          <p:cNvPr id="181" name="Rectangle 180">
            <a:extLst>
              <a:ext uri="{FF2B5EF4-FFF2-40B4-BE49-F238E27FC236}">
                <a16:creationId xmlns:a16="http://schemas.microsoft.com/office/drawing/2014/main" id="{7708BC3E-91E2-42DA-A6A9-08C05B9B2DCB}"/>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182" name="Rectangle 181">
            <a:extLst>
              <a:ext uri="{FF2B5EF4-FFF2-40B4-BE49-F238E27FC236}">
                <a16:creationId xmlns:a16="http://schemas.microsoft.com/office/drawing/2014/main" id="{34A2BEF0-A353-4F80-B195-4BD8F455E9EA}"/>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86" name="Rectangle 185">
            <a:extLst>
              <a:ext uri="{FF2B5EF4-FFF2-40B4-BE49-F238E27FC236}">
                <a16:creationId xmlns:a16="http://schemas.microsoft.com/office/drawing/2014/main" id="{24B9E5E7-057B-4265-B932-6C1D7A3DECC8}"/>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87" name="Rectangle 186">
            <a:extLst>
              <a:ext uri="{FF2B5EF4-FFF2-40B4-BE49-F238E27FC236}">
                <a16:creationId xmlns:a16="http://schemas.microsoft.com/office/drawing/2014/main" id="{7C717BEC-0B7D-4911-8D54-E2EDCB414989}"/>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88" name="Rectangle 187">
            <a:extLst>
              <a:ext uri="{FF2B5EF4-FFF2-40B4-BE49-F238E27FC236}">
                <a16:creationId xmlns:a16="http://schemas.microsoft.com/office/drawing/2014/main" id="{08E2CDFF-9708-40A8-88CE-EF676BBA29F1}"/>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190" name="Rectangle 189">
            <a:extLst>
              <a:ext uri="{FF2B5EF4-FFF2-40B4-BE49-F238E27FC236}">
                <a16:creationId xmlns:a16="http://schemas.microsoft.com/office/drawing/2014/main" id="{07654F94-29B7-4BC9-B42E-B1C42E0B0A17}"/>
              </a:ext>
            </a:extLst>
          </p:cNvPr>
          <p:cNvSpPr/>
          <p:nvPr/>
        </p:nvSpPr>
        <p:spPr>
          <a:xfrm>
            <a:off x="9029700" y="3230778"/>
            <a:ext cx="2131093" cy="187200"/>
          </a:xfrm>
          <a:prstGeom prst="rect">
            <a:avLst/>
          </a:prstGeom>
          <a:solidFill>
            <a:srgbClr val="E5E5E5"/>
          </a:solidFill>
          <a:ln>
            <a:solidFill>
              <a:srgbClr val="E5E5E5"/>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900" b="1">
                <a:solidFill>
                  <a:srgbClr val="00338D"/>
                </a:solidFill>
              </a:rPr>
              <a:t>Timeline to implement: 6-12 months</a:t>
            </a:r>
          </a:p>
        </p:txBody>
      </p:sp>
      <p:sp>
        <p:nvSpPr>
          <p:cNvPr id="191" name="Rectangle 190">
            <a:extLst>
              <a:ext uri="{FF2B5EF4-FFF2-40B4-BE49-F238E27FC236}">
                <a16:creationId xmlns:a16="http://schemas.microsoft.com/office/drawing/2014/main" id="{A217BEDA-5B7F-4F6E-B239-F98FA30763D5}"/>
              </a:ext>
            </a:extLst>
          </p:cNvPr>
          <p:cNvSpPr/>
          <p:nvPr/>
        </p:nvSpPr>
        <p:spPr>
          <a:xfrm>
            <a:off x="9029700" y="1783183"/>
            <a:ext cx="2131093" cy="187200"/>
          </a:xfrm>
          <a:prstGeom prst="rect">
            <a:avLst/>
          </a:prstGeom>
          <a:solidFill>
            <a:srgbClr val="E5E5E5"/>
          </a:solidFill>
          <a:ln>
            <a:solidFill>
              <a:srgbClr val="E5E5E5"/>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900" b="1">
                <a:solidFill>
                  <a:srgbClr val="00338D"/>
                </a:solidFill>
              </a:rPr>
              <a:t>$</a:t>
            </a:r>
            <a:r>
              <a:rPr lang="en-US" sz="900" b="1" err="1">
                <a:solidFill>
                  <a:srgbClr val="00338D"/>
                </a:solidFill>
              </a:rPr>
              <a:t>x.x-x.xm</a:t>
            </a:r>
            <a:r>
              <a:rPr lang="en-US" sz="900" b="1">
                <a:solidFill>
                  <a:srgbClr val="00338D"/>
                </a:solidFill>
              </a:rPr>
              <a:t> (EBITDA improvement)</a:t>
            </a:r>
          </a:p>
        </p:txBody>
      </p:sp>
      <p:graphicFrame>
        <p:nvGraphicFramePr>
          <p:cNvPr id="18" name="Table 10">
            <a:extLst>
              <a:ext uri="{FF2B5EF4-FFF2-40B4-BE49-F238E27FC236}">
                <a16:creationId xmlns:a16="http://schemas.microsoft.com/office/drawing/2014/main" id="{D25C50BF-22B5-74C7-48C0-CF7C58CA59F7}"/>
              </a:ext>
            </a:extLst>
          </p:cNvPr>
          <p:cNvGraphicFramePr>
            <a:graphicFrameLocks noGrp="1"/>
          </p:cNvGraphicFramePr>
          <p:nvPr>
            <p:extLst>
              <p:ext uri="{D42A27DB-BD31-4B8C-83A1-F6EECF244321}">
                <p14:modId xmlns:p14="http://schemas.microsoft.com/office/powerpoint/2010/main" val="1685119239"/>
              </p:ext>
            </p:extLst>
          </p:nvPr>
        </p:nvGraphicFramePr>
        <p:xfrm>
          <a:off x="932737" y="142211"/>
          <a:ext cx="9295208"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04900">
                  <a:extLst>
                    <a:ext uri="{9D8B030D-6E8A-4147-A177-3AD203B41FA5}">
                      <a16:colId xmlns:a16="http://schemas.microsoft.com/office/drawing/2014/main" val="3480804512"/>
                    </a:ext>
                  </a:extLst>
                </a:gridCol>
                <a:gridCol w="1083310">
                  <a:extLst>
                    <a:ext uri="{9D8B030D-6E8A-4147-A177-3AD203B41FA5}">
                      <a16:colId xmlns:a16="http://schemas.microsoft.com/office/drawing/2014/main" val="1508802548"/>
                    </a:ext>
                  </a:extLst>
                </a:gridCol>
                <a:gridCol w="952500">
                  <a:extLst>
                    <a:ext uri="{9D8B030D-6E8A-4147-A177-3AD203B41FA5}">
                      <a16:colId xmlns:a16="http://schemas.microsoft.com/office/drawing/2014/main" val="1380669789"/>
                    </a:ext>
                  </a:extLst>
                </a:gridCol>
                <a:gridCol w="777240">
                  <a:extLst>
                    <a:ext uri="{9D8B030D-6E8A-4147-A177-3AD203B41FA5}">
                      <a16:colId xmlns:a16="http://schemas.microsoft.com/office/drawing/2014/main" val="3717172380"/>
                    </a:ext>
                  </a:extLst>
                </a:gridCol>
                <a:gridCol w="693420">
                  <a:extLst>
                    <a:ext uri="{9D8B030D-6E8A-4147-A177-3AD203B41FA5}">
                      <a16:colId xmlns:a16="http://schemas.microsoft.com/office/drawing/2014/main" val="2348796435"/>
                    </a:ext>
                  </a:extLst>
                </a:gridCol>
                <a:gridCol w="1013460">
                  <a:extLst>
                    <a:ext uri="{9D8B030D-6E8A-4147-A177-3AD203B41FA5}">
                      <a16:colId xmlns:a16="http://schemas.microsoft.com/office/drawing/2014/main" val="3209140028"/>
                    </a:ext>
                  </a:extLst>
                </a:gridCol>
                <a:gridCol w="937260">
                  <a:extLst>
                    <a:ext uri="{9D8B030D-6E8A-4147-A177-3AD203B41FA5}">
                      <a16:colId xmlns:a16="http://schemas.microsoft.com/office/drawing/2014/main" val="2651425576"/>
                    </a:ext>
                  </a:extLst>
                </a:gridCol>
                <a:gridCol w="632460">
                  <a:extLst>
                    <a:ext uri="{9D8B030D-6E8A-4147-A177-3AD203B41FA5}">
                      <a16:colId xmlns:a16="http://schemas.microsoft.com/office/drawing/2014/main" val="3903366463"/>
                    </a:ext>
                  </a:extLst>
                </a:gridCol>
                <a:gridCol w="845820">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1" i="0" u="none" strike="noStrike" kern="1200" cap="none" spc="0" normalizeH="0" baseline="0" noProof="0">
                          <a:ln>
                            <a:noFill/>
                          </a:ln>
                          <a:solidFill>
                            <a:srgbClr val="00338D"/>
                          </a:solidFill>
                          <a:effectLst/>
                          <a:uLnTx/>
                          <a:uFillTx/>
                          <a:latin typeface="+mn-lt"/>
                          <a:ea typeface="+mn-ea"/>
                          <a:cs typeface="+mn-cs"/>
                        </a:rPr>
                        <a:t>Value creation</a:t>
                      </a:r>
                      <a:endParaRPr kumimoji="0" lang="en-US" sz="1000" b="1" i="0" u="none" strike="noStrike" kern="1200" cap="none" spc="0" normalizeH="0" baseline="0">
                        <a:ln>
                          <a:noFill/>
                        </a:ln>
                        <a:solidFill>
                          <a:srgbClr val="00338D"/>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20" name="Rectangle 19">
            <a:hlinkClick r:id="rId6" action="ppaction://hlinksldjump"/>
            <a:extLst>
              <a:ext uri="{FF2B5EF4-FFF2-40B4-BE49-F238E27FC236}">
                <a16:creationId xmlns:a16="http://schemas.microsoft.com/office/drawing/2014/main" id="{890C493B-D083-0BE0-C121-FFFAD0DB4025}"/>
              </a:ext>
            </a:extLst>
          </p:cNvPr>
          <p:cNvSpPr/>
          <p:nvPr/>
        </p:nvSpPr>
        <p:spPr>
          <a:xfrm>
            <a:off x="940228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2" name="Rectangle 21">
            <a:hlinkClick r:id="rId7" action="ppaction://hlinksldjump"/>
            <a:extLst>
              <a:ext uri="{FF2B5EF4-FFF2-40B4-BE49-F238E27FC236}">
                <a16:creationId xmlns:a16="http://schemas.microsoft.com/office/drawing/2014/main" id="{A242936F-62D9-286E-648F-7DEF0C607402}"/>
              </a:ext>
            </a:extLst>
          </p:cNvPr>
          <p:cNvSpPr/>
          <p:nvPr/>
        </p:nvSpPr>
        <p:spPr>
          <a:xfrm>
            <a:off x="2199335" y="140055"/>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3" name="Rectangle 22">
            <a:hlinkClick r:id="rId8" action="ppaction://hlinksldjump"/>
            <a:extLst>
              <a:ext uri="{FF2B5EF4-FFF2-40B4-BE49-F238E27FC236}">
                <a16:creationId xmlns:a16="http://schemas.microsoft.com/office/drawing/2014/main" id="{F4EDBABC-8C46-D1F0-E4DD-30EF35942538}"/>
              </a:ext>
            </a:extLst>
          </p:cNvPr>
          <p:cNvSpPr/>
          <p:nvPr/>
        </p:nvSpPr>
        <p:spPr>
          <a:xfrm>
            <a:off x="439487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4" name="Rectangle 23">
            <a:hlinkClick r:id="rId9" action="ppaction://hlinksldjump"/>
            <a:extLst>
              <a:ext uri="{FF2B5EF4-FFF2-40B4-BE49-F238E27FC236}">
                <a16:creationId xmlns:a16="http://schemas.microsoft.com/office/drawing/2014/main" id="{B1EF96A8-9BF5-17BE-62C9-E6C40F6F5107}"/>
              </a:ext>
            </a:extLst>
          </p:cNvPr>
          <p:cNvSpPr/>
          <p:nvPr/>
        </p:nvSpPr>
        <p:spPr>
          <a:xfrm>
            <a:off x="783621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5" name="Rectangle 24">
            <a:hlinkClick r:id="rId10" action="ppaction://hlinksldjump"/>
            <a:extLst>
              <a:ext uri="{FF2B5EF4-FFF2-40B4-BE49-F238E27FC236}">
                <a16:creationId xmlns:a16="http://schemas.microsoft.com/office/drawing/2014/main" id="{581E7563-4FF4-A431-AAE6-B68079DC05D5}"/>
              </a:ext>
            </a:extLst>
          </p:cNvPr>
          <p:cNvSpPr/>
          <p:nvPr/>
        </p:nvSpPr>
        <p:spPr>
          <a:xfrm>
            <a:off x="535843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6" name="Rectangle 25">
            <a:hlinkClick r:id="rId11" action="ppaction://hlinksldjump"/>
            <a:extLst>
              <a:ext uri="{FF2B5EF4-FFF2-40B4-BE49-F238E27FC236}">
                <a16:creationId xmlns:a16="http://schemas.microsoft.com/office/drawing/2014/main" id="{F87DC99C-6125-2245-0284-25EEF09A9427}"/>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27" name="Rectangle 26">
            <a:hlinkClick r:id="rId12" action="ppaction://hlinksldjump"/>
            <a:extLst>
              <a:ext uri="{FF2B5EF4-FFF2-40B4-BE49-F238E27FC236}">
                <a16:creationId xmlns:a16="http://schemas.microsoft.com/office/drawing/2014/main" id="{AD4DA9DC-413C-E028-1B42-99350B66DB4F}"/>
              </a:ext>
            </a:extLst>
          </p:cNvPr>
          <p:cNvSpPr/>
          <p:nvPr/>
        </p:nvSpPr>
        <p:spPr>
          <a:xfrm>
            <a:off x="3305911" y="140055"/>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8" name="Rectangle 27">
            <a:hlinkClick r:id="rId13" action="ppaction://hlinksldjump"/>
            <a:extLst>
              <a:ext uri="{FF2B5EF4-FFF2-40B4-BE49-F238E27FC236}">
                <a16:creationId xmlns:a16="http://schemas.microsoft.com/office/drawing/2014/main" id="{68EB9644-487B-B294-5747-C7C8EAB1766F}"/>
              </a:ext>
            </a:extLst>
          </p:cNvPr>
          <p:cNvSpPr/>
          <p:nvPr/>
        </p:nvSpPr>
        <p:spPr>
          <a:xfrm>
            <a:off x="612673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9" name="Rectangle 28">
            <a:hlinkClick r:id="rId14" action="ppaction://hlinksldjump"/>
            <a:extLst>
              <a:ext uri="{FF2B5EF4-FFF2-40B4-BE49-F238E27FC236}">
                <a16:creationId xmlns:a16="http://schemas.microsoft.com/office/drawing/2014/main" id="{F19CCDFF-AC0C-4C19-C1C6-BA9227CD50E2}"/>
              </a:ext>
            </a:extLst>
          </p:cNvPr>
          <p:cNvSpPr/>
          <p:nvPr/>
        </p:nvSpPr>
        <p:spPr>
          <a:xfrm>
            <a:off x="6820717" y="140055"/>
            <a:ext cx="97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0" name="Rectangle 29">
            <a:hlinkClick r:id="rId15" action="ppaction://hlinksldjump"/>
            <a:extLst>
              <a:ext uri="{FF2B5EF4-FFF2-40B4-BE49-F238E27FC236}">
                <a16:creationId xmlns:a16="http://schemas.microsoft.com/office/drawing/2014/main" id="{B4B56D0D-39CE-4DA4-0DF0-3AF289231D8D}"/>
              </a:ext>
            </a:extLst>
          </p:cNvPr>
          <p:cNvSpPr/>
          <p:nvPr/>
        </p:nvSpPr>
        <p:spPr>
          <a:xfrm>
            <a:off x="8776798"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2" name="Text Placeholder 12">
            <a:extLst>
              <a:ext uri="{FF2B5EF4-FFF2-40B4-BE49-F238E27FC236}">
                <a16:creationId xmlns:a16="http://schemas.microsoft.com/office/drawing/2014/main" id="{784CD248-6222-14E8-ECE8-D3A4A7BEA080}"/>
              </a:ext>
            </a:extLst>
          </p:cNvPr>
          <p:cNvSpPr txBox="1">
            <a:spLocks/>
          </p:cNvSpPr>
          <p:nvPr/>
        </p:nvSpPr>
        <p:spPr>
          <a:xfrm>
            <a:off x="995121" y="5907053"/>
            <a:ext cx="3600000" cy="210314"/>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a:t>
            </a:r>
          </a:p>
          <a:p>
            <a:pPr defTabSz="444500" rtl="0">
              <a:spcAft>
                <a:spcPts val="200"/>
              </a:spcAft>
            </a:pPr>
            <a:r>
              <a:rPr lang="en-US" sz="600" b="0">
                <a:solidFill>
                  <a:schemeClr val="tx2"/>
                </a:solidFill>
                <a:latin typeface="Arial" panose="020B0604020202020204" pitchFamily="34" charset="0"/>
              </a:rPr>
              <a:t>Source: 	[…].</a:t>
            </a:r>
          </a:p>
        </p:txBody>
      </p:sp>
      <p:sp>
        <p:nvSpPr>
          <p:cNvPr id="7" name="Text Placeholder 7">
            <a:extLst>
              <a:ext uri="{FF2B5EF4-FFF2-40B4-BE49-F238E27FC236}">
                <a16:creationId xmlns:a16="http://schemas.microsoft.com/office/drawing/2014/main" id="{50ACF167-687D-1161-C26A-6FE6E05E8453}"/>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8" name="Text Placeholder 12">
            <a:extLst>
              <a:ext uri="{FF2B5EF4-FFF2-40B4-BE49-F238E27FC236}">
                <a16:creationId xmlns:a16="http://schemas.microsoft.com/office/drawing/2014/main" id="{FC606DF0-CA8A-ED71-8517-4BA82FEA2B66}"/>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9" name="Rounded Rectangle 7">
            <a:extLst>
              <a:ext uri="{FF2B5EF4-FFF2-40B4-BE49-F238E27FC236}">
                <a16:creationId xmlns:a16="http://schemas.microsoft.com/office/drawing/2014/main" id="{E67B582F-3242-E90D-E567-1DBA493C405E}"/>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1" name="Rectangle 10">
            <a:extLst>
              <a:ext uri="{FF2B5EF4-FFF2-40B4-BE49-F238E27FC236}">
                <a16:creationId xmlns:a16="http://schemas.microsoft.com/office/drawing/2014/main" id="{F7F04588-EE13-335B-F08E-79904AA5F2B3}"/>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2" name="Straight Arrow Connector 11">
            <a:extLst>
              <a:ext uri="{FF2B5EF4-FFF2-40B4-BE49-F238E27FC236}">
                <a16:creationId xmlns:a16="http://schemas.microsoft.com/office/drawing/2014/main" id="{1BE322A0-FCF1-F564-BD81-90ACC65C7292}"/>
              </a:ext>
            </a:extLst>
          </p:cNvPr>
          <p:cNvCxnSpPr>
            <a:cxnSpLocks/>
            <a:stCxn id="11" idx="2"/>
            <a:endCxn id="9"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46DD11EE-2F94-D391-FC74-E5225954FAB2}"/>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3" name="Rectangle 2">
            <a:extLst>
              <a:ext uri="{FF2B5EF4-FFF2-40B4-BE49-F238E27FC236}">
                <a16:creationId xmlns:a16="http://schemas.microsoft.com/office/drawing/2014/main" id="{310CEBC8-FD6E-77CE-2C05-9A9EF0AFE36D}"/>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4" name="Rectangle 13">
            <a:extLst>
              <a:ext uri="{FF2B5EF4-FFF2-40B4-BE49-F238E27FC236}">
                <a16:creationId xmlns:a16="http://schemas.microsoft.com/office/drawing/2014/main" id="{51DA6D60-B57A-47C9-8A41-6E074C8A626B}"/>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5" name="Rectangle 14">
            <a:extLst>
              <a:ext uri="{FF2B5EF4-FFF2-40B4-BE49-F238E27FC236}">
                <a16:creationId xmlns:a16="http://schemas.microsoft.com/office/drawing/2014/main" id="{F3CBEFD7-7E3B-0A96-1FF8-60AF3CE14390}"/>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6" name="Rectangle 15">
            <a:extLst>
              <a:ext uri="{FF2B5EF4-FFF2-40B4-BE49-F238E27FC236}">
                <a16:creationId xmlns:a16="http://schemas.microsoft.com/office/drawing/2014/main" id="{6A8CBBF1-5CD3-2D84-00C3-54D5EB4C8DE9}"/>
              </a:ext>
            </a:extLst>
          </p:cNvPr>
          <p:cNvSpPr/>
          <p:nvPr/>
        </p:nvSpPr>
        <p:spPr>
          <a:xfrm>
            <a:off x="10598330" y="6277289"/>
            <a:ext cx="1550957" cy="554584"/>
          </a:xfrm>
          <a:prstGeom prst="rect">
            <a:avLst/>
          </a:prstGeom>
          <a:solidFill>
            <a:schemeClr val="accent6"/>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800" b="1">
                <a:solidFill>
                  <a:schemeClr val="bg1"/>
                </a:solidFill>
              </a:rPr>
              <a:t>UPDATES:</a:t>
            </a:r>
            <a:r>
              <a:rPr lang="en-US" sz="800">
                <a:solidFill>
                  <a:schemeClr val="bg1"/>
                </a:solidFill>
              </a:rPr>
              <a:t> headers and text boxes aligned with Diligence+ gridlines</a:t>
            </a:r>
          </a:p>
        </p:txBody>
      </p:sp>
    </p:spTree>
    <p:extLst>
      <p:ext uri="{BB962C8B-B14F-4D97-AF65-F5344CB8AC3E}">
        <p14:creationId xmlns:p14="http://schemas.microsoft.com/office/powerpoint/2010/main" val="286899971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Object 20" hidden="1">
            <a:extLst>
              <a:ext uri="{FF2B5EF4-FFF2-40B4-BE49-F238E27FC236}">
                <a16:creationId xmlns:a16="http://schemas.microsoft.com/office/drawing/2014/main" id="{3DBC4D8B-5358-4661-906D-7CE57963F580}"/>
              </a:ext>
            </a:extLst>
          </p:cNvPr>
          <p:cNvGraphicFramePr>
            <a:graphicFrameLocks noChangeAspect="1"/>
          </p:cNvGraphicFramePr>
          <p:nvPr>
            <p:custDataLst>
              <p:tags r:id="rId1"/>
            </p:custDataLst>
            <p:extLst>
              <p:ext uri="{D42A27DB-BD31-4B8C-83A1-F6EECF244321}">
                <p14:modId xmlns:p14="http://schemas.microsoft.com/office/powerpoint/2010/main" val="2529491542"/>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26" imgW="395" imgH="394" progId="TCLayout.ActiveDocument.1">
                  <p:embed/>
                </p:oleObj>
              </mc:Choice>
              <mc:Fallback>
                <p:oleObj name="think-cell Slide" r:id="rId26" imgW="395" imgH="394" progId="TCLayout.ActiveDocument.1">
                  <p:embed/>
                  <p:pic>
                    <p:nvPicPr>
                      <p:cNvPr id="21" name="Object 20" hidden="1">
                        <a:extLst>
                          <a:ext uri="{FF2B5EF4-FFF2-40B4-BE49-F238E27FC236}">
                            <a16:creationId xmlns:a16="http://schemas.microsoft.com/office/drawing/2014/main" id="{3DBC4D8B-5358-4661-906D-7CE57963F580}"/>
                          </a:ext>
                        </a:extLst>
                      </p:cNvPr>
                      <p:cNvPicPr/>
                      <p:nvPr/>
                    </p:nvPicPr>
                    <p:blipFill>
                      <a:blip r:embed="rId27"/>
                      <a:stretch>
                        <a:fillRect/>
                      </a:stretch>
                    </p:blipFill>
                    <p:spPr>
                      <a:xfrm>
                        <a:off x="1589" y="1589"/>
                        <a:ext cx="1588" cy="1588"/>
                      </a:xfrm>
                      <a:prstGeom prst="rect">
                        <a:avLst/>
                      </a:prstGeom>
                    </p:spPr>
                  </p:pic>
                </p:oleObj>
              </mc:Fallback>
            </mc:AlternateContent>
          </a:graphicData>
        </a:graphic>
      </p:graphicFrame>
      <p:graphicFrame>
        <p:nvGraphicFramePr>
          <p:cNvPr id="13" name="Table 7">
            <a:extLst>
              <a:ext uri="{FF2B5EF4-FFF2-40B4-BE49-F238E27FC236}">
                <a16:creationId xmlns:a16="http://schemas.microsoft.com/office/drawing/2014/main" id="{5013411B-C90D-1A5F-CB87-21C5652DB712}"/>
              </a:ext>
            </a:extLst>
          </p:cNvPr>
          <p:cNvGraphicFramePr>
            <a:graphicFrameLocks noGrp="1"/>
          </p:cNvGraphicFramePr>
          <p:nvPr>
            <p:extLst>
              <p:ext uri="{D42A27DB-BD31-4B8C-83A1-F6EECF244321}">
                <p14:modId xmlns:p14="http://schemas.microsoft.com/office/powerpoint/2010/main" val="2710806421"/>
              </p:ext>
            </p:extLst>
          </p:nvPr>
        </p:nvGraphicFramePr>
        <p:xfrm>
          <a:off x="6169024" y="1179513"/>
          <a:ext cx="5021599" cy="2879191"/>
        </p:xfrm>
        <a:graphic>
          <a:graphicData uri="http://schemas.openxmlformats.org/drawingml/2006/table">
            <a:tbl>
              <a:tblPr firstRow="1" bandRow="1">
                <a:tableStyleId>{5C22544A-7EE6-4342-B048-85BDC9FD1C3A}</a:tableStyleId>
              </a:tblPr>
              <a:tblGrid>
                <a:gridCol w="1223273">
                  <a:extLst>
                    <a:ext uri="{9D8B030D-6E8A-4147-A177-3AD203B41FA5}">
                      <a16:colId xmlns:a16="http://schemas.microsoft.com/office/drawing/2014/main" val="2533196569"/>
                    </a:ext>
                  </a:extLst>
                </a:gridCol>
                <a:gridCol w="190224">
                  <a:extLst>
                    <a:ext uri="{9D8B030D-6E8A-4147-A177-3AD203B41FA5}">
                      <a16:colId xmlns:a16="http://schemas.microsoft.com/office/drawing/2014/main" val="4276406464"/>
                    </a:ext>
                  </a:extLst>
                </a:gridCol>
                <a:gridCol w="2085510">
                  <a:extLst>
                    <a:ext uri="{9D8B030D-6E8A-4147-A177-3AD203B41FA5}">
                      <a16:colId xmlns:a16="http://schemas.microsoft.com/office/drawing/2014/main" val="2254564629"/>
                    </a:ext>
                  </a:extLst>
                </a:gridCol>
                <a:gridCol w="761296">
                  <a:extLst>
                    <a:ext uri="{9D8B030D-6E8A-4147-A177-3AD203B41FA5}">
                      <a16:colId xmlns:a16="http://schemas.microsoft.com/office/drawing/2014/main" val="4268852278"/>
                    </a:ext>
                  </a:extLst>
                </a:gridCol>
                <a:gridCol w="761296">
                  <a:extLst>
                    <a:ext uri="{9D8B030D-6E8A-4147-A177-3AD203B41FA5}">
                      <a16:colId xmlns:a16="http://schemas.microsoft.com/office/drawing/2014/main" val="2411710221"/>
                    </a:ext>
                  </a:extLst>
                </a:gridCol>
              </a:tblGrid>
              <a:tr h="331938">
                <a:tc rowSpan="2" gridSpan="2">
                  <a:txBody>
                    <a:bodyPr/>
                    <a:lstStyle/>
                    <a:p>
                      <a:r>
                        <a:rPr lang="en-US" sz="900">
                          <a:solidFill>
                            <a:schemeClr val="bg1"/>
                          </a:solidFill>
                        </a:rPr>
                        <a:t>Strategic pillar</a:t>
                      </a:r>
                    </a:p>
                  </a:txBody>
                  <a:tcPr marL="72000" marR="72000" marT="36000" marB="7200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rowSpan="2" hMerge="1">
                  <a:txBody>
                    <a:bodyPr/>
                    <a:lstStyle/>
                    <a:p>
                      <a:endParaRPr lang="en-US" sz="1000">
                        <a:solidFill>
                          <a:schemeClr val="bg1"/>
                        </a:solidFill>
                      </a:endParaRP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rowSpan="2">
                  <a:txBody>
                    <a:bodyPr/>
                    <a:lstStyle/>
                    <a:p>
                      <a:pPr algn="l"/>
                      <a:r>
                        <a:rPr lang="en-US" sz="900">
                          <a:solidFill>
                            <a:schemeClr val="bg1"/>
                          </a:solidFill>
                        </a:rPr>
                        <a:t>Initiative</a:t>
                      </a:r>
                    </a:p>
                  </a:txBody>
                  <a:tcPr marL="72000" marR="72000" marT="36000" marB="7200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gridSpan="2">
                  <a:txBody>
                    <a:bodyPr/>
                    <a:lstStyle/>
                    <a:p>
                      <a:pPr algn="ctr"/>
                      <a:r>
                        <a:rPr lang="en-US" sz="900" b="1">
                          <a:solidFill>
                            <a:schemeClr val="bg1"/>
                          </a:solidFill>
                        </a:rPr>
                        <a:t>EBITDA and cash </a:t>
                      </a:r>
                      <a:br>
                        <a:rPr lang="en-US" sz="900" b="1">
                          <a:solidFill>
                            <a:schemeClr val="bg1"/>
                          </a:solidFill>
                        </a:rPr>
                      </a:br>
                      <a:r>
                        <a:rPr lang="en-US" sz="900" b="1">
                          <a:solidFill>
                            <a:schemeClr val="bg1"/>
                          </a:solidFill>
                        </a:rPr>
                        <a:t>upside ($m)</a:t>
                      </a:r>
                    </a:p>
                  </a:txBody>
                  <a:tcPr marL="72000" marR="72000" marT="36000" marB="72000">
                    <a:lnL w="12700" cap="flat" cmpd="sng" algn="ctr">
                      <a:solidFill>
                        <a:schemeClr val="bg1"/>
                      </a:solidFill>
                      <a:prstDash val="solid"/>
                      <a:round/>
                      <a:headEnd type="none" w="med" len="med"/>
                      <a:tailEnd type="none" w="med" len="med"/>
                    </a:lnL>
                    <a:lnB w="12700" cap="flat" cmpd="sng" algn="ctr">
                      <a:solidFill>
                        <a:schemeClr val="bg1"/>
                      </a:solidFill>
                      <a:prstDash val="solid"/>
                      <a:round/>
                      <a:headEnd type="none" w="med" len="med"/>
                      <a:tailEnd type="none" w="med" len="med"/>
                    </a:lnB>
                    <a:solidFill>
                      <a:schemeClr val="tx2"/>
                    </a:solidFill>
                  </a:tcPr>
                </a:tc>
                <a:tc hMerge="1">
                  <a:txBody>
                    <a:bodyPr/>
                    <a:lstStyle/>
                    <a:p>
                      <a:endParaRPr lang="fi-FI"/>
                    </a:p>
                  </a:txBody>
                  <a:tcPr/>
                </a:tc>
                <a:extLst>
                  <a:ext uri="{0D108BD9-81ED-4DB2-BD59-A6C34878D82A}">
                    <a16:rowId xmlns:a16="http://schemas.microsoft.com/office/drawing/2014/main" val="2649760203"/>
                  </a:ext>
                </a:extLst>
              </a:tr>
              <a:tr h="331938">
                <a:tc gridSpan="2" vMerge="1">
                  <a:txBody>
                    <a:bodyPr/>
                    <a:lstStyle/>
                    <a:p>
                      <a:endParaRPr lang="en-US" sz="800">
                        <a:solidFill>
                          <a:schemeClr val="bg1"/>
                        </a:solidFill>
                      </a:endParaRPr>
                    </a:p>
                  </a:txBody>
                  <a:tcPr>
                    <a:solidFill>
                      <a:schemeClr val="tx2">
                        <a:lumMod val="50000"/>
                      </a:schemeClr>
                    </a:solidFill>
                  </a:tcPr>
                </a:tc>
                <a:tc hMerge="1" vMerge="1">
                  <a:txBody>
                    <a:bodyPr/>
                    <a:lstStyle/>
                    <a:p>
                      <a:endParaRPr lang="fi-FI"/>
                    </a:p>
                  </a:txBody>
                  <a:tcPr/>
                </a:tc>
                <a:tc vMerge="1">
                  <a:txBody>
                    <a:bodyPr/>
                    <a:lstStyle/>
                    <a:p>
                      <a:endParaRPr lang="en-US" sz="800">
                        <a:solidFill>
                          <a:schemeClr val="bg1"/>
                        </a:solidFill>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50000"/>
                      </a:schemeClr>
                    </a:solidFill>
                  </a:tcPr>
                </a:tc>
                <a:tc>
                  <a:txBody>
                    <a:bodyPr/>
                    <a:lstStyle/>
                    <a:p>
                      <a:pPr algn="ctr"/>
                      <a:r>
                        <a:rPr lang="en-US" sz="900" b="1">
                          <a:solidFill>
                            <a:schemeClr val="bg1"/>
                          </a:solidFill>
                        </a:rPr>
                        <a:t>Base </a:t>
                      </a:r>
                      <a:br>
                        <a:rPr lang="en-US" sz="900" b="1">
                          <a:solidFill>
                            <a:schemeClr val="bg1"/>
                          </a:solidFill>
                        </a:rPr>
                      </a:br>
                      <a:r>
                        <a:rPr lang="en-US" sz="900" b="1">
                          <a:solidFill>
                            <a:schemeClr val="bg1"/>
                          </a:solidFill>
                        </a:rPr>
                        <a:t>case</a:t>
                      </a:r>
                    </a:p>
                  </a:txBody>
                  <a:tcPr marL="72000" marR="72000" marT="36000" marB="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US" sz="900" b="1">
                          <a:solidFill>
                            <a:schemeClr val="bg1"/>
                          </a:solidFill>
                        </a:rPr>
                        <a:t>Stretch</a:t>
                      </a:r>
                    </a:p>
                    <a:p>
                      <a:pPr algn="ctr"/>
                      <a:r>
                        <a:rPr lang="en-US" sz="900" b="1">
                          <a:solidFill>
                            <a:schemeClr val="bg1"/>
                          </a:solidFill>
                        </a:rPr>
                        <a:t>case</a:t>
                      </a:r>
                    </a:p>
                  </a:txBody>
                  <a:tcPr marL="72000" marR="72000" marT="36000" marB="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4294795198"/>
                  </a:ext>
                </a:extLst>
              </a:tr>
              <a:tr h="188641">
                <a:tc rowSpan="3">
                  <a:txBody>
                    <a:bodyPr/>
                    <a:lstStyle/>
                    <a:p>
                      <a:r>
                        <a:rPr lang="en-US" sz="900" b="1">
                          <a:solidFill>
                            <a:srgbClr val="00338D"/>
                          </a:solidFill>
                        </a:rPr>
                        <a:t>Profitability – topline</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338D"/>
                      </a:solidFill>
                      <a:prstDash val="solid"/>
                      <a:round/>
                      <a:headEnd type="none" w="med" len="med"/>
                      <a:tailEnd type="none" w="med" len="med"/>
                    </a:lnB>
                    <a:noFill/>
                  </a:tcPr>
                </a:tc>
                <a:tc rowSpan="3">
                  <a:txBody>
                    <a:bodyPr/>
                    <a:lstStyle/>
                    <a:p>
                      <a:endParaRPr lang="en-US" sz="900" b="1">
                        <a:solidFill>
                          <a:srgbClr val="00338D"/>
                        </a:solidFill>
                      </a:endParaRP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r>
                        <a:rPr lang="en-US" sz="900">
                          <a:solidFill>
                            <a:schemeClr val="tx1"/>
                          </a:solidFill>
                        </a:rPr>
                        <a:t>Channel mix optimization</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mn-lt"/>
                          <a:ea typeface="+mn-ea"/>
                          <a:cs typeface="+mn-cs"/>
                        </a:rPr>
                        <a:t>x</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mn-lt"/>
                          <a:ea typeface="+mn-ea"/>
                          <a:cs typeface="+mn-cs"/>
                        </a:rPr>
                        <a:t>x</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575779107"/>
                  </a:ext>
                </a:extLst>
              </a:tr>
              <a:tr h="188641">
                <a:tc vMerge="1">
                  <a:txBody>
                    <a:bodyPr/>
                    <a:lstStyle/>
                    <a:p>
                      <a:endParaRPr lang="en-US" sz="800"/>
                    </a:p>
                  </a:txBody>
                  <a:tcPr/>
                </a:tc>
                <a:tc vMerge="1">
                  <a:txBody>
                    <a:bodyPr/>
                    <a:lstStyle/>
                    <a:p>
                      <a:endParaRPr lang="fi-FI"/>
                    </a:p>
                  </a:txBody>
                  <a:tcPr/>
                </a:tc>
                <a:tc>
                  <a:txBody>
                    <a:bodyPr/>
                    <a:lstStyle/>
                    <a:p>
                      <a:r>
                        <a:rPr lang="en-US" sz="900">
                          <a:solidFill>
                            <a:schemeClr val="tx1"/>
                          </a:solidFill>
                        </a:rPr>
                        <a:t>Product mix optimization</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mn-lt"/>
                          <a:ea typeface="+mn-ea"/>
                          <a:cs typeface="+mn-cs"/>
                        </a:rPr>
                        <a:t>x</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mn-lt"/>
                          <a:ea typeface="+mn-ea"/>
                          <a:cs typeface="+mn-cs"/>
                        </a:rPr>
                        <a:t>x</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3488859424"/>
                  </a:ext>
                </a:extLst>
              </a:tr>
              <a:tr h="188641">
                <a:tc vMerge="1">
                  <a:txBody>
                    <a:bodyPr/>
                    <a:lstStyle/>
                    <a:p>
                      <a:endParaRPr lang="en-US" sz="800"/>
                    </a:p>
                  </a:txBody>
                  <a:tcPr>
                    <a:lnT w="12700" cap="flat" cmpd="sng" algn="ctr">
                      <a:solidFill>
                        <a:srgbClr val="00338D"/>
                      </a:solidFill>
                      <a:prstDash val="solid"/>
                      <a:round/>
                      <a:headEnd type="none" w="med" len="med"/>
                      <a:tailEnd type="none" w="med" len="med"/>
                    </a:lnT>
                  </a:tcPr>
                </a:tc>
                <a:tc vMerge="1">
                  <a:txBody>
                    <a:bodyPr/>
                    <a:lstStyle/>
                    <a:p>
                      <a:endParaRPr lang="fi-FI"/>
                    </a:p>
                  </a:txBody>
                  <a:tcPr/>
                </a:tc>
                <a:tc>
                  <a:txBody>
                    <a:bodyPr/>
                    <a:lstStyle/>
                    <a:p>
                      <a:pPr marL="0" algn="l" defTabSz="914400" rtl="0" eaLnBrk="1" latinLnBrk="0" hangingPunct="1"/>
                      <a:r>
                        <a:rPr lang="en-US" sz="900" kern="1200">
                          <a:solidFill>
                            <a:schemeClr val="tx1"/>
                          </a:solidFill>
                          <a:latin typeface="+mn-lt"/>
                          <a:ea typeface="+mn-ea"/>
                          <a:cs typeface="+mn-cs"/>
                        </a:rPr>
                        <a:t>Sales force effectiveness</a:t>
                      </a:r>
                    </a:p>
                  </a:txBody>
                  <a:tcPr marL="72000" marR="72000" marT="36000" marB="36000">
                    <a:lnR w="1270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mn-lt"/>
                          <a:ea typeface="+mn-ea"/>
                          <a:cs typeface="+mn-cs"/>
                        </a:rPr>
                        <a:t>x</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mn-lt"/>
                          <a:ea typeface="+mn-ea"/>
                          <a:cs typeface="+mn-cs"/>
                        </a:rPr>
                        <a:t>x</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noFill/>
                  </a:tcPr>
                </a:tc>
                <a:extLst>
                  <a:ext uri="{0D108BD9-81ED-4DB2-BD59-A6C34878D82A}">
                    <a16:rowId xmlns:a16="http://schemas.microsoft.com/office/drawing/2014/main" val="285513270"/>
                  </a:ext>
                </a:extLst>
              </a:tr>
              <a:tr h="180470">
                <a:tc rowSpan="3">
                  <a:txBody>
                    <a:bodyPr/>
                    <a:lstStyle/>
                    <a:p>
                      <a:r>
                        <a:rPr lang="en-US" sz="900" b="1">
                          <a:solidFill>
                            <a:srgbClr val="00338D"/>
                          </a:solidFill>
                        </a:rPr>
                        <a:t>Profitability – bottom line</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noFill/>
                  </a:tcPr>
                </a:tc>
                <a:tc rowSpan="3">
                  <a:txBody>
                    <a:bodyPr/>
                    <a:lstStyle/>
                    <a:p>
                      <a:endParaRPr lang="en-US" sz="900" b="1">
                        <a:solidFill>
                          <a:srgbClr val="00338D"/>
                        </a:solidFill>
                      </a:endParaRP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B8F5"/>
                    </a:solidFill>
                  </a:tcPr>
                </a:tc>
                <a:tc>
                  <a:txBody>
                    <a:bodyPr/>
                    <a:lstStyle/>
                    <a:p>
                      <a:pPr marL="0" algn="l" defTabSz="914400" rtl="0" eaLnBrk="1" latinLnBrk="0" hangingPunct="1"/>
                      <a:r>
                        <a:rPr lang="en-US" sz="900" kern="1200">
                          <a:solidFill>
                            <a:schemeClr val="tx1"/>
                          </a:solidFill>
                          <a:latin typeface="+mn-lt"/>
                          <a:ea typeface="+mn-ea"/>
                          <a:cs typeface="+mn-cs"/>
                        </a:rPr>
                        <a:t>Site performance improvement</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338D"/>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mn-lt"/>
                          <a:ea typeface="+mn-ea"/>
                          <a:cs typeface="+mn-cs"/>
                        </a:rPr>
                        <a:t>x</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338D"/>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mn-lt"/>
                          <a:ea typeface="+mn-ea"/>
                          <a:cs typeface="+mn-cs"/>
                        </a:rPr>
                        <a:t>x</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338D"/>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713047435"/>
                  </a:ext>
                </a:extLst>
              </a:tr>
              <a:tr h="180470">
                <a:tc vMerge="1">
                  <a:txBody>
                    <a:bodyPr/>
                    <a:lstStyle/>
                    <a:p>
                      <a:endParaRPr lang="en-US" sz="1000" b="1">
                        <a:solidFill>
                          <a:srgbClr val="00338D"/>
                        </a:solidFill>
                      </a:endParaRP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noFill/>
                  </a:tcPr>
                </a:tc>
                <a:tc vMerge="1">
                  <a:txBody>
                    <a:bodyPr/>
                    <a:lstStyle/>
                    <a:p>
                      <a:endParaRPr lang="fi-FI"/>
                    </a:p>
                  </a:txBody>
                  <a:tcPr/>
                </a:tc>
                <a:tc>
                  <a:txBody>
                    <a:bodyPr/>
                    <a:lstStyle/>
                    <a:p>
                      <a:pPr marL="0" algn="l" defTabSz="914400" rtl="0" eaLnBrk="1" latinLnBrk="0" hangingPunct="1"/>
                      <a:r>
                        <a:rPr lang="en-US" sz="900" kern="1200">
                          <a:solidFill>
                            <a:schemeClr val="tx1"/>
                          </a:solidFill>
                          <a:latin typeface="+mn-lt"/>
                          <a:ea typeface="+mn-ea"/>
                          <a:cs typeface="+mn-cs"/>
                        </a:rPr>
                        <a:t>Supplier cost optimization</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mn-lt"/>
                          <a:ea typeface="+mn-ea"/>
                          <a:cs typeface="+mn-cs"/>
                        </a:rPr>
                        <a:t>x</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mn-lt"/>
                          <a:ea typeface="+mn-ea"/>
                          <a:cs typeface="+mn-cs"/>
                        </a:rPr>
                        <a:t>x</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073392188"/>
                  </a:ext>
                </a:extLst>
              </a:tr>
              <a:tr h="180470">
                <a:tc vMerge="1">
                  <a:txBody>
                    <a:bodyPr/>
                    <a:lstStyle/>
                    <a:p>
                      <a:endParaRPr lang="en-US" sz="1000" b="1">
                        <a:solidFill>
                          <a:srgbClr val="00338D"/>
                        </a:solidFill>
                      </a:endParaRP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noFill/>
                  </a:tcPr>
                </a:tc>
                <a:tc vMerge="1">
                  <a:txBody>
                    <a:bodyPr/>
                    <a:lstStyle/>
                    <a:p>
                      <a:endParaRPr lang="fi-FI"/>
                    </a:p>
                  </a:txBody>
                  <a:tcPr/>
                </a:tc>
                <a:tc>
                  <a:txBody>
                    <a:bodyPr/>
                    <a:lstStyle/>
                    <a:p>
                      <a:pPr marL="0" algn="l" defTabSz="914400" rtl="0" eaLnBrk="1" latinLnBrk="0" hangingPunct="1"/>
                      <a:r>
                        <a:rPr lang="en-US" sz="900" kern="1200">
                          <a:solidFill>
                            <a:schemeClr val="tx1"/>
                          </a:solidFill>
                          <a:latin typeface="+mn-lt"/>
                          <a:ea typeface="+mn-ea"/>
                          <a:cs typeface="+mn-cs"/>
                        </a:rPr>
                        <a:t>G&amp;A cost optimization</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mn-lt"/>
                          <a:ea typeface="+mn-ea"/>
                          <a:cs typeface="+mn-cs"/>
                        </a:rPr>
                        <a:t>x</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mn-lt"/>
                          <a:ea typeface="+mn-ea"/>
                          <a:cs typeface="+mn-cs"/>
                        </a:rPr>
                        <a:t>x</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noFill/>
                  </a:tcPr>
                </a:tc>
                <a:extLst>
                  <a:ext uri="{0D108BD9-81ED-4DB2-BD59-A6C34878D82A}">
                    <a16:rowId xmlns:a16="http://schemas.microsoft.com/office/drawing/2014/main" val="4274854354"/>
                  </a:ext>
                </a:extLst>
              </a:tr>
              <a:tr h="188641">
                <a:tc rowSpan="3">
                  <a:txBody>
                    <a:bodyPr/>
                    <a:lstStyle/>
                    <a:p>
                      <a:pPr marL="0" algn="l" defTabSz="914400" rtl="0" eaLnBrk="1" latinLnBrk="0" hangingPunct="1"/>
                      <a:r>
                        <a:rPr lang="en-US" sz="900" b="1" kern="1200">
                          <a:solidFill>
                            <a:srgbClr val="00338D"/>
                          </a:solidFill>
                          <a:latin typeface="+mn-lt"/>
                          <a:ea typeface="+mn-ea"/>
                          <a:cs typeface="+mn-cs"/>
                        </a:rPr>
                        <a:t>Working capital optimization</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338D"/>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rowSpan="3">
                  <a:txBody>
                    <a:bodyPr/>
                    <a:lstStyle/>
                    <a:p>
                      <a:pPr marL="0" algn="l" defTabSz="914400" rtl="0" eaLnBrk="1" latinLnBrk="0" hangingPunct="1"/>
                      <a:endParaRPr lang="en-US" sz="900" b="1" kern="1200">
                        <a:solidFill>
                          <a:srgbClr val="00338D"/>
                        </a:solidFill>
                        <a:latin typeface="+mn-lt"/>
                        <a:ea typeface="+mn-ea"/>
                        <a:cs typeface="+mn-cs"/>
                      </a:endParaRP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338D"/>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E49E2"/>
                    </a:solidFill>
                  </a:tcPr>
                </a:tc>
                <a:tc>
                  <a:txBody>
                    <a:bodyPr/>
                    <a:lstStyle/>
                    <a:p>
                      <a:pPr marL="0" algn="l" defTabSz="914400" rtl="0" eaLnBrk="1" latinLnBrk="0" hangingPunct="1"/>
                      <a:r>
                        <a:rPr lang="en-US" sz="900" kern="1200">
                          <a:solidFill>
                            <a:schemeClr val="tx1"/>
                          </a:solidFill>
                          <a:latin typeface="+mn-lt"/>
                          <a:ea typeface="+mn-ea"/>
                          <a:cs typeface="+mn-cs"/>
                        </a:rPr>
                        <a:t>Inventory optimization</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338D"/>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mn-lt"/>
                          <a:ea typeface="+mn-ea"/>
                          <a:cs typeface="+mn-cs"/>
                        </a:rPr>
                        <a:t>x</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338D"/>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mn-lt"/>
                          <a:ea typeface="+mn-ea"/>
                          <a:cs typeface="+mn-cs"/>
                        </a:rPr>
                        <a:t>x</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338D"/>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208267085"/>
                  </a:ext>
                </a:extLst>
              </a:tr>
              <a:tr h="188641">
                <a:tc vMerge="1">
                  <a:txBody>
                    <a:bodyPr/>
                    <a:lstStyle/>
                    <a:p>
                      <a:endParaRPr lang="en-US" sz="800" b="1">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A3A1"/>
                    </a:solidFill>
                  </a:tcPr>
                </a:tc>
                <a:tc vMerge="1">
                  <a:txBody>
                    <a:bodyPr/>
                    <a:lstStyle/>
                    <a:p>
                      <a:endParaRPr lang="fi-FI"/>
                    </a:p>
                  </a:txBody>
                  <a:tcPr/>
                </a:tc>
                <a:tc>
                  <a:txBody>
                    <a:bodyPr/>
                    <a:lstStyle/>
                    <a:p>
                      <a:pPr marL="0" algn="l" defTabSz="914400" rtl="0" eaLnBrk="1" latinLnBrk="0" hangingPunct="1"/>
                      <a:r>
                        <a:rPr lang="en-US" sz="900" kern="1200">
                          <a:solidFill>
                            <a:schemeClr val="tx1"/>
                          </a:solidFill>
                          <a:latin typeface="+mn-lt"/>
                          <a:ea typeface="+mn-ea"/>
                          <a:cs typeface="+mn-cs"/>
                        </a:rPr>
                        <a:t>Accounts receivable optimization</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mn-lt"/>
                          <a:ea typeface="+mn-ea"/>
                          <a:cs typeface="+mn-cs"/>
                        </a:rPr>
                        <a:t>x</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mn-lt"/>
                          <a:ea typeface="+mn-ea"/>
                          <a:cs typeface="+mn-cs"/>
                        </a:rPr>
                        <a:t>x</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3886272236"/>
                  </a:ext>
                </a:extLst>
              </a:tr>
              <a:tr h="188641">
                <a:tc vMerge="1">
                  <a:txBody>
                    <a:bodyPr/>
                    <a:lstStyle/>
                    <a:p>
                      <a:pPr marL="0" algn="l" defTabSz="914400" rtl="0" eaLnBrk="1" latinLnBrk="0" hangingPunct="1"/>
                      <a:endParaRPr lang="en-US" sz="1000" b="1" kern="1200">
                        <a:solidFill>
                          <a:srgbClr val="00338D"/>
                        </a:solidFill>
                        <a:latin typeface="+mn-lt"/>
                        <a:ea typeface="+mn-ea"/>
                        <a:cs typeface="+mn-cs"/>
                      </a:endParaRP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vMerge="1">
                  <a:txBody>
                    <a:bodyPr/>
                    <a:lstStyle/>
                    <a:p>
                      <a:pPr marL="0" algn="l" defTabSz="914400" rtl="0" eaLnBrk="1" latinLnBrk="0" hangingPunct="1"/>
                      <a:endParaRPr lang="en-US" sz="1000" b="1" kern="1200">
                        <a:solidFill>
                          <a:srgbClr val="00338D"/>
                        </a:solidFill>
                        <a:latin typeface="+mn-lt"/>
                        <a:ea typeface="+mn-ea"/>
                        <a:cs typeface="+mn-cs"/>
                      </a:endParaRP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mn-cs"/>
                        </a:rPr>
                        <a:t>Accounts payable optimization</a:t>
                      </a:r>
                    </a:p>
                  </a:txBody>
                  <a:tcPr marL="72000" marR="72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mn-lt"/>
                          <a:ea typeface="+mn-ea"/>
                          <a:cs typeface="+mn-cs"/>
                        </a:rPr>
                        <a:t>x</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ysClr val="windowText" lastClr="000000"/>
                          </a:solidFill>
                          <a:effectLst/>
                          <a:uLnTx/>
                          <a:uFillTx/>
                          <a:latin typeface="+mn-lt"/>
                          <a:ea typeface="+mn-ea"/>
                          <a:cs typeface="+mn-cs"/>
                        </a:rPr>
                        <a:t>x</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94593004"/>
                  </a:ext>
                </a:extLst>
              </a:tr>
              <a:tr h="232111">
                <a:tc gridSpan="3">
                  <a:txBody>
                    <a:bodyPr/>
                    <a:lstStyle/>
                    <a:p>
                      <a:r>
                        <a:rPr lang="en-US" sz="900" b="1">
                          <a:solidFill>
                            <a:schemeClr val="bg1"/>
                          </a:solidFill>
                        </a:rPr>
                        <a:t>Total EBITDA and cash upside</a:t>
                      </a: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hMerge="1">
                  <a:txBody>
                    <a:bodyPr/>
                    <a:lstStyle/>
                    <a:p>
                      <a:endParaRPr lang="fi-FI"/>
                    </a:p>
                  </a:txBody>
                  <a:tcPr/>
                </a:tc>
                <a:tc hMerge="1">
                  <a:txBody>
                    <a:bodyPr/>
                    <a:lstStyle/>
                    <a:p>
                      <a:endParaRPr lang="en-US" sz="800">
                        <a:solidFill>
                          <a:srgbClr val="00A3A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A3A1"/>
                      </a:solidFill>
                      <a:prstDash val="solid"/>
                      <a:round/>
                      <a:headEnd type="none" w="med" len="med"/>
                      <a:tailEnd type="none" w="med" len="med"/>
                    </a:lnT>
                    <a:lnB w="12700" cap="flat" cmpd="sng" algn="ctr">
                      <a:solidFill>
                        <a:srgbClr val="00A3A1"/>
                      </a:solidFill>
                      <a:prstDash val="solid"/>
                      <a:round/>
                      <a:headEnd type="none" w="med" len="med"/>
                      <a:tailEnd type="none" w="med" len="med"/>
                    </a:lnB>
                    <a:solidFill>
                      <a:srgbClr val="001947"/>
                    </a:solidFill>
                  </a:tcPr>
                </a:tc>
                <a:tc>
                  <a:txBody>
                    <a:bodyPr/>
                    <a:lstStyle/>
                    <a:p>
                      <a:pPr algn="ctr"/>
                      <a:r>
                        <a:rPr lang="en-US" sz="900" b="1">
                          <a:solidFill>
                            <a:schemeClr val="bg1"/>
                          </a:solidFill>
                        </a:rPr>
                        <a:t>$</a:t>
                      </a:r>
                      <a:r>
                        <a:rPr lang="en-US" sz="900" b="1" err="1">
                          <a:solidFill>
                            <a:schemeClr val="bg1"/>
                          </a:solidFill>
                        </a:rPr>
                        <a:t>xxm</a:t>
                      </a:r>
                      <a:endParaRPr lang="en-US" sz="900" b="1">
                        <a:solidFill>
                          <a:schemeClr val="bg1"/>
                        </a:solidFill>
                      </a:endParaRP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gn="ctr"/>
                      <a:r>
                        <a:rPr lang="en-US" sz="900" b="1" dirty="0">
                          <a:solidFill>
                            <a:schemeClr val="bg1"/>
                          </a:solidFill>
                        </a:rPr>
                        <a:t>$</a:t>
                      </a:r>
                      <a:r>
                        <a:rPr lang="en-US" sz="900" b="1" dirty="0" err="1">
                          <a:solidFill>
                            <a:schemeClr val="bg1"/>
                          </a:solidFill>
                        </a:rPr>
                        <a:t>xxm</a:t>
                      </a:r>
                      <a:endParaRPr lang="en-US" sz="900" b="1" dirty="0">
                        <a:solidFill>
                          <a:schemeClr val="bg1"/>
                        </a:solidFill>
                      </a:endParaRPr>
                    </a:p>
                  </a:txBody>
                  <a:tcPr marL="72000" marR="72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62037618"/>
                  </a:ext>
                </a:extLst>
              </a:tr>
            </a:tbl>
          </a:graphicData>
        </a:graphic>
      </p:graphicFrame>
      <p:sp>
        <p:nvSpPr>
          <p:cNvPr id="57" name="Text Placeholder 25">
            <a:extLst>
              <a:ext uri="{FF2B5EF4-FFF2-40B4-BE49-F238E27FC236}">
                <a16:creationId xmlns:a16="http://schemas.microsoft.com/office/drawing/2014/main" id="{62ABD474-8FE9-98FB-82E2-3DA50872A0F6}"/>
              </a:ext>
            </a:extLst>
          </p:cNvPr>
          <p:cNvSpPr txBox="1">
            <a:spLocks/>
          </p:cNvSpPr>
          <p:nvPr/>
        </p:nvSpPr>
        <p:spPr>
          <a:xfrm>
            <a:off x="1003312" y="1179513"/>
            <a:ext cx="5036400" cy="252000"/>
          </a:xfrm>
          <a:prstGeom prst="rect">
            <a:avLst/>
          </a:prstGeom>
          <a:solidFill>
            <a:schemeClr val="tx2"/>
          </a:solidFill>
        </p:spPr>
        <p:txBody>
          <a:bodyPr lIns="72000" tIns="0" rIns="72000" bIns="0" anchor="ctr" anchorCtr="0"/>
          <a:lstStyle>
            <a:lvl1pPr marL="0" indent="0" algn="l" defTabSz="914377"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9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Illustrative prioritization matrix</a:t>
            </a:r>
          </a:p>
        </p:txBody>
      </p:sp>
      <p:sp>
        <p:nvSpPr>
          <p:cNvPr id="19" name="Title 18">
            <a:extLst>
              <a:ext uri="{FF2B5EF4-FFF2-40B4-BE49-F238E27FC236}">
                <a16:creationId xmlns:a16="http://schemas.microsoft.com/office/drawing/2014/main" id="{D033C45F-10CC-4600-836C-AC876D2847A5}"/>
              </a:ext>
            </a:extLst>
          </p:cNvPr>
          <p:cNvSpPr>
            <a:spLocks noGrp="1"/>
          </p:cNvSpPr>
          <p:nvPr>
            <p:ph type="title"/>
          </p:nvPr>
        </p:nvSpPr>
        <p:spPr/>
        <p:txBody>
          <a:bodyPr vert="horz"/>
          <a:lstStyle/>
          <a:p>
            <a:r>
              <a:rPr lang="en-US"/>
              <a:t>Summary of upside potential</a:t>
            </a:r>
          </a:p>
        </p:txBody>
      </p:sp>
      <p:graphicFrame>
        <p:nvGraphicFramePr>
          <p:cNvPr id="31" name="Chart 30">
            <a:extLst>
              <a:ext uri="{FF2B5EF4-FFF2-40B4-BE49-F238E27FC236}">
                <a16:creationId xmlns:a16="http://schemas.microsoft.com/office/drawing/2014/main" id="{98CF1E21-E4C1-D834-FDCC-6E8FB032CF35}"/>
              </a:ext>
            </a:extLst>
          </p:cNvPr>
          <p:cNvGraphicFramePr/>
          <p:nvPr>
            <p:custDataLst>
              <p:tags r:id="rId2"/>
            </p:custDataLst>
            <p:extLst>
              <p:ext uri="{D42A27DB-BD31-4B8C-83A1-F6EECF244321}">
                <p14:modId xmlns:p14="http://schemas.microsoft.com/office/powerpoint/2010/main" val="3149178495"/>
              </p:ext>
            </p:extLst>
          </p:nvPr>
        </p:nvGraphicFramePr>
        <p:xfrm>
          <a:off x="1296988" y="1408113"/>
          <a:ext cx="4821237" cy="3924300"/>
        </p:xfrm>
        <a:graphic>
          <a:graphicData uri="http://schemas.openxmlformats.org/drawingml/2006/chart">
            <c:chart xmlns:c="http://schemas.openxmlformats.org/drawingml/2006/chart" xmlns:r="http://schemas.openxmlformats.org/officeDocument/2006/relationships" r:id="rId28"/>
          </a:graphicData>
        </a:graphic>
      </p:graphicFrame>
      <p:cxnSp>
        <p:nvCxnSpPr>
          <p:cNvPr id="70" name="Straight Connector 69">
            <a:extLst>
              <a:ext uri="{FF2B5EF4-FFF2-40B4-BE49-F238E27FC236}">
                <a16:creationId xmlns:a16="http://schemas.microsoft.com/office/drawing/2014/main" id="{538D4A31-5B08-4216-B499-2FA74565F61B}"/>
              </a:ext>
            </a:extLst>
          </p:cNvPr>
          <p:cNvCxnSpPr/>
          <p:nvPr>
            <p:custDataLst>
              <p:tags r:id="rId3"/>
            </p:custDataLst>
          </p:nvPr>
        </p:nvCxnSpPr>
        <p:spPr bwMode="gray">
          <a:xfrm>
            <a:off x="4483100" y="1490663"/>
            <a:ext cx="0" cy="3743325"/>
          </a:xfrm>
          <a:prstGeom prst="line">
            <a:avLst/>
          </a:prstGeom>
          <a:ln w="9525" cap="flat" cmpd="sng" algn="ctr">
            <a:solidFill>
              <a:srgbClr val="C0C0C0"/>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8F30CE3C-3A8F-47B3-A904-06DC0655A4CD}"/>
              </a:ext>
            </a:extLst>
          </p:cNvPr>
          <p:cNvCxnSpPr/>
          <p:nvPr>
            <p:custDataLst>
              <p:tags r:id="rId4"/>
            </p:custDataLst>
          </p:nvPr>
        </p:nvCxnSpPr>
        <p:spPr bwMode="gray">
          <a:xfrm>
            <a:off x="1379538" y="2738438"/>
            <a:ext cx="4656138" cy="0"/>
          </a:xfrm>
          <a:prstGeom prst="line">
            <a:avLst/>
          </a:prstGeom>
          <a:ln w="9525" cap="flat" cmpd="sng" algn="ctr">
            <a:solidFill>
              <a:srgbClr val="C0C0C0"/>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1" name="Straight Connector 70">
            <a:extLst>
              <a:ext uri="{FF2B5EF4-FFF2-40B4-BE49-F238E27FC236}">
                <a16:creationId xmlns:a16="http://schemas.microsoft.com/office/drawing/2014/main" id="{19051E14-9207-4F45-967E-A50F40A2F873}"/>
              </a:ext>
            </a:extLst>
          </p:cNvPr>
          <p:cNvCxnSpPr/>
          <p:nvPr>
            <p:custDataLst>
              <p:tags r:id="rId5"/>
            </p:custDataLst>
          </p:nvPr>
        </p:nvCxnSpPr>
        <p:spPr bwMode="gray">
          <a:xfrm>
            <a:off x="1379538" y="3986213"/>
            <a:ext cx="4656138" cy="0"/>
          </a:xfrm>
          <a:prstGeom prst="line">
            <a:avLst/>
          </a:prstGeom>
          <a:ln w="9525" cap="flat" cmpd="sng" algn="ctr">
            <a:solidFill>
              <a:srgbClr val="C0C0C0"/>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8" name="Straight Connector 67">
            <a:extLst>
              <a:ext uri="{FF2B5EF4-FFF2-40B4-BE49-F238E27FC236}">
                <a16:creationId xmlns:a16="http://schemas.microsoft.com/office/drawing/2014/main" id="{318BA259-7738-4704-A2A5-9BCBEA0F8A26}"/>
              </a:ext>
            </a:extLst>
          </p:cNvPr>
          <p:cNvCxnSpPr/>
          <p:nvPr>
            <p:custDataLst>
              <p:tags r:id="rId6"/>
            </p:custDataLst>
          </p:nvPr>
        </p:nvCxnSpPr>
        <p:spPr bwMode="gray">
          <a:xfrm>
            <a:off x="2932113" y="1490663"/>
            <a:ext cx="0" cy="3743325"/>
          </a:xfrm>
          <a:prstGeom prst="line">
            <a:avLst/>
          </a:prstGeom>
          <a:ln w="9525" cap="flat" cmpd="sng" algn="ctr">
            <a:solidFill>
              <a:srgbClr val="C0C0C0"/>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0" name="Straight Connector 139">
            <a:extLst>
              <a:ext uri="{FF2B5EF4-FFF2-40B4-BE49-F238E27FC236}">
                <a16:creationId xmlns:a16="http://schemas.microsoft.com/office/drawing/2014/main" id="{6BAA74DC-9F01-B562-21D5-75E79094EAFF}"/>
              </a:ext>
            </a:extLst>
          </p:cNvPr>
          <p:cNvCxnSpPr>
            <a:cxnSpLocks/>
          </p:cNvCxnSpPr>
          <p:nvPr>
            <p:custDataLst>
              <p:tags r:id="rId7"/>
            </p:custDataLst>
          </p:nvPr>
        </p:nvCxnSpPr>
        <p:spPr bwMode="auto">
          <a:xfrm>
            <a:off x="2289175" y="2459038"/>
            <a:ext cx="212725" cy="92075"/>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1" name="Straight Connector 260">
            <a:extLst>
              <a:ext uri="{FF2B5EF4-FFF2-40B4-BE49-F238E27FC236}">
                <a16:creationId xmlns:a16="http://schemas.microsoft.com/office/drawing/2014/main" id="{71C1DB8A-986D-51F7-70D0-424BB7980D7E}"/>
              </a:ext>
            </a:extLst>
          </p:cNvPr>
          <p:cNvCxnSpPr>
            <a:cxnSpLocks/>
          </p:cNvCxnSpPr>
          <p:nvPr>
            <p:custDataLst>
              <p:tags r:id="rId8"/>
            </p:custDataLst>
          </p:nvPr>
        </p:nvCxnSpPr>
        <p:spPr bwMode="auto">
          <a:xfrm flipH="1">
            <a:off x="4862513" y="2430463"/>
            <a:ext cx="177800" cy="98425"/>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8" name="Straight Connector 187">
            <a:extLst>
              <a:ext uri="{FF2B5EF4-FFF2-40B4-BE49-F238E27FC236}">
                <a16:creationId xmlns:a16="http://schemas.microsoft.com/office/drawing/2014/main" id="{DC63E188-2F80-2099-202C-47B2696A0FE3}"/>
              </a:ext>
            </a:extLst>
          </p:cNvPr>
          <p:cNvCxnSpPr>
            <a:cxnSpLocks/>
          </p:cNvCxnSpPr>
          <p:nvPr>
            <p:custDataLst>
              <p:tags r:id="rId9"/>
            </p:custDataLst>
          </p:nvPr>
        </p:nvCxnSpPr>
        <p:spPr bwMode="auto">
          <a:xfrm flipV="1">
            <a:off x="2387600" y="3689350"/>
            <a:ext cx="157163" cy="11113"/>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6" name="Straight Connector 225">
            <a:extLst>
              <a:ext uri="{FF2B5EF4-FFF2-40B4-BE49-F238E27FC236}">
                <a16:creationId xmlns:a16="http://schemas.microsoft.com/office/drawing/2014/main" id="{8781D419-66F1-A7F6-905D-ED13A8885CB0}"/>
              </a:ext>
            </a:extLst>
          </p:cNvPr>
          <p:cNvCxnSpPr>
            <a:cxnSpLocks/>
          </p:cNvCxnSpPr>
          <p:nvPr>
            <p:custDataLst>
              <p:tags r:id="rId10"/>
            </p:custDataLst>
          </p:nvPr>
        </p:nvCxnSpPr>
        <p:spPr bwMode="auto">
          <a:xfrm flipV="1">
            <a:off x="3683000" y="3757613"/>
            <a:ext cx="4763" cy="92075"/>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4" name="Straight Connector 213">
            <a:extLst>
              <a:ext uri="{FF2B5EF4-FFF2-40B4-BE49-F238E27FC236}">
                <a16:creationId xmlns:a16="http://schemas.microsoft.com/office/drawing/2014/main" id="{9C8DE266-8552-950F-2DF8-B973438F9D3B}"/>
              </a:ext>
            </a:extLst>
          </p:cNvPr>
          <p:cNvCxnSpPr>
            <a:cxnSpLocks/>
          </p:cNvCxnSpPr>
          <p:nvPr>
            <p:custDataLst>
              <p:tags r:id="rId11"/>
            </p:custDataLst>
          </p:nvPr>
        </p:nvCxnSpPr>
        <p:spPr bwMode="auto">
          <a:xfrm flipV="1">
            <a:off x="2476500" y="4141788"/>
            <a:ext cx="166688" cy="90488"/>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6" name="Straight Connector 205">
            <a:extLst>
              <a:ext uri="{FF2B5EF4-FFF2-40B4-BE49-F238E27FC236}">
                <a16:creationId xmlns:a16="http://schemas.microsoft.com/office/drawing/2014/main" id="{83444E51-F22E-8E70-0037-F2F1D1F70CE9}"/>
              </a:ext>
            </a:extLst>
          </p:cNvPr>
          <p:cNvCxnSpPr>
            <a:cxnSpLocks/>
          </p:cNvCxnSpPr>
          <p:nvPr>
            <p:custDataLst>
              <p:tags r:id="rId12"/>
            </p:custDataLst>
          </p:nvPr>
        </p:nvCxnSpPr>
        <p:spPr bwMode="auto">
          <a:xfrm>
            <a:off x="3765550" y="2663825"/>
            <a:ext cx="133350" cy="157163"/>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7" name="Straight Connector 216">
            <a:extLst>
              <a:ext uri="{FF2B5EF4-FFF2-40B4-BE49-F238E27FC236}">
                <a16:creationId xmlns:a16="http://schemas.microsoft.com/office/drawing/2014/main" id="{95EC823E-E560-DE06-0557-E3079E4BB2F6}"/>
              </a:ext>
            </a:extLst>
          </p:cNvPr>
          <p:cNvCxnSpPr>
            <a:cxnSpLocks/>
          </p:cNvCxnSpPr>
          <p:nvPr>
            <p:custDataLst>
              <p:tags r:id="rId13"/>
            </p:custDataLst>
          </p:nvPr>
        </p:nvCxnSpPr>
        <p:spPr bwMode="auto">
          <a:xfrm>
            <a:off x="2470150" y="3305175"/>
            <a:ext cx="134938" cy="15875"/>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0" name="Straight Connector 159">
            <a:extLst>
              <a:ext uri="{FF2B5EF4-FFF2-40B4-BE49-F238E27FC236}">
                <a16:creationId xmlns:a16="http://schemas.microsoft.com/office/drawing/2014/main" id="{A98E53AD-82D7-B486-61CC-2A9CAF543F99}"/>
              </a:ext>
            </a:extLst>
          </p:cNvPr>
          <p:cNvCxnSpPr>
            <a:cxnSpLocks/>
          </p:cNvCxnSpPr>
          <p:nvPr>
            <p:custDataLst>
              <p:tags r:id="rId14"/>
            </p:custDataLst>
          </p:nvPr>
        </p:nvCxnSpPr>
        <p:spPr bwMode="auto">
          <a:xfrm flipH="1" flipV="1">
            <a:off x="3862388" y="3560763"/>
            <a:ext cx="373063" cy="484188"/>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9" name="Text Placeholder 2">
            <a:extLst>
              <a:ext uri="{FF2B5EF4-FFF2-40B4-BE49-F238E27FC236}">
                <a16:creationId xmlns:a16="http://schemas.microsoft.com/office/drawing/2014/main" id="{0F28BC01-882A-4FAF-8ABE-87AA59FA9660}"/>
              </a:ext>
            </a:extLst>
          </p:cNvPr>
          <p:cNvSpPr>
            <a:spLocks noGrp="1"/>
          </p:cNvSpPr>
          <p:nvPr>
            <p:custDataLst>
              <p:tags r:id="rId15"/>
            </p:custDataLst>
          </p:nvPr>
        </p:nvSpPr>
        <p:spPr bwMode="gray">
          <a:xfrm>
            <a:off x="1798638" y="2322513"/>
            <a:ext cx="666750" cy="136525"/>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none" lIns="15875" tIns="0" rIns="15875" bIns="0" numCol="1" spcCol="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spcBef>
                <a:spcPct val="0"/>
              </a:spcBef>
              <a:spcAft>
                <a:spcPct val="0"/>
              </a:spcAft>
            </a:pPr>
            <a:fld id="{258F4497-3E4E-4A34-A443-5D16CB11CC84}" type="datetime'''''''C''ha''''''''''''nn''e''l'''''''''''' mi''''x'''''''">
              <a:rPr lang="en-US" altLang="en-US" smtClean="0">
                <a:solidFill>
                  <a:schemeClr val="tx1"/>
                </a:solidFill>
              </a:rPr>
              <a:pPr lvl="1">
                <a:spcBef>
                  <a:spcPct val="0"/>
                </a:spcBef>
                <a:spcAft>
                  <a:spcPct val="0"/>
                </a:spcAft>
              </a:pPr>
              <a:t>Channel mix</a:t>
            </a:fld>
            <a:endParaRPr lang="en-US">
              <a:solidFill>
                <a:schemeClr val="tx1"/>
              </a:solidFill>
            </a:endParaRPr>
          </a:p>
        </p:txBody>
      </p:sp>
      <p:sp>
        <p:nvSpPr>
          <p:cNvPr id="81" name="Text Placeholder 2">
            <a:extLst>
              <a:ext uri="{FF2B5EF4-FFF2-40B4-BE49-F238E27FC236}">
                <a16:creationId xmlns:a16="http://schemas.microsoft.com/office/drawing/2014/main" id="{664E680A-38E8-42F4-BCCF-9DC159DD629B}"/>
              </a:ext>
            </a:extLst>
          </p:cNvPr>
          <p:cNvSpPr>
            <a:spLocks noGrp="1"/>
          </p:cNvSpPr>
          <p:nvPr>
            <p:custDataLst>
              <p:tags r:id="rId16"/>
            </p:custDataLst>
          </p:nvPr>
        </p:nvSpPr>
        <p:spPr bwMode="gray">
          <a:xfrm>
            <a:off x="4846638" y="2293938"/>
            <a:ext cx="635000" cy="136525"/>
          </a:xfrm>
          <a:prstGeom prst="rect">
            <a:avLst/>
          </a:prstGeom>
          <a:noFill/>
          <a:ln>
            <a:noFill/>
          </a:ln>
          <a:effectLst/>
          <a:extLst>
            <a:ext uri="{909E8E84-426E-40DD-AFC4-6F175D3DCCD1}">
              <a14:hiddenFill xmlns:a14="http://schemas.microsoft.com/office/drawing/2010/main">
                <a:solidFill>
                  <a:srgbClr val="00338D"/>
                </a:solidFill>
              </a14:hiddenFill>
            </a:ext>
          </a:extLst>
        </p:spPr>
        <p:txBody>
          <a:bodyPr vert="horz" wrap="none" lIns="15875" tIns="0" rIns="15875" bIns="0" numCol="1" spcCol="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spcBef>
                <a:spcPct val="0"/>
              </a:spcBef>
              <a:spcAft>
                <a:spcPct val="0"/>
              </a:spcAft>
            </a:pPr>
            <a:fld id="{BAC0FE4E-49A0-4E44-80FB-5C76CA80432E}" type="datetime'''''''''''''P''''''ro''''''''''''''d''''''uct ''''''''m''i''x'">
              <a:rPr lang="en-US" altLang="en-US" smtClean="0">
                <a:solidFill>
                  <a:srgbClr val="000000"/>
                </a:solidFill>
              </a:rPr>
              <a:pPr lvl="1">
                <a:spcBef>
                  <a:spcPct val="0"/>
                </a:spcBef>
                <a:spcAft>
                  <a:spcPct val="0"/>
                </a:spcAft>
              </a:pPr>
              <a:t>Product mix</a:t>
            </a:fld>
            <a:endParaRPr lang="en-US">
              <a:solidFill>
                <a:srgbClr val="000000"/>
              </a:solidFill>
            </a:endParaRPr>
          </a:p>
        </p:txBody>
      </p:sp>
      <p:sp>
        <p:nvSpPr>
          <p:cNvPr id="80" name="Text Placeholder 2">
            <a:extLst>
              <a:ext uri="{FF2B5EF4-FFF2-40B4-BE49-F238E27FC236}">
                <a16:creationId xmlns:a16="http://schemas.microsoft.com/office/drawing/2014/main" id="{6A251FD8-9719-49BB-9626-05DA417A3543}"/>
              </a:ext>
            </a:extLst>
          </p:cNvPr>
          <p:cNvSpPr>
            <a:spLocks noGrp="1"/>
          </p:cNvSpPr>
          <p:nvPr>
            <p:custDataLst>
              <p:tags r:id="rId17"/>
            </p:custDataLst>
          </p:nvPr>
        </p:nvSpPr>
        <p:spPr bwMode="gray">
          <a:xfrm>
            <a:off x="1689100" y="3587750"/>
            <a:ext cx="698500" cy="273050"/>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15875" tIns="0" rIns="15875" bIns="0" numCol="1" spcCol="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spcBef>
                <a:spcPct val="0"/>
              </a:spcBef>
              <a:spcAft>
                <a:spcPct val="0"/>
              </a:spcAft>
            </a:pPr>
            <a:fld id="{1F47AB1F-2FE0-434F-8D78-9103E76B4C42}" type="datetime'S''''al''es'' ''f''orc''e''&#10;''eff''''e''c''''t''i''vene''''ss'">
              <a:rPr lang="en-US" altLang="en-US" smtClean="0">
                <a:solidFill>
                  <a:srgbClr val="000000"/>
                </a:solidFill>
              </a:rPr>
              <a:pPr lvl="1">
                <a:spcBef>
                  <a:spcPct val="0"/>
                </a:spcBef>
                <a:spcAft>
                  <a:spcPct val="0"/>
                </a:spcAft>
              </a:pPr>
              <a:t>Sales force
effectiveness</a:t>
            </a:fld>
            <a:endParaRPr lang="en-US" baseline="30000">
              <a:solidFill>
                <a:srgbClr val="000000"/>
              </a:solidFill>
            </a:endParaRPr>
          </a:p>
        </p:txBody>
      </p:sp>
      <p:sp>
        <p:nvSpPr>
          <p:cNvPr id="82" name="Text Placeholder 2">
            <a:extLst>
              <a:ext uri="{FF2B5EF4-FFF2-40B4-BE49-F238E27FC236}">
                <a16:creationId xmlns:a16="http://schemas.microsoft.com/office/drawing/2014/main" id="{B9622A6E-4BD5-446A-8BD5-FDB9E1B58F77}"/>
              </a:ext>
            </a:extLst>
          </p:cNvPr>
          <p:cNvSpPr>
            <a:spLocks noGrp="1"/>
          </p:cNvSpPr>
          <p:nvPr>
            <p:custDataLst>
              <p:tags r:id="rId18"/>
            </p:custDataLst>
          </p:nvPr>
        </p:nvSpPr>
        <p:spPr bwMode="gray">
          <a:xfrm>
            <a:off x="3325813" y="3849688"/>
            <a:ext cx="692150" cy="409575"/>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15875" tIns="0" rIns="15875" bIns="0" numCol="1" spcCol="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spcBef>
                <a:spcPct val="0"/>
              </a:spcBef>
              <a:spcAft>
                <a:spcPct val="0"/>
              </a:spcAft>
            </a:pPr>
            <a:fld id="{D1083CC6-6C8E-46A6-A9B8-5A77BAEEC1B8}" type="datetime'''Si''te&#10;p''''erforman''''''ce''&#10;''impr''''''''''ov''eme''nt'">
              <a:rPr lang="en-US" altLang="en-US" smtClean="0">
                <a:solidFill>
                  <a:srgbClr val="000000"/>
                </a:solidFill>
              </a:rPr>
              <a:pPr lvl="1">
                <a:spcBef>
                  <a:spcPct val="0"/>
                </a:spcBef>
                <a:spcAft>
                  <a:spcPct val="0"/>
                </a:spcAft>
              </a:pPr>
              <a:t>Site
performance
improvement</a:t>
            </a:fld>
            <a:endParaRPr lang="en-US">
              <a:solidFill>
                <a:srgbClr val="000000"/>
              </a:solidFill>
            </a:endParaRPr>
          </a:p>
        </p:txBody>
      </p:sp>
      <p:sp>
        <p:nvSpPr>
          <p:cNvPr id="84" name="Text Placeholder 2">
            <a:extLst>
              <a:ext uri="{FF2B5EF4-FFF2-40B4-BE49-F238E27FC236}">
                <a16:creationId xmlns:a16="http://schemas.microsoft.com/office/drawing/2014/main" id="{98D7901F-24E3-4AB7-A0A7-EF690B175892}"/>
              </a:ext>
            </a:extLst>
          </p:cNvPr>
          <p:cNvSpPr>
            <a:spLocks noGrp="1"/>
          </p:cNvSpPr>
          <p:nvPr>
            <p:custDataLst>
              <p:tags r:id="rId19"/>
            </p:custDataLst>
          </p:nvPr>
        </p:nvSpPr>
        <p:spPr bwMode="gray">
          <a:xfrm>
            <a:off x="1876425" y="4232275"/>
            <a:ext cx="692150" cy="273050"/>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15875" tIns="0" rIns="15875" bIns="0" numCol="1" spcCol="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spcBef>
                <a:spcPct val="0"/>
              </a:spcBef>
              <a:spcAft>
                <a:spcPct val="0"/>
              </a:spcAft>
            </a:pPr>
            <a:fld id="{0F2F00AE-A270-41F1-B948-81BFE1AC3F14}" type="datetime'S''u''p''''''pl''''''ier cost&#10;''''opt''''i''''miz''''ation'">
              <a:rPr lang="en-US" altLang="en-US" smtClean="0">
                <a:solidFill>
                  <a:srgbClr val="000000"/>
                </a:solidFill>
              </a:rPr>
              <a:pPr lvl="1">
                <a:spcBef>
                  <a:spcPct val="0"/>
                </a:spcBef>
                <a:spcAft>
                  <a:spcPct val="0"/>
                </a:spcAft>
              </a:pPr>
              <a:t>Supplier cost
optimization</a:t>
            </a:fld>
            <a:endParaRPr lang="en-US">
              <a:solidFill>
                <a:srgbClr val="000000"/>
              </a:solidFill>
            </a:endParaRPr>
          </a:p>
        </p:txBody>
      </p:sp>
      <p:sp>
        <p:nvSpPr>
          <p:cNvPr id="85" name="Text Placeholder 2">
            <a:extLst>
              <a:ext uri="{FF2B5EF4-FFF2-40B4-BE49-F238E27FC236}">
                <a16:creationId xmlns:a16="http://schemas.microsoft.com/office/drawing/2014/main" id="{33D5A19F-470C-455D-A75F-FA810D18F084}"/>
              </a:ext>
            </a:extLst>
          </p:cNvPr>
          <p:cNvSpPr>
            <a:spLocks noGrp="1"/>
          </p:cNvSpPr>
          <p:nvPr>
            <p:custDataLst>
              <p:tags r:id="rId20"/>
            </p:custDataLst>
          </p:nvPr>
        </p:nvSpPr>
        <p:spPr bwMode="gray">
          <a:xfrm>
            <a:off x="3421063" y="2527300"/>
            <a:ext cx="571500" cy="136525"/>
          </a:xfrm>
          <a:prstGeom prst="rect">
            <a:avLst/>
          </a:prstGeom>
          <a:noFill/>
          <a:ln>
            <a:noFill/>
          </a:ln>
          <a:effectLst/>
          <a:extLst>
            <a:ext uri="{909E8E84-426E-40DD-AFC4-6F175D3DCCD1}">
              <a14:hiddenFill xmlns:a14="http://schemas.microsoft.com/office/drawing/2010/main">
                <a:solidFill>
                  <a:srgbClr val="00B8F5"/>
                </a:solidFill>
              </a14:hiddenFill>
            </a:ext>
          </a:extLst>
        </p:spPr>
        <p:txBody>
          <a:bodyPr vert="horz" wrap="none" lIns="15875" tIns="0" rIns="15875" bIns="0" numCol="1" spcCol="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spcBef>
                <a:spcPct val="0"/>
              </a:spcBef>
              <a:spcAft>
                <a:spcPct val="0"/>
              </a:spcAft>
            </a:pPr>
            <a:fld id="{EB0FC78A-4B7F-4E33-A371-1177A1BCE9FC}" type="datetime'G''''&amp;A'''''''''''''' ''''c''''o''s''''t''''''''s'''''''''">
              <a:rPr lang="en-US" altLang="en-US" smtClean="0">
                <a:solidFill>
                  <a:srgbClr val="000000"/>
                </a:solidFill>
                <a:effectLst/>
              </a:rPr>
              <a:pPr lvl="1">
                <a:spcBef>
                  <a:spcPct val="0"/>
                </a:spcBef>
                <a:spcAft>
                  <a:spcPct val="0"/>
                </a:spcAft>
              </a:pPr>
              <a:t>G&amp;A costs</a:t>
            </a:fld>
            <a:endParaRPr lang="en-US">
              <a:solidFill>
                <a:srgbClr val="000000"/>
              </a:solidFill>
            </a:endParaRPr>
          </a:p>
        </p:txBody>
      </p:sp>
      <p:sp>
        <p:nvSpPr>
          <p:cNvPr id="83" name="Text Placeholder 2">
            <a:extLst>
              <a:ext uri="{FF2B5EF4-FFF2-40B4-BE49-F238E27FC236}">
                <a16:creationId xmlns:a16="http://schemas.microsoft.com/office/drawing/2014/main" id="{DAB8DD68-786A-4BA8-B960-6DF060DF3B29}"/>
              </a:ext>
            </a:extLst>
          </p:cNvPr>
          <p:cNvSpPr>
            <a:spLocks noGrp="1"/>
          </p:cNvSpPr>
          <p:nvPr>
            <p:custDataLst>
              <p:tags r:id="rId21"/>
            </p:custDataLst>
          </p:nvPr>
        </p:nvSpPr>
        <p:spPr bwMode="gray">
          <a:xfrm>
            <a:off x="4894263" y="3449638"/>
            <a:ext cx="501650" cy="136525"/>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15875" tIns="0" rIns="15875" bIns="0" numCol="1" spcCol="0" rtlCol="0" anchor="ctr"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spcBef>
                <a:spcPct val="0"/>
              </a:spcBef>
              <a:spcAft>
                <a:spcPct val="0"/>
              </a:spcAft>
            </a:pPr>
            <a:fld id="{AC04B425-FD3C-4847-B1E8-993C63E17CEB}" type="datetime'''''''''''''''''In''''v''''''ent''''o''''''''''''''''''''ry'''">
              <a:rPr lang="en-US" altLang="en-US" smtClean="0">
                <a:solidFill>
                  <a:srgbClr val="000000"/>
                </a:solidFill>
              </a:rPr>
              <a:pPr lvl="1">
                <a:spcBef>
                  <a:spcPct val="0"/>
                </a:spcBef>
                <a:spcAft>
                  <a:spcPct val="0"/>
                </a:spcAft>
              </a:pPr>
              <a:t>Inventory</a:t>
            </a:fld>
            <a:endParaRPr lang="en-US">
              <a:solidFill>
                <a:srgbClr val="000000"/>
              </a:solidFill>
            </a:endParaRPr>
          </a:p>
        </p:txBody>
      </p:sp>
      <p:sp>
        <p:nvSpPr>
          <p:cNvPr id="86" name="Text Placeholder 2">
            <a:extLst>
              <a:ext uri="{FF2B5EF4-FFF2-40B4-BE49-F238E27FC236}">
                <a16:creationId xmlns:a16="http://schemas.microsoft.com/office/drawing/2014/main" id="{2DCBA9B2-03F4-4246-96A4-FE4A8177EB4E}"/>
              </a:ext>
            </a:extLst>
          </p:cNvPr>
          <p:cNvSpPr>
            <a:spLocks noGrp="1"/>
          </p:cNvSpPr>
          <p:nvPr>
            <p:custDataLst>
              <p:tags r:id="rId22"/>
            </p:custDataLst>
          </p:nvPr>
        </p:nvSpPr>
        <p:spPr bwMode="gray">
          <a:xfrm>
            <a:off x="1917700" y="3133725"/>
            <a:ext cx="552450" cy="273050"/>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15875" tIns="0" rIns="15875" bIns="0" numCol="1" spcCol="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spcBef>
                <a:spcPct val="0"/>
              </a:spcBef>
              <a:spcAft>
                <a:spcPct val="0"/>
              </a:spcAft>
            </a:pPr>
            <a:fld id="{590181AC-338F-4925-85CE-10F7FDBDBFE5}" type="datetime'Accoun''''''ts&#10;''''''recei''''''''''vab''''''''''l''e'">
              <a:rPr lang="en-US" altLang="en-US" smtClean="0">
                <a:solidFill>
                  <a:srgbClr val="000000"/>
                </a:solidFill>
              </a:rPr>
              <a:pPr lvl="1">
                <a:spcBef>
                  <a:spcPct val="0"/>
                </a:spcBef>
                <a:spcAft>
                  <a:spcPct val="0"/>
                </a:spcAft>
              </a:pPr>
              <a:t>Accounts
receivable</a:t>
            </a:fld>
            <a:endParaRPr lang="en-US">
              <a:solidFill>
                <a:srgbClr val="000000"/>
              </a:solidFill>
            </a:endParaRPr>
          </a:p>
        </p:txBody>
      </p:sp>
      <p:sp>
        <p:nvSpPr>
          <p:cNvPr id="87" name="Text Placeholder 2">
            <a:extLst>
              <a:ext uri="{FF2B5EF4-FFF2-40B4-BE49-F238E27FC236}">
                <a16:creationId xmlns:a16="http://schemas.microsoft.com/office/drawing/2014/main" id="{D2B92D1F-595C-44BB-8D88-80A10BFD750F}"/>
              </a:ext>
            </a:extLst>
          </p:cNvPr>
          <p:cNvSpPr>
            <a:spLocks noGrp="1"/>
          </p:cNvSpPr>
          <p:nvPr>
            <p:custDataLst>
              <p:tags r:id="rId23"/>
            </p:custDataLst>
          </p:nvPr>
        </p:nvSpPr>
        <p:spPr bwMode="gray">
          <a:xfrm>
            <a:off x="4089400" y="4044950"/>
            <a:ext cx="501650" cy="273050"/>
          </a:xfrm>
          <a:prstGeom prst="rect">
            <a:avLst/>
          </a:prstGeom>
          <a:noFill/>
          <a:ln>
            <a:noFill/>
          </a:ln>
          <a:effectLst/>
          <a:extLst>
            <a:ext uri="{909E8E84-426E-40DD-AFC4-6F175D3DCCD1}">
              <a14:hiddenFill xmlns:a14="http://schemas.microsoft.com/office/drawing/2010/main">
                <a:solidFill>
                  <a:schemeClr val="bg1"/>
                </a:solidFill>
              </a14:hiddenFill>
            </a:ext>
          </a:extLst>
        </p:spPr>
        <p:txBody>
          <a:bodyPr vert="horz" wrap="none" lIns="15875" tIns="0" rIns="15875" bIns="0" numCol="1" spcCol="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tx2"/>
                </a:solidFill>
                <a:latin typeface="+mn-lt"/>
                <a:ea typeface="+mn-ea"/>
                <a:cs typeface="+mn-cs"/>
              </a:defRPr>
            </a:lvl2pPr>
            <a:lvl3pPr marL="21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3pPr>
            <a:lvl4pPr marL="360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4pPr>
            <a:lvl5pPr marL="576000" indent="-216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baseline="0">
                <a:solidFill>
                  <a:schemeClr val="tx2"/>
                </a:solidFill>
                <a:latin typeface="+mn-lt"/>
                <a:ea typeface="+mn-ea"/>
                <a:cs typeface="+mn-cs"/>
              </a:defRPr>
            </a:lvl5pPr>
            <a:lvl6pPr marL="1098000" indent="-230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00" indent="-2844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00" indent="-2286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spcBef>
                <a:spcPct val="0"/>
              </a:spcBef>
              <a:spcAft>
                <a:spcPct val="0"/>
              </a:spcAft>
            </a:pPr>
            <a:fld id="{748813E5-29B8-4167-A4DD-EA22836992D1}" type="datetime'Acc''o''un''t''''''s''&#10;pa''''''''''y''a''ble'''''''''''''''''">
              <a:rPr lang="en-US" altLang="en-US" smtClean="0">
                <a:solidFill>
                  <a:srgbClr val="000000"/>
                </a:solidFill>
                <a:effectLst/>
              </a:rPr>
              <a:pPr lvl="1">
                <a:spcBef>
                  <a:spcPct val="0"/>
                </a:spcBef>
                <a:spcAft>
                  <a:spcPct val="0"/>
                </a:spcAft>
              </a:pPr>
              <a:t>Accounts
payable</a:t>
            </a:fld>
            <a:endParaRPr lang="en-US">
              <a:solidFill>
                <a:srgbClr val="000000"/>
              </a:solidFill>
            </a:endParaRPr>
          </a:p>
        </p:txBody>
      </p:sp>
      <p:sp>
        <p:nvSpPr>
          <p:cNvPr id="90" name="Text Placeholder 12">
            <a:extLst>
              <a:ext uri="{FF2B5EF4-FFF2-40B4-BE49-F238E27FC236}">
                <a16:creationId xmlns:a16="http://schemas.microsoft.com/office/drawing/2014/main" id="{CD3FE047-ABF5-4D18-84B9-7AA203A7E51E}"/>
              </a:ext>
            </a:extLst>
          </p:cNvPr>
          <p:cNvSpPr txBox="1">
            <a:spLocks/>
          </p:cNvSpPr>
          <p:nvPr/>
        </p:nvSpPr>
        <p:spPr>
          <a:xfrm rot="16200000">
            <a:off x="382588" y="3325813"/>
            <a:ext cx="1378771" cy="153988"/>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gn="ctr">
              <a:spcAft>
                <a:spcPts val="300"/>
              </a:spcAft>
            </a:pPr>
            <a:r>
              <a:rPr lang="en-US" sz="1000"/>
              <a:t>Business risk</a:t>
            </a:r>
          </a:p>
        </p:txBody>
      </p:sp>
      <p:sp>
        <p:nvSpPr>
          <p:cNvPr id="91" name="Text Placeholder 12">
            <a:extLst>
              <a:ext uri="{FF2B5EF4-FFF2-40B4-BE49-F238E27FC236}">
                <a16:creationId xmlns:a16="http://schemas.microsoft.com/office/drawing/2014/main" id="{1B3F2F8B-FBE1-48B5-B37C-65D3B247503F}"/>
              </a:ext>
            </a:extLst>
          </p:cNvPr>
          <p:cNvSpPr txBox="1">
            <a:spLocks/>
          </p:cNvSpPr>
          <p:nvPr/>
        </p:nvSpPr>
        <p:spPr>
          <a:xfrm>
            <a:off x="2848853" y="5421313"/>
            <a:ext cx="1744497" cy="153988"/>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gn="ctr">
              <a:spcAft>
                <a:spcPts val="300"/>
              </a:spcAft>
            </a:pPr>
            <a:r>
              <a:rPr lang="en-US" sz="1000"/>
              <a:t>Implementation complexity</a:t>
            </a:r>
          </a:p>
        </p:txBody>
      </p:sp>
      <p:sp>
        <p:nvSpPr>
          <p:cNvPr id="92" name="TextBox 91">
            <a:extLst>
              <a:ext uri="{FF2B5EF4-FFF2-40B4-BE49-F238E27FC236}">
                <a16:creationId xmlns:a16="http://schemas.microsoft.com/office/drawing/2014/main" id="{082B3C9C-DF20-482E-AE38-E1B5A30C4D11}"/>
              </a:ext>
            </a:extLst>
          </p:cNvPr>
          <p:cNvSpPr txBox="1"/>
          <p:nvPr/>
        </p:nvSpPr>
        <p:spPr>
          <a:xfrm>
            <a:off x="3506578" y="5286375"/>
            <a:ext cx="396000" cy="142875"/>
          </a:xfrm>
          <a:prstGeom prst="rect">
            <a:avLst/>
          </a:prstGeom>
          <a:noFill/>
        </p:spPr>
        <p:txBody>
          <a:bodyPr wrap="square" lIns="54611" tIns="54611" rIns="54611" bIns="54611" rtlCol="0" anchor="ctr">
            <a:noAutofit/>
          </a:bodyPr>
          <a:lstStyle/>
          <a:p>
            <a:pPr algn="ctr">
              <a:spcAft>
                <a:spcPts val="600"/>
              </a:spcAft>
            </a:pPr>
            <a:r>
              <a:rPr lang="en-US" sz="900"/>
              <a:t>Med</a:t>
            </a:r>
          </a:p>
        </p:txBody>
      </p:sp>
      <p:sp>
        <p:nvSpPr>
          <p:cNvPr id="93" name="TextBox 92">
            <a:extLst>
              <a:ext uri="{FF2B5EF4-FFF2-40B4-BE49-F238E27FC236}">
                <a16:creationId xmlns:a16="http://schemas.microsoft.com/office/drawing/2014/main" id="{590974FB-3843-4893-A925-409B263495DD}"/>
              </a:ext>
            </a:extLst>
          </p:cNvPr>
          <p:cNvSpPr txBox="1"/>
          <p:nvPr/>
        </p:nvSpPr>
        <p:spPr>
          <a:xfrm>
            <a:off x="1957030" y="5286375"/>
            <a:ext cx="396000" cy="142875"/>
          </a:xfrm>
          <a:prstGeom prst="rect">
            <a:avLst/>
          </a:prstGeom>
          <a:noFill/>
        </p:spPr>
        <p:txBody>
          <a:bodyPr wrap="square" lIns="54611" tIns="54611" rIns="54611" bIns="54611" rtlCol="0" anchor="ctr">
            <a:noAutofit/>
          </a:bodyPr>
          <a:lstStyle/>
          <a:p>
            <a:pPr algn="ctr">
              <a:spcAft>
                <a:spcPts val="600"/>
              </a:spcAft>
            </a:pPr>
            <a:r>
              <a:rPr lang="en-US" sz="900"/>
              <a:t>Low</a:t>
            </a:r>
          </a:p>
        </p:txBody>
      </p:sp>
      <p:sp>
        <p:nvSpPr>
          <p:cNvPr id="94" name="TextBox 93">
            <a:extLst>
              <a:ext uri="{FF2B5EF4-FFF2-40B4-BE49-F238E27FC236}">
                <a16:creationId xmlns:a16="http://schemas.microsoft.com/office/drawing/2014/main" id="{8E839EE8-11A2-419B-B10F-B03600F0A802}"/>
              </a:ext>
            </a:extLst>
          </p:cNvPr>
          <p:cNvSpPr txBox="1"/>
          <p:nvPr/>
        </p:nvSpPr>
        <p:spPr>
          <a:xfrm>
            <a:off x="5108314" y="5286375"/>
            <a:ext cx="396000" cy="142875"/>
          </a:xfrm>
          <a:prstGeom prst="rect">
            <a:avLst/>
          </a:prstGeom>
          <a:noFill/>
        </p:spPr>
        <p:txBody>
          <a:bodyPr wrap="square" lIns="54611" tIns="54611" rIns="54611" bIns="54611" rtlCol="0" anchor="ctr">
            <a:noAutofit/>
          </a:bodyPr>
          <a:lstStyle/>
          <a:p>
            <a:pPr algn="ctr">
              <a:spcAft>
                <a:spcPts val="600"/>
              </a:spcAft>
            </a:pPr>
            <a:r>
              <a:rPr lang="en-US" sz="900"/>
              <a:t>High</a:t>
            </a:r>
          </a:p>
        </p:txBody>
      </p:sp>
      <p:sp>
        <p:nvSpPr>
          <p:cNvPr id="97" name="Rectangle 96">
            <a:extLst>
              <a:ext uri="{FF2B5EF4-FFF2-40B4-BE49-F238E27FC236}">
                <a16:creationId xmlns:a16="http://schemas.microsoft.com/office/drawing/2014/main" id="{E94F1F48-AB0B-43A6-ADB6-38ACE0A80CEF}"/>
              </a:ext>
            </a:extLst>
          </p:cNvPr>
          <p:cNvSpPr/>
          <p:nvPr/>
        </p:nvSpPr>
        <p:spPr>
          <a:xfrm>
            <a:off x="3176038" y="1476375"/>
            <a:ext cx="2851000" cy="368300"/>
          </a:xfrm>
          <a:prstGeom prst="rect">
            <a:avLst/>
          </a:prstGeom>
        </p:spPr>
        <p:txBody>
          <a:bodyPr wrap="square" rIns="0">
            <a:spAutoFit/>
          </a:bodyPr>
          <a:lstStyle/>
          <a:p>
            <a:pPr>
              <a:spcBef>
                <a:spcPct val="0"/>
              </a:spcBef>
              <a:spcAft>
                <a:spcPct val="0"/>
              </a:spcAft>
            </a:pPr>
            <a:r>
              <a:rPr lang="en-US" altLang="en-US" sz="900" i="1" dirty="0">
                <a:solidFill>
                  <a:schemeClr val="accent2"/>
                </a:solidFill>
              </a:rPr>
              <a:t>Size of bubble represents median of base and stretch case upside</a:t>
            </a:r>
            <a:endParaRPr lang="en-US" sz="900" i="1" dirty="0">
              <a:solidFill>
                <a:schemeClr val="accent2"/>
              </a:solidFill>
            </a:endParaRPr>
          </a:p>
        </p:txBody>
      </p:sp>
      <p:sp>
        <p:nvSpPr>
          <p:cNvPr id="99" name="TextBox 98">
            <a:extLst>
              <a:ext uri="{FF2B5EF4-FFF2-40B4-BE49-F238E27FC236}">
                <a16:creationId xmlns:a16="http://schemas.microsoft.com/office/drawing/2014/main" id="{0DFDA7B0-A394-4E87-A511-D647406D6EE4}"/>
              </a:ext>
            </a:extLst>
          </p:cNvPr>
          <p:cNvSpPr txBox="1"/>
          <p:nvPr/>
        </p:nvSpPr>
        <p:spPr>
          <a:xfrm rot="16200000">
            <a:off x="1065213" y="3330575"/>
            <a:ext cx="396000" cy="144463"/>
          </a:xfrm>
          <a:prstGeom prst="rect">
            <a:avLst/>
          </a:prstGeom>
          <a:noFill/>
        </p:spPr>
        <p:txBody>
          <a:bodyPr wrap="square" lIns="54611" tIns="54611" rIns="54611" bIns="54611" rtlCol="0" anchor="ctr">
            <a:noAutofit/>
          </a:bodyPr>
          <a:lstStyle/>
          <a:p>
            <a:pPr algn="ctr">
              <a:spcAft>
                <a:spcPts val="600"/>
              </a:spcAft>
            </a:pPr>
            <a:r>
              <a:rPr lang="en-US" sz="900"/>
              <a:t>Med</a:t>
            </a:r>
          </a:p>
        </p:txBody>
      </p:sp>
      <p:sp>
        <p:nvSpPr>
          <p:cNvPr id="100" name="TextBox 99">
            <a:extLst>
              <a:ext uri="{FF2B5EF4-FFF2-40B4-BE49-F238E27FC236}">
                <a16:creationId xmlns:a16="http://schemas.microsoft.com/office/drawing/2014/main" id="{F0A92537-0196-4D04-B6FD-B5A67A963035}"/>
              </a:ext>
            </a:extLst>
          </p:cNvPr>
          <p:cNvSpPr txBox="1"/>
          <p:nvPr/>
        </p:nvSpPr>
        <p:spPr>
          <a:xfrm rot="16200000">
            <a:off x="1065213" y="4578350"/>
            <a:ext cx="396000" cy="144463"/>
          </a:xfrm>
          <a:prstGeom prst="rect">
            <a:avLst/>
          </a:prstGeom>
          <a:noFill/>
        </p:spPr>
        <p:txBody>
          <a:bodyPr wrap="square" lIns="54611" tIns="54611" rIns="54611" bIns="54611" rtlCol="0" anchor="ctr">
            <a:noAutofit/>
          </a:bodyPr>
          <a:lstStyle/>
          <a:p>
            <a:pPr algn="ctr">
              <a:spcAft>
                <a:spcPts val="600"/>
              </a:spcAft>
            </a:pPr>
            <a:r>
              <a:rPr lang="en-US" sz="900"/>
              <a:t>Low</a:t>
            </a:r>
          </a:p>
        </p:txBody>
      </p:sp>
      <p:sp>
        <p:nvSpPr>
          <p:cNvPr id="101" name="TextBox 100">
            <a:extLst>
              <a:ext uri="{FF2B5EF4-FFF2-40B4-BE49-F238E27FC236}">
                <a16:creationId xmlns:a16="http://schemas.microsoft.com/office/drawing/2014/main" id="{9F750A0B-D60A-4B9E-8E66-3278A3E91E39}"/>
              </a:ext>
            </a:extLst>
          </p:cNvPr>
          <p:cNvSpPr txBox="1"/>
          <p:nvPr/>
        </p:nvSpPr>
        <p:spPr>
          <a:xfrm rot="16200000">
            <a:off x="1065213" y="2084388"/>
            <a:ext cx="396000" cy="142875"/>
          </a:xfrm>
          <a:prstGeom prst="rect">
            <a:avLst/>
          </a:prstGeom>
          <a:noFill/>
        </p:spPr>
        <p:txBody>
          <a:bodyPr wrap="square" lIns="54611" tIns="54611" rIns="54611" bIns="54611" rtlCol="0" anchor="ctr">
            <a:noAutofit/>
          </a:bodyPr>
          <a:lstStyle/>
          <a:p>
            <a:pPr algn="ctr">
              <a:spcAft>
                <a:spcPts val="600"/>
              </a:spcAft>
            </a:pPr>
            <a:r>
              <a:rPr lang="en-US" sz="900"/>
              <a:t>High</a:t>
            </a:r>
          </a:p>
        </p:txBody>
      </p:sp>
      <p:sp>
        <p:nvSpPr>
          <p:cNvPr id="147" name="Rectangle 146">
            <a:extLst>
              <a:ext uri="{FF2B5EF4-FFF2-40B4-BE49-F238E27FC236}">
                <a16:creationId xmlns:a16="http://schemas.microsoft.com/office/drawing/2014/main" id="{F8C08D89-EDC9-4118-88B6-B6046839D063}"/>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148" name="Rectangle 147">
            <a:extLst>
              <a:ext uri="{FF2B5EF4-FFF2-40B4-BE49-F238E27FC236}">
                <a16:creationId xmlns:a16="http://schemas.microsoft.com/office/drawing/2014/main" id="{49F1EF1A-1ECC-46B1-9019-72BFE4636359}"/>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152" name="Rectangle 151">
            <a:extLst>
              <a:ext uri="{FF2B5EF4-FFF2-40B4-BE49-F238E27FC236}">
                <a16:creationId xmlns:a16="http://schemas.microsoft.com/office/drawing/2014/main" id="{D3C9FD13-5127-4710-8351-C4C518F334CB}"/>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153" name="Rectangle 152">
            <a:extLst>
              <a:ext uri="{FF2B5EF4-FFF2-40B4-BE49-F238E27FC236}">
                <a16:creationId xmlns:a16="http://schemas.microsoft.com/office/drawing/2014/main" id="{7358D0F9-5B50-446A-B392-287338B75B41}"/>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154" name="Rectangle 153">
            <a:extLst>
              <a:ext uri="{FF2B5EF4-FFF2-40B4-BE49-F238E27FC236}">
                <a16:creationId xmlns:a16="http://schemas.microsoft.com/office/drawing/2014/main" id="{C6C12658-A0FB-4817-BC71-A2088F7BFBCA}"/>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348" name="Rectangle 347">
            <a:extLst>
              <a:ext uri="{FF2B5EF4-FFF2-40B4-BE49-F238E27FC236}">
                <a16:creationId xmlns:a16="http://schemas.microsoft.com/office/drawing/2014/main" id="{9D22B97B-5B4D-38E1-CC58-F8884BE225FA}"/>
              </a:ext>
            </a:extLst>
          </p:cNvPr>
          <p:cNvSpPr/>
          <p:nvPr/>
        </p:nvSpPr>
        <p:spPr>
          <a:xfrm>
            <a:off x="10885714" y="422619"/>
            <a:ext cx="1263574" cy="533400"/>
          </a:xfrm>
          <a:prstGeom prst="rect">
            <a:avLst/>
          </a:prstGeom>
          <a:solidFill>
            <a:srgbClr val="FFFF00"/>
          </a:solidFill>
          <a:ln w="76200">
            <a:solidFill>
              <a:srgbClr val="BC204B"/>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1000">
                <a:solidFill>
                  <a:srgbClr val="BC204B"/>
                </a:solidFill>
              </a:rPr>
              <a:t>Example only – </a:t>
            </a:r>
          </a:p>
          <a:p>
            <a:pPr algn="ctr"/>
            <a:r>
              <a:rPr lang="en-US" sz="1000">
                <a:solidFill>
                  <a:srgbClr val="BC204B"/>
                </a:solidFill>
              </a:rPr>
              <a:t>to be updated!</a:t>
            </a:r>
          </a:p>
        </p:txBody>
      </p:sp>
      <p:graphicFrame>
        <p:nvGraphicFramePr>
          <p:cNvPr id="12" name="Table 10">
            <a:extLst>
              <a:ext uri="{FF2B5EF4-FFF2-40B4-BE49-F238E27FC236}">
                <a16:creationId xmlns:a16="http://schemas.microsoft.com/office/drawing/2014/main" id="{6861E9A6-C815-1B00-1000-538881A299D9}"/>
              </a:ext>
            </a:extLst>
          </p:cNvPr>
          <p:cNvGraphicFramePr>
            <a:graphicFrameLocks noGrp="1"/>
          </p:cNvGraphicFramePr>
          <p:nvPr>
            <p:extLst>
              <p:ext uri="{D42A27DB-BD31-4B8C-83A1-F6EECF244321}">
                <p14:modId xmlns:p14="http://schemas.microsoft.com/office/powerpoint/2010/main" val="2880277953"/>
              </p:ext>
            </p:extLst>
          </p:nvPr>
        </p:nvGraphicFramePr>
        <p:xfrm>
          <a:off x="932737" y="142211"/>
          <a:ext cx="9295208"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04900">
                  <a:extLst>
                    <a:ext uri="{9D8B030D-6E8A-4147-A177-3AD203B41FA5}">
                      <a16:colId xmlns:a16="http://schemas.microsoft.com/office/drawing/2014/main" val="3480804512"/>
                    </a:ext>
                  </a:extLst>
                </a:gridCol>
                <a:gridCol w="1083310">
                  <a:extLst>
                    <a:ext uri="{9D8B030D-6E8A-4147-A177-3AD203B41FA5}">
                      <a16:colId xmlns:a16="http://schemas.microsoft.com/office/drawing/2014/main" val="1508802548"/>
                    </a:ext>
                  </a:extLst>
                </a:gridCol>
                <a:gridCol w="952500">
                  <a:extLst>
                    <a:ext uri="{9D8B030D-6E8A-4147-A177-3AD203B41FA5}">
                      <a16:colId xmlns:a16="http://schemas.microsoft.com/office/drawing/2014/main" val="1380669789"/>
                    </a:ext>
                  </a:extLst>
                </a:gridCol>
                <a:gridCol w="777240">
                  <a:extLst>
                    <a:ext uri="{9D8B030D-6E8A-4147-A177-3AD203B41FA5}">
                      <a16:colId xmlns:a16="http://schemas.microsoft.com/office/drawing/2014/main" val="3717172380"/>
                    </a:ext>
                  </a:extLst>
                </a:gridCol>
                <a:gridCol w="693420">
                  <a:extLst>
                    <a:ext uri="{9D8B030D-6E8A-4147-A177-3AD203B41FA5}">
                      <a16:colId xmlns:a16="http://schemas.microsoft.com/office/drawing/2014/main" val="2348796435"/>
                    </a:ext>
                  </a:extLst>
                </a:gridCol>
                <a:gridCol w="1013460">
                  <a:extLst>
                    <a:ext uri="{9D8B030D-6E8A-4147-A177-3AD203B41FA5}">
                      <a16:colId xmlns:a16="http://schemas.microsoft.com/office/drawing/2014/main" val="3209140028"/>
                    </a:ext>
                  </a:extLst>
                </a:gridCol>
                <a:gridCol w="937260">
                  <a:extLst>
                    <a:ext uri="{9D8B030D-6E8A-4147-A177-3AD203B41FA5}">
                      <a16:colId xmlns:a16="http://schemas.microsoft.com/office/drawing/2014/main" val="2651425576"/>
                    </a:ext>
                  </a:extLst>
                </a:gridCol>
                <a:gridCol w="632460">
                  <a:extLst>
                    <a:ext uri="{9D8B030D-6E8A-4147-A177-3AD203B41FA5}">
                      <a16:colId xmlns:a16="http://schemas.microsoft.com/office/drawing/2014/main" val="3903366463"/>
                    </a:ext>
                  </a:extLst>
                </a:gridCol>
                <a:gridCol w="845820">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1" i="0" u="none" strike="noStrike" kern="1200" cap="none" spc="0" normalizeH="0" baseline="0" noProof="0">
                          <a:ln>
                            <a:noFill/>
                          </a:ln>
                          <a:solidFill>
                            <a:srgbClr val="00338D"/>
                          </a:solidFill>
                          <a:effectLst/>
                          <a:uLnTx/>
                          <a:uFillTx/>
                          <a:latin typeface="+mn-lt"/>
                          <a:ea typeface="+mn-ea"/>
                          <a:cs typeface="+mn-cs"/>
                        </a:rPr>
                        <a:t>Value creation</a:t>
                      </a:r>
                      <a:endParaRPr kumimoji="0" lang="en-US" sz="1000" b="1" i="0" u="none" strike="noStrike" kern="1200" cap="none" spc="0" normalizeH="0" baseline="0">
                        <a:ln>
                          <a:noFill/>
                        </a:ln>
                        <a:solidFill>
                          <a:srgbClr val="00338D"/>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15" name="Rectangle 14">
            <a:hlinkClick r:id="rId29" action="ppaction://hlinksldjump"/>
            <a:extLst>
              <a:ext uri="{FF2B5EF4-FFF2-40B4-BE49-F238E27FC236}">
                <a16:creationId xmlns:a16="http://schemas.microsoft.com/office/drawing/2014/main" id="{C12C17F8-219A-BFC3-AB40-F3353481431E}"/>
              </a:ext>
            </a:extLst>
          </p:cNvPr>
          <p:cNvSpPr/>
          <p:nvPr/>
        </p:nvSpPr>
        <p:spPr>
          <a:xfrm>
            <a:off x="940228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16" name="Rectangle 15">
            <a:hlinkClick r:id="rId30" action="ppaction://hlinksldjump"/>
            <a:extLst>
              <a:ext uri="{FF2B5EF4-FFF2-40B4-BE49-F238E27FC236}">
                <a16:creationId xmlns:a16="http://schemas.microsoft.com/office/drawing/2014/main" id="{206E1D16-6A4C-CC0B-D153-56546B4F48B9}"/>
              </a:ext>
            </a:extLst>
          </p:cNvPr>
          <p:cNvSpPr/>
          <p:nvPr/>
        </p:nvSpPr>
        <p:spPr>
          <a:xfrm>
            <a:off x="2199335" y="140055"/>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18" name="Rectangle 17">
            <a:hlinkClick r:id="rId31" action="ppaction://hlinksldjump"/>
            <a:extLst>
              <a:ext uri="{FF2B5EF4-FFF2-40B4-BE49-F238E27FC236}">
                <a16:creationId xmlns:a16="http://schemas.microsoft.com/office/drawing/2014/main" id="{0887709F-AC75-8986-B236-EA064095B915}"/>
              </a:ext>
            </a:extLst>
          </p:cNvPr>
          <p:cNvSpPr/>
          <p:nvPr/>
        </p:nvSpPr>
        <p:spPr>
          <a:xfrm>
            <a:off x="439487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0" name="Rectangle 19">
            <a:hlinkClick r:id="rId32" action="ppaction://hlinksldjump"/>
            <a:extLst>
              <a:ext uri="{FF2B5EF4-FFF2-40B4-BE49-F238E27FC236}">
                <a16:creationId xmlns:a16="http://schemas.microsoft.com/office/drawing/2014/main" id="{7FEBC4BA-8241-C9BD-58DE-447F38FF5402}"/>
              </a:ext>
            </a:extLst>
          </p:cNvPr>
          <p:cNvSpPr/>
          <p:nvPr/>
        </p:nvSpPr>
        <p:spPr>
          <a:xfrm>
            <a:off x="783621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2" name="Rectangle 21">
            <a:hlinkClick r:id="rId33" action="ppaction://hlinksldjump"/>
            <a:extLst>
              <a:ext uri="{FF2B5EF4-FFF2-40B4-BE49-F238E27FC236}">
                <a16:creationId xmlns:a16="http://schemas.microsoft.com/office/drawing/2014/main" id="{DE245BF4-29E9-BE7B-5878-C2D9F5807AC8}"/>
              </a:ext>
            </a:extLst>
          </p:cNvPr>
          <p:cNvSpPr/>
          <p:nvPr/>
        </p:nvSpPr>
        <p:spPr>
          <a:xfrm>
            <a:off x="535843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3" name="Rectangle 22">
            <a:hlinkClick r:id="rId34" action="ppaction://hlinksldjump"/>
            <a:extLst>
              <a:ext uri="{FF2B5EF4-FFF2-40B4-BE49-F238E27FC236}">
                <a16:creationId xmlns:a16="http://schemas.microsoft.com/office/drawing/2014/main" id="{06813262-4523-8F32-DBF4-A174D37D3176}"/>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24" name="Rectangle 23">
            <a:hlinkClick r:id="rId35" action="ppaction://hlinksldjump"/>
            <a:extLst>
              <a:ext uri="{FF2B5EF4-FFF2-40B4-BE49-F238E27FC236}">
                <a16:creationId xmlns:a16="http://schemas.microsoft.com/office/drawing/2014/main" id="{4F2CB1D1-785A-6650-639C-449946330E6F}"/>
              </a:ext>
            </a:extLst>
          </p:cNvPr>
          <p:cNvSpPr/>
          <p:nvPr/>
        </p:nvSpPr>
        <p:spPr>
          <a:xfrm>
            <a:off x="3305911" y="140055"/>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5" name="Rectangle 24">
            <a:hlinkClick r:id="rId36" action="ppaction://hlinksldjump"/>
            <a:extLst>
              <a:ext uri="{FF2B5EF4-FFF2-40B4-BE49-F238E27FC236}">
                <a16:creationId xmlns:a16="http://schemas.microsoft.com/office/drawing/2014/main" id="{FC6E602D-3D4F-6B50-6867-5471D8C676AA}"/>
              </a:ext>
            </a:extLst>
          </p:cNvPr>
          <p:cNvSpPr/>
          <p:nvPr/>
        </p:nvSpPr>
        <p:spPr>
          <a:xfrm>
            <a:off x="612673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6" name="Rectangle 25">
            <a:hlinkClick r:id="rId37" action="ppaction://hlinksldjump"/>
            <a:extLst>
              <a:ext uri="{FF2B5EF4-FFF2-40B4-BE49-F238E27FC236}">
                <a16:creationId xmlns:a16="http://schemas.microsoft.com/office/drawing/2014/main" id="{5D075DA4-350D-59AA-999D-B1A55B361B5F}"/>
              </a:ext>
            </a:extLst>
          </p:cNvPr>
          <p:cNvSpPr/>
          <p:nvPr/>
        </p:nvSpPr>
        <p:spPr>
          <a:xfrm>
            <a:off x="6820717" y="140055"/>
            <a:ext cx="97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7" name="Rectangle 26">
            <a:hlinkClick r:id="rId38" action="ppaction://hlinksldjump"/>
            <a:extLst>
              <a:ext uri="{FF2B5EF4-FFF2-40B4-BE49-F238E27FC236}">
                <a16:creationId xmlns:a16="http://schemas.microsoft.com/office/drawing/2014/main" id="{4C512A15-4570-CAE5-6600-3383C2381182}"/>
              </a:ext>
            </a:extLst>
          </p:cNvPr>
          <p:cNvSpPr/>
          <p:nvPr/>
        </p:nvSpPr>
        <p:spPr>
          <a:xfrm>
            <a:off x="8776798"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5" name="Rectangle 4">
            <a:extLst>
              <a:ext uri="{FF2B5EF4-FFF2-40B4-BE49-F238E27FC236}">
                <a16:creationId xmlns:a16="http://schemas.microsoft.com/office/drawing/2014/main" id="{1D4B8C4E-24E3-9E32-34A3-6D891AA6699B}"/>
              </a:ext>
            </a:extLst>
          </p:cNvPr>
          <p:cNvSpPr/>
          <p:nvPr/>
        </p:nvSpPr>
        <p:spPr>
          <a:xfrm>
            <a:off x="10885714" y="1000871"/>
            <a:ext cx="1263574" cy="3077418"/>
          </a:xfrm>
          <a:prstGeom prst="rect">
            <a:avLst/>
          </a:prstGeom>
          <a:solidFill>
            <a:srgbClr val="FFFF00"/>
          </a:solid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US" sz="1200" b="1">
                <a:solidFill>
                  <a:srgbClr val="BC204B"/>
                </a:solidFill>
              </a:rPr>
              <a:t>Note: </a:t>
            </a:r>
            <a:r>
              <a:rPr lang="en-US" sz="1000">
                <a:solidFill>
                  <a:srgbClr val="BC204B"/>
                </a:solidFill>
              </a:rPr>
              <a:t>This page reflects the potential annual EBITDA or cash impact of the value creation opportunities. It does not provide any indication of the NPV impact on the Enterprise Value of the Target. The alternative slide on the following page provides the NPV impact.</a:t>
            </a:r>
          </a:p>
        </p:txBody>
      </p:sp>
      <p:sp>
        <p:nvSpPr>
          <p:cNvPr id="2" name="Rectangle 1">
            <a:extLst>
              <a:ext uri="{FF2B5EF4-FFF2-40B4-BE49-F238E27FC236}">
                <a16:creationId xmlns:a16="http://schemas.microsoft.com/office/drawing/2014/main" id="{1A48D59D-C8AA-CCD8-CCE5-C4B3F7742C65}"/>
              </a:ext>
            </a:extLst>
          </p:cNvPr>
          <p:cNvSpPr/>
          <p:nvPr/>
        </p:nvSpPr>
        <p:spPr>
          <a:xfrm>
            <a:off x="10598330" y="6277289"/>
            <a:ext cx="1550957" cy="554584"/>
          </a:xfrm>
          <a:prstGeom prst="rect">
            <a:avLst/>
          </a:prstGeom>
          <a:solidFill>
            <a:schemeClr val="accent6"/>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800" b="1">
                <a:solidFill>
                  <a:schemeClr val="bg1"/>
                </a:solidFill>
              </a:rPr>
              <a:t>UPDATES:</a:t>
            </a:r>
            <a:r>
              <a:rPr lang="en-US" sz="800">
                <a:solidFill>
                  <a:schemeClr val="bg1"/>
                </a:solidFill>
              </a:rPr>
              <a:t> Updated contents with 9 core ABBs</a:t>
            </a:r>
          </a:p>
        </p:txBody>
      </p:sp>
      <p:sp>
        <p:nvSpPr>
          <p:cNvPr id="3" name="Text Placeholder 12">
            <a:extLst>
              <a:ext uri="{FF2B5EF4-FFF2-40B4-BE49-F238E27FC236}">
                <a16:creationId xmlns:a16="http://schemas.microsoft.com/office/drawing/2014/main" id="{A33683D6-B876-94E5-A521-9018E6AEC956}"/>
              </a:ext>
            </a:extLst>
          </p:cNvPr>
          <p:cNvSpPr txBox="1">
            <a:spLocks/>
          </p:cNvSpPr>
          <p:nvPr/>
        </p:nvSpPr>
        <p:spPr>
          <a:xfrm>
            <a:off x="995121" y="5754688"/>
            <a:ext cx="3600000" cy="209550"/>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Further analysis is required to prioritize for implementation by entity.</a:t>
            </a:r>
          </a:p>
          <a:p>
            <a:pPr defTabSz="444500" rtl="0">
              <a:spcAft>
                <a:spcPts val="200"/>
              </a:spcAft>
            </a:pPr>
            <a:r>
              <a:rPr lang="en-US" sz="600" b="0">
                <a:solidFill>
                  <a:schemeClr val="tx2"/>
                </a:solidFill>
                <a:latin typeface="Arial" panose="020B0604020202020204" pitchFamily="34" charset="0"/>
              </a:rPr>
              <a:t>Source: 	[…].</a:t>
            </a:r>
          </a:p>
        </p:txBody>
      </p:sp>
      <p:sp>
        <p:nvSpPr>
          <p:cNvPr id="4" name="Text Placeholder 7">
            <a:extLst>
              <a:ext uri="{FF2B5EF4-FFF2-40B4-BE49-F238E27FC236}">
                <a16:creationId xmlns:a16="http://schemas.microsoft.com/office/drawing/2014/main" id="{E28EC660-3A98-DA17-4B82-E65B5189D4D4}"/>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6" name="Text Placeholder 12">
            <a:extLst>
              <a:ext uri="{FF2B5EF4-FFF2-40B4-BE49-F238E27FC236}">
                <a16:creationId xmlns:a16="http://schemas.microsoft.com/office/drawing/2014/main" id="{6807309F-F647-A06D-DE2B-EB366E47397C}"/>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7" name="Rounded Rectangle 7">
            <a:extLst>
              <a:ext uri="{FF2B5EF4-FFF2-40B4-BE49-F238E27FC236}">
                <a16:creationId xmlns:a16="http://schemas.microsoft.com/office/drawing/2014/main" id="{268E0875-8058-9ACF-BA2E-8616DF135258}"/>
              </a:ext>
            </a:extLst>
          </p:cNvPr>
          <p:cNvSpPr/>
          <p:nvPr>
            <p:custDataLst>
              <p:tags r:id="rId24"/>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8" name="Rectangle 7">
            <a:extLst>
              <a:ext uri="{FF2B5EF4-FFF2-40B4-BE49-F238E27FC236}">
                <a16:creationId xmlns:a16="http://schemas.microsoft.com/office/drawing/2014/main" id="{ADC80F77-B5B9-6348-DCBA-A49BC00C116D}"/>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9" name="Straight Arrow Connector 8">
            <a:extLst>
              <a:ext uri="{FF2B5EF4-FFF2-40B4-BE49-F238E27FC236}">
                <a16:creationId xmlns:a16="http://schemas.microsoft.com/office/drawing/2014/main" id="{60B8F4F1-3F7B-384F-A3CB-EDFDCB8A9FEE}"/>
              </a:ext>
            </a:extLst>
          </p:cNvPr>
          <p:cNvCxnSpPr>
            <a:cxnSpLocks/>
            <a:stCxn id="8" idx="2"/>
            <a:endCxn id="7"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78E5AC80-905C-4B61-7FA2-4C7EF38255DA}"/>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7" name="Text Placeholder 12">
            <a:extLst>
              <a:ext uri="{FF2B5EF4-FFF2-40B4-BE49-F238E27FC236}">
                <a16:creationId xmlns:a16="http://schemas.microsoft.com/office/drawing/2014/main" id="{9B550F48-F00C-E4C5-B70C-BED7127E3519}"/>
              </a:ext>
            </a:extLst>
          </p:cNvPr>
          <p:cNvSpPr txBox="1">
            <a:spLocks/>
          </p:cNvSpPr>
          <p:nvPr/>
        </p:nvSpPr>
        <p:spPr>
          <a:xfrm>
            <a:off x="6169024" y="4259919"/>
            <a:ext cx="5036400" cy="461665"/>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spcAft>
                <a:spcPts val="300"/>
              </a:spcAft>
            </a:pPr>
            <a:r>
              <a:rPr lang="en-US" sz="1000" b="0" i="1">
                <a:solidFill>
                  <a:schemeClr val="tx1"/>
                </a:solidFill>
              </a:rPr>
              <a:t>Further required analysis to identify potential benefit include e.g., customer retention, insourcing vs. outsourcing optimization, skilled labor transferability, sales force effectiveness, procurement optimization.</a:t>
            </a:r>
          </a:p>
        </p:txBody>
      </p:sp>
      <p:sp>
        <p:nvSpPr>
          <p:cNvPr id="11" name="Rectangle 10">
            <a:extLst>
              <a:ext uri="{FF2B5EF4-FFF2-40B4-BE49-F238E27FC236}">
                <a16:creationId xmlns:a16="http://schemas.microsoft.com/office/drawing/2014/main" id="{662C07D2-21E8-EE50-B650-441AFFCACF0F}"/>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28" name="Rectangle 27">
            <a:extLst>
              <a:ext uri="{FF2B5EF4-FFF2-40B4-BE49-F238E27FC236}">
                <a16:creationId xmlns:a16="http://schemas.microsoft.com/office/drawing/2014/main" id="{CB1FCCC1-ACB9-F78F-A30A-AFECE106ACA5}"/>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29" name="Rectangle 28">
            <a:extLst>
              <a:ext uri="{FF2B5EF4-FFF2-40B4-BE49-F238E27FC236}">
                <a16:creationId xmlns:a16="http://schemas.microsoft.com/office/drawing/2014/main" id="{42DED807-6C1D-FA6C-FF73-CB518A8C847F}"/>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Tree>
    <p:extLst>
      <p:ext uri="{BB962C8B-B14F-4D97-AF65-F5344CB8AC3E}">
        <p14:creationId xmlns:p14="http://schemas.microsoft.com/office/powerpoint/2010/main" val="30538348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66C5109-0111-4E17-8D7D-F69D2B2B94DC}"/>
              </a:ext>
            </a:extLst>
          </p:cNvPr>
          <p:cNvGraphicFramePr>
            <a:graphicFrameLocks noChangeAspect="1"/>
          </p:cNvGraphicFramePr>
          <p:nvPr>
            <p:custDataLst>
              <p:tags r:id="rId1"/>
            </p:custDataLst>
            <p:extLst>
              <p:ext uri="{D42A27DB-BD31-4B8C-83A1-F6EECF244321}">
                <p14:modId xmlns:p14="http://schemas.microsoft.com/office/powerpoint/2010/main" val="3429430809"/>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Object 5" hidden="1">
                        <a:extLst>
                          <a:ext uri="{FF2B5EF4-FFF2-40B4-BE49-F238E27FC236}">
                            <a16:creationId xmlns:a16="http://schemas.microsoft.com/office/drawing/2014/main" id="{466C5109-0111-4E17-8D7D-F69D2B2B94DC}"/>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graphicFrame>
        <p:nvGraphicFramePr>
          <p:cNvPr id="3" name="Table 7">
            <a:extLst>
              <a:ext uri="{FF2B5EF4-FFF2-40B4-BE49-F238E27FC236}">
                <a16:creationId xmlns:a16="http://schemas.microsoft.com/office/drawing/2014/main" id="{569B773C-0C47-F1CA-F88C-4C3421F54BC2}"/>
              </a:ext>
            </a:extLst>
          </p:cNvPr>
          <p:cNvGraphicFramePr>
            <a:graphicFrameLocks/>
          </p:cNvGraphicFramePr>
          <p:nvPr>
            <p:extLst>
              <p:ext uri="{D42A27DB-BD31-4B8C-83A1-F6EECF244321}">
                <p14:modId xmlns:p14="http://schemas.microsoft.com/office/powerpoint/2010/main" val="3736773616"/>
              </p:ext>
            </p:extLst>
          </p:nvPr>
        </p:nvGraphicFramePr>
        <p:xfrm>
          <a:off x="1293813" y="3508375"/>
          <a:ext cx="6321424" cy="2286000"/>
        </p:xfrm>
        <a:graphic>
          <a:graphicData uri="http://schemas.openxmlformats.org/drawingml/2006/table">
            <a:tbl>
              <a:tblPr firstRow="1" bandRow="1">
                <a:tableStyleId>{5C22544A-7EE6-4342-B048-85BDC9FD1C3A}</a:tableStyleId>
              </a:tblPr>
              <a:tblGrid>
                <a:gridCol w="995362">
                  <a:extLst>
                    <a:ext uri="{9D8B030D-6E8A-4147-A177-3AD203B41FA5}">
                      <a16:colId xmlns:a16="http://schemas.microsoft.com/office/drawing/2014/main" val="742544998"/>
                    </a:ext>
                  </a:extLst>
                </a:gridCol>
                <a:gridCol w="4521201">
                  <a:extLst>
                    <a:ext uri="{9D8B030D-6E8A-4147-A177-3AD203B41FA5}">
                      <a16:colId xmlns:a16="http://schemas.microsoft.com/office/drawing/2014/main" val="1401308672"/>
                    </a:ext>
                  </a:extLst>
                </a:gridCol>
                <a:gridCol w="804861">
                  <a:extLst>
                    <a:ext uri="{9D8B030D-6E8A-4147-A177-3AD203B41FA5}">
                      <a16:colId xmlns:a16="http://schemas.microsoft.com/office/drawing/2014/main" val="4196980023"/>
                    </a:ext>
                  </a:extLst>
                </a:gridCol>
              </a:tblGrid>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0" u="none" kern="1200">
                          <a:solidFill>
                            <a:schemeClr val="bg1"/>
                          </a:solidFill>
                          <a:latin typeface="+mj-lt"/>
                          <a:ea typeface="+mn-ea"/>
                          <a:cs typeface="+mn-cs"/>
                        </a:rPr>
                        <a:t>01</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solidFill>
                            <a:schemeClr val="bg1"/>
                          </a:solidFill>
                        </a:rPr>
                        <a:t>Methodology &amp; procedures</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sz="1600" b="0">
                          <a:solidFill>
                            <a:schemeClr val="bg1"/>
                          </a:solidFill>
                        </a:rPr>
                        <a:t>62</a:t>
                      </a:r>
                    </a:p>
                  </a:txBody>
                  <a:tcPr marL="36000" marR="3600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93307755"/>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r>
                        <a:rPr lang="en-US" sz="3200" b="1" u="none" kern="1200">
                          <a:solidFill>
                            <a:schemeClr val="bg1"/>
                          </a:solidFill>
                          <a:latin typeface="+mj-lt"/>
                          <a:ea typeface="+mn-ea"/>
                          <a:cs typeface="+mn-cs"/>
                        </a:rPr>
                        <a:t>02</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dirty="0">
                          <a:solidFill>
                            <a:schemeClr val="bg1"/>
                          </a:solidFill>
                        </a:rPr>
                        <a:t>Results</a:t>
                      </a: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377" rtl="0" eaLnBrk="1" fontAlgn="auto" latinLnBrk="0" hangingPunct="1">
                        <a:lnSpc>
                          <a:spcPct val="100000"/>
                        </a:lnSpc>
                        <a:spcBef>
                          <a:spcPts val="0"/>
                        </a:spcBef>
                        <a:spcAft>
                          <a:spcPts val="0"/>
                        </a:spcAft>
                        <a:buClrTx/>
                        <a:buSzTx/>
                        <a:buFontTx/>
                        <a:buNone/>
                        <a:tabLst/>
                        <a:defRPr/>
                      </a:pPr>
                      <a:r>
                        <a:rPr lang="en-US" sz="1600">
                          <a:solidFill>
                            <a:schemeClr val="bg1"/>
                          </a:solidFill>
                        </a:rPr>
                        <a:t>63</a:t>
                      </a:r>
                      <a:r>
                        <a:rPr lang="en-US" sz="1600" b="0">
                          <a:solidFill>
                            <a:schemeClr val="bg1"/>
                          </a:solidFill>
                        </a:rPr>
                        <a:t>–65</a:t>
                      </a:r>
                      <a:endParaRPr lang="en-US" sz="1600">
                        <a:solidFill>
                          <a:schemeClr val="bg1"/>
                        </a:solidFill>
                      </a:endParaRPr>
                    </a:p>
                  </a:txBody>
                  <a:tcPr marL="36000" marR="36000" marT="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88271"/>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endParaRPr lang="en-US" sz="3200" b="1" u="none" kern="1200">
                        <a:solidFill>
                          <a:schemeClr val="bg1"/>
                        </a:solidFill>
                        <a:latin typeface="+mj-lt"/>
                        <a:ea typeface="+mn-ea"/>
                        <a:cs typeface="+mn-cs"/>
                      </a:endParaRP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0" dirty="0">
                        <a:solidFill>
                          <a:schemeClr val="bg1"/>
                        </a:solidFill>
                      </a:endParaRP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u="none" kern="1200">
                        <a:solidFill>
                          <a:schemeClr val="bg1"/>
                        </a:solidFill>
                        <a:latin typeface="+mn-lt"/>
                        <a:ea typeface="+mn-ea"/>
                        <a:cs typeface="+mn-cs"/>
                      </a:endParaRPr>
                    </a:p>
                  </a:txBody>
                  <a:tcPr marL="36000" marR="36000" marT="0"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9013508"/>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endParaRPr lang="en-US" sz="3200" b="1" u="none" kern="1200">
                        <a:solidFill>
                          <a:schemeClr val="bg1"/>
                        </a:solidFill>
                        <a:latin typeface="+mj-lt"/>
                        <a:ea typeface="+mn-ea"/>
                        <a:cs typeface="+mn-cs"/>
                      </a:endParaRP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0">
                        <a:solidFill>
                          <a:schemeClr val="bg1"/>
                        </a:solidFill>
                      </a:endParaRP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r"/>
                      <a:endParaRPr lang="en-US" sz="1600" u="none">
                        <a:solidFill>
                          <a:schemeClr val="bg1"/>
                        </a:solidFill>
                      </a:endParaRPr>
                    </a:p>
                  </a:txBody>
                  <a:tcPr marL="36000" marR="36000" marT="0"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30954912"/>
                  </a:ext>
                </a:extLst>
              </a:tr>
              <a:tr h="370840">
                <a:tc>
                  <a:txBody>
                    <a:bodyPr/>
                    <a:lstStyle/>
                    <a:p>
                      <a:pPr marL="0" marR="0" lvl="0" indent="0" algn="l" defTabSz="914400" rtl="0" eaLnBrk="1" fontAlgn="auto" latinLnBrk="0" hangingPunct="1">
                        <a:lnSpc>
                          <a:spcPts val="3600"/>
                        </a:lnSpc>
                        <a:spcBef>
                          <a:spcPts val="0"/>
                        </a:spcBef>
                        <a:spcAft>
                          <a:spcPts val="0"/>
                        </a:spcAft>
                        <a:buClrTx/>
                        <a:buSzTx/>
                        <a:buFontTx/>
                        <a:buNone/>
                        <a:tabLst/>
                        <a:defRPr/>
                      </a:pPr>
                      <a:endParaRPr lang="en-US" sz="3200" b="1" u="none" kern="1200">
                        <a:solidFill>
                          <a:schemeClr val="bg1"/>
                        </a:solidFill>
                        <a:latin typeface="+mj-lt"/>
                        <a:ea typeface="+mn-ea"/>
                        <a:cs typeface="+mn-cs"/>
                      </a:endParaRP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0">
                        <a:solidFill>
                          <a:schemeClr val="bg1"/>
                        </a:solidFill>
                      </a:endParaRP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u="none" kern="1200" dirty="0">
                        <a:solidFill>
                          <a:schemeClr val="bg1"/>
                        </a:solidFill>
                        <a:latin typeface="+mn-lt"/>
                        <a:ea typeface="+mn-ea"/>
                        <a:cs typeface="+mn-cs"/>
                      </a:endParaRPr>
                    </a:p>
                  </a:txBody>
                  <a:tcPr marL="36000" marR="3600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57734648"/>
                  </a:ext>
                </a:extLst>
              </a:tr>
            </a:tbl>
          </a:graphicData>
        </a:graphic>
      </p:graphicFrame>
      <p:sp>
        <p:nvSpPr>
          <p:cNvPr id="4" name="Text Placeholder 3">
            <a:extLst>
              <a:ext uri="{FF2B5EF4-FFF2-40B4-BE49-F238E27FC236}">
                <a16:creationId xmlns:a16="http://schemas.microsoft.com/office/drawing/2014/main" id="{A97AF671-F83C-4C73-B887-334A69D8A375}"/>
              </a:ext>
            </a:extLst>
          </p:cNvPr>
          <p:cNvSpPr>
            <a:spLocks noGrp="1"/>
          </p:cNvSpPr>
          <p:nvPr>
            <p:ph type="body" sz="quarter" idx="14"/>
          </p:nvPr>
        </p:nvSpPr>
        <p:spPr/>
        <p:txBody>
          <a:bodyPr/>
          <a:lstStyle/>
          <a:p>
            <a:r>
              <a:rPr lang="en-US"/>
              <a:t>08</a:t>
            </a:r>
          </a:p>
        </p:txBody>
      </p:sp>
      <p:sp>
        <p:nvSpPr>
          <p:cNvPr id="2" name="Title 1">
            <a:extLst>
              <a:ext uri="{FF2B5EF4-FFF2-40B4-BE49-F238E27FC236}">
                <a16:creationId xmlns:a16="http://schemas.microsoft.com/office/drawing/2014/main" id="{99EB806D-E49B-4342-86BA-76DFA48575D9}"/>
              </a:ext>
            </a:extLst>
          </p:cNvPr>
          <p:cNvSpPr>
            <a:spLocks noGrp="1"/>
          </p:cNvSpPr>
          <p:nvPr>
            <p:ph type="ctrTitle"/>
          </p:nvPr>
        </p:nvSpPr>
        <p:spPr/>
        <p:txBody>
          <a:bodyPr vert="horz"/>
          <a:lstStyle/>
          <a:p>
            <a:r>
              <a:rPr lang="en-US" dirty="0"/>
              <a:t>Pre-Deal PPA benchmarking</a:t>
            </a:r>
          </a:p>
        </p:txBody>
      </p:sp>
      <p:sp>
        <p:nvSpPr>
          <p:cNvPr id="13" name="Rectangle 12">
            <a:hlinkClick r:id="rId5" action="ppaction://hlinksldjump"/>
            <a:extLst>
              <a:ext uri="{FF2B5EF4-FFF2-40B4-BE49-F238E27FC236}">
                <a16:creationId xmlns:a16="http://schemas.microsoft.com/office/drawing/2014/main" id="{EF8EABE1-AC2F-4B23-8668-5278BA76B832}"/>
              </a:ext>
            </a:extLst>
          </p:cNvPr>
          <p:cNvSpPr/>
          <p:nvPr/>
        </p:nvSpPr>
        <p:spPr>
          <a:xfrm>
            <a:off x="1312805" y="3574164"/>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a:solidFill>
                <a:schemeClr val="bg1"/>
              </a:solidFill>
            </a:endParaRPr>
          </a:p>
        </p:txBody>
      </p:sp>
      <p:sp>
        <p:nvSpPr>
          <p:cNvPr id="14" name="Rectangle 13">
            <a:hlinkClick r:id="rId6" action="ppaction://hlinksldjump"/>
            <a:extLst>
              <a:ext uri="{FF2B5EF4-FFF2-40B4-BE49-F238E27FC236}">
                <a16:creationId xmlns:a16="http://schemas.microsoft.com/office/drawing/2014/main" id="{0297F638-6595-4C54-9F3B-0EF01868DC5F}"/>
              </a:ext>
            </a:extLst>
          </p:cNvPr>
          <p:cNvSpPr/>
          <p:nvPr/>
        </p:nvSpPr>
        <p:spPr>
          <a:xfrm>
            <a:off x="1312805" y="4044489"/>
            <a:ext cx="6321600" cy="3595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IN" sz="1500" err="1">
              <a:solidFill>
                <a:schemeClr val="bg1"/>
              </a:solidFill>
            </a:endParaRPr>
          </a:p>
        </p:txBody>
      </p:sp>
      <p:sp>
        <p:nvSpPr>
          <p:cNvPr id="7" name="Rectangle: Top Corners One Rounded and One Snipped 6">
            <a:extLst>
              <a:ext uri="{FF2B5EF4-FFF2-40B4-BE49-F238E27FC236}">
                <a16:creationId xmlns:a16="http://schemas.microsoft.com/office/drawing/2014/main" id="{95DF384E-AD16-EAB6-8178-928177967CB8}"/>
              </a:ext>
            </a:extLst>
          </p:cNvPr>
          <p:cNvSpPr/>
          <p:nvPr/>
        </p:nvSpPr>
        <p:spPr>
          <a:xfrm>
            <a:off x="10283300" y="6263314"/>
            <a:ext cx="1908700" cy="594686"/>
          </a:xfrm>
          <a:prstGeom prst="snip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defTabSz="762000"/>
            <a:r>
              <a:rPr lang="en-US" altLang="fi-FI" sz="900">
                <a:solidFill>
                  <a:schemeClr val="bg1"/>
                </a:solidFill>
                <a:latin typeface="Arial" panose="020B0604020202020204" pitchFamily="34" charset="0"/>
              </a:rPr>
              <a:t>Please coordinate with your local Valuation team and consult the </a:t>
            </a:r>
            <a:r>
              <a:rPr lang="en-US" altLang="fi-FI" sz="900">
                <a:solidFill>
                  <a:schemeClr val="bg1"/>
                </a:solidFill>
                <a:latin typeface="Arial" panose="020B0604020202020204" pitchFamily="34" charset="0"/>
                <a:hlinkClick r:id="rId7"/>
              </a:rPr>
              <a:t>Valuation+ page </a:t>
            </a:r>
            <a:r>
              <a:rPr lang="en-US" altLang="fi-FI" sz="900">
                <a:solidFill>
                  <a:schemeClr val="bg1"/>
                </a:solidFill>
                <a:latin typeface="Arial" panose="020B0604020202020204" pitchFamily="34" charset="0"/>
              </a:rPr>
              <a:t>before applying Valuation+ to the report.</a:t>
            </a:r>
          </a:p>
        </p:txBody>
      </p:sp>
    </p:spTree>
    <p:extLst>
      <p:ext uri="{BB962C8B-B14F-4D97-AF65-F5344CB8AC3E}">
        <p14:creationId xmlns:p14="http://schemas.microsoft.com/office/powerpoint/2010/main" val="3902938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BCDFE7DA-7B6F-40AE-9A1B-BADC4E876DB8}"/>
              </a:ext>
            </a:extLst>
          </p:cNvPr>
          <p:cNvGraphicFramePr>
            <a:graphicFrameLocks noChangeAspect="1"/>
          </p:cNvGraphicFramePr>
          <p:nvPr>
            <p:custDataLst>
              <p:tags r:id="rId1"/>
            </p:custDataLst>
            <p:extLst>
              <p:ext uri="{D42A27DB-BD31-4B8C-83A1-F6EECF244321}">
                <p14:modId xmlns:p14="http://schemas.microsoft.com/office/powerpoint/2010/main" val="4104281575"/>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9" name="Object 8" hidden="1">
                        <a:extLst>
                          <a:ext uri="{FF2B5EF4-FFF2-40B4-BE49-F238E27FC236}">
                            <a16:creationId xmlns:a16="http://schemas.microsoft.com/office/drawing/2014/main" id="{BCDFE7DA-7B6F-40AE-9A1B-BADC4E876DB8}"/>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8" name="Text Placeholder 7">
            <a:extLst>
              <a:ext uri="{FF2B5EF4-FFF2-40B4-BE49-F238E27FC236}">
                <a16:creationId xmlns:a16="http://schemas.microsoft.com/office/drawing/2014/main" id="{BB2A68C3-E996-43FB-B581-9889B2EE5B52}"/>
              </a:ext>
            </a:extLst>
          </p:cNvPr>
          <p:cNvSpPr>
            <a:spLocks noGrp="1"/>
          </p:cNvSpPr>
          <p:nvPr>
            <p:ph type="body" sz="quarter" idx="10"/>
          </p:nvPr>
        </p:nvSpPr>
        <p:spPr/>
        <p:txBody>
          <a:bodyPr/>
          <a:lstStyle/>
          <a:p>
            <a:r>
              <a:rPr lang="en-US" dirty="0"/>
              <a:t>KPMG’s Pre-Deal Purchase Price Allocation (“PPA”) benchmarking analysis provides an indication of key outcomes associated with the revaluation of intangible assets as part of a Pre-Deal PPA exercise and is based on data extracted from benchmark PPAs operating in a similar industry as the Target.</a:t>
            </a:r>
          </a:p>
        </p:txBody>
      </p:sp>
      <p:sp>
        <p:nvSpPr>
          <p:cNvPr id="6" name="Title 5">
            <a:extLst>
              <a:ext uri="{FF2B5EF4-FFF2-40B4-BE49-F238E27FC236}">
                <a16:creationId xmlns:a16="http://schemas.microsoft.com/office/drawing/2014/main" id="{87FFAFB1-BAC7-4D33-AB60-83A844CC117A}"/>
              </a:ext>
            </a:extLst>
          </p:cNvPr>
          <p:cNvSpPr>
            <a:spLocks noGrp="1"/>
          </p:cNvSpPr>
          <p:nvPr>
            <p:ph type="title"/>
          </p:nvPr>
        </p:nvSpPr>
        <p:spPr/>
        <p:txBody>
          <a:bodyPr vert="horz"/>
          <a:lstStyle/>
          <a:p>
            <a:r>
              <a:rPr lang="en-US" dirty="0"/>
              <a:t>Pre-Deal PPA benchmarking – Methodology &amp; procedures</a:t>
            </a:r>
          </a:p>
        </p:txBody>
      </p:sp>
      <p:sp>
        <p:nvSpPr>
          <p:cNvPr id="16" name="Text Placeholder 15">
            <a:extLst>
              <a:ext uri="{FF2B5EF4-FFF2-40B4-BE49-F238E27FC236}">
                <a16:creationId xmlns:a16="http://schemas.microsoft.com/office/drawing/2014/main" id="{152ADA1D-B203-4D1B-B071-7E6D5B357F80}"/>
              </a:ext>
            </a:extLst>
          </p:cNvPr>
          <p:cNvSpPr>
            <a:spLocks noGrp="1"/>
          </p:cNvSpPr>
          <p:nvPr>
            <p:ph type="body" sz="quarter" idx="11"/>
          </p:nvPr>
        </p:nvSpPr>
        <p:spPr/>
        <p:txBody>
          <a:bodyPr/>
          <a:lstStyle/>
          <a:p>
            <a:r>
              <a:rPr lang="en-US" dirty="0"/>
              <a:t>Comments</a:t>
            </a:r>
          </a:p>
        </p:txBody>
      </p:sp>
      <p:sp>
        <p:nvSpPr>
          <p:cNvPr id="18" name="Text Placeholder 17">
            <a:extLst>
              <a:ext uri="{FF2B5EF4-FFF2-40B4-BE49-F238E27FC236}">
                <a16:creationId xmlns:a16="http://schemas.microsoft.com/office/drawing/2014/main" id="{EF4D7A63-56D0-4EF8-9ACC-E37D8F1D8B22}"/>
              </a:ext>
            </a:extLst>
          </p:cNvPr>
          <p:cNvSpPr>
            <a:spLocks noGrp="1"/>
          </p:cNvSpPr>
          <p:nvPr>
            <p:ph type="body" sz="quarter" idx="25"/>
          </p:nvPr>
        </p:nvSpPr>
        <p:spPr/>
        <p:txBody>
          <a:bodyPr/>
          <a:lstStyle/>
          <a:p>
            <a:r>
              <a:rPr lang="en-US" dirty="0"/>
              <a:t>Methodology &amp; procedures</a:t>
            </a:r>
          </a:p>
        </p:txBody>
      </p:sp>
      <p:sp>
        <p:nvSpPr>
          <p:cNvPr id="17" name="Text Placeholder 16">
            <a:extLst>
              <a:ext uri="{FF2B5EF4-FFF2-40B4-BE49-F238E27FC236}">
                <a16:creationId xmlns:a16="http://schemas.microsoft.com/office/drawing/2014/main" id="{115E89F6-2423-4F21-B754-4185ED97176F}"/>
              </a:ext>
            </a:extLst>
          </p:cNvPr>
          <p:cNvSpPr>
            <a:spLocks noGrp="1"/>
          </p:cNvSpPr>
          <p:nvPr>
            <p:ph type="body" sz="quarter" idx="24"/>
          </p:nvPr>
        </p:nvSpPr>
        <p:spPr/>
        <p:txBody>
          <a:bodyPr/>
          <a:lstStyle/>
          <a:p>
            <a:pPr lvl="1" defTabSz="914400">
              <a:defRPr/>
            </a:pPr>
            <a:r>
              <a:rPr lang="en-US" dirty="0">
                <a:solidFill>
                  <a:srgbClr val="000000"/>
                </a:solidFill>
              </a:rPr>
              <a:t>While this analysis provides an indication of key outcomes, benchmarking analysis on its own is inherently limited and the outcome should be treated as such. Therefore, the benchmarking analysis may not necessarily be suitable for financial reporting or tax purposes. If needed, a more detailed PPA analysis can be performed by KPMG Valuation Services professionals.</a:t>
            </a:r>
          </a:p>
          <a:p>
            <a:pPr lvl="1" defTabSz="914400">
              <a:defRPr/>
            </a:pPr>
            <a:r>
              <a:rPr lang="en-US" sz="1000" dirty="0"/>
              <a:t>Our KPMG database includes a total of [</a:t>
            </a:r>
            <a:r>
              <a:rPr lang="en-US" sz="1000" dirty="0">
                <a:solidFill>
                  <a:schemeClr val="accent6"/>
                </a:solidFill>
              </a:rPr>
              <a:t>xx</a:t>
            </a:r>
            <a:r>
              <a:rPr lang="en-US" sz="1000" dirty="0"/>
              <a:t>] selected transactions based on public and proprietary data available for the Target’s industry [</a:t>
            </a:r>
            <a:r>
              <a:rPr lang="en-US" sz="1000" dirty="0">
                <a:solidFill>
                  <a:schemeClr val="accent6"/>
                </a:solidFill>
              </a:rPr>
              <a:t>(Name of the Target’s industry)</a:t>
            </a:r>
            <a:r>
              <a:rPr lang="en-US" sz="1000" dirty="0"/>
              <a:t>]. The industry group is based on Capital IQ’s industry classification coding.</a:t>
            </a:r>
          </a:p>
          <a:p>
            <a:pPr lvl="1" defTabSz="914400">
              <a:defRPr/>
            </a:pPr>
            <a:r>
              <a:rPr lang="en-US" sz="1000" dirty="0"/>
              <a:t>Based on the above, the KPMG Pre-Deal PPA benchmarking tool provides the following parameters:</a:t>
            </a:r>
          </a:p>
          <a:p>
            <a:pPr marL="180975" lvl="2" indent="-180975" defTabSz="914400">
              <a:defRPr/>
            </a:pPr>
            <a:r>
              <a:rPr lang="en-US" b="1" dirty="0">
                <a:solidFill>
                  <a:srgbClr val="000000"/>
                </a:solidFill>
              </a:rPr>
              <a:t>Fair value as a percentage of entity value by intangible asset category</a:t>
            </a:r>
            <a:r>
              <a:rPr lang="en-US" dirty="0">
                <a:solidFill>
                  <a:srgbClr val="000000"/>
                </a:solidFill>
              </a:rPr>
              <a:t>: indication of intangible assets recognized as a range of entity value.</a:t>
            </a:r>
          </a:p>
          <a:p>
            <a:pPr marL="180975" lvl="2" indent="-180975" defTabSz="914400">
              <a:defRPr/>
            </a:pPr>
            <a:r>
              <a:rPr lang="en-US" b="1" dirty="0">
                <a:solidFill>
                  <a:srgbClr val="000000"/>
                </a:solidFill>
              </a:rPr>
              <a:t>Percentage of deals with recognized intangible asset category</a:t>
            </a:r>
            <a:r>
              <a:rPr lang="en-US" dirty="0">
                <a:solidFill>
                  <a:srgbClr val="000000"/>
                </a:solidFill>
              </a:rPr>
              <a:t>: provides a snapshot of the typically recognized intangible assets in the Target’s industry.</a:t>
            </a:r>
          </a:p>
          <a:p>
            <a:pPr marL="180975" lvl="2" indent="-180975" defTabSz="914400">
              <a:defRPr/>
            </a:pPr>
            <a:r>
              <a:rPr lang="en-US" b="1" dirty="0">
                <a:solidFill>
                  <a:srgbClr val="000000"/>
                </a:solidFill>
              </a:rPr>
              <a:t>Royalty rates and economic useful lives ranges</a:t>
            </a:r>
            <a:r>
              <a:rPr lang="en-US" dirty="0">
                <a:solidFill>
                  <a:srgbClr val="000000"/>
                </a:solidFill>
              </a:rPr>
              <a:t>: information of ranges of royalty rates commonly applied for intangibles in the Target industry and useful lives estimation.</a:t>
            </a:r>
          </a:p>
          <a:p>
            <a:pPr marL="180975" lvl="2" indent="-180975" defTabSz="914400">
              <a:defRPr/>
            </a:pPr>
            <a:r>
              <a:rPr lang="en-US" b="1" dirty="0">
                <a:solidFill>
                  <a:srgbClr val="000000"/>
                </a:solidFill>
              </a:rPr>
              <a:t>Amortization impact pattern of recognized intangible assets</a:t>
            </a:r>
            <a:r>
              <a:rPr lang="en-US" dirty="0">
                <a:solidFill>
                  <a:srgbClr val="000000"/>
                </a:solidFill>
              </a:rPr>
              <a:t>: projected earnings impact of amortization of intangible assets.</a:t>
            </a:r>
          </a:p>
          <a:p>
            <a:pPr marL="0" lvl="2" indent="0">
              <a:buNone/>
            </a:pPr>
            <a:r>
              <a:rPr lang="en-US" sz="1000" dirty="0">
                <a:solidFill>
                  <a:schemeClr val="accent6"/>
                </a:solidFill>
              </a:rPr>
              <a:t>[Other relevant comments]</a:t>
            </a:r>
            <a:endParaRPr lang="en-US" dirty="0"/>
          </a:p>
        </p:txBody>
      </p:sp>
      <p:sp>
        <p:nvSpPr>
          <p:cNvPr id="51" name="Rectangle 50">
            <a:extLst>
              <a:ext uri="{FF2B5EF4-FFF2-40B4-BE49-F238E27FC236}">
                <a16:creationId xmlns:a16="http://schemas.microsoft.com/office/drawing/2014/main" id="{884E732E-311D-4F4B-A726-6C757B5A92EB}"/>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52" name="Rectangle 51">
            <a:extLst>
              <a:ext uri="{FF2B5EF4-FFF2-40B4-BE49-F238E27FC236}">
                <a16:creationId xmlns:a16="http://schemas.microsoft.com/office/drawing/2014/main" id="{5E8A13FD-F619-4A6F-8687-0EDD70B9DB40}"/>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56" name="Rectangle 55">
            <a:extLst>
              <a:ext uri="{FF2B5EF4-FFF2-40B4-BE49-F238E27FC236}">
                <a16:creationId xmlns:a16="http://schemas.microsoft.com/office/drawing/2014/main" id="{D3E7F33F-69AA-4951-A835-C1223A8DDCBB}"/>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57" name="Rectangle 56">
            <a:extLst>
              <a:ext uri="{FF2B5EF4-FFF2-40B4-BE49-F238E27FC236}">
                <a16:creationId xmlns:a16="http://schemas.microsoft.com/office/drawing/2014/main" id="{30BB9E86-36AE-4011-BBF8-C8C5B3A18190}"/>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58" name="Rectangle 57">
            <a:extLst>
              <a:ext uri="{FF2B5EF4-FFF2-40B4-BE49-F238E27FC236}">
                <a16:creationId xmlns:a16="http://schemas.microsoft.com/office/drawing/2014/main" id="{EC14A40A-0475-4FA5-A1D0-A238CA4614E8}"/>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6" name="Arrow: Right 25">
            <a:extLst>
              <a:ext uri="{FF2B5EF4-FFF2-40B4-BE49-F238E27FC236}">
                <a16:creationId xmlns:a16="http://schemas.microsoft.com/office/drawing/2014/main" id="{4AEE4B1E-0FE2-8FBF-728F-02D924863850}"/>
              </a:ext>
            </a:extLst>
          </p:cNvPr>
          <p:cNvSpPr/>
          <p:nvPr/>
        </p:nvSpPr>
        <p:spPr>
          <a:xfrm rot="5400000">
            <a:off x="3189561" y="3655580"/>
            <a:ext cx="648000" cy="422208"/>
          </a:xfrm>
          <a:prstGeom prst="rightArrow">
            <a:avLst/>
          </a:prstGeom>
          <a:gradFill>
            <a:gsLst>
              <a:gs pos="0">
                <a:srgbClr val="ACEAFF"/>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en-GB" sz="1500">
              <a:solidFill>
                <a:schemeClr val="bg1"/>
              </a:solidFill>
            </a:endParaRPr>
          </a:p>
        </p:txBody>
      </p:sp>
      <p:grpSp>
        <p:nvGrpSpPr>
          <p:cNvPr id="37" name="Group 36">
            <a:extLst>
              <a:ext uri="{FF2B5EF4-FFF2-40B4-BE49-F238E27FC236}">
                <a16:creationId xmlns:a16="http://schemas.microsoft.com/office/drawing/2014/main" id="{37D0F94A-11C0-8EDE-092F-9C25974B42A8}"/>
              </a:ext>
            </a:extLst>
          </p:cNvPr>
          <p:cNvGrpSpPr/>
          <p:nvPr/>
        </p:nvGrpSpPr>
        <p:grpSpPr>
          <a:xfrm>
            <a:off x="2019561" y="2236600"/>
            <a:ext cx="2988000" cy="1246322"/>
            <a:chOff x="2031276" y="2236600"/>
            <a:chExt cx="2988000" cy="1246322"/>
          </a:xfrm>
        </p:grpSpPr>
        <p:sp>
          <p:nvSpPr>
            <p:cNvPr id="29" name="Rectangle 28">
              <a:extLst>
                <a:ext uri="{FF2B5EF4-FFF2-40B4-BE49-F238E27FC236}">
                  <a16:creationId xmlns:a16="http://schemas.microsoft.com/office/drawing/2014/main" id="{76CC6658-2DAF-5220-65C0-1A28AC5F29B8}"/>
                </a:ext>
              </a:extLst>
            </p:cNvPr>
            <p:cNvSpPr/>
            <p:nvPr/>
          </p:nvSpPr>
          <p:spPr>
            <a:xfrm>
              <a:off x="2031276" y="2236600"/>
              <a:ext cx="2988000" cy="1246322"/>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lstStyle/>
            <a:p>
              <a:pPr>
                <a:lnSpc>
                  <a:spcPct val="70000"/>
                </a:lnSpc>
                <a:spcAft>
                  <a:spcPts val="600"/>
                </a:spcAft>
              </a:pPr>
              <a:r>
                <a:rPr lang="en-US" sz="4000">
                  <a:solidFill>
                    <a:schemeClr val="bg1"/>
                  </a:solidFill>
                  <a:latin typeface="+mj-lt"/>
                </a:rPr>
                <a:t>01</a:t>
              </a:r>
            </a:p>
          </p:txBody>
        </p:sp>
        <p:sp>
          <p:nvSpPr>
            <p:cNvPr id="30" name="Rectangle 29">
              <a:extLst>
                <a:ext uri="{FF2B5EF4-FFF2-40B4-BE49-F238E27FC236}">
                  <a16:creationId xmlns:a16="http://schemas.microsoft.com/office/drawing/2014/main" id="{26EE7518-CFBA-83C8-0B7C-41BAF85E7B07}"/>
                </a:ext>
              </a:extLst>
            </p:cNvPr>
            <p:cNvSpPr/>
            <p:nvPr/>
          </p:nvSpPr>
          <p:spPr bwMode="white">
            <a:xfrm>
              <a:off x="2705037" y="2515468"/>
              <a:ext cx="1980000" cy="6885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a:lnSpc>
                  <a:spcPct val="70000"/>
                </a:lnSpc>
              </a:pPr>
              <a:r>
                <a:rPr lang="en-US">
                  <a:solidFill>
                    <a:schemeClr val="bg1"/>
                  </a:solidFill>
                  <a:latin typeface="+mj-lt"/>
                </a:rPr>
                <a:t>Industry selection</a:t>
              </a:r>
            </a:p>
            <a:p>
              <a:pPr>
                <a:lnSpc>
                  <a:spcPct val="110000"/>
                </a:lnSpc>
                <a:spcAft>
                  <a:spcPts val="600"/>
                </a:spcAft>
              </a:pPr>
              <a:r>
                <a:rPr lang="en-US" sz="900">
                  <a:solidFill>
                    <a:schemeClr val="bg1"/>
                  </a:solidFill>
                </a:rPr>
                <a:t>The </a:t>
              </a:r>
              <a:r>
                <a:rPr lang="en-US" sz="1000">
                  <a:solidFill>
                    <a:schemeClr val="bg1"/>
                  </a:solidFill>
                </a:rPr>
                <a:t>industry applicable to the Target is selected following the Capital IQ industry classification.</a:t>
              </a:r>
            </a:p>
          </p:txBody>
        </p:sp>
      </p:grpSp>
      <p:grpSp>
        <p:nvGrpSpPr>
          <p:cNvPr id="38" name="Group 37">
            <a:extLst>
              <a:ext uri="{FF2B5EF4-FFF2-40B4-BE49-F238E27FC236}">
                <a16:creationId xmlns:a16="http://schemas.microsoft.com/office/drawing/2014/main" id="{6EC6E788-86CA-CBFB-5625-A31B9AE67DFE}"/>
              </a:ext>
            </a:extLst>
          </p:cNvPr>
          <p:cNvGrpSpPr/>
          <p:nvPr/>
        </p:nvGrpSpPr>
        <p:grpSpPr>
          <a:xfrm>
            <a:off x="2019561" y="4236882"/>
            <a:ext cx="2988000" cy="1246321"/>
            <a:chOff x="2028309" y="4236882"/>
            <a:chExt cx="2988000" cy="1246321"/>
          </a:xfrm>
        </p:grpSpPr>
        <p:sp>
          <p:nvSpPr>
            <p:cNvPr id="28" name="Rectangle 27">
              <a:extLst>
                <a:ext uri="{FF2B5EF4-FFF2-40B4-BE49-F238E27FC236}">
                  <a16:creationId xmlns:a16="http://schemas.microsoft.com/office/drawing/2014/main" id="{C4EF9C81-17BD-EC38-52B7-3E3316F0AB12}"/>
                </a:ext>
              </a:extLst>
            </p:cNvPr>
            <p:cNvSpPr/>
            <p:nvPr/>
          </p:nvSpPr>
          <p:spPr>
            <a:xfrm>
              <a:off x="2028309" y="4236882"/>
              <a:ext cx="2988000" cy="1246321"/>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nchorCtr="0"/>
            <a:lstStyle/>
            <a:p>
              <a:pPr>
                <a:lnSpc>
                  <a:spcPct val="70000"/>
                </a:lnSpc>
                <a:spcAft>
                  <a:spcPts val="600"/>
                </a:spcAft>
              </a:pPr>
              <a:r>
                <a:rPr lang="en-US" sz="4000">
                  <a:solidFill>
                    <a:schemeClr val="bg1"/>
                  </a:solidFill>
                  <a:latin typeface="+mj-lt"/>
                </a:rPr>
                <a:t>02</a:t>
              </a:r>
            </a:p>
          </p:txBody>
        </p:sp>
        <p:sp>
          <p:nvSpPr>
            <p:cNvPr id="31" name="Rectangle 30">
              <a:extLst>
                <a:ext uri="{FF2B5EF4-FFF2-40B4-BE49-F238E27FC236}">
                  <a16:creationId xmlns:a16="http://schemas.microsoft.com/office/drawing/2014/main" id="{53FC330B-E50A-3DEF-72C9-4EB1D096EFF8}"/>
                </a:ext>
              </a:extLst>
            </p:cNvPr>
            <p:cNvSpPr/>
            <p:nvPr/>
          </p:nvSpPr>
          <p:spPr bwMode="white">
            <a:xfrm>
              <a:off x="2705037" y="4431110"/>
              <a:ext cx="2203272" cy="8578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a:lnSpc>
                  <a:spcPct val="70000"/>
                </a:lnSpc>
              </a:pPr>
              <a:r>
                <a:rPr lang="en-US">
                  <a:solidFill>
                    <a:schemeClr val="bg1"/>
                  </a:solidFill>
                  <a:latin typeface="+mj-lt"/>
                </a:rPr>
                <a:t>Results &amp; analysis</a:t>
              </a:r>
            </a:p>
            <a:p>
              <a:pPr>
                <a:lnSpc>
                  <a:spcPct val="110000"/>
                </a:lnSpc>
                <a:spcAft>
                  <a:spcPts val="600"/>
                </a:spcAft>
              </a:pPr>
              <a:r>
                <a:rPr lang="en-US" sz="1000">
                  <a:solidFill>
                    <a:schemeClr val="bg1"/>
                  </a:solidFill>
                </a:rPr>
                <a:t>Based on our KPMG proprietary database, an indication of observed categories of intangible assets as well as certain parameters are provided.</a:t>
              </a:r>
            </a:p>
          </p:txBody>
        </p:sp>
      </p:grpSp>
      <p:graphicFrame>
        <p:nvGraphicFramePr>
          <p:cNvPr id="2" name="Table 10">
            <a:extLst>
              <a:ext uri="{FF2B5EF4-FFF2-40B4-BE49-F238E27FC236}">
                <a16:creationId xmlns:a16="http://schemas.microsoft.com/office/drawing/2014/main" id="{E8874DCB-BCF4-1509-0C10-2FEE3C38648C}"/>
              </a:ext>
            </a:extLst>
          </p:cNvPr>
          <p:cNvGraphicFramePr>
            <a:graphicFrameLocks noGrp="1"/>
          </p:cNvGraphicFramePr>
          <p:nvPr>
            <p:extLst>
              <p:ext uri="{D42A27DB-BD31-4B8C-83A1-F6EECF244321}">
                <p14:modId xmlns:p14="http://schemas.microsoft.com/office/powerpoint/2010/main" val="2728420519"/>
              </p:ext>
            </p:extLst>
          </p:nvPr>
        </p:nvGraphicFramePr>
        <p:xfrm>
          <a:off x="932737" y="142211"/>
          <a:ext cx="9295208"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04900">
                  <a:extLst>
                    <a:ext uri="{9D8B030D-6E8A-4147-A177-3AD203B41FA5}">
                      <a16:colId xmlns:a16="http://schemas.microsoft.com/office/drawing/2014/main" val="3480804512"/>
                    </a:ext>
                  </a:extLst>
                </a:gridCol>
                <a:gridCol w="1083310">
                  <a:extLst>
                    <a:ext uri="{9D8B030D-6E8A-4147-A177-3AD203B41FA5}">
                      <a16:colId xmlns:a16="http://schemas.microsoft.com/office/drawing/2014/main" val="1508802548"/>
                    </a:ext>
                  </a:extLst>
                </a:gridCol>
                <a:gridCol w="952500">
                  <a:extLst>
                    <a:ext uri="{9D8B030D-6E8A-4147-A177-3AD203B41FA5}">
                      <a16:colId xmlns:a16="http://schemas.microsoft.com/office/drawing/2014/main" val="1380669789"/>
                    </a:ext>
                  </a:extLst>
                </a:gridCol>
                <a:gridCol w="777240">
                  <a:extLst>
                    <a:ext uri="{9D8B030D-6E8A-4147-A177-3AD203B41FA5}">
                      <a16:colId xmlns:a16="http://schemas.microsoft.com/office/drawing/2014/main" val="3717172380"/>
                    </a:ext>
                  </a:extLst>
                </a:gridCol>
                <a:gridCol w="693420">
                  <a:extLst>
                    <a:ext uri="{9D8B030D-6E8A-4147-A177-3AD203B41FA5}">
                      <a16:colId xmlns:a16="http://schemas.microsoft.com/office/drawing/2014/main" val="2348796435"/>
                    </a:ext>
                  </a:extLst>
                </a:gridCol>
                <a:gridCol w="954405">
                  <a:extLst>
                    <a:ext uri="{9D8B030D-6E8A-4147-A177-3AD203B41FA5}">
                      <a16:colId xmlns:a16="http://schemas.microsoft.com/office/drawing/2014/main" val="3209140028"/>
                    </a:ext>
                  </a:extLst>
                </a:gridCol>
                <a:gridCol w="952500">
                  <a:extLst>
                    <a:ext uri="{9D8B030D-6E8A-4147-A177-3AD203B41FA5}">
                      <a16:colId xmlns:a16="http://schemas.microsoft.com/office/drawing/2014/main" val="2651425576"/>
                    </a:ext>
                  </a:extLst>
                </a:gridCol>
                <a:gridCol w="628650">
                  <a:extLst>
                    <a:ext uri="{9D8B030D-6E8A-4147-A177-3AD203B41FA5}">
                      <a16:colId xmlns:a16="http://schemas.microsoft.com/office/drawing/2014/main" val="3903366463"/>
                    </a:ext>
                  </a:extLst>
                </a:gridCol>
                <a:gridCol w="893445">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1" i="0" u="none" strike="noStrike" kern="1200" cap="none" spc="0" normalizeH="0" baseline="0">
                          <a:ln>
                            <a:noFill/>
                          </a:ln>
                          <a:solidFill>
                            <a:srgbClr val="00338D"/>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19" name="Rectangle 18">
            <a:hlinkClick r:id="rId6" action="ppaction://hlinksldjump"/>
            <a:extLst>
              <a:ext uri="{FF2B5EF4-FFF2-40B4-BE49-F238E27FC236}">
                <a16:creationId xmlns:a16="http://schemas.microsoft.com/office/drawing/2014/main" id="{EE8F944F-436B-1995-D248-96B6ADE4F101}"/>
              </a:ext>
            </a:extLst>
          </p:cNvPr>
          <p:cNvSpPr/>
          <p:nvPr/>
        </p:nvSpPr>
        <p:spPr>
          <a:xfrm>
            <a:off x="935783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2" name="Rectangle 31">
            <a:hlinkClick r:id="rId7" action="ppaction://hlinksldjump"/>
            <a:extLst>
              <a:ext uri="{FF2B5EF4-FFF2-40B4-BE49-F238E27FC236}">
                <a16:creationId xmlns:a16="http://schemas.microsoft.com/office/drawing/2014/main" id="{4CD2A4C0-8AEF-3C82-24F1-F25DCD06D7DE}"/>
              </a:ext>
            </a:extLst>
          </p:cNvPr>
          <p:cNvSpPr/>
          <p:nvPr/>
        </p:nvSpPr>
        <p:spPr>
          <a:xfrm>
            <a:off x="2199335" y="140055"/>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3" name="Rectangle 32">
            <a:hlinkClick r:id="rId8" action="ppaction://hlinksldjump"/>
            <a:extLst>
              <a:ext uri="{FF2B5EF4-FFF2-40B4-BE49-F238E27FC236}">
                <a16:creationId xmlns:a16="http://schemas.microsoft.com/office/drawing/2014/main" id="{7F3682C2-E6C7-1C40-6B89-6A4E378BE50E}"/>
              </a:ext>
            </a:extLst>
          </p:cNvPr>
          <p:cNvSpPr/>
          <p:nvPr/>
        </p:nvSpPr>
        <p:spPr>
          <a:xfrm>
            <a:off x="439487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4" name="Rectangle 33">
            <a:hlinkClick r:id="rId9" action="ppaction://hlinksldjump"/>
            <a:extLst>
              <a:ext uri="{FF2B5EF4-FFF2-40B4-BE49-F238E27FC236}">
                <a16:creationId xmlns:a16="http://schemas.microsoft.com/office/drawing/2014/main" id="{CB7116EA-6F8E-33A2-A307-F51549B0EBF8}"/>
              </a:ext>
            </a:extLst>
          </p:cNvPr>
          <p:cNvSpPr/>
          <p:nvPr/>
        </p:nvSpPr>
        <p:spPr>
          <a:xfrm>
            <a:off x="7763820" y="140055"/>
            <a:ext cx="9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5" name="Rectangle 34">
            <a:hlinkClick r:id="rId10" action="ppaction://hlinksldjump"/>
            <a:extLst>
              <a:ext uri="{FF2B5EF4-FFF2-40B4-BE49-F238E27FC236}">
                <a16:creationId xmlns:a16="http://schemas.microsoft.com/office/drawing/2014/main" id="{F62A5900-FC4C-9A6A-5D26-F689128AB062}"/>
              </a:ext>
            </a:extLst>
          </p:cNvPr>
          <p:cNvSpPr/>
          <p:nvPr/>
        </p:nvSpPr>
        <p:spPr>
          <a:xfrm>
            <a:off x="535843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36" name="Rectangle 35">
            <a:hlinkClick r:id="rId11" action="ppaction://hlinksldjump"/>
            <a:extLst>
              <a:ext uri="{FF2B5EF4-FFF2-40B4-BE49-F238E27FC236}">
                <a16:creationId xmlns:a16="http://schemas.microsoft.com/office/drawing/2014/main" id="{829F2489-2D40-2E52-A961-C7915C78E0AA}"/>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40" name="Rectangle 39">
            <a:hlinkClick r:id="rId12" action="ppaction://hlinksldjump"/>
            <a:extLst>
              <a:ext uri="{FF2B5EF4-FFF2-40B4-BE49-F238E27FC236}">
                <a16:creationId xmlns:a16="http://schemas.microsoft.com/office/drawing/2014/main" id="{297E9264-4278-6372-EB63-28F8DD6D5D26}"/>
              </a:ext>
            </a:extLst>
          </p:cNvPr>
          <p:cNvSpPr/>
          <p:nvPr/>
        </p:nvSpPr>
        <p:spPr>
          <a:xfrm>
            <a:off x="3305911" y="140055"/>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41" name="Rectangle 40">
            <a:hlinkClick r:id="rId13" action="ppaction://hlinksldjump"/>
            <a:extLst>
              <a:ext uri="{FF2B5EF4-FFF2-40B4-BE49-F238E27FC236}">
                <a16:creationId xmlns:a16="http://schemas.microsoft.com/office/drawing/2014/main" id="{A00D4559-FB37-F126-3431-4D2E014E39A9}"/>
              </a:ext>
            </a:extLst>
          </p:cNvPr>
          <p:cNvSpPr/>
          <p:nvPr/>
        </p:nvSpPr>
        <p:spPr>
          <a:xfrm>
            <a:off x="612673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42" name="Rectangle 41">
            <a:hlinkClick r:id="rId14" action="ppaction://hlinksldjump"/>
            <a:extLst>
              <a:ext uri="{FF2B5EF4-FFF2-40B4-BE49-F238E27FC236}">
                <a16:creationId xmlns:a16="http://schemas.microsoft.com/office/drawing/2014/main" id="{3D8C9698-87C2-316A-9D85-4E87B973F7BA}"/>
              </a:ext>
            </a:extLst>
          </p:cNvPr>
          <p:cNvSpPr/>
          <p:nvPr/>
        </p:nvSpPr>
        <p:spPr>
          <a:xfrm>
            <a:off x="68283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43" name="Rectangle 42">
            <a:hlinkClick r:id="rId15" action="ppaction://hlinksldjump"/>
            <a:extLst>
              <a:ext uri="{FF2B5EF4-FFF2-40B4-BE49-F238E27FC236}">
                <a16:creationId xmlns:a16="http://schemas.microsoft.com/office/drawing/2014/main" id="{3F8932F4-38EE-C0F6-22DC-ED32F1818492}"/>
              </a:ext>
            </a:extLst>
          </p:cNvPr>
          <p:cNvSpPr/>
          <p:nvPr/>
        </p:nvSpPr>
        <p:spPr>
          <a:xfrm>
            <a:off x="8735523"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4" name="Text Placeholder 12">
            <a:extLst>
              <a:ext uri="{FF2B5EF4-FFF2-40B4-BE49-F238E27FC236}">
                <a16:creationId xmlns:a16="http://schemas.microsoft.com/office/drawing/2014/main" id="{1EF5054E-D380-2B44-D8BA-BEB71F6D3DF0}"/>
              </a:ext>
            </a:extLst>
          </p:cNvPr>
          <p:cNvSpPr txBox="1">
            <a:spLocks/>
          </p:cNvSpPr>
          <p:nvPr/>
        </p:nvSpPr>
        <p:spPr>
          <a:xfrm>
            <a:off x="995120" y="5907053"/>
            <a:ext cx="5036399" cy="210314"/>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a:solidFill>
                  <a:schemeClr val="tx2"/>
                </a:solidFill>
                <a:latin typeface="Arial" panose="020B0604020202020204" pitchFamily="34" charset="0"/>
              </a:rPr>
              <a:t>Note:	Be mindful that the fair value of fixed assets and other assets and liabilities are not in scope of the benchmarking tool.</a:t>
            </a:r>
          </a:p>
          <a:p>
            <a:pPr defTabSz="444500" rtl="0">
              <a:spcAft>
                <a:spcPts val="200"/>
              </a:spcAft>
            </a:pPr>
            <a:r>
              <a:rPr lang="en-US" sz="600" b="0">
                <a:solidFill>
                  <a:schemeClr val="tx2"/>
                </a:solidFill>
                <a:latin typeface="Arial" panose="020B0604020202020204" pitchFamily="34" charset="0"/>
              </a:rPr>
              <a:t>Source: 	[…].</a:t>
            </a:r>
          </a:p>
        </p:txBody>
      </p:sp>
      <p:sp>
        <p:nvSpPr>
          <p:cNvPr id="7" name="Text Placeholder 7">
            <a:extLst>
              <a:ext uri="{FF2B5EF4-FFF2-40B4-BE49-F238E27FC236}">
                <a16:creationId xmlns:a16="http://schemas.microsoft.com/office/drawing/2014/main" id="{FD140724-E7EE-D444-0289-964EF65E6890}"/>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10" name="Text Placeholder 12">
            <a:extLst>
              <a:ext uri="{FF2B5EF4-FFF2-40B4-BE49-F238E27FC236}">
                <a16:creationId xmlns:a16="http://schemas.microsoft.com/office/drawing/2014/main" id="{3C24BC2F-D655-C52C-1A7F-68464D796C67}"/>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1" name="Rounded Rectangle 7">
            <a:extLst>
              <a:ext uri="{FF2B5EF4-FFF2-40B4-BE49-F238E27FC236}">
                <a16:creationId xmlns:a16="http://schemas.microsoft.com/office/drawing/2014/main" id="{88ADB5B2-4CDE-21D3-86EF-9580A046737A}"/>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20" name="Rectangle 19">
            <a:extLst>
              <a:ext uri="{FF2B5EF4-FFF2-40B4-BE49-F238E27FC236}">
                <a16:creationId xmlns:a16="http://schemas.microsoft.com/office/drawing/2014/main" id="{562028E8-8861-1D21-614A-6F0BA75BB245}"/>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21" name="Straight Arrow Connector 20">
            <a:extLst>
              <a:ext uri="{FF2B5EF4-FFF2-40B4-BE49-F238E27FC236}">
                <a16:creationId xmlns:a16="http://schemas.microsoft.com/office/drawing/2014/main" id="{C60C5E39-E53B-D4F1-7F2C-1097E7CBF836}"/>
              </a:ext>
            </a:extLst>
          </p:cNvPr>
          <p:cNvCxnSpPr>
            <a:cxnSpLocks/>
            <a:stCxn id="20" idx="2"/>
            <a:endCxn id="11"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77213FAA-3B8B-300F-CBAB-849B159FD313}"/>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5" name="Rectangle 4">
            <a:extLst>
              <a:ext uri="{FF2B5EF4-FFF2-40B4-BE49-F238E27FC236}">
                <a16:creationId xmlns:a16="http://schemas.microsoft.com/office/drawing/2014/main" id="{1F92D3B9-64DC-54D7-C538-1ED84A22087C}"/>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2" name="Rectangle 11">
            <a:extLst>
              <a:ext uri="{FF2B5EF4-FFF2-40B4-BE49-F238E27FC236}">
                <a16:creationId xmlns:a16="http://schemas.microsoft.com/office/drawing/2014/main" id="{7D358CCC-CE83-CAC3-63EB-0A7CBCA3205B}"/>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13" name="Rectangle 12">
            <a:extLst>
              <a:ext uri="{FF2B5EF4-FFF2-40B4-BE49-F238E27FC236}">
                <a16:creationId xmlns:a16="http://schemas.microsoft.com/office/drawing/2014/main" id="{3244C171-AC3D-F505-D54E-3F3C8B2F7A85}"/>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5" name="Rectangle: Top Corners One Rounded and One Snipped 14">
            <a:extLst>
              <a:ext uri="{FF2B5EF4-FFF2-40B4-BE49-F238E27FC236}">
                <a16:creationId xmlns:a16="http://schemas.microsoft.com/office/drawing/2014/main" id="{663E7D67-E9EA-8529-64AC-A1E2FB84D01E}"/>
              </a:ext>
            </a:extLst>
          </p:cNvPr>
          <p:cNvSpPr/>
          <p:nvPr/>
        </p:nvSpPr>
        <p:spPr>
          <a:xfrm>
            <a:off x="10283300" y="6263314"/>
            <a:ext cx="1908700" cy="594686"/>
          </a:xfrm>
          <a:prstGeom prst="snip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defTabSz="762000"/>
            <a:r>
              <a:rPr lang="en-US" altLang="fi-FI" sz="900">
                <a:solidFill>
                  <a:schemeClr val="bg1"/>
                </a:solidFill>
                <a:latin typeface="Arial" panose="020B0604020202020204" pitchFamily="34" charset="0"/>
              </a:rPr>
              <a:t>Please coordinate with your local Valuation team and consult the </a:t>
            </a:r>
            <a:r>
              <a:rPr lang="en-US" altLang="fi-FI" sz="900">
                <a:solidFill>
                  <a:schemeClr val="bg1"/>
                </a:solidFill>
                <a:latin typeface="Arial" panose="020B0604020202020204" pitchFamily="34" charset="0"/>
                <a:hlinkClick r:id="rId16"/>
              </a:rPr>
              <a:t>Valuation+ page </a:t>
            </a:r>
            <a:r>
              <a:rPr lang="en-US" altLang="fi-FI" sz="900">
                <a:solidFill>
                  <a:schemeClr val="bg1"/>
                </a:solidFill>
                <a:latin typeface="Arial" panose="020B0604020202020204" pitchFamily="34" charset="0"/>
              </a:rPr>
              <a:t>before applying Valuation+ to the report.</a:t>
            </a:r>
          </a:p>
        </p:txBody>
      </p:sp>
    </p:spTree>
    <p:extLst>
      <p:ext uri="{BB962C8B-B14F-4D97-AF65-F5344CB8AC3E}">
        <p14:creationId xmlns:p14="http://schemas.microsoft.com/office/powerpoint/2010/main" val="11163867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BCDFE7DA-7B6F-40AE-9A1B-BADC4E876DB8}"/>
              </a:ext>
            </a:extLst>
          </p:cNvPr>
          <p:cNvGraphicFramePr>
            <a:graphicFrameLocks noChangeAspect="1"/>
          </p:cNvGraphicFramePr>
          <p:nvPr>
            <p:custDataLst>
              <p:tags r:id="rId1"/>
            </p:custDataLst>
            <p:extLst>
              <p:ext uri="{D42A27DB-BD31-4B8C-83A1-F6EECF244321}">
                <p14:modId xmlns:p14="http://schemas.microsoft.com/office/powerpoint/2010/main" val="2498494930"/>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9" name="Object 8" hidden="1">
                        <a:extLst>
                          <a:ext uri="{FF2B5EF4-FFF2-40B4-BE49-F238E27FC236}">
                            <a16:creationId xmlns:a16="http://schemas.microsoft.com/office/drawing/2014/main" id="{BCDFE7DA-7B6F-40AE-9A1B-BADC4E876DB8}"/>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F390DBAB-7891-4DB5-B256-C0332184A1F2}"/>
              </a:ext>
            </a:extLst>
          </p:cNvPr>
          <p:cNvSpPr>
            <a:spLocks noGrp="1"/>
          </p:cNvSpPr>
          <p:nvPr>
            <p:ph type="body" sz="quarter" idx="10"/>
          </p:nvPr>
        </p:nvSpPr>
        <p:spPr/>
        <p:txBody>
          <a:bodyPr/>
          <a:lstStyle/>
          <a:p>
            <a:endParaRPr lang="en-US" dirty="0"/>
          </a:p>
        </p:txBody>
      </p:sp>
      <p:sp>
        <p:nvSpPr>
          <p:cNvPr id="3" name="Title 2">
            <a:extLst>
              <a:ext uri="{FF2B5EF4-FFF2-40B4-BE49-F238E27FC236}">
                <a16:creationId xmlns:a16="http://schemas.microsoft.com/office/drawing/2014/main" id="{2D8C26B3-372D-4886-8384-7B2DDEC63E2A}"/>
              </a:ext>
            </a:extLst>
          </p:cNvPr>
          <p:cNvSpPr>
            <a:spLocks noGrp="1"/>
          </p:cNvSpPr>
          <p:nvPr>
            <p:ph type="title"/>
          </p:nvPr>
        </p:nvSpPr>
        <p:spPr/>
        <p:txBody>
          <a:bodyPr vert="horz"/>
          <a:lstStyle/>
          <a:p>
            <a:r>
              <a:rPr lang="en-US" dirty="0"/>
              <a:t>Pre-Deal PPA benchmarking – Results (1/3)</a:t>
            </a:r>
          </a:p>
        </p:txBody>
      </p:sp>
      <p:sp>
        <p:nvSpPr>
          <p:cNvPr id="5" name="Text Placeholder 4">
            <a:extLst>
              <a:ext uri="{FF2B5EF4-FFF2-40B4-BE49-F238E27FC236}">
                <a16:creationId xmlns:a16="http://schemas.microsoft.com/office/drawing/2014/main" id="{24981D38-7923-4E9C-AA28-C6DB50CE07C0}"/>
              </a:ext>
            </a:extLst>
          </p:cNvPr>
          <p:cNvSpPr>
            <a:spLocks noGrp="1"/>
          </p:cNvSpPr>
          <p:nvPr>
            <p:ph type="body" sz="quarter" idx="11"/>
          </p:nvPr>
        </p:nvSpPr>
        <p:spPr/>
        <p:txBody>
          <a:bodyPr/>
          <a:lstStyle/>
          <a:p>
            <a:r>
              <a:rPr lang="en-US" dirty="0"/>
              <a:t>Percentage of deals with recognized intangible asset category</a:t>
            </a:r>
          </a:p>
        </p:txBody>
      </p:sp>
      <p:sp>
        <p:nvSpPr>
          <p:cNvPr id="10" name="Text Placeholder 9">
            <a:extLst>
              <a:ext uri="{FF2B5EF4-FFF2-40B4-BE49-F238E27FC236}">
                <a16:creationId xmlns:a16="http://schemas.microsoft.com/office/drawing/2014/main" id="{F1F74FDE-E480-4F65-B1C8-DB746958DA20}"/>
              </a:ext>
            </a:extLst>
          </p:cNvPr>
          <p:cNvSpPr>
            <a:spLocks noGrp="1"/>
          </p:cNvSpPr>
          <p:nvPr>
            <p:ph type="body" sz="quarter" idx="25"/>
          </p:nvPr>
        </p:nvSpPr>
        <p:spPr/>
        <p:txBody>
          <a:bodyPr/>
          <a:lstStyle/>
          <a:p>
            <a:r>
              <a:rPr lang="en-US" dirty="0"/>
              <a:t>Average relative share of goodwill as a % of EV</a:t>
            </a:r>
          </a:p>
        </p:txBody>
      </p:sp>
      <p:sp>
        <p:nvSpPr>
          <p:cNvPr id="63" name="Rectangle 62">
            <a:extLst>
              <a:ext uri="{FF2B5EF4-FFF2-40B4-BE49-F238E27FC236}">
                <a16:creationId xmlns:a16="http://schemas.microsoft.com/office/drawing/2014/main" id="{30A48245-27CD-497C-AC22-D2F2841A8E34}"/>
              </a:ext>
            </a:extLst>
          </p:cNvPr>
          <p:cNvSpPr/>
          <p:nvPr/>
        </p:nvSpPr>
        <p:spPr>
          <a:xfrm>
            <a:off x="1003312"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Left</a:t>
            </a:r>
          </a:p>
        </p:txBody>
      </p:sp>
      <p:sp>
        <p:nvSpPr>
          <p:cNvPr id="64" name="Rectangle 63">
            <a:extLst>
              <a:ext uri="{FF2B5EF4-FFF2-40B4-BE49-F238E27FC236}">
                <a16:creationId xmlns:a16="http://schemas.microsoft.com/office/drawing/2014/main" id="{78ACDF21-FBEC-4491-81F7-993E5561DDEC}"/>
              </a:ext>
            </a:extLst>
          </p:cNvPr>
          <p:cNvSpPr/>
          <p:nvPr/>
        </p:nvSpPr>
        <p:spPr>
          <a:xfrm>
            <a:off x="4815356"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2/3 text box</a:t>
            </a:r>
          </a:p>
        </p:txBody>
      </p:sp>
      <p:sp>
        <p:nvSpPr>
          <p:cNvPr id="68" name="Rectangle 67">
            <a:extLst>
              <a:ext uri="{FF2B5EF4-FFF2-40B4-BE49-F238E27FC236}">
                <a16:creationId xmlns:a16="http://schemas.microsoft.com/office/drawing/2014/main" id="{0433D042-8854-4CC3-9A53-40466AEEC412}"/>
              </a:ext>
            </a:extLst>
          </p:cNvPr>
          <p:cNvSpPr/>
          <p:nvPr/>
        </p:nvSpPr>
        <p:spPr>
          <a:xfrm>
            <a:off x="10545600" y="-294019"/>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Right</a:t>
            </a:r>
          </a:p>
        </p:txBody>
      </p:sp>
      <p:sp>
        <p:nvSpPr>
          <p:cNvPr id="69" name="Rectangle 68">
            <a:extLst>
              <a:ext uri="{FF2B5EF4-FFF2-40B4-BE49-F238E27FC236}">
                <a16:creationId xmlns:a16="http://schemas.microsoft.com/office/drawing/2014/main" id="{2B1BEDBD-CBD7-48B0-B201-C3825FCCB94F}"/>
              </a:ext>
            </a:extLst>
          </p:cNvPr>
          <p:cNvSpPr/>
          <p:nvPr/>
        </p:nvSpPr>
        <p:spPr>
          <a:xfrm>
            <a:off x="8067813"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Second text column</a:t>
            </a:r>
          </a:p>
        </p:txBody>
      </p:sp>
      <p:sp>
        <p:nvSpPr>
          <p:cNvPr id="70" name="Rectangle 69">
            <a:extLst>
              <a:ext uri="{FF2B5EF4-FFF2-40B4-BE49-F238E27FC236}">
                <a16:creationId xmlns:a16="http://schemas.microsoft.com/office/drawing/2014/main" id="{84172C04-3D31-4B27-8879-773E862A7952}"/>
              </a:ext>
            </a:extLst>
          </p:cNvPr>
          <p:cNvSpPr/>
          <p:nvPr/>
        </p:nvSpPr>
        <p:spPr>
          <a:xfrm>
            <a:off x="6175864" y="-303346"/>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a:solidFill>
                  <a:schemeClr val="bg1"/>
                </a:solidFill>
              </a:rPr>
              <a:t>50-50</a:t>
            </a:r>
          </a:p>
          <a:p>
            <a:pPr algn="ctr"/>
            <a:r>
              <a:rPr lang="en-US" sz="800">
                <a:solidFill>
                  <a:schemeClr val="bg1"/>
                </a:solidFill>
              </a:rPr>
              <a:t>text box</a:t>
            </a:r>
          </a:p>
        </p:txBody>
      </p:sp>
      <p:sp>
        <p:nvSpPr>
          <p:cNvPr id="29" name="Text Placeholder 25">
            <a:extLst>
              <a:ext uri="{FF2B5EF4-FFF2-40B4-BE49-F238E27FC236}">
                <a16:creationId xmlns:a16="http://schemas.microsoft.com/office/drawing/2014/main" id="{5638993F-69DB-738A-9BA8-C383C1793B58}"/>
              </a:ext>
            </a:extLst>
          </p:cNvPr>
          <p:cNvSpPr txBox="1">
            <a:spLocks/>
          </p:cNvSpPr>
          <p:nvPr/>
        </p:nvSpPr>
        <p:spPr>
          <a:xfrm>
            <a:off x="6157201" y="3858231"/>
            <a:ext cx="5036400" cy="252000"/>
          </a:xfrm>
          <a:prstGeom prst="rect">
            <a:avLst/>
          </a:prstGeom>
          <a:solidFill>
            <a:schemeClr val="tx2"/>
          </a:solidFill>
        </p:spPr>
        <p:txBody>
          <a:bodyPr lIns="72000" tIns="0" rIns="72000" bIns="0" anchor="ctr" anchorCtr="0"/>
          <a:lstStyle>
            <a:lvl1pPr marL="0" indent="0" algn="l" defTabSz="914377"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9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9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 Median fair value as a % of EV by intangible asset category</a:t>
            </a:r>
          </a:p>
        </p:txBody>
      </p:sp>
      <p:sp>
        <p:nvSpPr>
          <p:cNvPr id="45" name="Rectangle 44">
            <a:extLst>
              <a:ext uri="{FF2B5EF4-FFF2-40B4-BE49-F238E27FC236}">
                <a16:creationId xmlns:a16="http://schemas.microsoft.com/office/drawing/2014/main" id="{BD99FB22-F133-CDC1-59FC-FB593D67FF2B}"/>
              </a:ext>
            </a:extLst>
          </p:cNvPr>
          <p:cNvSpPr/>
          <p:nvPr/>
        </p:nvSpPr>
        <p:spPr>
          <a:xfrm>
            <a:off x="10885714" y="422619"/>
            <a:ext cx="1263574" cy="533400"/>
          </a:xfrm>
          <a:prstGeom prst="rect">
            <a:avLst/>
          </a:prstGeom>
          <a:solidFill>
            <a:srgbClr val="FFFF00"/>
          </a:solidFill>
          <a:ln w="76200">
            <a:solidFill>
              <a:srgbClr val="BC204B"/>
            </a:solid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US" sz="1000">
                <a:solidFill>
                  <a:srgbClr val="BC204B"/>
                </a:solidFill>
              </a:rPr>
              <a:t>Example only – </a:t>
            </a:r>
          </a:p>
          <a:p>
            <a:pPr algn="ctr"/>
            <a:r>
              <a:rPr lang="en-US" sz="1000">
                <a:solidFill>
                  <a:srgbClr val="BC204B"/>
                </a:solidFill>
              </a:rPr>
              <a:t>to be updated!</a:t>
            </a:r>
          </a:p>
        </p:txBody>
      </p:sp>
      <p:graphicFrame>
        <p:nvGraphicFramePr>
          <p:cNvPr id="43" name="Table 10">
            <a:extLst>
              <a:ext uri="{FF2B5EF4-FFF2-40B4-BE49-F238E27FC236}">
                <a16:creationId xmlns:a16="http://schemas.microsoft.com/office/drawing/2014/main" id="{659DA5C3-E27F-8AE1-2557-05C0E8F46A6B}"/>
              </a:ext>
            </a:extLst>
          </p:cNvPr>
          <p:cNvGraphicFramePr>
            <a:graphicFrameLocks noGrp="1"/>
          </p:cNvGraphicFramePr>
          <p:nvPr>
            <p:extLst>
              <p:ext uri="{D42A27DB-BD31-4B8C-83A1-F6EECF244321}">
                <p14:modId xmlns:p14="http://schemas.microsoft.com/office/powerpoint/2010/main" val="542147939"/>
              </p:ext>
            </p:extLst>
          </p:nvPr>
        </p:nvGraphicFramePr>
        <p:xfrm>
          <a:off x="932737" y="142211"/>
          <a:ext cx="9295208"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04900">
                  <a:extLst>
                    <a:ext uri="{9D8B030D-6E8A-4147-A177-3AD203B41FA5}">
                      <a16:colId xmlns:a16="http://schemas.microsoft.com/office/drawing/2014/main" val="3480804512"/>
                    </a:ext>
                  </a:extLst>
                </a:gridCol>
                <a:gridCol w="1083310">
                  <a:extLst>
                    <a:ext uri="{9D8B030D-6E8A-4147-A177-3AD203B41FA5}">
                      <a16:colId xmlns:a16="http://schemas.microsoft.com/office/drawing/2014/main" val="1508802548"/>
                    </a:ext>
                  </a:extLst>
                </a:gridCol>
                <a:gridCol w="952500">
                  <a:extLst>
                    <a:ext uri="{9D8B030D-6E8A-4147-A177-3AD203B41FA5}">
                      <a16:colId xmlns:a16="http://schemas.microsoft.com/office/drawing/2014/main" val="1380669789"/>
                    </a:ext>
                  </a:extLst>
                </a:gridCol>
                <a:gridCol w="777240">
                  <a:extLst>
                    <a:ext uri="{9D8B030D-6E8A-4147-A177-3AD203B41FA5}">
                      <a16:colId xmlns:a16="http://schemas.microsoft.com/office/drawing/2014/main" val="3717172380"/>
                    </a:ext>
                  </a:extLst>
                </a:gridCol>
                <a:gridCol w="693420">
                  <a:extLst>
                    <a:ext uri="{9D8B030D-6E8A-4147-A177-3AD203B41FA5}">
                      <a16:colId xmlns:a16="http://schemas.microsoft.com/office/drawing/2014/main" val="2348796435"/>
                    </a:ext>
                  </a:extLst>
                </a:gridCol>
                <a:gridCol w="954405">
                  <a:extLst>
                    <a:ext uri="{9D8B030D-6E8A-4147-A177-3AD203B41FA5}">
                      <a16:colId xmlns:a16="http://schemas.microsoft.com/office/drawing/2014/main" val="3209140028"/>
                    </a:ext>
                  </a:extLst>
                </a:gridCol>
                <a:gridCol w="952500">
                  <a:extLst>
                    <a:ext uri="{9D8B030D-6E8A-4147-A177-3AD203B41FA5}">
                      <a16:colId xmlns:a16="http://schemas.microsoft.com/office/drawing/2014/main" val="2651425576"/>
                    </a:ext>
                  </a:extLst>
                </a:gridCol>
                <a:gridCol w="628650">
                  <a:extLst>
                    <a:ext uri="{9D8B030D-6E8A-4147-A177-3AD203B41FA5}">
                      <a16:colId xmlns:a16="http://schemas.microsoft.com/office/drawing/2014/main" val="3903366463"/>
                    </a:ext>
                  </a:extLst>
                </a:gridCol>
                <a:gridCol w="893445">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1" i="0" u="none" strike="noStrike" kern="1200" cap="none" spc="0" normalizeH="0" baseline="0">
                          <a:ln>
                            <a:noFill/>
                          </a:ln>
                          <a:solidFill>
                            <a:srgbClr val="00338D"/>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Appendices</a:t>
                      </a:r>
                      <a:endParaRPr lang="en-US" sz="1000">
                        <a:ln>
                          <a:noFill/>
                        </a:ln>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44" name="Rectangle 43">
            <a:hlinkClick r:id="rId6" action="ppaction://hlinksldjump"/>
            <a:extLst>
              <a:ext uri="{FF2B5EF4-FFF2-40B4-BE49-F238E27FC236}">
                <a16:creationId xmlns:a16="http://schemas.microsoft.com/office/drawing/2014/main" id="{394511BC-A811-382A-20A9-6257535E6060}"/>
              </a:ext>
            </a:extLst>
          </p:cNvPr>
          <p:cNvSpPr/>
          <p:nvPr/>
        </p:nvSpPr>
        <p:spPr>
          <a:xfrm>
            <a:off x="9357834" y="140055"/>
            <a:ext cx="75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46" name="Rectangle 45">
            <a:hlinkClick r:id="rId7" action="ppaction://hlinksldjump"/>
            <a:extLst>
              <a:ext uri="{FF2B5EF4-FFF2-40B4-BE49-F238E27FC236}">
                <a16:creationId xmlns:a16="http://schemas.microsoft.com/office/drawing/2014/main" id="{088E01EB-92AC-0FCC-3419-677DFCE118B0}"/>
              </a:ext>
            </a:extLst>
          </p:cNvPr>
          <p:cNvSpPr/>
          <p:nvPr/>
        </p:nvSpPr>
        <p:spPr>
          <a:xfrm>
            <a:off x="2199335" y="140055"/>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47" name="Rectangle 46">
            <a:hlinkClick r:id="rId8" action="ppaction://hlinksldjump"/>
            <a:extLst>
              <a:ext uri="{FF2B5EF4-FFF2-40B4-BE49-F238E27FC236}">
                <a16:creationId xmlns:a16="http://schemas.microsoft.com/office/drawing/2014/main" id="{5F3F3173-A23F-82CE-8119-4A5EB1EAC923}"/>
              </a:ext>
            </a:extLst>
          </p:cNvPr>
          <p:cNvSpPr/>
          <p:nvPr/>
        </p:nvSpPr>
        <p:spPr>
          <a:xfrm>
            <a:off x="439487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48" name="Rectangle 47">
            <a:hlinkClick r:id="rId9" action="ppaction://hlinksldjump"/>
            <a:extLst>
              <a:ext uri="{FF2B5EF4-FFF2-40B4-BE49-F238E27FC236}">
                <a16:creationId xmlns:a16="http://schemas.microsoft.com/office/drawing/2014/main" id="{F09C07FA-EDBA-9D08-7582-B1A94999EF20}"/>
              </a:ext>
            </a:extLst>
          </p:cNvPr>
          <p:cNvSpPr/>
          <p:nvPr/>
        </p:nvSpPr>
        <p:spPr>
          <a:xfrm>
            <a:off x="7763820" y="140055"/>
            <a:ext cx="93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49" name="Rectangle 48">
            <a:hlinkClick r:id="rId10" action="ppaction://hlinksldjump"/>
            <a:extLst>
              <a:ext uri="{FF2B5EF4-FFF2-40B4-BE49-F238E27FC236}">
                <a16:creationId xmlns:a16="http://schemas.microsoft.com/office/drawing/2014/main" id="{6F4805F8-44B9-4C64-A1BA-9102B5FF875D}"/>
              </a:ext>
            </a:extLst>
          </p:cNvPr>
          <p:cNvSpPr/>
          <p:nvPr/>
        </p:nvSpPr>
        <p:spPr>
          <a:xfrm>
            <a:off x="535843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50" name="Rectangle 49">
            <a:hlinkClick r:id="rId11" action="ppaction://hlinksldjump"/>
            <a:extLst>
              <a:ext uri="{FF2B5EF4-FFF2-40B4-BE49-F238E27FC236}">
                <a16:creationId xmlns:a16="http://schemas.microsoft.com/office/drawing/2014/main" id="{E147B873-05EB-9C6B-3BBC-F61435E5436A}"/>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51" name="Rectangle 50">
            <a:hlinkClick r:id="rId12" action="ppaction://hlinksldjump"/>
            <a:extLst>
              <a:ext uri="{FF2B5EF4-FFF2-40B4-BE49-F238E27FC236}">
                <a16:creationId xmlns:a16="http://schemas.microsoft.com/office/drawing/2014/main" id="{FB662FE6-91F6-3F5B-7BDD-55DA14B9D045}"/>
              </a:ext>
            </a:extLst>
          </p:cNvPr>
          <p:cNvSpPr/>
          <p:nvPr/>
        </p:nvSpPr>
        <p:spPr>
          <a:xfrm>
            <a:off x="3305911" y="140055"/>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52" name="Rectangle 51">
            <a:hlinkClick r:id="rId13" action="ppaction://hlinksldjump"/>
            <a:extLst>
              <a:ext uri="{FF2B5EF4-FFF2-40B4-BE49-F238E27FC236}">
                <a16:creationId xmlns:a16="http://schemas.microsoft.com/office/drawing/2014/main" id="{BDDC2CFF-3A48-0CD3-F850-ADE899BE2FA6}"/>
              </a:ext>
            </a:extLst>
          </p:cNvPr>
          <p:cNvSpPr/>
          <p:nvPr/>
        </p:nvSpPr>
        <p:spPr>
          <a:xfrm>
            <a:off x="612673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53" name="Rectangle 52">
            <a:hlinkClick r:id="rId14" action="ppaction://hlinksldjump"/>
            <a:extLst>
              <a:ext uri="{FF2B5EF4-FFF2-40B4-BE49-F238E27FC236}">
                <a16:creationId xmlns:a16="http://schemas.microsoft.com/office/drawing/2014/main" id="{63AA5D9B-F4BB-F632-5DAE-23C82E8482EC}"/>
              </a:ext>
            </a:extLst>
          </p:cNvPr>
          <p:cNvSpPr/>
          <p:nvPr/>
        </p:nvSpPr>
        <p:spPr>
          <a:xfrm>
            <a:off x="68283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54" name="Rectangle 53">
            <a:hlinkClick r:id="rId15" action="ppaction://hlinksldjump"/>
            <a:extLst>
              <a:ext uri="{FF2B5EF4-FFF2-40B4-BE49-F238E27FC236}">
                <a16:creationId xmlns:a16="http://schemas.microsoft.com/office/drawing/2014/main" id="{167581B6-5D82-8146-6198-F211047C9AFB}"/>
              </a:ext>
            </a:extLst>
          </p:cNvPr>
          <p:cNvSpPr/>
          <p:nvPr/>
        </p:nvSpPr>
        <p:spPr>
          <a:xfrm>
            <a:off x="8735523"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8" name="Text Placeholder 12">
            <a:extLst>
              <a:ext uri="{FF2B5EF4-FFF2-40B4-BE49-F238E27FC236}">
                <a16:creationId xmlns:a16="http://schemas.microsoft.com/office/drawing/2014/main" id="{565E120C-2E08-029C-FCCC-FBBFCCB50BBB}"/>
              </a:ext>
            </a:extLst>
          </p:cNvPr>
          <p:cNvSpPr txBox="1">
            <a:spLocks/>
          </p:cNvSpPr>
          <p:nvPr/>
        </p:nvSpPr>
        <p:spPr>
          <a:xfrm>
            <a:off x="995121" y="5907053"/>
            <a:ext cx="3600000" cy="210314"/>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defTabSz="444500" rtl="0">
              <a:spcAft>
                <a:spcPts val="200"/>
              </a:spcAft>
            </a:pPr>
            <a:r>
              <a:rPr lang="en-US" sz="600" b="0" dirty="0">
                <a:solidFill>
                  <a:schemeClr val="tx2"/>
                </a:solidFill>
                <a:latin typeface="Arial" panose="020B0604020202020204" pitchFamily="34" charset="0"/>
              </a:rPr>
              <a:t>Note:	[…].</a:t>
            </a:r>
          </a:p>
          <a:p>
            <a:pPr defTabSz="444500" rtl="0">
              <a:spcAft>
                <a:spcPts val="200"/>
              </a:spcAft>
            </a:pPr>
            <a:r>
              <a:rPr lang="en-US" sz="600" b="0" dirty="0">
                <a:solidFill>
                  <a:schemeClr val="tx2"/>
                </a:solidFill>
                <a:latin typeface="Arial" panose="020B0604020202020204" pitchFamily="34" charset="0"/>
              </a:rPr>
              <a:t>Source: 	KPMG Pre-Deal PPA benchmarking database.</a:t>
            </a:r>
          </a:p>
        </p:txBody>
      </p:sp>
      <p:sp>
        <p:nvSpPr>
          <p:cNvPr id="6" name="Text Placeholder 7">
            <a:extLst>
              <a:ext uri="{FF2B5EF4-FFF2-40B4-BE49-F238E27FC236}">
                <a16:creationId xmlns:a16="http://schemas.microsoft.com/office/drawing/2014/main" id="{22371EFA-3C6D-449A-08B4-542E506FDFDC}"/>
              </a:ext>
            </a:extLst>
          </p:cNvPr>
          <p:cNvSpPr txBox="1">
            <a:spLocks/>
          </p:cNvSpPr>
          <p:nvPr/>
        </p:nvSpPr>
        <p:spPr>
          <a:xfrm>
            <a:off x="12275298" y="1410494"/>
            <a:ext cx="1368000" cy="1152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lvl="1" defTabSz="914377">
              <a:defRPr/>
            </a:pPr>
            <a:r>
              <a:rPr lang="en-US" sz="1000">
                <a:solidFill>
                  <a:srgbClr val="000000"/>
                </a:solidFill>
              </a:rPr>
              <a:t>Second level</a:t>
            </a:r>
          </a:p>
          <a:p>
            <a:pPr marL="180970" lvl="2" indent="-180970" defTabSz="914377">
              <a:defRPr/>
            </a:pPr>
            <a:r>
              <a:rPr lang="en-US" sz="1000">
                <a:solidFill>
                  <a:srgbClr val="000000"/>
                </a:solidFill>
              </a:rPr>
              <a:t>Third level</a:t>
            </a:r>
          </a:p>
          <a:p>
            <a:pPr marL="361942" lvl="3" indent="-180970" defTabSz="914377">
              <a:defRPr/>
            </a:pPr>
            <a:r>
              <a:rPr lang="en-US" sz="1000">
                <a:solidFill>
                  <a:srgbClr val="000000"/>
                </a:solidFill>
              </a:rPr>
              <a:t>Fourth level</a:t>
            </a:r>
          </a:p>
          <a:p>
            <a:pPr marL="542912" lvl="4" indent="-180970" defTabSz="914377">
              <a:defRPr/>
            </a:pPr>
            <a:r>
              <a:rPr lang="en-US" sz="1000">
                <a:solidFill>
                  <a:srgbClr val="000000"/>
                </a:solidFill>
              </a:rPr>
              <a:t>Fifth level</a:t>
            </a:r>
            <a:endParaRPr lang="en-US" sz="1000"/>
          </a:p>
        </p:txBody>
      </p:sp>
      <p:sp>
        <p:nvSpPr>
          <p:cNvPr id="7" name="Text Placeholder 12">
            <a:extLst>
              <a:ext uri="{FF2B5EF4-FFF2-40B4-BE49-F238E27FC236}">
                <a16:creationId xmlns:a16="http://schemas.microsoft.com/office/drawing/2014/main" id="{2715BC59-1463-480B-AAA4-16EA0046CA4C}"/>
              </a:ext>
            </a:extLst>
          </p:cNvPr>
          <p:cNvSpPr txBox="1">
            <a:spLocks/>
          </p:cNvSpPr>
          <p:nvPr/>
        </p:nvSpPr>
        <p:spPr>
          <a:xfrm>
            <a:off x="12275298" y="2683976"/>
            <a:ext cx="1368000" cy="698419"/>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58" lvl="2" indent="-182558">
              <a:buFont typeface="+mj-lt"/>
              <a:buAutoNum type="arabicPeriod"/>
            </a:pPr>
            <a:r>
              <a:rPr lang="en-US" sz="1000"/>
              <a:t>First item</a:t>
            </a:r>
          </a:p>
          <a:p>
            <a:pPr marL="182558" lvl="2" indent="-182558">
              <a:buFont typeface="+mj-lt"/>
              <a:buAutoNum type="arabicPeriod"/>
            </a:pPr>
            <a:r>
              <a:rPr lang="en-US" sz="1000"/>
              <a:t>Second item</a:t>
            </a:r>
          </a:p>
          <a:p>
            <a:pPr marL="182558" lvl="2" indent="-182558">
              <a:buFont typeface="+mj-lt"/>
              <a:buAutoNum type="arabicPeriod"/>
            </a:pPr>
            <a:r>
              <a:rPr lang="en-US" sz="1000"/>
              <a:t>Third item</a:t>
            </a:r>
          </a:p>
        </p:txBody>
      </p:sp>
      <p:sp>
        <p:nvSpPr>
          <p:cNvPr id="11" name="Rounded Rectangle 7">
            <a:extLst>
              <a:ext uri="{FF2B5EF4-FFF2-40B4-BE49-F238E27FC236}">
                <a16:creationId xmlns:a16="http://schemas.microsoft.com/office/drawing/2014/main" id="{AB97479D-6487-E6CD-CD7F-9AE508713757}"/>
              </a:ext>
            </a:extLst>
          </p:cNvPr>
          <p:cNvSpPr/>
          <p:nvPr>
            <p:custDataLst>
              <p:tags r:id="rId2"/>
            </p:custDataLst>
          </p:nvPr>
        </p:nvSpPr>
        <p:spPr>
          <a:xfrm>
            <a:off x="12274499" y="1098658"/>
            <a:ext cx="812621" cy="260238"/>
          </a:xfrm>
          <a:prstGeom prst="roundRect">
            <a:avLst>
              <a:gd name="adj" fmla="val 21081"/>
            </a:avLst>
          </a:prstGeom>
          <a:noFill/>
          <a:ln w="12700">
            <a:solidFill>
              <a:srgbClr val="AB0D1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vert270" lIns="54611" tIns="54611" rIns="54611" bIns="54611" rtlCol="0" anchor="ctr"/>
          <a:lstStyle/>
          <a:p>
            <a:pPr algn="ctr"/>
            <a:endParaRPr lang="en-GB" sz="900">
              <a:solidFill>
                <a:schemeClr val="tx2"/>
              </a:solidFill>
              <a:latin typeface="Arial" panose="020B0604020202020204" pitchFamily="34" charset="0"/>
            </a:endParaRPr>
          </a:p>
        </p:txBody>
      </p:sp>
      <p:sp>
        <p:nvSpPr>
          <p:cNvPr id="13" name="Rectangle 12">
            <a:extLst>
              <a:ext uri="{FF2B5EF4-FFF2-40B4-BE49-F238E27FC236}">
                <a16:creationId xmlns:a16="http://schemas.microsoft.com/office/drawing/2014/main" id="{B888B08E-C6E6-6DAF-D41F-EE0E577B86D9}"/>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700">
                <a:solidFill>
                  <a:sysClr val="windowText" lastClr="000000"/>
                </a:solidFill>
              </a:rPr>
              <a:t>Call-out box.</a:t>
            </a:r>
          </a:p>
        </p:txBody>
      </p:sp>
      <p:cxnSp>
        <p:nvCxnSpPr>
          <p:cNvPr id="14" name="Straight Arrow Connector 13">
            <a:extLst>
              <a:ext uri="{FF2B5EF4-FFF2-40B4-BE49-F238E27FC236}">
                <a16:creationId xmlns:a16="http://schemas.microsoft.com/office/drawing/2014/main" id="{0189EDCE-5292-10A2-5F16-09FF0A80CF0F}"/>
              </a:ext>
            </a:extLst>
          </p:cNvPr>
          <p:cNvCxnSpPr>
            <a:cxnSpLocks/>
            <a:stCxn id="13" idx="2"/>
            <a:endCxn id="11"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4BC45405-4E1D-8D92-11B8-EFBEC252F2C2}"/>
              </a:ext>
            </a:extLst>
          </p:cNvPr>
          <p:cNvSpPr/>
          <p:nvPr/>
        </p:nvSpPr>
        <p:spPr>
          <a:xfrm>
            <a:off x="13143709" y="1138649"/>
            <a:ext cx="144000" cy="144000"/>
          </a:xfrm>
          <a:prstGeom prst="ellipse">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r>
              <a:rPr lang="en-US" sz="900">
                <a:solidFill>
                  <a:schemeClr val="bg1"/>
                </a:solidFill>
              </a:rPr>
              <a:t>1</a:t>
            </a:r>
          </a:p>
        </p:txBody>
      </p:sp>
      <p:sp>
        <p:nvSpPr>
          <p:cNvPr id="18" name="Rectangle 17">
            <a:extLst>
              <a:ext uri="{FF2B5EF4-FFF2-40B4-BE49-F238E27FC236}">
                <a16:creationId xmlns:a16="http://schemas.microsoft.com/office/drawing/2014/main" id="{B845D432-4AF1-1D1D-2A38-D6AC19BAEA0E}"/>
              </a:ext>
            </a:extLst>
          </p:cNvPr>
          <p:cNvSpPr/>
          <p:nvPr/>
        </p:nvSpPr>
        <p:spPr>
          <a:xfrm>
            <a:off x="-700821" y="1751584"/>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Table/ chart</a:t>
            </a:r>
          </a:p>
        </p:txBody>
      </p:sp>
      <p:sp>
        <p:nvSpPr>
          <p:cNvPr id="19" name="Rectangle 18">
            <a:extLst>
              <a:ext uri="{FF2B5EF4-FFF2-40B4-BE49-F238E27FC236}">
                <a16:creationId xmlns:a16="http://schemas.microsoft.com/office/drawing/2014/main" id="{0E3965AC-8563-6067-E10F-FB2CD2B4AF97}"/>
              </a:ext>
            </a:extLst>
          </p:cNvPr>
          <p:cNvSpPr/>
          <p:nvPr/>
        </p:nvSpPr>
        <p:spPr>
          <a:xfrm>
            <a:off x="-700821" y="1179513"/>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Strapline</a:t>
            </a:r>
          </a:p>
        </p:txBody>
      </p:sp>
      <p:sp>
        <p:nvSpPr>
          <p:cNvPr id="20" name="Rectangle 19">
            <a:extLst>
              <a:ext uri="{FF2B5EF4-FFF2-40B4-BE49-F238E27FC236}">
                <a16:creationId xmlns:a16="http://schemas.microsoft.com/office/drawing/2014/main" id="{21BADDAF-6D73-BD21-EB0C-383009F236EE}"/>
              </a:ext>
            </a:extLst>
          </p:cNvPr>
          <p:cNvSpPr/>
          <p:nvPr/>
        </p:nvSpPr>
        <p:spPr>
          <a:xfrm>
            <a:off x="-700821" y="3858231"/>
            <a:ext cx="648000" cy="2520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ctr"/>
            <a:r>
              <a:rPr lang="en-US" sz="800">
                <a:solidFill>
                  <a:schemeClr val="bg1"/>
                </a:solidFill>
              </a:rPr>
              <a:t>Text box/chart</a:t>
            </a:r>
          </a:p>
        </p:txBody>
      </p:sp>
      <p:sp>
        <p:nvSpPr>
          <p:cNvPr id="16" name="Rectangle: Top Corners One Rounded and One Snipped 15">
            <a:extLst>
              <a:ext uri="{FF2B5EF4-FFF2-40B4-BE49-F238E27FC236}">
                <a16:creationId xmlns:a16="http://schemas.microsoft.com/office/drawing/2014/main" id="{F5689DC1-7A16-B8E3-E00A-6F6A6026A96C}"/>
              </a:ext>
            </a:extLst>
          </p:cNvPr>
          <p:cNvSpPr/>
          <p:nvPr/>
        </p:nvSpPr>
        <p:spPr>
          <a:xfrm>
            <a:off x="10283300" y="6263314"/>
            <a:ext cx="1908700" cy="594686"/>
          </a:xfrm>
          <a:prstGeom prst="snip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defTabSz="762000"/>
            <a:r>
              <a:rPr lang="en-US" altLang="fi-FI" sz="900">
                <a:solidFill>
                  <a:schemeClr val="bg1"/>
                </a:solidFill>
                <a:latin typeface="Arial" panose="020B0604020202020204" pitchFamily="34" charset="0"/>
              </a:rPr>
              <a:t>Please coordinate with your local Valuation team and consult the </a:t>
            </a:r>
            <a:r>
              <a:rPr lang="en-US" altLang="fi-FI" sz="900">
                <a:solidFill>
                  <a:schemeClr val="bg1"/>
                </a:solidFill>
                <a:latin typeface="Arial" panose="020B0604020202020204" pitchFamily="34" charset="0"/>
                <a:hlinkClick r:id="rId16"/>
              </a:rPr>
              <a:t>Valuation+ page </a:t>
            </a:r>
            <a:r>
              <a:rPr lang="en-US" altLang="fi-FI" sz="900">
                <a:solidFill>
                  <a:schemeClr val="bg1"/>
                </a:solidFill>
                <a:latin typeface="Arial" panose="020B0604020202020204" pitchFamily="34" charset="0"/>
              </a:rPr>
              <a:t>before applying Valuation+ to the report.</a:t>
            </a:r>
          </a:p>
        </p:txBody>
      </p:sp>
    </p:spTree>
    <p:extLst>
      <p:ext uri="{BB962C8B-B14F-4D97-AF65-F5344CB8AC3E}">
        <p14:creationId xmlns:p14="http://schemas.microsoft.com/office/powerpoint/2010/main" val="208468724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extLst>
              <p:ext uri="{D42A27DB-BD31-4B8C-83A1-F6EECF244321}">
                <p14:modId xmlns:p14="http://schemas.microsoft.com/office/powerpoint/2010/main" val="3627932503"/>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graphicFrame>
        <p:nvGraphicFramePr>
          <p:cNvPr id="5" name="Table 4">
            <a:extLst>
              <a:ext uri="{FF2B5EF4-FFF2-40B4-BE49-F238E27FC236}">
                <a16:creationId xmlns:a16="http://schemas.microsoft.com/office/drawing/2014/main" id="{13478B40-95D9-4967-9FFF-8AA9D03AF4F2}"/>
              </a:ext>
            </a:extLst>
          </p:cNvPr>
          <p:cNvGraphicFramePr>
            <a:graphicFrameLocks noGrp="1"/>
          </p:cNvGraphicFramePr>
          <p:nvPr>
            <p:custDataLst>
              <p:tags r:id="rId2"/>
            </p:custDataLst>
            <p:extLst>
              <p:ext uri="{D42A27DB-BD31-4B8C-83A1-F6EECF244321}">
                <p14:modId xmlns:p14="http://schemas.microsoft.com/office/powerpoint/2010/main" val="1694904808"/>
              </p:ext>
            </p:extLst>
          </p:nvPr>
        </p:nvGraphicFramePr>
        <p:xfrm>
          <a:off x="998401" y="1179513"/>
          <a:ext cx="10199016" cy="4325009"/>
        </p:xfrm>
        <a:graphic>
          <a:graphicData uri="http://schemas.openxmlformats.org/drawingml/2006/table">
            <a:tbl>
              <a:tblPr firstRow="1" bandRow="1">
                <a:tableStyleId>{5C22544A-7EE6-4342-B048-85BDC9FD1C3A}</a:tableStyleId>
              </a:tblPr>
              <a:tblGrid>
                <a:gridCol w="1394991">
                  <a:extLst>
                    <a:ext uri="{9D8B030D-6E8A-4147-A177-3AD203B41FA5}">
                      <a16:colId xmlns:a16="http://schemas.microsoft.com/office/drawing/2014/main" val="20000"/>
                    </a:ext>
                  </a:extLst>
                </a:gridCol>
                <a:gridCol w="5968563">
                  <a:extLst>
                    <a:ext uri="{9D8B030D-6E8A-4147-A177-3AD203B41FA5}">
                      <a16:colId xmlns:a16="http://schemas.microsoft.com/office/drawing/2014/main" val="20001"/>
                    </a:ext>
                  </a:extLst>
                </a:gridCol>
                <a:gridCol w="654519">
                  <a:extLst>
                    <a:ext uri="{9D8B030D-6E8A-4147-A177-3AD203B41FA5}">
                      <a16:colId xmlns:a16="http://schemas.microsoft.com/office/drawing/2014/main" val="20002"/>
                    </a:ext>
                  </a:extLst>
                </a:gridCol>
                <a:gridCol w="2180943">
                  <a:extLst>
                    <a:ext uri="{9D8B030D-6E8A-4147-A177-3AD203B41FA5}">
                      <a16:colId xmlns:a16="http://schemas.microsoft.com/office/drawing/2014/main" val="3738205697"/>
                    </a:ext>
                  </a:extLst>
                </a:gridCol>
              </a:tblGrid>
              <a:tr h="301649">
                <a:tc>
                  <a:txBody>
                    <a:bodyPr/>
                    <a:lstStyle/>
                    <a:p>
                      <a:pPr>
                        <a:lnSpc>
                          <a:spcPct val="97000"/>
                        </a:lnSpc>
                        <a:spcBef>
                          <a:spcPts val="0"/>
                        </a:spcBef>
                        <a:spcAft>
                          <a:spcPts val="600"/>
                        </a:spcAft>
                      </a:pPr>
                      <a:r>
                        <a:rPr lang="en-US" sz="1000" b="1">
                          <a:solidFill>
                            <a:schemeClr val="bg1"/>
                          </a:solidFill>
                          <a:latin typeface="+mn-lt"/>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1">
                          <a:solidFill>
                            <a:schemeClr val="bg1"/>
                          </a:solidFill>
                          <a:latin typeface="+mn-lt"/>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ct val="97000"/>
                        </a:lnSpc>
                        <a:spcBef>
                          <a:spcPts val="0"/>
                        </a:spcBef>
                        <a:spcAft>
                          <a:spcPts val="600"/>
                        </a:spcAft>
                      </a:pPr>
                      <a:r>
                        <a:rPr lang="en-US" sz="1000" b="1">
                          <a:solidFill>
                            <a:schemeClr val="bg1"/>
                          </a:solidFill>
                          <a:latin typeface="+mn-lt"/>
                        </a:rPr>
                        <a:t>Status</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lnSpc>
                          <a:spcPct val="97000"/>
                        </a:lnSpc>
                        <a:spcBef>
                          <a:spcPts val="0"/>
                        </a:spcBef>
                        <a:spcAft>
                          <a:spcPts val="600"/>
                        </a:spcAft>
                      </a:pPr>
                      <a:r>
                        <a:rPr lang="en-US" sz="1000" b="1">
                          <a:solidFill>
                            <a:schemeClr val="bg1"/>
                          </a:solidFill>
                          <a:latin typeface="+mn-lt"/>
                        </a:rPr>
                        <a:t>Comment</a:t>
                      </a:r>
                    </a:p>
                  </a:txBody>
                  <a:tcPr marL="72000" marR="72000" marT="72000" marB="72000" anchor="ctr">
                    <a:lnL w="9525"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1005840">
                <a:tc>
                  <a:txBody>
                    <a:bodyPr/>
                    <a:lstStyle/>
                    <a:p>
                      <a:pPr>
                        <a:lnSpc>
                          <a:spcPct val="100000"/>
                        </a:lnSpc>
                        <a:spcBef>
                          <a:spcPts val="0"/>
                        </a:spcBef>
                        <a:spcAft>
                          <a:spcPts val="600"/>
                        </a:spcAft>
                      </a:pPr>
                      <a:r>
                        <a:rPr lang="en-US" sz="900" b="1">
                          <a:solidFill>
                            <a:schemeClr val="tx2"/>
                          </a:solidFill>
                          <a:latin typeface="+mn-lt"/>
                        </a:rPr>
                        <a:t>Add Title</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900">
                          <a:solidFill>
                            <a:schemeClr val="tx1"/>
                          </a:solidFill>
                          <a:latin typeface="+mn-lt"/>
                        </a:rPr>
                        <a:t>Add text here</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a:solidFill>
                            <a:srgbClr val="269924"/>
                          </a:solidFill>
                          <a:latin typeface="+mn-lt"/>
                          <a:sym typeface="Wingdings" panose="05000000000000000000" pitchFamily="2" charset="2"/>
                        </a:rPr>
                        <a:t></a:t>
                      </a:r>
                    </a:p>
                    <a:p>
                      <a:pPr marL="0" marR="0" lvl="0" indent="0" algn="ctr" defTabSz="914400" rtl="0" eaLnBrk="1" fontAlgn="auto" latinLnBrk="0" hangingPunct="1">
                        <a:lnSpc>
                          <a:spcPct val="97000"/>
                        </a:lnSpc>
                        <a:spcBef>
                          <a:spcPts val="0"/>
                        </a:spcBef>
                        <a:spcAft>
                          <a:spcPts val="400"/>
                        </a:spcAft>
                        <a:buClrTx/>
                        <a:buSzTx/>
                        <a:buFontTx/>
                        <a:buNone/>
                        <a:tabLst/>
                        <a:defRPr/>
                      </a:pPr>
                      <a:r>
                        <a:rPr lang="en-US" sz="1100">
                          <a:solidFill>
                            <a:srgbClr val="269924"/>
                          </a:solidFill>
                          <a:latin typeface="+mn-lt"/>
                          <a:sym typeface="Wingdings" panose="05000000000000000000" pitchFamily="2" charset="2"/>
                        </a:rPr>
                        <a:t>()</a:t>
                      </a:r>
                    </a:p>
                    <a:p>
                      <a:pPr algn="ctr">
                        <a:lnSpc>
                          <a:spcPct val="97000"/>
                        </a:lnSpc>
                        <a:spcBef>
                          <a:spcPts val="0"/>
                        </a:spcBef>
                        <a:spcAft>
                          <a:spcPts val="400"/>
                        </a:spcAft>
                      </a:pPr>
                      <a:r>
                        <a:rPr lang="en-US" sz="1100">
                          <a:solidFill>
                            <a:srgbClr val="ED2124"/>
                          </a:solidFill>
                          <a:latin typeface="+mn-lt"/>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900">
                          <a:solidFill>
                            <a:schemeClr val="tx1"/>
                          </a:solidFill>
                          <a:latin typeface="+mn-lt"/>
                        </a:rPr>
                        <a:t>Completed</a:t>
                      </a:r>
                    </a:p>
                    <a:p>
                      <a:pPr marL="180000" indent="-180000">
                        <a:lnSpc>
                          <a:spcPct val="100000"/>
                        </a:lnSpc>
                        <a:spcBef>
                          <a:spcPts val="0"/>
                        </a:spcBef>
                        <a:spcAft>
                          <a:spcPts val="600"/>
                        </a:spcAft>
                        <a:buFont typeface="Arial" panose="020B0604020202020204" pitchFamily="34" charset="0"/>
                        <a:buChar char="•"/>
                      </a:pPr>
                      <a:r>
                        <a:rPr lang="en-US" sz="900">
                          <a:solidFill>
                            <a:schemeClr val="tx1"/>
                          </a:solidFill>
                          <a:latin typeface="+mn-lt"/>
                        </a:rPr>
                        <a:t>Partially completed/ongoing</a:t>
                      </a:r>
                    </a:p>
                    <a:p>
                      <a:pPr marL="180000" indent="-180000">
                        <a:lnSpc>
                          <a:spcPct val="100000"/>
                        </a:lnSpc>
                        <a:spcBef>
                          <a:spcPts val="0"/>
                        </a:spcBef>
                        <a:spcAft>
                          <a:spcPts val="600"/>
                        </a:spcAft>
                        <a:buFont typeface="Arial" panose="020B0604020202020204" pitchFamily="34" charset="0"/>
                        <a:buChar char="•"/>
                      </a:pPr>
                      <a:r>
                        <a:rPr lang="en-US" sz="900">
                          <a:solidFill>
                            <a:schemeClr val="tx1"/>
                          </a:solidFill>
                          <a:latin typeface="+mn-lt"/>
                        </a:rPr>
                        <a:t>No material available</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6377961"/>
                  </a:ext>
                </a:extLst>
              </a:tr>
              <a:tr h="1005840">
                <a:tc>
                  <a:txBody>
                    <a:bodyPr/>
                    <a:lstStyle/>
                    <a:p>
                      <a:pPr>
                        <a:lnSpc>
                          <a:spcPct val="100000"/>
                        </a:lnSpc>
                        <a:spcBef>
                          <a:spcPts val="0"/>
                        </a:spcBef>
                        <a:spcAft>
                          <a:spcPts val="600"/>
                        </a:spcAft>
                      </a:pPr>
                      <a:r>
                        <a:rPr lang="en-US" sz="900" b="1">
                          <a:solidFill>
                            <a:schemeClr val="tx2"/>
                          </a:solidFill>
                          <a:latin typeface="+mn-lt"/>
                        </a:rPr>
                        <a:t>Add Title</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900">
                          <a:solidFill>
                            <a:schemeClr val="tx1"/>
                          </a:solidFill>
                          <a:latin typeface="+mn-lt"/>
                        </a:rPr>
                        <a:t>Add text here</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a:solidFill>
                            <a:srgbClr val="269924"/>
                          </a:solidFill>
                          <a:latin typeface="+mn-lt"/>
                          <a:sym typeface="Wingdings" panose="05000000000000000000" pitchFamily="2" charset="2"/>
                        </a:rPr>
                        <a:t></a:t>
                      </a:r>
                    </a:p>
                    <a:p>
                      <a:pPr marL="0" marR="0" lvl="0" indent="0" algn="ctr" defTabSz="914400" rtl="0" eaLnBrk="1" fontAlgn="auto" latinLnBrk="0" hangingPunct="1">
                        <a:lnSpc>
                          <a:spcPct val="97000"/>
                        </a:lnSpc>
                        <a:spcBef>
                          <a:spcPts val="0"/>
                        </a:spcBef>
                        <a:spcAft>
                          <a:spcPts val="400"/>
                        </a:spcAft>
                        <a:buClrTx/>
                        <a:buSzTx/>
                        <a:buFontTx/>
                        <a:buNone/>
                        <a:tabLst/>
                        <a:defRPr/>
                      </a:pPr>
                      <a:r>
                        <a:rPr lang="en-US" sz="1100">
                          <a:solidFill>
                            <a:srgbClr val="269924"/>
                          </a:solidFill>
                          <a:latin typeface="+mn-lt"/>
                          <a:sym typeface="Wingdings" panose="05000000000000000000" pitchFamily="2" charset="2"/>
                        </a:rPr>
                        <a:t>()</a:t>
                      </a:r>
                    </a:p>
                    <a:p>
                      <a:pPr algn="ctr">
                        <a:lnSpc>
                          <a:spcPct val="97000"/>
                        </a:lnSpc>
                        <a:spcBef>
                          <a:spcPts val="0"/>
                        </a:spcBef>
                        <a:spcAft>
                          <a:spcPts val="400"/>
                        </a:spcAft>
                      </a:pPr>
                      <a:r>
                        <a:rPr lang="en-US" sz="1100">
                          <a:solidFill>
                            <a:srgbClr val="ED2124"/>
                          </a:solidFill>
                          <a:latin typeface="+mn-lt"/>
                          <a:sym typeface="Wingdings" panose="05000000000000000000" pitchFamily="2" charset="2"/>
                        </a:rPr>
                        <a:t></a:t>
                      </a:r>
                      <a:endParaRPr lang="en-US" sz="1100" kern="1200">
                        <a:solidFill>
                          <a:schemeClr val="tx2"/>
                        </a:solidFill>
                        <a:latin typeface="+mn-lt"/>
                        <a:ea typeface="+mn-ea"/>
                        <a:cs typeface="+mn-cs"/>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900">
                          <a:solidFill>
                            <a:schemeClr val="tx1"/>
                          </a:solidFill>
                          <a:latin typeface="+mn-lt"/>
                        </a:rPr>
                        <a:t>Completed</a:t>
                      </a:r>
                    </a:p>
                    <a:p>
                      <a:pPr marL="180000" indent="-180000">
                        <a:lnSpc>
                          <a:spcPct val="100000"/>
                        </a:lnSpc>
                        <a:spcBef>
                          <a:spcPts val="0"/>
                        </a:spcBef>
                        <a:spcAft>
                          <a:spcPts val="600"/>
                        </a:spcAft>
                        <a:buFont typeface="Arial" panose="020B0604020202020204" pitchFamily="34" charset="0"/>
                        <a:buChar char="•"/>
                      </a:pPr>
                      <a:r>
                        <a:rPr lang="en-US" sz="900">
                          <a:solidFill>
                            <a:schemeClr val="tx1"/>
                          </a:solidFill>
                          <a:latin typeface="+mn-lt"/>
                        </a:rPr>
                        <a:t>Partially completed/ongoing</a:t>
                      </a:r>
                    </a:p>
                    <a:p>
                      <a:pPr marL="180000" indent="-180000">
                        <a:lnSpc>
                          <a:spcPct val="100000"/>
                        </a:lnSpc>
                        <a:spcBef>
                          <a:spcPts val="0"/>
                        </a:spcBef>
                        <a:spcAft>
                          <a:spcPts val="600"/>
                        </a:spcAft>
                        <a:buFont typeface="Arial" panose="020B0604020202020204" pitchFamily="34" charset="0"/>
                        <a:buChar char="•"/>
                      </a:pPr>
                      <a:r>
                        <a:rPr lang="en-US" sz="900">
                          <a:solidFill>
                            <a:schemeClr val="tx1"/>
                          </a:solidFill>
                          <a:latin typeface="+mn-lt"/>
                        </a:rPr>
                        <a:t>No material available</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1005840">
                <a:tc>
                  <a:txBody>
                    <a:bodyPr/>
                    <a:lstStyle/>
                    <a:p>
                      <a:pPr>
                        <a:lnSpc>
                          <a:spcPct val="100000"/>
                        </a:lnSpc>
                        <a:spcBef>
                          <a:spcPts val="0"/>
                        </a:spcBef>
                        <a:spcAft>
                          <a:spcPts val="600"/>
                        </a:spcAft>
                      </a:pPr>
                      <a:r>
                        <a:rPr lang="en-US" sz="900" b="1">
                          <a:solidFill>
                            <a:schemeClr val="tx2"/>
                          </a:solidFill>
                          <a:latin typeface="+mn-lt"/>
                        </a:rPr>
                        <a:t>Add Title</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900">
                          <a:solidFill>
                            <a:schemeClr val="tx1"/>
                          </a:solidFill>
                          <a:latin typeface="+mn-lt"/>
                        </a:rPr>
                        <a:t>Add text here</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a:solidFill>
                            <a:srgbClr val="269924"/>
                          </a:solidFill>
                          <a:latin typeface="+mn-lt"/>
                          <a:sym typeface="Wingdings" panose="05000000000000000000" pitchFamily="2" charset="2"/>
                        </a:rPr>
                        <a:t></a:t>
                      </a:r>
                    </a:p>
                    <a:p>
                      <a:pPr marL="0" marR="0" lvl="0" indent="0" algn="ctr" defTabSz="914400" rtl="0" eaLnBrk="1" fontAlgn="auto" latinLnBrk="0" hangingPunct="1">
                        <a:lnSpc>
                          <a:spcPct val="97000"/>
                        </a:lnSpc>
                        <a:spcBef>
                          <a:spcPts val="0"/>
                        </a:spcBef>
                        <a:spcAft>
                          <a:spcPts val="400"/>
                        </a:spcAft>
                        <a:buClrTx/>
                        <a:buSzTx/>
                        <a:buFontTx/>
                        <a:buNone/>
                        <a:tabLst/>
                        <a:defRPr/>
                      </a:pPr>
                      <a:r>
                        <a:rPr lang="en-US" sz="1100">
                          <a:solidFill>
                            <a:srgbClr val="269924"/>
                          </a:solidFill>
                          <a:latin typeface="+mn-lt"/>
                          <a:sym typeface="Wingdings" panose="05000000000000000000" pitchFamily="2" charset="2"/>
                        </a:rPr>
                        <a:t>()</a:t>
                      </a:r>
                    </a:p>
                    <a:p>
                      <a:pPr algn="ctr">
                        <a:lnSpc>
                          <a:spcPct val="97000"/>
                        </a:lnSpc>
                        <a:spcBef>
                          <a:spcPts val="0"/>
                        </a:spcBef>
                        <a:spcAft>
                          <a:spcPts val="400"/>
                        </a:spcAft>
                      </a:pPr>
                      <a:r>
                        <a:rPr lang="en-US" sz="1100">
                          <a:solidFill>
                            <a:srgbClr val="ED2124"/>
                          </a:solidFill>
                          <a:latin typeface="+mn-lt"/>
                          <a:sym typeface="Wingdings" panose="05000000000000000000" pitchFamily="2" charset="2"/>
                        </a:rPr>
                        <a:t></a:t>
                      </a:r>
                      <a:endParaRPr lang="en-US" sz="1100" kern="1200">
                        <a:solidFill>
                          <a:schemeClr val="tx2"/>
                        </a:solidFill>
                        <a:latin typeface="+mn-lt"/>
                        <a:ea typeface="+mn-ea"/>
                        <a:cs typeface="+mn-cs"/>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900">
                          <a:solidFill>
                            <a:schemeClr val="tx1"/>
                          </a:solidFill>
                          <a:latin typeface="+mn-lt"/>
                        </a:rPr>
                        <a:t>Completed</a:t>
                      </a:r>
                    </a:p>
                    <a:p>
                      <a:pPr marL="180000" indent="-180000">
                        <a:lnSpc>
                          <a:spcPct val="100000"/>
                        </a:lnSpc>
                        <a:spcBef>
                          <a:spcPts val="0"/>
                        </a:spcBef>
                        <a:spcAft>
                          <a:spcPts val="600"/>
                        </a:spcAft>
                        <a:buFont typeface="Arial" panose="020B0604020202020204" pitchFamily="34" charset="0"/>
                        <a:buChar char="•"/>
                      </a:pPr>
                      <a:r>
                        <a:rPr lang="en-US" sz="900">
                          <a:solidFill>
                            <a:schemeClr val="tx1"/>
                          </a:solidFill>
                          <a:latin typeface="+mn-lt"/>
                        </a:rPr>
                        <a:t>Partially completed/ongoing</a:t>
                      </a:r>
                    </a:p>
                    <a:p>
                      <a:pPr marL="180000" indent="-180000">
                        <a:lnSpc>
                          <a:spcPct val="100000"/>
                        </a:lnSpc>
                        <a:spcBef>
                          <a:spcPts val="0"/>
                        </a:spcBef>
                        <a:spcAft>
                          <a:spcPts val="600"/>
                        </a:spcAft>
                        <a:buFont typeface="Arial" panose="020B0604020202020204" pitchFamily="34" charset="0"/>
                        <a:buChar char="•"/>
                      </a:pPr>
                      <a:r>
                        <a:rPr lang="en-US" sz="900">
                          <a:solidFill>
                            <a:schemeClr val="tx1"/>
                          </a:solidFill>
                          <a:latin typeface="+mn-lt"/>
                        </a:rPr>
                        <a:t>No material available</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1005840">
                <a:tc>
                  <a:txBody>
                    <a:bodyPr/>
                    <a:lstStyle/>
                    <a:p>
                      <a:pPr>
                        <a:lnSpc>
                          <a:spcPct val="100000"/>
                        </a:lnSpc>
                        <a:spcBef>
                          <a:spcPts val="0"/>
                        </a:spcBef>
                        <a:spcAft>
                          <a:spcPts val="600"/>
                        </a:spcAft>
                      </a:pPr>
                      <a:r>
                        <a:rPr lang="en-US" sz="900" b="1">
                          <a:solidFill>
                            <a:schemeClr val="tx2"/>
                          </a:solidFill>
                          <a:latin typeface="+mn-lt"/>
                        </a:rPr>
                        <a:t>Add Title</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900">
                          <a:solidFill>
                            <a:schemeClr val="tx1"/>
                          </a:solidFill>
                          <a:latin typeface="+mn-lt"/>
                        </a:rPr>
                        <a:t>Add text here</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a:solidFill>
                            <a:srgbClr val="269924"/>
                          </a:solidFill>
                          <a:latin typeface="+mn-lt"/>
                          <a:sym typeface="Wingdings" panose="05000000000000000000" pitchFamily="2" charset="2"/>
                        </a:rPr>
                        <a:t></a:t>
                      </a:r>
                    </a:p>
                    <a:p>
                      <a:pPr marL="0" marR="0" lvl="0" indent="0" algn="ctr" defTabSz="914400" rtl="0" eaLnBrk="1" fontAlgn="auto" latinLnBrk="0" hangingPunct="1">
                        <a:lnSpc>
                          <a:spcPct val="97000"/>
                        </a:lnSpc>
                        <a:spcBef>
                          <a:spcPts val="0"/>
                        </a:spcBef>
                        <a:spcAft>
                          <a:spcPts val="400"/>
                        </a:spcAft>
                        <a:buClrTx/>
                        <a:buSzTx/>
                        <a:buFontTx/>
                        <a:buNone/>
                        <a:tabLst/>
                        <a:defRPr/>
                      </a:pPr>
                      <a:r>
                        <a:rPr lang="en-US" sz="1100">
                          <a:solidFill>
                            <a:srgbClr val="269924"/>
                          </a:solidFill>
                          <a:latin typeface="+mn-lt"/>
                          <a:sym typeface="Wingdings" panose="05000000000000000000" pitchFamily="2" charset="2"/>
                        </a:rPr>
                        <a:t>()</a:t>
                      </a:r>
                    </a:p>
                    <a:p>
                      <a:pPr algn="ctr">
                        <a:lnSpc>
                          <a:spcPct val="97000"/>
                        </a:lnSpc>
                        <a:spcBef>
                          <a:spcPts val="0"/>
                        </a:spcBef>
                        <a:spcAft>
                          <a:spcPts val="400"/>
                        </a:spcAft>
                      </a:pPr>
                      <a:r>
                        <a:rPr lang="en-US" sz="1100">
                          <a:solidFill>
                            <a:srgbClr val="ED2124"/>
                          </a:solidFill>
                          <a:latin typeface="+mn-lt"/>
                          <a:sym typeface="Wingdings" panose="05000000000000000000" pitchFamily="2" charset="2"/>
                        </a:rPr>
                        <a:t></a:t>
                      </a:r>
                      <a:endParaRPr lang="en-US" sz="1100" kern="1200">
                        <a:solidFill>
                          <a:schemeClr val="tx2"/>
                        </a:solidFill>
                        <a:latin typeface="+mn-lt"/>
                        <a:ea typeface="+mn-ea"/>
                        <a:cs typeface="+mn-cs"/>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000" indent="-180000">
                        <a:lnSpc>
                          <a:spcPct val="100000"/>
                        </a:lnSpc>
                        <a:spcBef>
                          <a:spcPts val="0"/>
                        </a:spcBef>
                        <a:spcAft>
                          <a:spcPts val="600"/>
                        </a:spcAft>
                        <a:buFont typeface="Arial" panose="020B0604020202020204" pitchFamily="34" charset="0"/>
                        <a:buChar char="•"/>
                      </a:pPr>
                      <a:r>
                        <a:rPr lang="en-US" sz="900" dirty="0">
                          <a:solidFill>
                            <a:schemeClr val="tx1"/>
                          </a:solidFill>
                          <a:latin typeface="+mn-lt"/>
                        </a:rPr>
                        <a:t>Completed</a:t>
                      </a:r>
                    </a:p>
                    <a:p>
                      <a:pPr marL="180000" indent="-180000">
                        <a:lnSpc>
                          <a:spcPct val="100000"/>
                        </a:lnSpc>
                        <a:spcBef>
                          <a:spcPts val="0"/>
                        </a:spcBef>
                        <a:spcAft>
                          <a:spcPts val="600"/>
                        </a:spcAft>
                        <a:buFont typeface="Arial" panose="020B0604020202020204" pitchFamily="34" charset="0"/>
                        <a:buChar char="•"/>
                      </a:pPr>
                      <a:r>
                        <a:rPr lang="en-US" sz="900" dirty="0">
                          <a:solidFill>
                            <a:schemeClr val="tx1"/>
                          </a:solidFill>
                          <a:latin typeface="+mn-lt"/>
                        </a:rPr>
                        <a:t>Partially completed/ongoing</a:t>
                      </a:r>
                    </a:p>
                    <a:p>
                      <a:pPr marL="180000" indent="-180000">
                        <a:lnSpc>
                          <a:spcPct val="100000"/>
                        </a:lnSpc>
                        <a:spcBef>
                          <a:spcPts val="0"/>
                        </a:spcBef>
                        <a:spcAft>
                          <a:spcPts val="600"/>
                        </a:spcAft>
                        <a:buFont typeface="Arial" panose="020B0604020202020204" pitchFamily="34" charset="0"/>
                        <a:buChar char="•"/>
                      </a:pPr>
                      <a:r>
                        <a:rPr lang="en-US" sz="900" dirty="0">
                          <a:solidFill>
                            <a:schemeClr val="tx1"/>
                          </a:solidFill>
                          <a:latin typeface="+mn-lt"/>
                        </a:rPr>
                        <a:t>No material available</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70806084"/>
                  </a:ext>
                </a:extLst>
              </a:tr>
            </a:tbl>
          </a:graphicData>
        </a:graphic>
      </p:graphicFrame>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p:txBody>
          <a:bodyPr/>
          <a:lstStyle/>
          <a:p>
            <a:r>
              <a:rPr lang="en-US"/>
              <a:t>Scope of work</a:t>
            </a:r>
          </a:p>
        </p:txBody>
      </p:sp>
      <p:graphicFrame>
        <p:nvGraphicFramePr>
          <p:cNvPr id="15" name="Table 10">
            <a:extLst>
              <a:ext uri="{FF2B5EF4-FFF2-40B4-BE49-F238E27FC236}">
                <a16:creationId xmlns:a16="http://schemas.microsoft.com/office/drawing/2014/main" id="{4467FFB4-7917-BAA3-7EA2-3B67E3F5422B}"/>
              </a:ext>
            </a:extLst>
          </p:cNvPr>
          <p:cNvGraphicFramePr>
            <a:graphicFrameLocks noGrp="1"/>
          </p:cNvGraphicFramePr>
          <p:nvPr>
            <p:extLst>
              <p:ext uri="{D42A27DB-BD31-4B8C-83A1-F6EECF244321}">
                <p14:modId xmlns:p14="http://schemas.microsoft.com/office/powerpoint/2010/main" val="1619681445"/>
              </p:ext>
            </p:extLst>
          </p:nvPr>
        </p:nvGraphicFramePr>
        <p:xfrm>
          <a:off x="932737" y="142211"/>
          <a:ext cx="9295208" cy="154623"/>
        </p:xfrm>
        <a:graphic>
          <a:graphicData uri="http://schemas.openxmlformats.org/drawingml/2006/table">
            <a:tbl>
              <a:tblPr firstRow="1" bandRow="1">
                <a:tableStyleId>{5C22544A-7EE6-4342-B048-85BDC9FD1C3A}</a:tableStyleId>
              </a:tblPr>
              <a:tblGrid>
                <a:gridCol w="1254838">
                  <a:extLst>
                    <a:ext uri="{9D8B030D-6E8A-4147-A177-3AD203B41FA5}">
                      <a16:colId xmlns:a16="http://schemas.microsoft.com/office/drawing/2014/main" val="4194968147"/>
                    </a:ext>
                  </a:extLst>
                </a:gridCol>
                <a:gridCol w="1104900">
                  <a:extLst>
                    <a:ext uri="{9D8B030D-6E8A-4147-A177-3AD203B41FA5}">
                      <a16:colId xmlns:a16="http://schemas.microsoft.com/office/drawing/2014/main" val="3480804512"/>
                    </a:ext>
                  </a:extLst>
                </a:gridCol>
                <a:gridCol w="1083310">
                  <a:extLst>
                    <a:ext uri="{9D8B030D-6E8A-4147-A177-3AD203B41FA5}">
                      <a16:colId xmlns:a16="http://schemas.microsoft.com/office/drawing/2014/main" val="1508802548"/>
                    </a:ext>
                  </a:extLst>
                </a:gridCol>
                <a:gridCol w="952500">
                  <a:extLst>
                    <a:ext uri="{9D8B030D-6E8A-4147-A177-3AD203B41FA5}">
                      <a16:colId xmlns:a16="http://schemas.microsoft.com/office/drawing/2014/main" val="1380669789"/>
                    </a:ext>
                  </a:extLst>
                </a:gridCol>
                <a:gridCol w="777240">
                  <a:extLst>
                    <a:ext uri="{9D8B030D-6E8A-4147-A177-3AD203B41FA5}">
                      <a16:colId xmlns:a16="http://schemas.microsoft.com/office/drawing/2014/main" val="3717172380"/>
                    </a:ext>
                  </a:extLst>
                </a:gridCol>
                <a:gridCol w="693420">
                  <a:extLst>
                    <a:ext uri="{9D8B030D-6E8A-4147-A177-3AD203B41FA5}">
                      <a16:colId xmlns:a16="http://schemas.microsoft.com/office/drawing/2014/main" val="2348796435"/>
                    </a:ext>
                  </a:extLst>
                </a:gridCol>
                <a:gridCol w="954405">
                  <a:extLst>
                    <a:ext uri="{9D8B030D-6E8A-4147-A177-3AD203B41FA5}">
                      <a16:colId xmlns:a16="http://schemas.microsoft.com/office/drawing/2014/main" val="3209140028"/>
                    </a:ext>
                  </a:extLst>
                </a:gridCol>
                <a:gridCol w="936625">
                  <a:extLst>
                    <a:ext uri="{9D8B030D-6E8A-4147-A177-3AD203B41FA5}">
                      <a16:colId xmlns:a16="http://schemas.microsoft.com/office/drawing/2014/main" val="2651425576"/>
                    </a:ext>
                  </a:extLst>
                </a:gridCol>
                <a:gridCol w="630238">
                  <a:extLst>
                    <a:ext uri="{9D8B030D-6E8A-4147-A177-3AD203B41FA5}">
                      <a16:colId xmlns:a16="http://schemas.microsoft.com/office/drawing/2014/main" val="3903366463"/>
                    </a:ext>
                  </a:extLst>
                </a:gridCol>
                <a:gridCol w="907732">
                  <a:extLst>
                    <a:ext uri="{9D8B030D-6E8A-4147-A177-3AD203B41FA5}">
                      <a16:colId xmlns:a16="http://schemas.microsoft.com/office/drawing/2014/main" val="3859409627"/>
                    </a:ext>
                  </a:extLst>
                </a:gridCol>
              </a:tblGrid>
              <a:tr h="144000">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Executive summary</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mpd="sng">
                      <a:noFill/>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Historical trading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Forecast trading</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Balance sheet</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Cash flows</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Reporting</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Value creation</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a:ln>
                            <a:noFill/>
                          </a:ln>
                          <a:solidFill>
                            <a:srgbClr val="FFFFFF">
                              <a:lumMod val="75000"/>
                            </a:srgbClr>
                          </a:solidFill>
                          <a:effectLst/>
                          <a:uLnTx/>
                          <a:uFillTx/>
                          <a:latin typeface="+mn-lt"/>
                          <a:ea typeface="+mn-ea"/>
                          <a:cs typeface="+mn-cs"/>
                        </a:rPr>
                        <a:t>Pre-Deal PPA</a:t>
                      </a: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0" i="0" u="none" strike="noStrike" kern="1200" cap="none" spc="0" normalizeH="0" baseline="0" noProof="0">
                          <a:ln>
                            <a:noFill/>
                          </a:ln>
                          <a:solidFill>
                            <a:srgbClr val="FFFFFF">
                              <a:lumMod val="75000"/>
                            </a:srgbClr>
                          </a:solidFill>
                          <a:effectLst/>
                          <a:uLnTx/>
                          <a:uFillTx/>
                          <a:latin typeface="+mn-lt"/>
                          <a:ea typeface="+mn-ea"/>
                          <a:cs typeface="+mn-cs"/>
                        </a:rPr>
                        <a:t>Taxation</a:t>
                      </a:r>
                      <a:endParaRPr kumimoji="0" lang="en-US" sz="1000" b="0" i="0" u="none" strike="noStrike" kern="1200" cap="none" spc="0" normalizeH="0" baseline="0">
                        <a:ln>
                          <a:noFill/>
                        </a:ln>
                        <a:solidFill>
                          <a:srgbClr val="FFFFFF">
                            <a:lumMod val="75000"/>
                          </a:srgbClr>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r>
                        <a:rPr kumimoji="0" lang="en-US" sz="1000" b="1" i="0" u="none" strike="noStrike" kern="1200" cap="none" spc="0" normalizeH="0" baseline="0" noProof="0">
                          <a:ln>
                            <a:noFill/>
                          </a:ln>
                          <a:solidFill>
                            <a:srgbClr val="00338D"/>
                          </a:solidFill>
                          <a:effectLst/>
                          <a:uLnTx/>
                          <a:uFillTx/>
                          <a:latin typeface="+mn-lt"/>
                          <a:ea typeface="+mn-ea"/>
                          <a:cs typeface="+mn-cs"/>
                        </a:rPr>
                        <a:t>Appendices</a:t>
                      </a:r>
                      <a:endParaRPr kumimoji="0" lang="en-US" sz="1000" b="1" i="0" u="none" strike="noStrike" kern="1200" cap="none" spc="0" normalizeH="0" baseline="0">
                        <a:ln>
                          <a:noFill/>
                        </a:ln>
                        <a:solidFill>
                          <a:srgbClr val="00338D"/>
                        </a:solidFill>
                        <a:effectLst/>
                        <a:uLnTx/>
                        <a:uFillTx/>
                        <a:latin typeface="+mn-lt"/>
                        <a:ea typeface="+mn-ea"/>
                        <a:cs typeface="+mn-cs"/>
                      </a:endParaRPr>
                    </a:p>
                  </a:txBody>
                  <a:tcPr marL="72000" marR="72000" marT="0" marB="0">
                    <a:lnL w="12700" cap="flat" cmpd="sng" algn="ctr">
                      <a:solidFill>
                        <a:srgbClr val="BFBFB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64010282"/>
                  </a:ext>
                </a:extLst>
              </a:tr>
            </a:tbl>
          </a:graphicData>
        </a:graphic>
      </p:graphicFrame>
      <p:sp>
        <p:nvSpPr>
          <p:cNvPr id="16" name="Rectangle 15">
            <a:hlinkClick r:id="rId6" action="ppaction://hlinksldjump"/>
            <a:extLst>
              <a:ext uri="{FF2B5EF4-FFF2-40B4-BE49-F238E27FC236}">
                <a16:creationId xmlns:a16="http://schemas.microsoft.com/office/drawing/2014/main" id="{E9CDB6B1-0127-D4C8-9840-80C4B082AC55}"/>
              </a:ext>
            </a:extLst>
          </p:cNvPr>
          <p:cNvSpPr/>
          <p:nvPr/>
        </p:nvSpPr>
        <p:spPr>
          <a:xfrm>
            <a:off x="9341324" y="140055"/>
            <a:ext cx="792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17" name="Rectangle 16">
            <a:hlinkClick r:id="rId7" action="ppaction://hlinksldjump"/>
            <a:extLst>
              <a:ext uri="{FF2B5EF4-FFF2-40B4-BE49-F238E27FC236}">
                <a16:creationId xmlns:a16="http://schemas.microsoft.com/office/drawing/2014/main" id="{3B2AE10B-6874-4646-D51C-070D5852E34F}"/>
              </a:ext>
            </a:extLst>
          </p:cNvPr>
          <p:cNvSpPr/>
          <p:nvPr/>
        </p:nvSpPr>
        <p:spPr>
          <a:xfrm>
            <a:off x="2199335" y="140055"/>
            <a:ext cx="108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18" name="Rectangle 17">
            <a:hlinkClick r:id="rId8" action="ppaction://hlinksldjump"/>
            <a:extLst>
              <a:ext uri="{FF2B5EF4-FFF2-40B4-BE49-F238E27FC236}">
                <a16:creationId xmlns:a16="http://schemas.microsoft.com/office/drawing/2014/main" id="{D31EA355-F412-4EF7-242A-81687B725DBD}"/>
              </a:ext>
            </a:extLst>
          </p:cNvPr>
          <p:cNvSpPr/>
          <p:nvPr/>
        </p:nvSpPr>
        <p:spPr>
          <a:xfrm>
            <a:off x="4394875"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19" name="Rectangle 18">
            <a:hlinkClick r:id="rId9" action="ppaction://hlinksldjump"/>
            <a:extLst>
              <a:ext uri="{FF2B5EF4-FFF2-40B4-BE49-F238E27FC236}">
                <a16:creationId xmlns:a16="http://schemas.microsoft.com/office/drawing/2014/main" id="{56A4029F-84EF-2745-1848-B07190043F12}"/>
              </a:ext>
            </a:extLst>
          </p:cNvPr>
          <p:cNvSpPr/>
          <p:nvPr/>
        </p:nvSpPr>
        <p:spPr>
          <a:xfrm>
            <a:off x="7770170"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0" name="Rectangle 19">
            <a:hlinkClick r:id="rId10" action="ppaction://hlinksldjump"/>
            <a:extLst>
              <a:ext uri="{FF2B5EF4-FFF2-40B4-BE49-F238E27FC236}">
                <a16:creationId xmlns:a16="http://schemas.microsoft.com/office/drawing/2014/main" id="{9547E664-2436-C8A1-D3B0-B0363F2EB10A}"/>
              </a:ext>
            </a:extLst>
          </p:cNvPr>
          <p:cNvSpPr/>
          <p:nvPr/>
        </p:nvSpPr>
        <p:spPr>
          <a:xfrm>
            <a:off x="5358436" y="140055"/>
            <a:ext cx="72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1" name="Rectangle 20">
            <a:hlinkClick r:id="rId11" action="ppaction://hlinksldjump"/>
            <a:extLst>
              <a:ext uri="{FF2B5EF4-FFF2-40B4-BE49-F238E27FC236}">
                <a16:creationId xmlns:a16="http://schemas.microsoft.com/office/drawing/2014/main" id="{0C182758-5493-C6FC-E36E-6C345AED065A}"/>
              </a:ext>
            </a:extLst>
          </p:cNvPr>
          <p:cNvSpPr/>
          <p:nvPr/>
        </p:nvSpPr>
        <p:spPr>
          <a:xfrm>
            <a:off x="983489" y="140055"/>
            <a:ext cx="118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
        <p:nvSpPr>
          <p:cNvPr id="22" name="Rectangle 21">
            <a:hlinkClick r:id="rId12" action="ppaction://hlinksldjump"/>
            <a:extLst>
              <a:ext uri="{FF2B5EF4-FFF2-40B4-BE49-F238E27FC236}">
                <a16:creationId xmlns:a16="http://schemas.microsoft.com/office/drawing/2014/main" id="{FB8D3781-CF56-BB53-52B0-F17C96BF37E5}"/>
              </a:ext>
            </a:extLst>
          </p:cNvPr>
          <p:cNvSpPr/>
          <p:nvPr/>
        </p:nvSpPr>
        <p:spPr>
          <a:xfrm>
            <a:off x="3305911" y="140055"/>
            <a:ext cx="1044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3" name="Rectangle 22">
            <a:hlinkClick r:id="rId13" action="ppaction://hlinksldjump"/>
            <a:extLst>
              <a:ext uri="{FF2B5EF4-FFF2-40B4-BE49-F238E27FC236}">
                <a16:creationId xmlns:a16="http://schemas.microsoft.com/office/drawing/2014/main" id="{441000EA-BF09-FE92-FC9C-EF2099087E1D}"/>
              </a:ext>
            </a:extLst>
          </p:cNvPr>
          <p:cNvSpPr/>
          <p:nvPr/>
        </p:nvSpPr>
        <p:spPr>
          <a:xfrm>
            <a:off x="6126735" y="140055"/>
            <a:ext cx="648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4" name="Rectangle 23">
            <a:hlinkClick r:id="rId14" action="ppaction://hlinksldjump"/>
            <a:extLst>
              <a:ext uri="{FF2B5EF4-FFF2-40B4-BE49-F238E27FC236}">
                <a16:creationId xmlns:a16="http://schemas.microsoft.com/office/drawing/2014/main" id="{50A28223-DFE3-590A-7EE7-AD93CC722A5C}"/>
              </a:ext>
            </a:extLst>
          </p:cNvPr>
          <p:cNvSpPr/>
          <p:nvPr/>
        </p:nvSpPr>
        <p:spPr>
          <a:xfrm>
            <a:off x="6828337" y="140055"/>
            <a:ext cx="900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err="1">
              <a:solidFill>
                <a:schemeClr val="bg1"/>
              </a:solidFill>
            </a:endParaRPr>
          </a:p>
        </p:txBody>
      </p:sp>
      <p:sp>
        <p:nvSpPr>
          <p:cNvPr id="25" name="Rectangle 24">
            <a:hlinkClick r:id="rId15" action="ppaction://hlinksldjump"/>
            <a:extLst>
              <a:ext uri="{FF2B5EF4-FFF2-40B4-BE49-F238E27FC236}">
                <a16:creationId xmlns:a16="http://schemas.microsoft.com/office/drawing/2014/main" id="{6CE52615-FA06-84A4-59F9-4740D245959C}"/>
              </a:ext>
            </a:extLst>
          </p:cNvPr>
          <p:cNvSpPr/>
          <p:nvPr/>
        </p:nvSpPr>
        <p:spPr>
          <a:xfrm>
            <a:off x="8720283" y="140055"/>
            <a:ext cx="57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algn="l"/>
            <a:endParaRPr lang="fi-FI" sz="1500">
              <a:solidFill>
                <a:schemeClr val="bg1"/>
              </a:solidFill>
            </a:endParaRPr>
          </a:p>
        </p:txBody>
      </p:sp>
    </p:spTree>
    <p:extLst>
      <p:ext uri="{BB962C8B-B14F-4D97-AF65-F5344CB8AC3E}">
        <p14:creationId xmlns:p14="http://schemas.microsoft.com/office/powerpoint/2010/main" val="41377887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USED" val="KPMGFONT"/>
  <p:tag name="CREATEDBY" val="Global PowerPoint Toolbar"/>
  <p:tag name="TOOLBARVERSION" val="5.30a"/>
  <p:tag name="TYPE" val="ScreenWide"/>
  <p:tag name="KEYWORD" val="SCREENWIDE"/>
  <p:tag name="TEMPLATEVERSION" val="17/07/2017 11:56:04"/>
  <p:tag name="THINKCELLPRESENTATIONDONOTDELETE" val="&lt;?xml version=&quot;1.0&quot; encoding=&quot;UTF-16&quot; standalone=&quot;yes&quot;?&gt;&lt;root reqver=&quot;28224&quot;&gt;&lt;version val=&quot;35536&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6&quot;&gt;&lt;elem m_fUsage=&quot;6.23599836861989764714E+00&quot;&gt;&lt;m_msothmcolidx val=&quot;0&quot;/&gt;&lt;m_rgb r=&quot;00&quot; g=&quot;B8&quot; b=&quot;F5&quot;/&gt;&lt;/elem&gt;&lt;elem m_fUsage=&quot;2.55942955413813866272E+00&quot;&gt;&lt;m_msothmcolidx val=&quot;0&quot;/&gt;&lt;m_rgb r=&quot;1E&quot; g=&quot;49&quot; b=&quot;E2&quot;/&gt;&lt;/elem&gt;&lt;elem m_fUsage=&quot;6.94198673010141042994E-01&quot;&gt;&lt;m_msothmcolidx val=&quot;0&quot;/&gt;&lt;m_rgb r=&quot;B4&quot; g=&quot;97&quot; b=&quot;FF&quot;/&gt;&lt;/elem&gt;&lt;elem m_fUsage=&quot;2.97172400014488469200E-01&quot;&gt;&lt;m_msothmcolidx val=&quot;0&quot;/&gt;&lt;m_rgb r=&quot;AC&quot; g=&quot;EA&quot; b=&quot;FF&quot;/&gt;&lt;/elem&gt;&lt;elem m_fUsage=&quot;2.05891132094649098594E-01&quot;&gt;&lt;m_msothmcolidx val=&quot;0&quot;/&gt;&lt;m_rgb r=&quot;FD&quot; g=&quot;34&quot; b=&quot;9C&quot;/&gt;&lt;/elem&gt;&lt;elem m_fUsage=&quot;7.30075177812704746022E-03&quot;&gt;&lt;m_msothmcolidx val=&quot;0&quot;/&gt;&lt;m_rgb r=&quot;72&quot; g=&quot;13&quot; b=&quot;EA&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xml><?xml version="1.0" encoding="utf-8"?>
<p:tagLst xmlns:a="http://schemas.openxmlformats.org/drawingml/2006/main" xmlns:r="http://schemas.openxmlformats.org/officeDocument/2006/relationships" xmlns:p="http://schemas.openxmlformats.org/presentationml/2006/main">
  <p:tag name="ADV_TOP" val="493.4643"/>
  <p:tag name="ADV_LEFT" val="148.479"/>
  <p:tag name="ADV_HEIGHT" val="14.54063"/>
  <p:tag name="ADV_WIDTH" val="499.4646"/>
  <p:tag name="ADV_COPYRIGHT" val="TRUE"/>
</p:tagLst>
</file>

<file path=ppt/tags/tag5.xml><?xml version="1.0" encoding="utf-8"?>
<p:tagLst xmlns:a="http://schemas.openxmlformats.org/drawingml/2006/main" xmlns:r="http://schemas.openxmlformats.org/officeDocument/2006/relationships" xmlns:p="http://schemas.openxmlformats.org/presentationml/2006/main">
  <p:tag name="ADV_DRAFT" val="TRU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ADV_TOP" val="104.7343"/>
  <p:tag name="ADV_LEFT" val="78.99213"/>
  <p:tag name="ADV_HEIGHT" val="315.4"/>
  <p:tag name="ADV_WIDTH" val="391.1811"/>
</p:tagLst>
</file>

<file path=ppt/tags/tag50.xml><?xml version="1.0" encoding="utf-8"?>
<p:tagLst xmlns:a="http://schemas.openxmlformats.org/drawingml/2006/main" xmlns:r="http://schemas.openxmlformats.org/officeDocument/2006/relationships" xmlns:p="http://schemas.openxmlformats.org/presentationml/2006/main">
  <p:tag name="ADV_TOP" val="104.7343"/>
  <p:tag name="ADV_LEFT" val="78.99213"/>
  <p:tag name="ADV_HEIGHT" val="315.4"/>
  <p:tag name="ADV_WIDTH" val="391.1811"/>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6.xml><?xml version="1.0" encoding="utf-8"?>
<p:tagLst xmlns:a="http://schemas.openxmlformats.org/drawingml/2006/main" xmlns:r="http://schemas.openxmlformats.org/officeDocument/2006/relationships" xmlns:p="http://schemas.openxmlformats.org/presentationml/2006/main">
  <p:tag name="THINKCELLSHAPEDONOTDELETE" val="tp5bCGQ_45SwCCIw.GT6vvA"/>
</p:tagLst>
</file>

<file path=ppt/tags/tag417.xml><?xml version="1.0" encoding="utf-8"?>
<p:tagLst xmlns:a="http://schemas.openxmlformats.org/drawingml/2006/main" xmlns:r="http://schemas.openxmlformats.org/officeDocument/2006/relationships" xmlns:p="http://schemas.openxmlformats.org/presentationml/2006/main">
  <p:tag name="THINKCELLSHAPEDONOTDELETE" val="t7Oggc9Kqoej8G9XEEhT6zA"/>
</p:tagLst>
</file>

<file path=ppt/tags/tag418.xml><?xml version="1.0" encoding="utf-8"?>
<p:tagLst xmlns:a="http://schemas.openxmlformats.org/drawingml/2006/main" xmlns:r="http://schemas.openxmlformats.org/officeDocument/2006/relationships" xmlns:p="http://schemas.openxmlformats.org/presentationml/2006/main">
  <p:tag name="THINKCELLSHAPEDONOTDELETE" val="tBCh_QmciLhMAx7cTqcc8BQ"/>
</p:tagLst>
</file>

<file path=ppt/tags/tag419.xml><?xml version="1.0" encoding="utf-8"?>
<p:tagLst xmlns:a="http://schemas.openxmlformats.org/drawingml/2006/main" xmlns:r="http://schemas.openxmlformats.org/officeDocument/2006/relationships" xmlns:p="http://schemas.openxmlformats.org/presentationml/2006/main">
  <p:tag name="THINKCELLSHAPEDONOTDELETE" val="tbPpkuVkY3V99hbZ9OU1fXw"/>
</p:tagLst>
</file>

<file path=ppt/tags/tag420.xml><?xml version="1.0" encoding="utf-8"?>
<p:tagLst xmlns:a="http://schemas.openxmlformats.org/drawingml/2006/main" xmlns:r="http://schemas.openxmlformats.org/officeDocument/2006/relationships" xmlns:p="http://schemas.openxmlformats.org/presentationml/2006/main">
  <p:tag name="THINKCELLSHAPEDONOTDELETE" val="tqAIvk0t5TO0CrrhKbgJoow"/>
</p:tagLst>
</file>

<file path=ppt/tags/tag421.xml><?xml version="1.0" encoding="utf-8"?>
<p:tagLst xmlns:a="http://schemas.openxmlformats.org/drawingml/2006/main" xmlns:r="http://schemas.openxmlformats.org/officeDocument/2006/relationships" xmlns:p="http://schemas.openxmlformats.org/presentationml/2006/main">
  <p:tag name="THINKCELLSHAPEDONOTDELETE" val="t.8CoOo6m.tR3xqj8Eq.B2w"/>
</p:tagLst>
</file>

<file path=ppt/tags/tag422.xml><?xml version="1.0" encoding="utf-8"?>
<p:tagLst xmlns:a="http://schemas.openxmlformats.org/drawingml/2006/main" xmlns:r="http://schemas.openxmlformats.org/officeDocument/2006/relationships" xmlns:p="http://schemas.openxmlformats.org/presentationml/2006/main">
  <p:tag name="THINKCELLSHAPEDONOTDELETE" val="tA36gPA0pftnXHk9W7j.5PA"/>
</p:tagLst>
</file>

<file path=ppt/tags/tag423.xml><?xml version="1.0" encoding="utf-8"?>
<p:tagLst xmlns:a="http://schemas.openxmlformats.org/drawingml/2006/main" xmlns:r="http://schemas.openxmlformats.org/officeDocument/2006/relationships" xmlns:p="http://schemas.openxmlformats.org/presentationml/2006/main">
  <p:tag name="THINKCELLSHAPEDONOTDELETE" val="teqVp3IsSEy8NqOtbE8i1Xg"/>
</p:tagLst>
</file>

<file path=ppt/tags/tag424.xml><?xml version="1.0" encoding="utf-8"?>
<p:tagLst xmlns:a="http://schemas.openxmlformats.org/drawingml/2006/main" xmlns:r="http://schemas.openxmlformats.org/officeDocument/2006/relationships" xmlns:p="http://schemas.openxmlformats.org/presentationml/2006/main">
  <p:tag name="THINKCELLSHAPEDONOTDELETE" val="t4VyybkkALEm2gumYUiVfxA"/>
</p:tagLst>
</file>

<file path=ppt/tags/tag425.xml><?xml version="1.0" encoding="utf-8"?>
<p:tagLst xmlns:a="http://schemas.openxmlformats.org/drawingml/2006/main" xmlns:r="http://schemas.openxmlformats.org/officeDocument/2006/relationships" xmlns:p="http://schemas.openxmlformats.org/presentationml/2006/main">
  <p:tag name="THINKCELLSHAPEDONOTDELETE" val="tbc9rIzR19_l5UO8xOMSV3w"/>
</p:tagLst>
</file>

<file path=ppt/tags/tag426.xml><?xml version="1.0" encoding="utf-8"?>
<p:tagLst xmlns:a="http://schemas.openxmlformats.org/drawingml/2006/main" xmlns:r="http://schemas.openxmlformats.org/officeDocument/2006/relationships" xmlns:p="http://schemas.openxmlformats.org/presentationml/2006/main">
  <p:tag name="THINKCELLSHAPEDONOTDELETE" val="tdcORDiDyfJUeAVcxyHOzzw"/>
</p:tagLst>
</file>

<file path=ppt/tags/tag427.xml><?xml version="1.0" encoding="utf-8"?>
<p:tagLst xmlns:a="http://schemas.openxmlformats.org/drawingml/2006/main" xmlns:r="http://schemas.openxmlformats.org/officeDocument/2006/relationships" xmlns:p="http://schemas.openxmlformats.org/presentationml/2006/main">
  <p:tag name="THINKCELLSHAPEDONOTDELETE" val="tjkCNzIPmy98FAhAH99QvIQ"/>
</p:tagLst>
</file>

<file path=ppt/tags/tag428.xml><?xml version="1.0" encoding="utf-8"?>
<p:tagLst xmlns:a="http://schemas.openxmlformats.org/drawingml/2006/main" xmlns:r="http://schemas.openxmlformats.org/officeDocument/2006/relationships" xmlns:p="http://schemas.openxmlformats.org/presentationml/2006/main">
  <p:tag name="THINKCELLSHAPEDONOTDELETE" val="tl.TphJi1_rsrfqgFfjJZ7A"/>
</p:tagLst>
</file>

<file path=ppt/tags/tag429.xml><?xml version="1.0" encoding="utf-8"?>
<p:tagLst xmlns:a="http://schemas.openxmlformats.org/drawingml/2006/main" xmlns:r="http://schemas.openxmlformats.org/officeDocument/2006/relationships" xmlns:p="http://schemas.openxmlformats.org/presentationml/2006/main">
  <p:tag name="THINKCELLSHAPEDONOTDELETE" val="tmNDfWWm6tca3_Ry9ofKLCg"/>
</p:tagLst>
</file>

<file path=ppt/tags/tag430.xml><?xml version="1.0" encoding="utf-8"?>
<p:tagLst xmlns:a="http://schemas.openxmlformats.org/drawingml/2006/main" xmlns:r="http://schemas.openxmlformats.org/officeDocument/2006/relationships" xmlns:p="http://schemas.openxmlformats.org/presentationml/2006/main">
  <p:tag name="THINKCELLSHAPEDONOTDELETE" val="tiDIqTiK3jaOh7PC7q5id7A"/>
</p:tagLst>
</file>

<file path=ppt/tags/tag431.xml><?xml version="1.0" encoding="utf-8"?>
<p:tagLst xmlns:a="http://schemas.openxmlformats.org/drawingml/2006/main" xmlns:r="http://schemas.openxmlformats.org/officeDocument/2006/relationships" xmlns:p="http://schemas.openxmlformats.org/presentationml/2006/main">
  <p:tag name="THINKCELLSHAPEDONOTDELETE" val="tJha8gBwe.ehqT3PeMv8CaQ"/>
</p:tagLst>
</file>

<file path=ppt/tags/tag432.xml><?xml version="1.0" encoding="utf-8"?>
<p:tagLst xmlns:a="http://schemas.openxmlformats.org/drawingml/2006/main" xmlns:r="http://schemas.openxmlformats.org/officeDocument/2006/relationships" xmlns:p="http://schemas.openxmlformats.org/presentationml/2006/main">
  <p:tag name="THINKCELLSHAPEDONOTDELETE" val="tDUrp5MavhDVNqx7DJeTPDQ"/>
</p:tagLst>
</file>

<file path=ppt/tags/tag433.xml><?xml version="1.0" encoding="utf-8"?>
<p:tagLst xmlns:a="http://schemas.openxmlformats.org/drawingml/2006/main" xmlns:r="http://schemas.openxmlformats.org/officeDocument/2006/relationships" xmlns:p="http://schemas.openxmlformats.org/presentationml/2006/main">
  <p:tag name="THINKCELLSHAPEDONOTDELETE" val="tsH8s2ErK0fESSyynZhwcug"/>
</p:tagLst>
</file>

<file path=ppt/tags/tag434.xml><?xml version="1.0" encoding="utf-8"?>
<p:tagLst xmlns:a="http://schemas.openxmlformats.org/drawingml/2006/main" xmlns:r="http://schemas.openxmlformats.org/officeDocument/2006/relationships" xmlns:p="http://schemas.openxmlformats.org/presentationml/2006/main">
  <p:tag name="THINKCELLSHAPEDONOTDELETE" val="t4wYc.npI6L4rpMDoPTWpEg"/>
</p:tagLst>
</file>

<file path=ppt/tags/tag435.xml><?xml version="1.0" encoding="utf-8"?>
<p:tagLst xmlns:a="http://schemas.openxmlformats.org/drawingml/2006/main" xmlns:r="http://schemas.openxmlformats.org/officeDocument/2006/relationships" xmlns:p="http://schemas.openxmlformats.org/presentationml/2006/main">
  <p:tag name="THINKCELLSHAPEDONOTDELETE" val="tYipmsSadvqSt5v.PkRqX3g"/>
</p:tagLst>
</file>

<file path=ppt/tags/tag436.xml><?xml version="1.0" encoding="utf-8"?>
<p:tagLst xmlns:a="http://schemas.openxmlformats.org/drawingml/2006/main" xmlns:r="http://schemas.openxmlformats.org/officeDocument/2006/relationships" xmlns:p="http://schemas.openxmlformats.org/presentationml/2006/main">
  <p:tag name="THINKCELLSHAPEDONOTDELETE" val="tmyARAZ0axgJlmgHY57b8qw"/>
</p:tagLst>
</file>

<file path=ppt/tags/tag437.xml><?xml version="1.0" encoding="utf-8"?>
<p:tagLst xmlns:a="http://schemas.openxmlformats.org/drawingml/2006/main" xmlns:r="http://schemas.openxmlformats.org/officeDocument/2006/relationships" xmlns:p="http://schemas.openxmlformats.org/presentationml/2006/main">
  <p:tag name="THINKCELLSHAPEDONOTDELETE" val="tu7I2LF5yYxVWgoUru4ttIw"/>
</p:tagLst>
</file>

<file path=ppt/tags/tag43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4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9.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heme/theme1.xml><?xml version="1.0" encoding="utf-8"?>
<a:theme xmlns:a="http://schemas.openxmlformats.org/drawingml/2006/main" name="KPMG Widescreen [16:9] Feb 2022">
  <a:themeElements>
    <a:clrScheme name="Custom 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0B8F5"/>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Diligence+ Reporting Template_Widescreen v2.1" id="{31F0739D-4331-434D-B381-E4FBE1242B9F}" vid="{C5003BA8-A494-D04B-86E1-73C5B0273C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a1207d4-a4a2-4134-936f-07aa70b91ff6">
      <Terms xmlns="http://schemas.microsoft.com/office/infopath/2007/PartnerControls"/>
    </lcf76f155ced4ddcb4097134ff3c332f>
    <TaxCatchAll xmlns="d84d88f0-d431-497b-82de-83cf50d55861" xsi:nil="true"/>
    <SharedWithUsers xmlns="d84d88f0-d431-497b-82de-83cf50d55861">
      <UserInfo>
        <DisplayName/>
        <AccountId xsi:nil="true"/>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677386C0D47124CABEC8D663EB2631F" ma:contentTypeVersion="15" ma:contentTypeDescription="Create a new document." ma:contentTypeScope="" ma:versionID="9c5eb1f8e3deea2619076ac9c7a91ec4">
  <xsd:schema xmlns:xsd="http://www.w3.org/2001/XMLSchema" xmlns:xs="http://www.w3.org/2001/XMLSchema" xmlns:p="http://schemas.microsoft.com/office/2006/metadata/properties" xmlns:ns2="da1207d4-a4a2-4134-936f-07aa70b91ff6" xmlns:ns3="d84d88f0-d431-497b-82de-83cf50d55861" targetNamespace="http://schemas.microsoft.com/office/2006/metadata/properties" ma:root="true" ma:fieldsID="297910b804b8d6fef98dc3a8562f3c48" ns2:_="" ns3:_="">
    <xsd:import namespace="da1207d4-a4a2-4134-936f-07aa70b91ff6"/>
    <xsd:import namespace="d84d88f0-d431-497b-82de-83cf50d5586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207d4-a4a2-4134-936f-07aa70b91ff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84d88f0-d431-497b-82de-83cf50d55861"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5a152f59-2c8c-49fa-8521-65f422397a95}" ma:internalName="TaxCatchAll" ma:showField="CatchAllData" ma:web="d84d88f0-d431-497b-82de-83cf50d5586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16E8BE8-38F7-4538-BC61-23EE78439F93}">
  <ds:schemaRefs>
    <ds:schemaRef ds:uri="http://schemas.microsoft.com/sharepoint/v3/contenttype/forms"/>
  </ds:schemaRefs>
</ds:datastoreItem>
</file>

<file path=customXml/itemProps2.xml><?xml version="1.0" encoding="utf-8"?>
<ds:datastoreItem xmlns:ds="http://schemas.openxmlformats.org/officeDocument/2006/customXml" ds:itemID="{A83310D9-E18C-417A-A856-33E8675CB3CD}">
  <ds:schemaRefs>
    <ds:schemaRef ds:uri="http://purl.org/dc/terms/"/>
    <ds:schemaRef ds:uri="http://schemas.openxmlformats.org/package/2006/metadata/core-properties"/>
    <ds:schemaRef ds:uri="http://schemas.microsoft.com/office/2006/documentManagement/types"/>
    <ds:schemaRef ds:uri="da1207d4-a4a2-4134-936f-07aa70b91ff6"/>
    <ds:schemaRef ds:uri="http://purl.org/dc/elements/1.1/"/>
    <ds:schemaRef ds:uri="d84d88f0-d431-497b-82de-83cf50d55861"/>
    <ds:schemaRef ds:uri="http://www.w3.org/XML/1998/namespace"/>
    <ds:schemaRef ds:uri="http://schemas.microsoft.com/office/infopath/2007/PartnerControl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A146ECF4-AD22-4448-BF0C-B332DA410BB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207d4-a4a2-4134-936f-07aa70b91ff6"/>
    <ds:schemaRef ds:uri="d84d88f0-d431-497b-82de-83cf50d5586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c620c5b8-acda-4464-8b0a-97169e89f7dd}" enabled="1" method="Standard" siteId="{deff24bb-2089-4400-8c8e-f71e680378b2}" removed="0"/>
</clbl:labelList>
</file>

<file path=docProps/app.xml><?xml version="1.0" encoding="utf-8"?>
<Properties xmlns="http://schemas.openxmlformats.org/officeDocument/2006/extended-properties" xmlns:vt="http://schemas.openxmlformats.org/officeDocument/2006/docPropsVTypes">
  <Template/>
  <TotalTime>451</TotalTime>
  <Words>7112</Words>
  <Application>Microsoft Macintosh PowerPoint</Application>
  <PresentationFormat>Widescreen</PresentationFormat>
  <Paragraphs>1419</Paragraphs>
  <Slides>45</Slides>
  <Notes>3</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45</vt:i4>
      </vt:variant>
    </vt:vector>
  </HeadingPairs>
  <TitlesOfParts>
    <vt:vector size="49" baseType="lpstr">
      <vt:lpstr>Arial</vt:lpstr>
      <vt:lpstr>KPMG Bold</vt:lpstr>
      <vt:lpstr>KPMG Widescreen [16:9] Feb 2022</vt:lpstr>
      <vt:lpstr>think-cell Slide</vt:lpstr>
      <vt:lpstr>Title slide   DRAFT</vt:lpstr>
      <vt:lpstr>PowerPoint Presentation</vt:lpstr>
      <vt:lpstr>Contents</vt:lpstr>
      <vt:lpstr>Executive summary</vt:lpstr>
      <vt:lpstr>Business overview</vt:lpstr>
      <vt:lpstr>Summary financials</vt:lpstr>
      <vt:lpstr>Key findings — Financial</vt:lpstr>
      <vt:lpstr>Historical trading</vt:lpstr>
      <vt:lpstr>Profit &amp; loss overview</vt:lpstr>
      <vt:lpstr>Quality of earnings</vt:lpstr>
      <vt:lpstr>Revenue bridge</vt:lpstr>
      <vt:lpstr>EBITDA bridge</vt:lpstr>
      <vt:lpstr>Business drivers — Net sales breakdown</vt:lpstr>
      <vt:lpstr>Business drivers — Customer concentration</vt:lpstr>
      <vt:lpstr>Business drivers — Personnel</vt:lpstr>
      <vt:lpstr>Cost breakdown — Variable costs</vt:lpstr>
      <vt:lpstr>Cost breakdown — Overheads</vt:lpstr>
      <vt:lpstr>Forecast trading</vt:lpstr>
      <vt:lpstr>Current trading and run rate</vt:lpstr>
      <vt:lpstr>Historical forecasting accuracy</vt:lpstr>
      <vt:lpstr>Forecast overview</vt:lpstr>
      <vt:lpstr>Forecast revenue bridge</vt:lpstr>
      <vt:lpstr>Forecast EBITDA bridge</vt:lpstr>
      <vt:lpstr>Forecast assumptions</vt:lpstr>
      <vt:lpstr>Upsides and sensitivities</vt:lpstr>
      <vt:lpstr>Balance sheet</vt:lpstr>
      <vt:lpstr>Balance sheet overview</vt:lpstr>
      <vt:lpstr>Net working capital — Overview</vt:lpstr>
      <vt:lpstr>Net debt</vt:lpstr>
      <vt:lpstr>Cash flows</vt:lpstr>
      <vt:lpstr>Operating cash flows</vt:lpstr>
      <vt:lpstr>Reporting environment</vt:lpstr>
      <vt:lpstr>Financial reporting environment</vt:lpstr>
      <vt:lpstr>Key accounting principles</vt:lpstr>
      <vt:lpstr>Taxation</vt:lpstr>
      <vt:lpstr>PowerPoint Presentation</vt:lpstr>
      <vt:lpstr>PowerPoint Presentation</vt:lpstr>
      <vt:lpstr>Appendices</vt:lpstr>
      <vt:lpstr>Management to statutory accounts reconciliation </vt:lpstr>
      <vt:lpstr>Engagement appendices</vt:lpstr>
      <vt:lpstr>Important notice (1/2)</vt:lpstr>
      <vt:lpstr>Important notice (2/2)</vt:lpstr>
      <vt:lpstr>Basis of preparation</vt:lpstr>
      <vt:lpstr>PowerPoint Presentation</vt:lpstr>
      <vt:lpstr>PowerPoint Presentation</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slide   DRAFT</dc:title>
  <dc:creator>Marketing Services</dc:creator>
  <cp:keywords/>
  <cp:lastModifiedBy>Sharma, Rishi</cp:lastModifiedBy>
  <cp:revision>9</cp:revision>
  <dcterms:created xsi:type="dcterms:W3CDTF">2022-03-14T16:42:38Z</dcterms:created>
  <dcterms:modified xsi:type="dcterms:W3CDTF">2026-02-01T18:01:13Z</dcterms:modified>
  <cp:category>KPMG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0x0101007677386C0D47124CABEC8D663EB2631F</vt:lpwstr>
  </property>
  <property fmtid="{D5CDD505-2E9C-101B-9397-08002B2CF9AE}" pid="3" name="KPMGDataBusinessProcess">
    <vt:lpwstr/>
  </property>
  <property fmtid="{D5CDD505-2E9C-101B-9397-08002B2CF9AE}" pid="4" name="KPMGDataCountryOfOrigin">
    <vt:lpwstr>6</vt:lpwstr>
  </property>
  <property fmtid="{D5CDD505-2E9C-101B-9397-08002B2CF9AE}" pid="5" name="KPMGDataTechnology">
    <vt:lpwstr/>
  </property>
  <property fmtid="{D5CDD505-2E9C-101B-9397-08002B2CF9AE}" pid="6" name="KPMGDataContentOwner">
    <vt:lpwstr>102</vt:lpwstr>
  </property>
  <property fmtid="{D5CDD505-2E9C-101B-9397-08002B2CF9AE}" pid="7" name="KPMGDataAcquisitions">
    <vt:lpwstr/>
  </property>
  <property fmtid="{D5CDD505-2E9C-101B-9397-08002B2CF9AE}" pid="8" name="KPMGDataServices">
    <vt:lpwstr>101;#Marketing and Communications|d3731beb-9294-427c-b0f6-ff03ac38220b</vt:lpwstr>
  </property>
  <property fmtid="{D5CDD505-2E9C-101B-9397-08002B2CF9AE}" pid="9" name="KPMGDataRelevantCountries">
    <vt:lpwstr/>
  </property>
  <property fmtid="{D5CDD505-2E9C-101B-9397-08002B2CF9AE}" pid="10" name="KPMGDataContentUse">
    <vt:lpwstr>2</vt:lpwstr>
  </property>
  <property fmtid="{D5CDD505-2E9C-101B-9397-08002B2CF9AE}" pid="11" name="KPMGDataAlliances">
    <vt:lpwstr/>
  </property>
  <property fmtid="{D5CDD505-2E9C-101B-9397-08002B2CF9AE}" pid="12" name="KPMGDataFileType">
    <vt:lpwstr>28</vt:lpwstr>
  </property>
  <property fmtid="{D5CDD505-2E9C-101B-9397-08002B2CF9AE}" pid="13" name="KPMGDataTaxTechnical">
    <vt:lpwstr/>
  </property>
  <property fmtid="{D5CDD505-2E9C-101B-9397-08002B2CF9AE}" pid="14" name="KPMGDataEngagementPhase">
    <vt:lpwstr/>
  </property>
  <property fmtid="{D5CDD505-2E9C-101B-9397-08002B2CF9AE}" pid="15" name="KPMGDataMarkets">
    <vt:lpwstr/>
  </property>
  <property fmtid="{D5CDD505-2E9C-101B-9397-08002B2CF9AE}" pid="16" name="KPMGDataAudienceLevel">
    <vt:lpwstr/>
  </property>
  <property fmtid="{D5CDD505-2E9C-101B-9397-08002B2CF9AE}" pid="17" name="KPMGDataContentCategoryType">
    <vt:lpwstr>2</vt:lpwstr>
  </property>
  <property fmtid="{D5CDD505-2E9C-101B-9397-08002B2CF9AE}" pid="18" name="KPMGDataPropositions">
    <vt:lpwstr/>
  </property>
  <property fmtid="{D5CDD505-2E9C-101B-9397-08002B2CF9AE}" pid="19" name="KPMGDataCentreOfExcellecnce">
    <vt:lpwstr/>
  </property>
  <property fmtid="{D5CDD505-2E9C-101B-9397-08002B2CF9AE}" pid="20" name="KPMGDataExternalAudience">
    <vt:lpwstr/>
  </property>
  <property fmtid="{D5CDD505-2E9C-101B-9397-08002B2CF9AE}" pid="21" name="KPMG_LayoutGrid">
    <vt:lpwstr>0</vt:lpwstr>
  </property>
  <property fmtid="{D5CDD505-2E9C-101B-9397-08002B2CF9AE}" pid="22" name="MediaServiceImageTags">
    <vt:lpwstr/>
  </property>
  <property fmtid="{D5CDD505-2E9C-101B-9397-08002B2CF9AE}" pid="23" name="_NewReviewCycle">
    <vt:lpwstr/>
  </property>
  <property fmtid="{D5CDD505-2E9C-101B-9397-08002B2CF9AE}" pid="24" name="Order">
    <vt:r8>1288000</vt:r8>
  </property>
  <property fmtid="{D5CDD505-2E9C-101B-9397-08002B2CF9AE}" pid="25" name="xd_Signature">
    <vt:bool>false</vt:bool>
  </property>
  <property fmtid="{D5CDD505-2E9C-101B-9397-08002B2CF9AE}" pid="26" name="xd_ProgID">
    <vt:lpwstr/>
  </property>
  <property fmtid="{D5CDD505-2E9C-101B-9397-08002B2CF9AE}" pid="27" name="ComplianceAssetId">
    <vt:lpwstr/>
  </property>
  <property fmtid="{D5CDD505-2E9C-101B-9397-08002B2CF9AE}" pid="28" name="TemplateUrl">
    <vt:lpwstr/>
  </property>
  <property fmtid="{D5CDD505-2E9C-101B-9397-08002B2CF9AE}" pid="29" name="_ExtendedDescription">
    <vt:lpwstr/>
  </property>
  <property fmtid="{D5CDD505-2E9C-101B-9397-08002B2CF9AE}" pid="30" name="TriggerFlowInfo">
    <vt:lpwstr/>
  </property>
</Properties>
</file>