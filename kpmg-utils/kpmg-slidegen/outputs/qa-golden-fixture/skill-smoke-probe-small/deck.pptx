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, a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, a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Control Coverage Deep-Dive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| This stress-test slide intentionally maximizes dense narrative payload to validate pagination, overlap safety, and visual readability under near-capacity commentary conditions.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 observations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ownership remains distributed across functions, but accountability for cross-functional closure milestones still depends on informal coordination and ad hoc prioritization.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minutes evidence regular issue reviews, yet escalation trigger definitions and threshold ownership continue to vary by workstream and reporting cadence.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teams report duplicate tracking artifacts, causing reconciliation overhead and delayed consensus on true control status across open remediation queues.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risk signals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aging has improved quarter-over-quarter, although a subset of high-impact controls still exceed target closure windows due to data dependency bottlenecks.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reporting includes directional progress metrics, but current dashboards underweight control design maturity versus control operating effectiveness.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evidence indicates resource contention between run-state obligations and remediation tasks, reducing cycle time consistency for medium-priority findings.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implications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single closure taxonomy, late-stage rework risk remains elevated as teams reinterpret evidence sufficiency criteria during sign-off discussions.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can reduce variance by standardizing issue lifecycle gates and assigning explicit approval owners for each remediation decision checkpoint.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monthly control quality review focused on repeat findings is likely to accelerate learning loops and reduce recurrence in subsequent assurance cycles.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Program-level sequencing should prioritize controls with enterprise dependencies to prevent downstream delays in lower-complexity remediation tracks.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completion quality checks at mid-cycle milestones can reduce final validation failures and lower aggregate rework burden.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management interviews, governance minutes, and remediation tracker extracts synthesized for stress testing.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Control Coverage Deep-Dive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| This stress-test slide intentionally maximizes dense narrative payload to validate pagination, overlap safety, and visual readability under near-capacity commentary conditions.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closure templates can improve audit readiness and reduce interpretation drift across business units.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capacity rebalancing around high-risk workstreams can smooth closure throughput and improve predictability.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disciplined issue triage protocol can improve decision speed while preserving evidence quality expectations.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management interviews, governance minutes, and remediation tracker extracts synthesized for stress testing.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Dense One Column Baseline</dc:title>
  <dc:subject>PptxGenJS Presentation</dc:subject>
  <dc:creator>PptxGenJS</dc:creator>
  <cp:lastModifiedBy>PptxGenJS</cp:lastModifiedBy>
  <cp:revision>1</cp:revision>
  <dcterms:created xsi:type="dcterms:W3CDTF">2026-02-26T20:25:57Z</dcterms:created>
  <dcterms:modified xsi:type="dcterms:W3CDTF">2026-02-26T20:25:57Z</dcterms:modified>
</cp:coreProperties>
</file>