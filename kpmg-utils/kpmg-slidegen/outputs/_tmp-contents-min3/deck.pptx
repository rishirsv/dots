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image-1003-3.sv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WHI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templates/kpmg-diligence/assets/kpmg-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United States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5" name="Shape 2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UMMAR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templates/kpmg-diligence/assets/gradient_accent_chip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4242" y="103327"/>
            <a:ext cx="222199" cy="222199"/>
          </a:xfrm>
          <a:prstGeom prst="rect">
            <a:avLst/>
          </a:prstGeom>
        </p:spPr>
      </p:pic>
      <p:pic>
        <p:nvPicPr>
          <p:cNvPr id="3" name="Image 1" descr="/Users/rishi/Code/ai-tools/chatgpt/kpmg-slidegen/templates/kpmg-diligence/assets/kpmg-logo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United States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5" name="Text 1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6" name="Shape 2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OVER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DARK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LOSING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templates/kpmg-diligence/assets/gradient_back_cover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PMG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476" y="371311"/>
            <a:ext cx="914400" cy="36834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8478" y="1456388"/>
            <a:ext cx="3697810" cy="3427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3900" dirty="0"/>
          </a:p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test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998433" y="5005883"/>
            <a:ext cx="3697834" cy="809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contents.sections minItems = 3</a:t>
            </a:r>
            <a:endParaRPr lang="en-US" sz="1400" dirty="0"/>
          </a:p>
        </p:txBody>
      </p:sp>
      <p:pic>
        <p:nvPicPr>
          <p:cNvPr id="5" name="Image 1" descr="Cover photograph">    </p:cNvPr>
          <p:cNvPicPr>
            <a:picLocks noChangeAspect="1"/>
          </p:cNvPicPr>
          <p:nvPr/>
        </p:nvPicPr>
        <p:blipFill>
          <a:blip r:embed="rId2"/>
          <a:srcRect l="4986" r="4986" t="0" b="0"/>
          <a:stretch/>
        </p:blipFill>
        <p:spPr>
          <a:xfrm>
            <a:off x="4915965" y="1456388"/>
            <a:ext cx="6283848" cy="43649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5782" y="431597"/>
            <a:ext cx="10191628" cy="565191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5782" y="1261872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95782" y="1737360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782" y="1783080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95782" y="2084832"/>
            <a:ext cx="1907987" cy="132588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068361" y="1261872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3068361" y="1737360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68361" y="1783080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68361" y="2084832"/>
            <a:ext cx="1907987" cy="132588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140940" y="1261872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5140940" y="1737360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40940" y="1783080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40940" y="2084832"/>
            <a:ext cx="1907987" cy="132588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of findings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996373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trend remains positive across the review period with stable margin profile.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risk is execution in the integration plan, not core demand fundamentals.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path is viable with focused mitigations and clear operating milestones.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Contents Min-3 Validation</dc:title>
  <dc:subject>PptxGenJS Presentation</dc:subject>
  <dc:creator>Codex</dc:creator>
  <cp:lastModifiedBy>Codex</cp:lastModifiedBy>
  <cp:revision>1</cp:revision>
  <dcterms:created xsi:type="dcterms:W3CDTF">2026-02-25T21:05:32Z</dcterms:created>
  <dcterms:modified xsi:type="dcterms:W3CDTF">2026-02-25T21:05:32Z</dcterms:modified>
</cp:coreProperties>
</file>