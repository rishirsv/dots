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vs Target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</c:v>
                  </c:pt>
                  <c:pt idx="1">
                    <c:v>Target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shows 12% gain yields $24M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one-sentence so what tagline showing the quantified implication and why leaders should act now.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bullet one quantifies baseline productivity at 100 units and expected uplift at 12%. The resulting delta supports an estimated $24M annualized impact after applying a 0.8 realization factor.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bullet two links process cycle-time reduction from 9.5 days to 6.8 days under pilot conditions. This implies capacity release equivalent to 120 FTE without changing service-level commitments.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Callout insight 1: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most leaders miss is that adoption variance, not model quality, explains over half of value dispersion across business units. A ten-point adoption swing changes annual value by roughly $6M.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Callout insight 2: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Counterargument says governance gates slow delivery and erase gains in year one. Rebuttal is that gated deployment reduced rework by 35%, preserving timeline certainty and net economics.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Internal pilot logs (Q4 FY2025, n=14 teams); assumptions include 80% realization and stable demand mix.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Density Test</dc:title>
  <dc:subject>Test</dc:subject>
  <dc:creator>KPMG LLP</dc:creator>
  <cp:lastModifiedBy>KPMG LLP</cp:lastModifiedBy>
  <cp:revision>1</cp:revision>
  <dcterms:created xsi:type="dcterms:W3CDTF">2026-02-25T16:01:26Z</dcterms:created>
  <dcterms:modified xsi:type="dcterms:W3CDTF">2026-02-25T16:01:26Z</dcterms:modified>
</cp:coreProperties>
</file>