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2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97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autoCompressPictures="0">
  <p:sldMasterIdLst>
    <p:sldMasterId id="2147483660" r:id="rId4"/>
    <p:sldMasterId id="2147483913" r:id="rId5"/>
    <p:sldMasterId id="2147483950" r:id="rId6"/>
  </p:sldMasterIdLst>
  <p:notesMasterIdLst>
    <p:notesMasterId r:id="rId8"/>
  </p:notesMasterIdLst>
  <p:handoutMasterIdLst>
    <p:handoutMasterId r:id="rId9"/>
  </p:handoutMasterIdLst>
  <p:sldIdLst>
    <p:sldId id="987" r:id="rId7"/>
  </p:sldIdLst>
  <p:sldSz cx="12192000" cy="6858000"/>
  <p:notesSz cx="6797675" cy="9926638"/>
  <p:embeddedFontLst>
    <p:embeddedFont>
      <p:font typeface="KPMG Bold" panose="020B0403030202040204" pitchFamily="34" charset="77"/>
      <p:bold r:id="rId10"/>
      <p:italic r:id="rId11"/>
      <p:boldItalic r:id="rId12"/>
    </p:embeddedFont>
  </p:embeddedFontLst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80" userDrawn="1">
          <p15:clr>
            <a:srgbClr val="A4A3A4"/>
          </p15:clr>
        </p15:guide>
        <p15:guide id="3" pos="840" userDrawn="1">
          <p15:clr>
            <a:srgbClr val="A4A3A4"/>
          </p15:clr>
        </p15:guide>
        <p15:guide id="4" orient="horz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842C1A-4397-6759-140C-98905A9B055C}" name="Sarocha, Sangngern" initials="SS" userId="S::sarocha@kpmg.co.th::7a12b31d-0ae3-4a2a-94f4-095f008a7521" providerId="AD"/>
  <p188:author id="{CBA0F91C-AF45-BA66-55A7-A671E9C82DDF}" name="Cooney, Adrienne" initials="CA" userId="S::acooney@kpmg.ca::dfa8859b-b536-4c02-8ac3-9f1ee9926b4a" providerId="AD"/>
  <p188:author id="{B9CE512D-C315-6F6E-63ED-6F83D2531740}" name="Durante, Lisa" initials="DL" userId="S::ldurante@kpmg.ca::7799ab81-b12b-43c4-8525-2b7b59935438" providerId="AD"/>
  <p188:author id="{537DE53A-D55D-646F-C4D4-A073D5C7CDED}" name="Vilawan, Chumkaew" initials="VC" userId="S::vilawan@kpmg.co.th::4db06129-15fd-480e-b49f-3626e8ed94cb" providerId="AD"/>
  <p188:author id="{810A1F44-6C3B-0ACC-0867-DAB669F2D070}" name="ZarreenZehra Naqvi" initials="ZN" userId="S::Zarreen.Naqvi@evalueserve.com::dcba1773-da4f-4fea-91f1-47ed161f7334" providerId="AD"/>
  <p188:author id="{1B0C3746-FCCF-9743-63AC-EDF0A59B2A3A}" name="Thornhill, Ian" initials="TI" userId="S::ithornhill@kpmg.co.th::6c2b7d8c-37b8-4ed3-bd82-326866ecd442" providerId="AD"/>
  <p188:author id="{844FC74B-FEC9-55BD-CD0F-B77975EC1668}" name="Pornsinee, Sivilaikul" initials="PS" userId="S::pornsinee@kpmg.co.th::ee9f03c1-47d1-43e8-96c2-018d992ed907" providerId="AD"/>
  <p188:author id="{375B6A52-4959-D880-D271-84B63138F6B1}" name="KPMG FDD" initials="KK" userId="KPMG FDD" providerId="None"/>
  <p188:author id="{98F22B5D-EEA6-F8F9-75C2-74033E60C789}" name="Kanwalai Kulvichit" initials="KK" userId="Kanwalai Kulvichit" providerId="None"/>
  <p188:author id="{CE8F1F72-3611-9574-F023-F249A57FF4D5}" name="Kanwalai K." initials="KK" userId="Kanwalai K." providerId="None"/>
  <p188:author id="{6453EF7E-FD58-1666-1054-1F276D3791AF}" name="Pakorn, Limsakul" initials="PL" userId="S::pakornl@kpmg.co.th::d6dd19e0-23a4-4b49-9c08-afe855793500" providerId="AD"/>
  <p188:author id="{250F79AC-59DF-B0A4-B07B-584D668D20CA}" name="Tom Kiatlertpongsa" initials="SK" userId="Tom Kiatlertpongsa" providerId="None"/>
  <p188:author id="{DFB3FDAE-3ECE-4561-49AE-3899DF1C009F}" name="KPMG TH" initials="KK" userId="KPMG TH" providerId="None"/>
  <p188:author id="{59199ABB-4CD3-9724-602D-EB9C2E3B430B}" name="Lindholm, Jani" initials="LJ" userId="S::Jani.Lindholm@kpmg.fi::ab23701a-bf79-48be-9783-cb99c04db22b" providerId="AD"/>
  <p188:author id="{64560BBF-6753-161D-EE84-D1B07081D86A}" name="Crane, Matt" initials="CM" userId="S::mcrane1@kpmg.co.th::d691db62-9b36-4a9c-a589-a3f27e77bf63" providerId="AD"/>
  <p188:author id="{CAF953C5-4B59-D614-0803-2FEFBF267C2C}" name="KPMG" initials="KK" userId="KPMG" providerId="None"/>
  <p188:author id="{B7BFBACA-F9C5-DED3-56F1-4F0052E2274C}" name="Ankit Singh Bhandari" initials="ASB" userId="S::Ankit.Bhandari@evalueserve.com::b50e9234-db7b-4706-bd30-27610cd66a18" providerId="AD"/>
  <p188:author id="{77959BEE-E55A-2C98-FB97-387F3178E2FA}" name="Promvadee, Trijirarut" initials="PT" userId="S::promvadee@kpmg.co.th::8f8053be-4c0e-4d61-ad50-01b701b87783" providerId="AD"/>
  <p188:author id="{77BF1DF1-A677-E9E2-234B-923EF49D24E1}" name="Napat, Pattarapakorn" initials="NP" userId="S::napat8@kpmg.co.th::2a680cc7-3852-4aa9-a36d-f4a8ef3e59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80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  <p:cmAuthor id="2" name="Rosli, Saifun" initials="RS" lastIdx="24" clrIdx="1">
    <p:extLst>
      <p:ext uri="{19B8F6BF-5375-455C-9EA6-DF929625EA0E}">
        <p15:presenceInfo xmlns:p15="http://schemas.microsoft.com/office/powerpoint/2012/main" userId="S::Saifun.BinAhmadRosli@KPMG.co.uk::970add96-9dc8-4349-9b4f-4aeb9a30bf8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38D"/>
    <a:srgbClr val="E5E5E5"/>
    <a:srgbClr val="CDCDCD"/>
    <a:srgbClr val="00C0AE"/>
    <a:srgbClr val="1E49E2"/>
    <a:srgbClr val="BFBFBF"/>
    <a:srgbClr val="00B8F5"/>
    <a:srgbClr val="9FE7E0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/>
    <p:restoredTop sz="94660"/>
  </p:normalViewPr>
  <p:slideViewPr>
    <p:cSldViewPr snapToGrid="0">
      <p:cViewPr>
        <p:scale>
          <a:sx n="176" d="100"/>
          <a:sy n="176" d="100"/>
        </p:scale>
        <p:origin x="3552" y="-184"/>
      </p:cViewPr>
      <p:guideLst>
        <p:guide orient="horz" pos="2280"/>
        <p:guide pos="840"/>
        <p:guide orient="horz"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2.fntdata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02/12/2025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02/12/2025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kpmg" TargetMode="External"/><Relationship Id="rId7" Type="http://schemas.openxmlformats.org/officeDocument/2006/relationships/hyperlink" Target="http://linkedin.com/company/kpmg" TargetMode="External"/><Relationship Id="rId12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6" Type="http://schemas.openxmlformats.org/officeDocument/2006/relationships/image" Target="../media/image8.png"/><Relationship Id="rId11" Type="http://schemas.openxmlformats.org/officeDocument/2006/relationships/hyperlink" Target="http://youtube.com/kpmg" TargetMode="External"/><Relationship Id="rId5" Type="http://schemas.openxmlformats.org/officeDocument/2006/relationships/hyperlink" Target="http://instagram.com/kpmg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twitter.com/kpmg" TargetMode="Externa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9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6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9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://www.facebook.com/kpmg" TargetMode="External"/><Relationship Id="rId7" Type="http://schemas.openxmlformats.org/officeDocument/2006/relationships/hyperlink" Target="http://linkedin.com/company/kpmg" TargetMode="External"/><Relationship Id="rId12" Type="http://schemas.openxmlformats.org/officeDocument/2006/relationships/image" Target="../media/image1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0.xml"/><Relationship Id="rId6" Type="http://schemas.openxmlformats.org/officeDocument/2006/relationships/image" Target="../media/image8.png"/><Relationship Id="rId11" Type="http://schemas.openxmlformats.org/officeDocument/2006/relationships/hyperlink" Target="http://youtube.com/kpmg" TargetMode="External"/><Relationship Id="rId5" Type="http://schemas.openxmlformats.org/officeDocument/2006/relationships/hyperlink" Target="http://instagram.com/kpmg" TargetMode="Externa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hyperlink" Target="http://twitter.com/kpmg" TargetMode="Externa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46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.emf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tags" Target="../tags/tag7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tags" Target="../tags/tag72.xml"/><Relationship Id="rId5" Type="http://schemas.openxmlformats.org/officeDocument/2006/relationships/tags" Target="../tags/tag66.xml"/><Relationship Id="rId15" Type="http://schemas.openxmlformats.org/officeDocument/2006/relationships/image" Target="../media/image14.svg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4.png"/></Relationships>
</file>

<file path=ppt/slideLayouts/_rels/slideLayout10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Layouts/_rels/slideLayout105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16.svg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../media/image15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88.xml"/><Relationship Id="rId10" Type="http://schemas.openxmlformats.org/officeDocument/2006/relationships/tags" Target="../tags/tag93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upslide.net/hc/en-us/articles/360020443419" TargetMode="External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mittal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5B3FFF-0F38-4337-9AC3-81B767461B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73333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5B3FFF-0F38-4337-9AC3-81B767461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056A6C06-C562-4DF5-9080-254DF08C7316}"/>
              </a:ext>
            </a:extLst>
          </p:cNvPr>
          <p:cNvSpPr/>
          <p:nvPr userDrawn="1"/>
        </p:nvSpPr>
        <p:spPr>
          <a:xfrm>
            <a:off x="1743075" y="6143625"/>
            <a:ext cx="7001518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C6CAF37B-D8C8-48E4-A64E-E50EEA177A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541157" y="1335600"/>
            <a:ext cx="2652443" cy="310198"/>
          </a:xfrm>
        </p:spPr>
        <p:txBody>
          <a:bodyPr/>
          <a:lstStyle>
            <a:lvl1pPr algn="r">
              <a:spcAft>
                <a:spcPts val="400"/>
              </a:spcAft>
              <a:defRPr/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date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B5F02-6946-4796-B93B-3238A3C22A56}"/>
              </a:ext>
            </a:extLst>
          </p:cNvPr>
          <p:cNvSpPr/>
          <p:nvPr userDrawn="1"/>
        </p:nvSpPr>
        <p:spPr bwMode="white">
          <a:xfrm>
            <a:off x="1810753" y="6271101"/>
            <a:ext cx="5877427" cy="310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2" name="Text Box 32">
            <a:extLst>
              <a:ext uri="{FF2B5EF4-FFF2-40B4-BE49-F238E27FC236}">
                <a16:creationId xmlns:a16="http://schemas.microsoft.com/office/drawing/2014/main" id="{6BD707DD-2562-4C6C-8676-C469CD2B6D7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995361" y="431802"/>
            <a:ext cx="3460098" cy="8130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hangingPunct="0"/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KPMG [MEMBER FIRM][ Ltd.</a:t>
            </a:r>
          </a:p>
          <a:p>
            <a:pPr defTabSz="1144588" hangingPunct="0">
              <a:spcBef>
                <a:spcPts val="100"/>
              </a:spcBef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GPO Box 2685	48</a:t>
            </a:r>
            <a:r>
              <a:rPr lang="en-US" sz="800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Floor, Empire Tower	Tel. +66 2677 2000 </a:t>
            </a:r>
          </a:p>
          <a:p>
            <a:pPr defTabSz="1144588" hangingPunct="0"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Bangkok 10500	1 South Sathorn Road	kpmg.com/</a:t>
            </a:r>
            <a:r>
              <a:rPr lang="en-US" sz="8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144588" hangingPunct="0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Thailand	Bangkok 10120, Thailand</a:t>
            </a:r>
          </a:p>
          <a:p>
            <a:pPr hangingPunct="0"/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900" b="1" spc="-20">
                <a:solidFill>
                  <a:schemeClr val="tx2"/>
                </a:solidFill>
              </a:rPr>
              <a:t>Private and confidential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7105EC9-D813-45A3-9963-6B64FECDE58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887216" y="6271101"/>
            <a:ext cx="4083984" cy="3101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2023 KPMG Phoomchai Business Advisory Ltd., a Thai limited liability company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B44B36B-4175-6128-F70A-1F4CFE5C87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5361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1694F71-6C78-33DE-958B-2529C9892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5600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45F86A0-2133-379E-CB0C-1C2E1CDF36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61" y="1335600"/>
            <a:ext cx="4968000" cy="768900"/>
          </a:xfrm>
        </p:spPr>
        <p:txBody>
          <a:bodyPr/>
          <a:lstStyle>
            <a:lvl1pPr>
              <a:lnSpc>
                <a:spcPts val="1100"/>
              </a:lnSpc>
              <a:spcAft>
                <a:spcPts val="400"/>
              </a:spcAft>
              <a:defRPr sz="900" b="0">
                <a:solidFill>
                  <a:schemeClr val="tx1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Company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Att: [</a:t>
            </a:r>
            <a:r>
              <a:rPr lang="en-US" sz="900" b="0" spc="-20">
                <a:solidFill>
                  <a:srgbClr val="FD349C"/>
                </a:solidFill>
              </a:rPr>
              <a:t>client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1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2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96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8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030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2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027022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7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5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44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4079582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21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96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505655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3441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315455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4233042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4943075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36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301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3055845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272779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2578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3716888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7049704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124679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0504192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1820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24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9611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585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825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030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1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272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0270226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749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155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444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6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4079582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21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496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5056558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34411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3154559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42330425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49430756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366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301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305584598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272779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2578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37168880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7049704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124679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205041924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018204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9967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0719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024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B43C9-6BC3-4452-B3FB-8B4984BD9C3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11230" y="5577464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5D6712-C46E-4B3F-9C1A-1E3B6C20BE0C}"/>
              </a:ext>
            </a:extLst>
          </p:cNvPr>
          <p:cNvGrpSpPr/>
          <p:nvPr userDrawn="1"/>
        </p:nvGrpSpPr>
        <p:grpSpPr>
          <a:xfrm>
            <a:off x="998476" y="4189768"/>
            <a:ext cx="2023200" cy="367957"/>
            <a:chOff x="998476" y="4240429"/>
            <a:chExt cx="2023200" cy="3679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414CE-5B6D-4579-937D-40296B6F9C4A}"/>
                </a:ext>
              </a:extLst>
            </p:cNvPr>
            <p:cNvSpPr/>
            <p:nvPr userDrawn="1"/>
          </p:nvSpPr>
          <p:spPr>
            <a:xfrm>
              <a:off x="1441950" y="42774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FC8D41-E780-4BCE-86DA-DB5275426239}"/>
                </a:ext>
              </a:extLst>
            </p:cNvPr>
            <p:cNvSpPr/>
            <p:nvPr userDrawn="1"/>
          </p:nvSpPr>
          <p:spPr>
            <a:xfrm>
              <a:off x="1877844" y="42774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16E231-1BC9-439A-B23B-363759FB5A2A}"/>
                </a:ext>
              </a:extLst>
            </p:cNvPr>
            <p:cNvSpPr/>
            <p:nvPr userDrawn="1"/>
          </p:nvSpPr>
          <p:spPr>
            <a:xfrm>
              <a:off x="2689276" y="42830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58F02F-E728-4203-850B-CC960EDC8A35}"/>
                </a:ext>
              </a:extLst>
            </p:cNvPr>
            <p:cNvSpPr/>
            <p:nvPr userDrawn="1"/>
          </p:nvSpPr>
          <p:spPr>
            <a:xfrm>
              <a:off x="1025526" y="42830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pic>
          <p:nvPicPr>
            <p:cNvPr id="25" name="Picture 24">
              <a:hlinkClick r:id="rId3"/>
              <a:extLst>
                <a:ext uri="{FF2B5EF4-FFF2-40B4-BE49-F238E27FC236}">
                  <a16:creationId xmlns:a16="http://schemas.microsoft.com/office/drawing/2014/main" id="{EE706006-FE55-4C9E-884B-F4C95D57E0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2950" y="4240429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>
              <a:hlinkClick r:id="rId5"/>
              <a:extLst>
                <a:ext uri="{FF2B5EF4-FFF2-40B4-BE49-F238E27FC236}">
                  <a16:creationId xmlns:a16="http://schemas.microsoft.com/office/drawing/2014/main" id="{BAD7D92E-3F0D-4559-A017-29057205ED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/>
            <a:stretch/>
          </p:blipFill>
          <p:spPr>
            <a:xfrm>
              <a:off x="2242336" y="4240605"/>
              <a:ext cx="359648" cy="359648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">
              <a:hlinkClick r:id="rId7"/>
              <a:extLst>
                <a:ext uri="{FF2B5EF4-FFF2-40B4-BE49-F238E27FC236}">
                  <a16:creationId xmlns:a16="http://schemas.microsoft.com/office/drawing/2014/main" id="{0674FCA0-BF93-4E70-85E5-623D244AC3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14350" y="4248386"/>
              <a:ext cx="360000" cy="360000"/>
            </a:xfrm>
            <a:prstGeom prst="rect">
              <a:avLst/>
            </a:prstGeom>
          </p:spPr>
        </p:pic>
        <p:pic>
          <p:nvPicPr>
            <p:cNvPr id="28" name="Picture 27" descr="Logo&#10;&#10;Description automatically generated">
              <a:hlinkClick r:id="rId9"/>
              <a:extLst>
                <a:ext uri="{FF2B5EF4-FFF2-40B4-BE49-F238E27FC236}">
                  <a16:creationId xmlns:a16="http://schemas.microsoft.com/office/drawing/2014/main" id="{0E03F6AD-EF38-48F6-AC73-E59C2072FD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76" y="4243175"/>
              <a:ext cx="360000" cy="360000"/>
            </a:xfrm>
            <a:prstGeom prst="rect">
              <a:avLst/>
            </a:prstGeom>
          </p:spPr>
        </p:pic>
        <p:pic>
          <p:nvPicPr>
            <p:cNvPr id="29" name="Picture 28" descr="Icon&#10;&#10;Description automatically generated">
              <a:hlinkClick r:id="rId11"/>
              <a:extLst>
                <a:ext uri="{FF2B5EF4-FFF2-40B4-BE49-F238E27FC236}">
                  <a16:creationId xmlns:a16="http://schemas.microsoft.com/office/drawing/2014/main" id="{66E4B78D-D846-4BBE-A2D0-6D95F69D26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61676" y="4240429"/>
              <a:ext cx="360000" cy="360000"/>
            </a:xfrm>
            <a:prstGeom prst="rect">
              <a:avLst/>
            </a:prstGeom>
          </p:spPr>
        </p:pic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267B0CC7-9589-4687-3E07-B8A73F649686}"/>
              </a:ext>
            </a:extLst>
          </p:cNvPr>
          <p:cNvSpPr txBox="1">
            <a:spLocks/>
          </p:cNvSpPr>
          <p:nvPr userDrawn="1"/>
        </p:nvSpPr>
        <p:spPr>
          <a:xfrm>
            <a:off x="920871" y="4633020"/>
            <a:ext cx="10418367" cy="80021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© 2023 Copyright owned by one or more of the KPMG International entities. KPMG International entities provide no services to clients. All rights reserved.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KPMG refers to the global organization or to one or more of the member firms of KPMG International Limited (“KPMG International”), each of which is a separate legal entity. KPMG International Limited is a private English company limited by guarantee and does not provide services to clients. For more detail about our structure please visit 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  <a:hlinkClick r:id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kpmg.com/governance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The KPMG name and logo are trademarks used under license by the independent member firms of the KPMG global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326727365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5"/>
            <a:ext cx="839615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3"/>
            <a:ext cx="839615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6"/>
            <a:ext cx="839615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8"/>
            <a:ext cx="839615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3" y="2852903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Spectrum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3" y="1830789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3" y="3363960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B15E2D-58A0-4506-8A15-E27C173174FA}"/>
              </a:ext>
            </a:extLst>
          </p:cNvPr>
          <p:cNvGrpSpPr/>
          <p:nvPr userDrawn="1"/>
        </p:nvGrpSpPr>
        <p:grpSpPr>
          <a:xfrm>
            <a:off x="2999643" y="1731973"/>
            <a:ext cx="2177327" cy="411225"/>
            <a:chOff x="2992848" y="1717717"/>
            <a:chExt cx="2177326" cy="411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09040-9C95-48FE-AA99-4757E8328519}"/>
                </a:ext>
              </a:extLst>
            </p:cNvPr>
            <p:cNvSpPr/>
            <p:nvPr userDrawn="1"/>
          </p:nvSpPr>
          <p:spPr>
            <a:xfrm>
              <a:off x="2992848" y="1717717"/>
              <a:ext cx="839614" cy="411225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430D78-5EDB-481E-BB6D-67D8689BCE11}"/>
                </a:ext>
              </a:extLst>
            </p:cNvPr>
            <p:cNvSpPr txBox="1"/>
            <p:nvPr userDrawn="1"/>
          </p:nvSpPr>
          <p:spPr>
            <a:xfrm>
              <a:off x="3916179" y="1802518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Blue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3" y="2341846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56161F-C4E7-4F32-B00D-D64EBA9D34CA}"/>
              </a:ext>
            </a:extLst>
          </p:cNvPr>
          <p:cNvGrpSpPr/>
          <p:nvPr userDrawn="1"/>
        </p:nvGrpSpPr>
        <p:grpSpPr>
          <a:xfrm>
            <a:off x="998351" y="3783826"/>
            <a:ext cx="2177327" cy="1433953"/>
            <a:chOff x="998351" y="4298384"/>
            <a:chExt cx="2177326" cy="143395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53D312-00EF-44B5-9D91-290BE0E19654}"/>
                </a:ext>
              </a:extLst>
            </p:cNvPr>
            <p:cNvSpPr/>
            <p:nvPr userDrawn="1"/>
          </p:nvSpPr>
          <p:spPr>
            <a:xfrm>
              <a:off x="998351" y="4298384"/>
              <a:ext cx="839614" cy="411225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98991-520C-4FD6-8B23-8732995E56B1}"/>
                </a:ext>
              </a:extLst>
            </p:cNvPr>
            <p:cNvSpPr/>
            <p:nvPr userDrawn="1"/>
          </p:nvSpPr>
          <p:spPr>
            <a:xfrm>
              <a:off x="998351" y="4812944"/>
              <a:ext cx="839614" cy="411225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A38B4C-5B80-413E-B283-1F1ADBFD09CD}"/>
                </a:ext>
              </a:extLst>
            </p:cNvPr>
            <p:cNvSpPr/>
            <p:nvPr userDrawn="1"/>
          </p:nvSpPr>
          <p:spPr>
            <a:xfrm>
              <a:off x="998351" y="5321112"/>
              <a:ext cx="839614" cy="411225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01B4DF-404A-4544-B313-2720FCBDD0B4}"/>
                </a:ext>
              </a:extLst>
            </p:cNvPr>
            <p:cNvSpPr txBox="1"/>
            <p:nvPr userDrawn="1"/>
          </p:nvSpPr>
          <p:spPr>
            <a:xfrm>
              <a:off x="1921682" y="4386074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Pacific Blue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DFA940-4699-43CF-A21A-AE4227704697}"/>
                </a:ext>
              </a:extLst>
            </p:cNvPr>
            <p:cNvSpPr txBox="1"/>
            <p:nvPr userDrawn="1"/>
          </p:nvSpPr>
          <p:spPr>
            <a:xfrm>
              <a:off x="1921682" y="489713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Purple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A40265-6498-4E16-877D-6BC9A8CE7DCA}"/>
                </a:ext>
              </a:extLst>
            </p:cNvPr>
            <p:cNvSpPr txBox="1"/>
            <p:nvPr userDrawn="1"/>
          </p:nvSpPr>
          <p:spPr>
            <a:xfrm>
              <a:off x="1921682" y="540819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Pink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9" y="1330326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0141"/>
            <a:ext cx="839615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4703"/>
            <a:ext cx="839615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69262"/>
            <a:ext cx="839615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3824"/>
            <a:ext cx="839615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298386"/>
            <a:ext cx="839615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6554"/>
            <a:ext cx="839615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1114"/>
            <a:ext cx="839615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7" y="2338957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3"/>
            <a:ext cx="839615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5"/>
            <a:ext cx="839615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2" y="1330326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6"/>
            <a:ext cx="839615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8"/>
            <a:ext cx="839615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8"/>
            <a:ext cx="839615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81" y="2852903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81" y="1830789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81" y="3363960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81" y="3875017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81" y="2341846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70085"/>
            <a:ext cx="839615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8" y="2670085"/>
            <a:ext cx="839615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1" y="2757773"/>
            <a:ext cx="1568421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100205" y="2869887"/>
            <a:ext cx="1709099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3"/>
            <a:ext cx="4047047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GB" sz="1000" b="0" err="1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gradient. at 0% and 100% locations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mid-point is at 50%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gradient. never radial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>
            <a:spLocks/>
          </p:cNvSpPr>
          <p:nvPr userDrawn="1"/>
        </p:nvSpPr>
        <p:spPr>
          <a:xfrm>
            <a:off x="5225411" y="4304596"/>
            <a:ext cx="839615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6" y="4389395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7E9F40-D028-425F-96B1-C73C59C9C8EF}"/>
              </a:ext>
            </a:extLst>
          </p:cNvPr>
          <p:cNvSpPr txBox="1"/>
          <p:nvPr userDrawn="1"/>
        </p:nvSpPr>
        <p:spPr>
          <a:xfrm>
            <a:off x="7146554" y="3336981"/>
            <a:ext cx="1194239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E77BBC-829E-4B5B-9C1B-B9C1344A811F}"/>
              </a:ext>
            </a:extLst>
          </p:cNvPr>
          <p:cNvSpPr>
            <a:spLocks/>
          </p:cNvSpPr>
          <p:nvPr userDrawn="1"/>
        </p:nvSpPr>
        <p:spPr>
          <a:xfrm>
            <a:off x="9353777" y="3589583"/>
            <a:ext cx="839615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053ADE-6CEF-4806-8C0F-B8BEED546A81}"/>
              </a:ext>
            </a:extLst>
          </p:cNvPr>
          <p:cNvSpPr>
            <a:spLocks/>
          </p:cNvSpPr>
          <p:nvPr userDrawn="1"/>
        </p:nvSpPr>
        <p:spPr>
          <a:xfrm>
            <a:off x="8262131" y="3589583"/>
            <a:ext cx="839615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EC18AD-6921-4293-966A-F31741528B23}"/>
              </a:ext>
            </a:extLst>
          </p:cNvPr>
          <p:cNvSpPr>
            <a:spLocks/>
          </p:cNvSpPr>
          <p:nvPr userDrawn="1"/>
        </p:nvSpPr>
        <p:spPr>
          <a:xfrm>
            <a:off x="7170486" y="3589583"/>
            <a:ext cx="839615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3C657F-FD1E-40E0-B00F-F92EC3693861}"/>
              </a:ext>
            </a:extLst>
          </p:cNvPr>
          <p:cNvSpPr txBox="1"/>
          <p:nvPr userDrawn="1"/>
        </p:nvSpPr>
        <p:spPr>
          <a:xfrm>
            <a:off x="7146554" y="4285686"/>
            <a:ext cx="4159623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blues. but they don’t have to be used all at once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light. mid and dark tones within data sets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87E5F4-3A2B-41F8-A4AA-BA7FFC573394}"/>
              </a:ext>
            </a:extLst>
          </p:cNvPr>
          <p:cNvCxnSpPr/>
          <p:nvPr userDrawn="1"/>
        </p:nvCxnSpPr>
        <p:spPr>
          <a:xfrm>
            <a:off x="7170485" y="324260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639F51-9F8C-4D36-8737-7A3DAC84F1DA}"/>
              </a:ext>
            </a:extLst>
          </p:cNvPr>
          <p:cNvCxnSpPr/>
          <p:nvPr userDrawn="1"/>
        </p:nvCxnSpPr>
        <p:spPr>
          <a:xfrm>
            <a:off x="7170485" y="417664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890E6-18C7-479B-B73B-0C731D264307}"/>
              </a:ext>
            </a:extLst>
          </p:cNvPr>
          <p:cNvGrpSpPr/>
          <p:nvPr userDrawn="1"/>
        </p:nvGrpSpPr>
        <p:grpSpPr>
          <a:xfrm>
            <a:off x="7170485" y="5015319"/>
            <a:ext cx="4023115" cy="868052"/>
            <a:chOff x="6942744" y="5227726"/>
            <a:chExt cx="6397168" cy="138029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9642345-2D6B-4C6E-A9F2-A02D26D51DDD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B75BE9-8F9E-40F1-AE85-B929BD14E4F6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03512C6-1015-4893-B421-D2CA83BB28B7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DF8AA28-67A9-4A84-A80F-52EFDEF62EC4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6ECD3EF-C613-49EC-B955-C33743E8DAF2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EFF0E69-1303-4A97-A554-2617DBE38F85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2E2F76-F5F9-4152-8B76-200BB23CF93D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294A2C6-DAFC-45CD-86AD-3902D99F3B8E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318800B-9E93-4883-840B-696F82170F32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443132-A6B3-4990-BA37-9E2D3DE1B105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79AFB4-7A51-4309-99F1-4015E9137C5F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E4F02C0-8A76-4F89-8E59-9E7549909C2A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9198175-1C72-4E67-BB92-6595EEDA420A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592D94-A7C3-4005-BCCE-3C53AAD9574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694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finding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2A41AFA-A427-44A7-BC26-3367A3DA09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07603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2A41AFA-A427-44A7-BC26-3367A3DA0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867057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Insert table or chart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03778-EE8F-437F-93A9-872E23AC7363}"/>
              </a:ext>
            </a:extLst>
          </p:cNvPr>
          <p:cNvSpPr/>
          <p:nvPr userDrawn="1"/>
        </p:nvSpPr>
        <p:spPr>
          <a:xfrm flipH="1">
            <a:off x="8739963" y="1431927"/>
            <a:ext cx="3452037" cy="444499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218D8-88BA-411C-9134-CE6A419C383B}"/>
              </a:ext>
            </a:extLst>
          </p:cNvPr>
          <p:cNvSpPr/>
          <p:nvPr userDrawn="1"/>
        </p:nvSpPr>
        <p:spPr>
          <a:xfrm>
            <a:off x="8944519" y="1431927"/>
            <a:ext cx="2255295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54000" rIns="72000" bIns="36000" rtlCol="0" anchor="t" anchorCtr="1"/>
          <a:lstStyle/>
          <a:p>
            <a:pPr algn="ctr">
              <a:spcAft>
                <a:spcPts val="300"/>
              </a:spcAft>
            </a:pPr>
            <a:endParaRPr lang="en-US" sz="1100" b="1">
              <a:solidFill>
                <a:schemeClr val="accent1"/>
              </a:solidFill>
            </a:endParaRPr>
          </a:p>
        </p:txBody>
      </p:sp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58C61F45-C268-4F8F-B7A6-EEF1FC83A832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9027152" y="1748169"/>
            <a:ext cx="2082283" cy="792238"/>
          </a:xfrm>
        </p:spPr>
        <p:txBody>
          <a:bodyPr lIns="72000"/>
          <a:lstStyle>
            <a:lvl1pPr>
              <a:defRPr sz="1000"/>
            </a:lvl1pPr>
          </a:lstStyle>
          <a:p>
            <a:r>
              <a:rPr lang="fi-FI"/>
              <a:t>Add chart with upside potential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80B26-620E-4209-A7A9-96108571D60B}"/>
              </a:ext>
            </a:extLst>
          </p:cNvPr>
          <p:cNvSpPr txBox="1">
            <a:spLocks/>
          </p:cNvSpPr>
          <p:nvPr userDrawn="1"/>
        </p:nvSpPr>
        <p:spPr>
          <a:xfrm>
            <a:off x="9558478" y="2851794"/>
            <a:ext cx="1695037" cy="59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>
                <a:solidFill>
                  <a:schemeClr val="tx2"/>
                </a:solidFill>
                <a:latin typeface="+mj-lt"/>
              </a:rPr>
              <a:t>Recommended next steps</a:t>
            </a:r>
          </a:p>
        </p:txBody>
      </p:sp>
      <p:pic>
        <p:nvPicPr>
          <p:cNvPr id="37" name="Graphic 36" descr="Shoe footprints with solid fill">
            <a:extLst>
              <a:ext uri="{FF2B5EF4-FFF2-40B4-BE49-F238E27FC236}">
                <a16:creationId xmlns:a16="http://schemas.microsoft.com/office/drawing/2014/main" id="{16531211-BC88-49C9-9656-429E1DF414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2151" y="2851793"/>
            <a:ext cx="559999" cy="559998"/>
          </a:xfrm>
          <a:prstGeom prst="rect">
            <a:avLst/>
          </a:prstGeom>
        </p:spPr>
      </p:pic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F50DF00D-7B89-7760-AF5C-1E79B0A471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5359" y="3229089"/>
            <a:ext cx="3744000" cy="1908000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4469CFB2-5FE4-9EAB-47AC-25D236292C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67057" y="3229089"/>
            <a:ext cx="3744000" cy="1908000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BFCFA09A-9464-4171-43CE-7F5C2D5C7C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7153" y="3587774"/>
            <a:ext cx="2163361" cy="1527339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479DFB-AFC3-794E-DB0E-59EC39720CF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026746" y="1479127"/>
            <a:ext cx="2072020" cy="211198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B8EE706-62B6-F755-0CB0-04E5A30D19E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60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51C3FEB-146A-1599-AC81-8CBA8CDE253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67057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C0BC2CD-008E-ACF3-EA4C-0B2B363ACA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95359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6C11BDE-10BC-A579-C939-88073F5CA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866683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0BA213D-160A-9DC7-56CE-B2795901C2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965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48EAB9A-0A97-50AE-1B4C-59AA6BFB8C0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68257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787615E-51D1-0BB4-9E9D-138EC6A7BF8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BB8E167-DEE0-B967-CF0B-D052D0DCD8C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06278F8-0EC8-7B2D-B5D2-4436F3FF30F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8E95F9-51E9-33D6-25B7-D6B43246C9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78CAD2AD-A881-B80A-C2C9-9C2047C757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452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Right vertical dark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C877BA-1124-4C1E-8488-5E90E4E0F796}"/>
              </a:ext>
            </a:extLst>
          </p:cNvPr>
          <p:cNvSpPr>
            <a:spLocks noChangeAspect="1"/>
          </p:cNvSpPr>
          <p:nvPr userDrawn="1"/>
        </p:nvSpPr>
        <p:spPr>
          <a:xfrm>
            <a:off x="998477" y="1485245"/>
            <a:ext cx="6328756" cy="439618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GB" sz="8800" baseline="0" noProof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457C79FB-C07C-444A-B79A-75D7F59B856B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74841" y="1764699"/>
            <a:ext cx="5767200" cy="2905200"/>
          </a:xfrm>
        </p:spPr>
        <p:txBody>
          <a:bodyPr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Title slide text only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 bwMode="white">
          <a:xfrm>
            <a:off x="1274841" y="4752153"/>
            <a:ext cx="5767200" cy="817200"/>
          </a:xfrm>
        </p:spPr>
        <p:txBody>
          <a:bodyPr anchor="b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6580253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9519861-697E-4A99-B708-B0D82E526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8835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9519861-697E-4A99-B708-B0D82E526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79D65585-570B-4F7D-B4BC-0F7CFAF52BAF}"/>
              </a:ext>
            </a:extLst>
          </p:cNvPr>
          <p:cNvSpPr>
            <a:spLocks/>
          </p:cNvSpPr>
          <p:nvPr userDrawn="1"/>
        </p:nvSpPr>
        <p:spPr>
          <a:xfrm>
            <a:off x="1022539" y="966019"/>
            <a:ext cx="7091424" cy="492596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 err="1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07C0B89-7E09-423B-A068-1AF6A41E8C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289861" y="2180877"/>
            <a:ext cx="6321425" cy="696782"/>
          </a:xfrm>
          <a:noFill/>
        </p:spPr>
        <p:txBody>
          <a:bodyPr vert="horz" lIns="0" tIns="0" rIns="0" bIns="0"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8B0BD-68A6-4AD8-A640-99B893F063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289861" y="1140069"/>
            <a:ext cx="1082675" cy="812530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lang="en-US" sz="6600" kern="120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5E6E369-0A71-4382-99A8-954ADC20228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5E6A33DA-B0E2-42D1-8C27-584323B8ECEF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E6F0D98-6569-407B-A90A-5DF22EBEA7AC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6D8C698-B4E9-42C2-BD9C-410D7D4B5685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D0C3D869-3232-4CD2-B33D-CAEBE83C17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4" name="Table Placeholder 23">
            <a:extLst>
              <a:ext uri="{FF2B5EF4-FFF2-40B4-BE49-F238E27FC236}">
                <a16:creationId xmlns:a16="http://schemas.microsoft.com/office/drawing/2014/main" id="{1372FA57-4421-0D88-3041-62B7D6DAB5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93541" y="3022254"/>
            <a:ext cx="6322742" cy="2720624"/>
          </a:xfrm>
        </p:spPr>
        <p:txBody>
          <a:bodyPr lIns="72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68EA3930-6C47-4292-B19C-3E0E9B99D35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220099917"/>
              </p:ext>
            </p:extLst>
          </p:nvPr>
        </p:nvGraphicFramePr>
        <p:xfrm>
          <a:off x="1289861" y="3190005"/>
          <a:ext cx="6325200" cy="2530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00">
                  <a:extLst>
                    <a:ext uri="{9D8B030D-6E8A-4147-A177-3AD203B41FA5}">
                      <a16:colId xmlns:a16="http://schemas.microsoft.com/office/drawing/2014/main" val="1245858610"/>
                    </a:ext>
                  </a:extLst>
                </a:gridCol>
                <a:gridCol w="4521600">
                  <a:extLst>
                    <a:ext uri="{9D8B030D-6E8A-4147-A177-3AD203B41FA5}">
                      <a16:colId xmlns:a16="http://schemas.microsoft.com/office/drawing/2014/main" val="975607913"/>
                    </a:ext>
                  </a:extLst>
                </a:gridCol>
                <a:gridCol w="806400">
                  <a:extLst>
                    <a:ext uri="{9D8B030D-6E8A-4147-A177-3AD203B41FA5}">
                      <a16:colId xmlns:a16="http://schemas.microsoft.com/office/drawing/2014/main" val="829056600"/>
                    </a:ext>
                  </a:extLst>
                </a:gridCol>
              </a:tblGrid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/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81136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77419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144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482603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70040"/>
                  </a:ext>
                </a:extLst>
              </a:tr>
              <a:tr h="421746">
                <a:tc>
                  <a:txBody>
                    <a:bodyPr/>
                    <a:lstStyle/>
                    <a:p>
                      <a:pPr>
                        <a:lnSpc>
                          <a:spcPts val="3000"/>
                        </a:lnSpc>
                      </a:pPr>
                      <a:endParaRPr lang="en-IN" sz="3200" b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920"/>
                        </a:lnSpc>
                      </a:pPr>
                      <a:endParaRPr lang="en-IN" sz="1600" b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37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27633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mittal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5B3FFF-0F38-4337-9AC3-81B767461B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73333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5B3FFF-0F38-4337-9AC3-81B767461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9">
            <a:extLst>
              <a:ext uri="{FF2B5EF4-FFF2-40B4-BE49-F238E27FC236}">
                <a16:creationId xmlns:a16="http://schemas.microsoft.com/office/drawing/2014/main" id="{056A6C06-C562-4DF5-9080-254DF08C7316}"/>
              </a:ext>
            </a:extLst>
          </p:cNvPr>
          <p:cNvSpPr/>
          <p:nvPr userDrawn="1"/>
        </p:nvSpPr>
        <p:spPr>
          <a:xfrm>
            <a:off x="1743075" y="6143625"/>
            <a:ext cx="7001518" cy="52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C6CAF37B-D8C8-48E4-A64E-E50EEA177A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541157" y="1335600"/>
            <a:ext cx="2652443" cy="310198"/>
          </a:xfrm>
        </p:spPr>
        <p:txBody>
          <a:bodyPr/>
          <a:lstStyle>
            <a:lvl1pPr algn="r">
              <a:spcAft>
                <a:spcPts val="400"/>
              </a:spcAft>
              <a:defRPr/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date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4B5F02-6946-4796-B93B-3238A3C22A56}"/>
              </a:ext>
            </a:extLst>
          </p:cNvPr>
          <p:cNvSpPr/>
          <p:nvPr userDrawn="1"/>
        </p:nvSpPr>
        <p:spPr bwMode="white">
          <a:xfrm>
            <a:off x="1810753" y="6271101"/>
            <a:ext cx="5877427" cy="310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fi-FI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2" name="Text Box 32">
            <a:extLst>
              <a:ext uri="{FF2B5EF4-FFF2-40B4-BE49-F238E27FC236}">
                <a16:creationId xmlns:a16="http://schemas.microsoft.com/office/drawing/2014/main" id="{6BD707DD-2562-4C6C-8676-C469CD2B6D7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995361" y="431802"/>
            <a:ext cx="3460098" cy="81304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hangingPunct="0"/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KPMG </a:t>
            </a:r>
            <a:r>
              <a:rPr lang="en-US" sz="1000" b="1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Phoomchai</a:t>
            </a:r>
            <a:r>
              <a:rPr lang="en-US" sz="10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Business Advisory Ltd.</a:t>
            </a:r>
          </a:p>
          <a:p>
            <a:pPr defTabSz="1144588" hangingPunct="0">
              <a:spcBef>
                <a:spcPts val="100"/>
              </a:spcBef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GPO Box 2685	48</a:t>
            </a:r>
            <a:r>
              <a:rPr lang="en-US" sz="800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Floor, Empire Tower	Tel. +66 2677 2000 </a:t>
            </a:r>
          </a:p>
          <a:p>
            <a:pPr defTabSz="1144588" hangingPunct="0">
              <a:tabLst>
                <a:tab pos="1144588" algn="l"/>
                <a:tab pos="2570163" algn="l"/>
              </a:tabLst>
            </a:pP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Bangkok 10500	1 South Sathorn Road	kpmg.com/</a:t>
            </a:r>
            <a:r>
              <a:rPr lang="en-US" sz="8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en-US" sz="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144588" hangingPunct="0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Thailand	Bangkok 10120, Thailand</a:t>
            </a:r>
          </a:p>
          <a:p>
            <a:pPr hangingPunct="0"/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900" b="1" spc="-20">
                <a:solidFill>
                  <a:schemeClr val="tx2"/>
                </a:solidFill>
              </a:rPr>
              <a:t>Private and confidential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A7105EC9-D813-45A3-9963-6B64FECDE587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887216" y="6271101"/>
            <a:ext cx="4083984" cy="31019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20[X]3 KPMG </a:t>
            </a:r>
            <a:r>
              <a:rPr lang="en-US" sz="600" kern="1200" noProof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Phoomchai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Business Advisory Ltd., a Thai limited liability company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B44B36B-4175-6128-F70A-1F4CFE5C87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5361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61694F71-6C78-33DE-958B-2529C9892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25600" y="2194560"/>
            <a:ext cx="4968000" cy="3683726"/>
          </a:xfrm>
        </p:spPr>
        <p:txBody>
          <a:bodyPr/>
          <a:lstStyle>
            <a:lvl1pPr>
              <a:lnSpc>
                <a:spcPts val="1100"/>
              </a:lnSpc>
              <a:spcAft>
                <a:spcPts val="300"/>
              </a:spcAft>
              <a:defRPr sz="9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45F86A0-2133-379E-CB0C-1C2E1CDF36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61" y="1335600"/>
            <a:ext cx="4968000" cy="768900"/>
          </a:xfrm>
        </p:spPr>
        <p:txBody>
          <a:bodyPr/>
          <a:lstStyle>
            <a:lvl1pPr>
              <a:lnSpc>
                <a:spcPts val="1100"/>
              </a:lnSpc>
              <a:spcAft>
                <a:spcPts val="400"/>
              </a:spcAft>
              <a:defRPr sz="900" b="0">
                <a:solidFill>
                  <a:schemeClr val="tx1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Company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Att: [</a:t>
            </a:r>
            <a:r>
              <a:rPr lang="en-US" sz="900" b="0" spc="-20">
                <a:solidFill>
                  <a:srgbClr val="FD349C"/>
                </a:solidFill>
              </a:rPr>
              <a:t>client name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1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</a:p>
          <a:p>
            <a:pPr>
              <a:spcAft>
                <a:spcPts val="300"/>
              </a:spcAft>
            </a:pPr>
            <a:r>
              <a:rPr lang="en-US" sz="900" b="0" spc="-20">
                <a:solidFill>
                  <a:schemeClr val="tx2"/>
                </a:solidFill>
              </a:rPr>
              <a:t>[</a:t>
            </a:r>
            <a:r>
              <a:rPr lang="en-US" sz="900" b="0" spc="-20">
                <a:solidFill>
                  <a:srgbClr val="FD349C"/>
                </a:solidFill>
              </a:rPr>
              <a:t>Address line 2</a:t>
            </a:r>
            <a:r>
              <a:rPr lang="en-US" sz="900" b="0" spc="-20">
                <a:solidFill>
                  <a:schemeClr val="tx2"/>
                </a:solidFill>
              </a:rPr>
              <a:t>]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770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EBC3954-C64F-F28C-8188-4C74102FB2AF}"/>
              </a:ext>
            </a:extLst>
          </p:cNvPr>
          <p:cNvCxnSpPr>
            <a:cxnSpLocks/>
          </p:cNvCxnSpPr>
          <p:nvPr userDrawn="1"/>
        </p:nvCxnSpPr>
        <p:spPr>
          <a:xfrm>
            <a:off x="102622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F47017-245C-325A-F4AF-080DDE2EB9ED}"/>
              </a:ext>
            </a:extLst>
          </p:cNvPr>
          <p:cNvCxnSpPr>
            <a:cxnSpLocks/>
          </p:cNvCxnSpPr>
          <p:nvPr userDrawn="1"/>
        </p:nvCxnSpPr>
        <p:spPr>
          <a:xfrm>
            <a:off x="275210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5DF7A8-2259-C3CE-C764-8C753492BD46}"/>
              </a:ext>
            </a:extLst>
          </p:cNvPr>
          <p:cNvCxnSpPr>
            <a:cxnSpLocks/>
          </p:cNvCxnSpPr>
          <p:nvPr userDrawn="1"/>
        </p:nvCxnSpPr>
        <p:spPr>
          <a:xfrm>
            <a:off x="620387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6126BD-152D-ED00-2266-75B299952FA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98C4A76-F6CA-C40C-33DF-CB3AA966D8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8400" y="1179652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01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0F08D277-7F37-4E1A-FAED-3F2FF823BF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8669" y="1179653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03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01FD7705-B8C8-2A32-AFC1-1FA96AF94B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97458" y="1204618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02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2704BB00-EEB9-64EE-23E3-53EACCBDF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914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04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BDE2BFE-FBB5-D0C3-D2F9-DF2A81E6E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9629" y="1179652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05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49287-756C-74B4-B431-BBC255453B8D}"/>
              </a:ext>
            </a:extLst>
          </p:cNvPr>
          <p:cNvCxnSpPr>
            <a:cxnSpLocks/>
          </p:cNvCxnSpPr>
          <p:nvPr userDrawn="1"/>
        </p:nvCxnSpPr>
        <p:spPr>
          <a:xfrm>
            <a:off x="7929760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2E4482D-B50B-6319-4F86-D021E813EDCB}"/>
              </a:ext>
            </a:extLst>
          </p:cNvPr>
          <p:cNvCxnSpPr>
            <a:cxnSpLocks/>
          </p:cNvCxnSpPr>
          <p:nvPr userDrawn="1"/>
        </p:nvCxnSpPr>
        <p:spPr>
          <a:xfrm>
            <a:off x="9655645" y="19198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057D694-D8F1-A6EB-32C1-61D5B231E4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285" y="1164773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06</a:t>
            </a:r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AB3D1816-C74D-9670-52FC-9050665A3B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36900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07</a:t>
            </a:r>
          </a:p>
        </p:txBody>
      </p:sp>
      <p:sp>
        <p:nvSpPr>
          <p:cNvPr id="51" name="Text Placeholder 19">
            <a:extLst>
              <a:ext uri="{FF2B5EF4-FFF2-40B4-BE49-F238E27FC236}">
                <a16:creationId xmlns:a16="http://schemas.microsoft.com/office/drawing/2014/main" id="{2EF81459-E50B-7AFC-51D9-07583503BDC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7169" y="3404035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09</a:t>
            </a:r>
          </a:p>
        </p:txBody>
      </p:sp>
      <p:sp>
        <p:nvSpPr>
          <p:cNvPr id="52" name="Text Placeholder 19">
            <a:extLst>
              <a:ext uri="{FF2B5EF4-FFF2-40B4-BE49-F238E27FC236}">
                <a16:creationId xmlns:a16="http://schemas.microsoft.com/office/drawing/2014/main" id="{C77FCD54-84B0-2377-8642-B5FEC2BA84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5958" y="3429000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08</a:t>
            </a:r>
          </a:p>
        </p:txBody>
      </p:sp>
      <p:sp>
        <p:nvSpPr>
          <p:cNvPr id="53" name="Text Placeholder 19">
            <a:extLst>
              <a:ext uri="{FF2B5EF4-FFF2-40B4-BE49-F238E27FC236}">
                <a16:creationId xmlns:a16="http://schemas.microsoft.com/office/drawing/2014/main" id="{D839F57B-351E-C122-EA18-E71EEC872E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0764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10</a:t>
            </a:r>
          </a:p>
        </p:txBody>
      </p:sp>
      <p:sp>
        <p:nvSpPr>
          <p:cNvPr id="54" name="Text Placeholder 19">
            <a:extLst>
              <a:ext uri="{FF2B5EF4-FFF2-40B4-BE49-F238E27FC236}">
                <a16:creationId xmlns:a16="http://schemas.microsoft.com/office/drawing/2014/main" id="{79917503-92DE-872F-94A1-D8AC2244F9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8129" y="3404034"/>
            <a:ext cx="606643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11</a:t>
            </a:r>
          </a:p>
        </p:txBody>
      </p:sp>
      <p:sp>
        <p:nvSpPr>
          <p:cNvPr id="57" name="Text Placeholder 19">
            <a:extLst>
              <a:ext uri="{FF2B5EF4-FFF2-40B4-BE49-F238E27FC236}">
                <a16:creationId xmlns:a16="http://schemas.microsoft.com/office/drawing/2014/main" id="{7566574F-BEB5-CB0D-0D7A-A6C4C9417D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29463" y="3404034"/>
            <a:ext cx="513647" cy="601841"/>
          </a:xfrm>
        </p:spPr>
        <p:txBody>
          <a:bodyPr/>
          <a:lstStyle>
            <a:lvl1pPr>
              <a:lnSpc>
                <a:spcPts val="5000"/>
              </a:lnSpc>
              <a:spcAft>
                <a:spcPts val="0"/>
              </a:spcAft>
              <a:defRPr sz="45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IN"/>
              <a:t>12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03D701F-8174-B9E9-9C90-AEA3C36DF53C}"/>
              </a:ext>
            </a:extLst>
          </p:cNvPr>
          <p:cNvCxnSpPr>
            <a:cxnSpLocks/>
          </p:cNvCxnSpPr>
          <p:nvPr userDrawn="1"/>
        </p:nvCxnSpPr>
        <p:spPr>
          <a:xfrm>
            <a:off x="102622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B20A8D-12C5-0C0A-3657-1C281987EB44}"/>
              </a:ext>
            </a:extLst>
          </p:cNvPr>
          <p:cNvCxnSpPr>
            <a:cxnSpLocks/>
          </p:cNvCxnSpPr>
          <p:nvPr userDrawn="1"/>
        </p:nvCxnSpPr>
        <p:spPr>
          <a:xfrm>
            <a:off x="275210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FB0C7F8-8096-67E4-E647-FFEEE1CE3888}"/>
              </a:ext>
            </a:extLst>
          </p:cNvPr>
          <p:cNvCxnSpPr>
            <a:cxnSpLocks/>
          </p:cNvCxnSpPr>
          <p:nvPr userDrawn="1"/>
        </p:nvCxnSpPr>
        <p:spPr>
          <a:xfrm>
            <a:off x="620387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C765B86-6A56-430A-096D-C0971A5E3B3B}"/>
              </a:ext>
            </a:extLst>
          </p:cNvPr>
          <p:cNvCxnSpPr>
            <a:cxnSpLocks/>
          </p:cNvCxnSpPr>
          <p:nvPr userDrawn="1"/>
        </p:nvCxnSpPr>
        <p:spPr>
          <a:xfrm>
            <a:off x="447799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E7AA7F-AA4C-52BE-265B-889ECD432EC5}"/>
              </a:ext>
            </a:extLst>
          </p:cNvPr>
          <p:cNvCxnSpPr>
            <a:cxnSpLocks/>
          </p:cNvCxnSpPr>
          <p:nvPr userDrawn="1"/>
        </p:nvCxnSpPr>
        <p:spPr>
          <a:xfrm>
            <a:off x="7929760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D0AF6D3-E25A-8A7C-2F19-AFA550912A08}"/>
              </a:ext>
            </a:extLst>
          </p:cNvPr>
          <p:cNvCxnSpPr>
            <a:cxnSpLocks/>
          </p:cNvCxnSpPr>
          <p:nvPr userDrawn="1"/>
        </p:nvCxnSpPr>
        <p:spPr>
          <a:xfrm>
            <a:off x="9655645" y="4129679"/>
            <a:ext cx="477837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9984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2" y="3652093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D50F2-580F-4CEF-B077-B2CB175648C0}"/>
              </a:ext>
            </a:extLst>
          </p:cNvPr>
          <p:cNvSpPr/>
          <p:nvPr userDrawn="1"/>
        </p:nvSpPr>
        <p:spPr>
          <a:xfrm>
            <a:off x="4427897" y="3652093"/>
            <a:ext cx="6771916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BD4A4D5-D742-4354-912B-FA7506C97D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4ACC3BC-20DE-427C-B9BF-032A57363F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E03C645-2516-4A17-B4AE-E486AB2768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CD4E557-7DAB-44A2-95F3-6B7974AD29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56641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87079" y="3787341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7461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inancial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1982-F1A4-4F5C-8E90-123744B3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39155-15BD-4721-B42B-3CE04C8D03C5}"/>
              </a:ext>
            </a:extLst>
          </p:cNvPr>
          <p:cNvSpPr/>
          <p:nvPr userDrawn="1"/>
        </p:nvSpPr>
        <p:spPr>
          <a:xfrm>
            <a:off x="995361" y="3652093"/>
            <a:ext cx="5058000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0D4475-E7FB-4B85-98BC-6710A3F070C9}"/>
              </a:ext>
            </a:extLst>
          </p:cNvPr>
          <p:cNvSpPr/>
          <p:nvPr userDrawn="1"/>
        </p:nvSpPr>
        <p:spPr>
          <a:xfrm>
            <a:off x="995362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360C8-2D69-4422-9CD3-7F5B8470BB37}"/>
              </a:ext>
            </a:extLst>
          </p:cNvPr>
          <p:cNvSpPr/>
          <p:nvPr userDrawn="1"/>
        </p:nvSpPr>
        <p:spPr>
          <a:xfrm>
            <a:off x="4427897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83F9F8-F707-42E1-8FA6-3BDBE70E9455}"/>
              </a:ext>
            </a:extLst>
          </p:cNvPr>
          <p:cNvSpPr/>
          <p:nvPr userDrawn="1"/>
        </p:nvSpPr>
        <p:spPr>
          <a:xfrm>
            <a:off x="7860430" y="1330325"/>
            <a:ext cx="3339383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6AEEB2-504B-4529-BB91-65B98F96B9D2}"/>
              </a:ext>
            </a:extLst>
          </p:cNvPr>
          <p:cNvSpPr/>
          <p:nvPr userDrawn="1"/>
        </p:nvSpPr>
        <p:spPr>
          <a:xfrm>
            <a:off x="6141029" y="3652093"/>
            <a:ext cx="5058785" cy="22248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en-US" sz="1400" b="1">
              <a:solidFill>
                <a:schemeClr val="accent1"/>
              </a:solidFill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C17938-C4E7-494E-8AB7-AE97764974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2145" y="3787341"/>
            <a:ext cx="450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D3F5046-8C4B-4A2F-901C-85186E69AC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6812" y="3787341"/>
            <a:ext cx="4140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14F9A958-4F28-4EC5-A2F6-A42C21183362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BE7F350-8A42-427F-B150-D231525909C0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Oval 17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2F458B8-5EF5-4369-87E3-2ECE6CF499E3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74718CC-9FDD-4458-B4C3-EC2C8BF55A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0" name="Graphic 19" descr="Home">
            <a:hlinkClick r:id="" action="ppaction://noaction"/>
            <a:extLst>
              <a:ext uri="{FF2B5EF4-FFF2-40B4-BE49-F238E27FC236}">
                <a16:creationId xmlns:a16="http://schemas.microsoft.com/office/drawing/2014/main" id="{E42C6936-EECB-48FF-8E6E-425B3139D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2511FB1-1959-A7D6-0557-562A80AAD3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2145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11B895E-657E-464C-4FBF-4A93957624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6641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A803601-D97D-4AC7-5D9D-968D18594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87079" y="1464775"/>
            <a:ext cx="2916000" cy="252000"/>
          </a:xfrm>
        </p:spPr>
        <p:txBody>
          <a:bodyPr lIns="72000"/>
          <a:lstStyle>
            <a:lvl1pPr marL="0" algn="l" defTabSz="914377" rtl="0" eaLnBrk="1" latinLnBrk="0" hangingPunct="1">
              <a:defRPr lang="en-US" sz="10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defRPr lang="en-US" sz="1400" b="1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defRPr lang="fi-FI" sz="14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994115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9829863"/>
              </p:ext>
            </p:extLst>
          </p:nvPr>
        </p:nvGraphicFramePr>
        <p:xfrm>
          <a:off x="998400" y="1332226"/>
          <a:ext cx="10201414" cy="710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499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95397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263501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9ACCD68-19FB-4EAB-B33A-F30E928C6E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21311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1311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21311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79789" y="2497122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79789" y="3699207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79789" y="4863771"/>
            <a:ext cx="1176068" cy="474902"/>
          </a:xfrm>
        </p:spPr>
        <p:txBody>
          <a:bodyPr tIns="0" bIns="72000" anchor="ctr"/>
          <a:lstStyle>
            <a:lvl1pPr algn="ctr"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9665" y="2233794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9665" y="3411748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9665" y="4589702"/>
            <a:ext cx="4788000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9665" y="3746410"/>
            <a:ext cx="4788000" cy="563262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9665" y="4924364"/>
            <a:ext cx="4788000" cy="60141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9665" y="2567976"/>
            <a:ext cx="4788000" cy="542485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5971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21561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5971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21561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971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021561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70229" y="2497124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970229" y="3699207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70229" y="4863773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1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127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 hidden="1">
            <a:extLst>
              <a:ext uri="{FF2B5EF4-FFF2-40B4-BE49-F238E27FC236}">
                <a16:creationId xmlns:a16="http://schemas.microsoft.com/office/drawing/2014/main" id="{FC98976B-C13C-45FB-A9F9-9D4CCFE102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78419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2" name="Object 21" hidden="1">
                        <a:extLst>
                          <a:ext uri="{FF2B5EF4-FFF2-40B4-BE49-F238E27FC236}">
                            <a16:creationId xmlns:a16="http://schemas.microsoft.com/office/drawing/2014/main" id="{FC98976B-C13C-45FB-A9F9-9D4CCFE102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08E9F94A-A73B-431E-81F0-3389598F76C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1791767"/>
              </p:ext>
            </p:extLst>
          </p:nvPr>
        </p:nvGraphicFramePr>
        <p:xfrm>
          <a:off x="995359" y="1332000"/>
          <a:ext cx="10192165" cy="741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8001">
                  <a:extLst>
                    <a:ext uri="{9D8B030D-6E8A-4147-A177-3AD203B41FA5}">
                      <a16:colId xmlns:a16="http://schemas.microsoft.com/office/drawing/2014/main" val="3484522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98080812"/>
                    </a:ext>
                  </a:extLst>
                </a:gridCol>
                <a:gridCol w="696687">
                  <a:extLst>
                    <a:ext uri="{9D8B030D-6E8A-4147-A177-3AD203B41FA5}">
                      <a16:colId xmlns:a16="http://schemas.microsoft.com/office/drawing/2014/main" val="4060292537"/>
                    </a:ext>
                  </a:extLst>
                </a:gridCol>
                <a:gridCol w="606031">
                  <a:extLst>
                    <a:ext uri="{9D8B030D-6E8A-4147-A177-3AD203B41FA5}">
                      <a16:colId xmlns:a16="http://schemas.microsoft.com/office/drawing/2014/main" val="1277292110"/>
                    </a:ext>
                  </a:extLst>
                </a:gridCol>
                <a:gridCol w="874427">
                  <a:extLst>
                    <a:ext uri="{9D8B030D-6E8A-4147-A177-3AD203B41FA5}">
                      <a16:colId xmlns:a16="http://schemas.microsoft.com/office/drawing/2014/main" val="4096450474"/>
                    </a:ext>
                  </a:extLst>
                </a:gridCol>
                <a:gridCol w="1018903">
                  <a:extLst>
                    <a:ext uri="{9D8B030D-6E8A-4147-A177-3AD203B41FA5}">
                      <a16:colId xmlns:a16="http://schemas.microsoft.com/office/drawing/2014/main" val="3523288619"/>
                    </a:ext>
                  </a:extLst>
                </a:gridCol>
                <a:gridCol w="744940">
                  <a:extLst>
                    <a:ext uri="{9D8B030D-6E8A-4147-A177-3AD203B41FA5}">
                      <a16:colId xmlns:a16="http://schemas.microsoft.com/office/drawing/2014/main" val="1392655734"/>
                    </a:ext>
                  </a:extLst>
                </a:gridCol>
                <a:gridCol w="892319">
                  <a:extLst>
                    <a:ext uri="{9D8B030D-6E8A-4147-A177-3AD203B41FA5}">
                      <a16:colId xmlns:a16="http://schemas.microsoft.com/office/drawing/2014/main" val="4217565530"/>
                    </a:ext>
                  </a:extLst>
                </a:gridCol>
              </a:tblGrid>
              <a:tr h="292639">
                <a:tc rowSpan="2">
                  <a:txBody>
                    <a:bodyPr/>
                    <a:lstStyle/>
                    <a:p>
                      <a:r>
                        <a:rPr lang="en-US" sz="1000"/>
                        <a:t>Topic</a:t>
                      </a:r>
                    </a:p>
                  </a:txBody>
                  <a:tcPr marL="72000" marR="7200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Implication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000"/>
                        <a:t>Value impact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Timeline to implement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96076"/>
                  </a:ext>
                </a:extLst>
              </a:tr>
              <a:tr h="321033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 marL="54864" marR="54864" marT="54864" marB="54864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Valuation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SPA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Impact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Proposed adjustments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Upside potential</a:t>
                      </a: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1200" b="1">
                        <a:solidFill>
                          <a:schemeClr val="bg1"/>
                        </a:solidFill>
                      </a:endParaRPr>
                    </a:p>
                  </a:txBody>
                  <a:tcPr marL="72000" marR="72000" marT="72000" marB="7200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0758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78180-BC12-42C5-8E5F-A8957343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B65DC5-EFFD-454B-A441-3C65BB9D1E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31167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7D4F57-0A45-4D59-B0BA-C057887627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31167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F65A6F2-43C1-4C4E-8DFD-6A751704B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0659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083AC8-DA9F-47BF-8B60-74EB5A2AA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50659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BDF267A-E8A4-44D2-A045-E6466541A5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50659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FFC3C6D-1C13-4C08-AB8A-EFDF74F576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5359" y="2233794"/>
            <a:ext cx="4449788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B1BB035C-F206-4EC3-A0EF-1D5F53542B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5359" y="3411748"/>
            <a:ext cx="4449787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DD007F0-29A6-426E-AE41-E741A812C9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59" y="4589702"/>
            <a:ext cx="4449784" cy="267866"/>
          </a:xfrm>
        </p:spPr>
        <p:txBody>
          <a:bodyPr lIns="72000" anchor="ctr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Heading (e.g., Quality of earnings)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4214369-B5D2-4C51-B0BE-C4855E273A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95359" y="3746410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6E4C763-57B3-4BFC-94C7-C51DFE58B0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5359" y="4924364"/>
            <a:ext cx="4449789" cy="543600"/>
          </a:xfrm>
        </p:spPr>
        <p:txBody>
          <a:bodyPr lIns="72000"/>
          <a:lstStyle>
            <a:lvl2pPr>
              <a:defRPr sz="1000" b="0">
                <a:solidFill>
                  <a:schemeClr val="tx1"/>
                </a:solidFill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1"/>
            <a:r>
              <a:rPr lang="en-US"/>
              <a:t>Summary/key message of the topic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E9F350-7CEE-468E-A245-D92F94FF2E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5359" y="2567974"/>
            <a:ext cx="4449789" cy="543600"/>
          </a:xfrm>
        </p:spPr>
        <p:txBody>
          <a:bodyPr lIns="72000"/>
          <a:lstStyle>
            <a:lvl2pPr>
              <a:defRPr lang="en-US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0" lvl="1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en-US"/>
              <a:t>Summary/key message of the topic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A56DC092-9D0C-4919-8E0D-5BD31DBF41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17067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4" name="Text Placeholder 51">
            <a:extLst>
              <a:ext uri="{FF2B5EF4-FFF2-40B4-BE49-F238E27FC236}">
                <a16:creationId xmlns:a16="http://schemas.microsoft.com/office/drawing/2014/main" id="{887525D3-18EC-4594-BA95-4CFA4932FC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9479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5" name="Text Placeholder 51">
            <a:extLst>
              <a:ext uri="{FF2B5EF4-FFF2-40B4-BE49-F238E27FC236}">
                <a16:creationId xmlns:a16="http://schemas.microsoft.com/office/drawing/2014/main" id="{00E1BFC9-77CC-45B2-BD4F-9D9909E34A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17067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00E4FB76-501C-40D3-87F7-7DD0EAA8B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9479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AB8F14DA-6F10-40A5-8354-FE09F318B0B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17067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5D28A1E2-7A22-42E2-A744-488DBD2C02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99479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7CD8034C-D44E-4D35-9439-E9257BD0F6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2901" y="2490920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1B79B507-1F99-4C7A-8D3F-78147771C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32901" y="3660782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3A477642-AEE3-483C-9394-74562C04FC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32901" y="4860116"/>
            <a:ext cx="432000" cy="474903"/>
          </a:xfrm>
        </p:spPr>
        <p:txBody>
          <a:bodyPr wrap="none" lIns="72000" tIns="72000" rIns="72000" bIns="72000" anchor="ctr" anchorCtr="0"/>
          <a:lstStyle>
            <a:lvl1pPr algn="ctr">
              <a:defRPr lang="en-US" sz="2800" b="1" kern="120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6"/>
                </a:solidFill>
                <a:latin typeface="+mn-lt"/>
                <a:sym typeface="Wingdings" panose="05000000000000000000" pitchFamily="2" charset="2"/>
              </a:rPr>
              <a:t></a:t>
            </a:r>
            <a:endParaRPr lang="en-US" sz="2800" b="1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E9D1AE06-08EF-481C-8D99-9255EA39D92A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17C2926F-29C1-4B2E-803B-6EEB424E3143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5" name="Oval 6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7F17BD-A802-4148-91A9-ADEFCD47BB9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6" name="Oval 6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158AE46-3132-42BE-A591-9B94D6F4F436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67" name="Graphic 66" descr="Home">
            <a:hlinkClick r:id="" action="ppaction://noaction"/>
            <a:extLst>
              <a:ext uri="{FF2B5EF4-FFF2-40B4-BE49-F238E27FC236}">
                <a16:creationId xmlns:a16="http://schemas.microsoft.com/office/drawing/2014/main" id="{98C14409-D58E-48D2-8C6A-E65520A4FB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9FDEBF9-ADD4-4350-B7BB-CCF43750FB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955" y="248849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2004A5DA-0E0C-4245-9CA5-6501408448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955" y="3660780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DBBE4969-9474-4C52-94AD-E6525D73BA7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955" y="4846532"/>
            <a:ext cx="756000" cy="468000"/>
          </a:xfrm>
        </p:spPr>
        <p:txBody>
          <a:bodyPr anchor="ctr"/>
          <a:lstStyle>
            <a:lvl1pPr algn="ctr">
              <a:lnSpc>
                <a:spcPts val="2000"/>
              </a:lnSpc>
              <a:spcAft>
                <a:spcPts val="0"/>
              </a:spcAft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$</a:t>
            </a:r>
            <a:r>
              <a:rPr lang="en-US" err="1"/>
              <a:t>x.xm</a:t>
            </a:r>
            <a:endParaRPr lang="fi-FI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AC7C2CF-5CFB-DCA6-20DE-7D0A481CCB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731167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EBITDA/</a:t>
            </a:r>
            <a:br>
              <a:rPr lang="en-US"/>
            </a:br>
            <a:r>
              <a:rPr lang="en-US"/>
              <a:t>cash</a:t>
            </a:r>
            <a:endParaRPr lang="fi-FI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4AEB76-B5C6-E3D8-6F6B-1C89284B709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432981" y="248849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2A79F27-319D-3CCC-8CD0-601954F9EC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432981" y="3660780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BD7E1A-E2EB-23C2-38D5-03FC56C574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432981" y="4846532"/>
            <a:ext cx="720000" cy="468000"/>
          </a:xfrm>
        </p:spPr>
        <p:txBody>
          <a:bodyPr tIns="0" anchor="ctr"/>
          <a:lstStyle>
            <a:lvl1pPr algn="ctr">
              <a:lnSpc>
                <a:spcPts val="1900"/>
              </a:lnSpc>
              <a:spcAft>
                <a:spcPts val="0"/>
              </a:spcAft>
              <a:defRPr lang="en-US" sz="2000" b="0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2400" b="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>
              <a:defRPr lang="fi-FI" sz="2400" b="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6-12</a:t>
            </a:r>
            <a:br>
              <a:rPr lang="en-US"/>
            </a:br>
            <a:r>
              <a:rPr lang="en-US"/>
              <a:t>months</a:t>
            </a:r>
          </a:p>
        </p:txBody>
      </p:sp>
    </p:spTree>
    <p:extLst>
      <p:ext uri="{BB962C8B-B14F-4D97-AF65-F5344CB8AC3E}">
        <p14:creationId xmlns:p14="http://schemas.microsoft.com/office/powerpoint/2010/main" val="3957697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_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0F97B-8034-417A-84B4-4FB61703DF7D}"/>
              </a:ext>
            </a:extLst>
          </p:cNvPr>
          <p:cNvSpPr>
            <a:spLocks/>
          </p:cNvSpPr>
          <p:nvPr userDrawn="1"/>
        </p:nvSpPr>
        <p:spPr>
          <a:xfrm>
            <a:off x="995359" y="1335600"/>
            <a:ext cx="10204453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>
            <a:noAutofit/>
          </a:bodyPr>
          <a:lstStyle/>
          <a:p>
            <a:pPr algn="l"/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0C8735-C6DE-4A9C-8BAA-6089D9683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95359" y="1335600"/>
            <a:ext cx="10190735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F43AEEA-3F72-5AB4-98C1-90950442B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757012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ED8361-E94D-B7EA-CBCB-A1B668FA22A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95359" y="5199303"/>
            <a:ext cx="9761653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EF398C3-DC80-5372-3F76-FD4B566770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C4F88D1-1CC4-AF86-460C-BB82D868CC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49694" y="1657990"/>
            <a:ext cx="5036400" cy="347142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2126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1 fi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0CAE8600-A3D2-0217-D89F-B57022DDE7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36511E3-EA15-692F-B8C9-1C78FEC9681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5359" y="1657990"/>
            <a:ext cx="5036400" cy="3471628"/>
          </a:xfrm>
        </p:spPr>
        <p:txBody>
          <a:bodyPr lIns="72000"/>
          <a:lstStyle/>
          <a:p>
            <a:endParaRPr lang="en-IN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62BCF9FC-1265-ABB8-9BC3-491771E9EB9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0383586-43A7-5AE6-3CA8-69A5E7E3905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8942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072AD4A3-852F-4232-9DB2-52ADC9162D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20135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072AD4A3-852F-4232-9DB2-52ADC9162D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5036400" cy="1494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160243" y="1657989"/>
            <a:ext cx="50364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753287-E89B-8500-867B-5B448555E8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22B5FE-0300-89DA-80FA-10373F456E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243" y="3229089"/>
            <a:ext cx="50364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21F3564-406E-3EF5-3740-DBE48C909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0243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8EC32F77-3BB3-65CD-9316-211F3E4016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D56E2A5-4876-0C93-89D7-7C6809212D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28462E-0366-0E0E-9D4F-6DD2F5BD340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0243" y="5199303"/>
            <a:ext cx="4598986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84AB1C2-6CA0-3C6D-C22D-D8A4EE34819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BE9810-3FEB-8052-539E-CBB1F5703B9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922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33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2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48675D7-6079-FC69-CF9F-EA8E989361A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95359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 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44F043F-D4C7-2653-D3BF-77B6764CE57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161606" y="5199303"/>
            <a:ext cx="4608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2EB0A83-0AFB-AFC6-6AE4-69CA3B98BE6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59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7D5E132-AB87-728A-3964-25306B1C75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1606" y="1657989"/>
            <a:ext cx="5036400" cy="346848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5A59295-0494-DBE8-E861-075D3E5B2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1606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682DD76-2A91-3F5B-9F43-064F1DC69DA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335600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AAF6AF2-62D4-9ADA-2C92-D42EA21FC6F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5889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21460-9B00-FC5B-5453-8ADF1AFD70A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755206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088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E65C770-2457-4A1D-87B9-F6DF32654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12685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E65C770-2457-4A1D-87B9-F6DF32654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891413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fi-FI"/>
              <a:t>Insert table or chart here</a:t>
            </a: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9" name="Chart Placeholder 16">
            <a:extLst>
              <a:ext uri="{FF2B5EF4-FFF2-40B4-BE49-F238E27FC236}">
                <a16:creationId xmlns:a16="http://schemas.microsoft.com/office/drawing/2014/main" id="{6BB064CA-A0CE-4B7D-B389-29E7029BFE77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4443386" y="1657989"/>
            <a:ext cx="3312000" cy="149400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Insert table or chart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8BC493-EF52-4A41-E9E0-2D1A17A1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1F0E812-4F5D-D6CF-E794-9BF4B7C1F4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7EC4B40-5E94-E627-7F64-6A50B22B83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3229089"/>
            <a:ext cx="3312000" cy="1908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CEEFF99-CF8D-1494-F9AA-AC9EB5DB2F7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BC38AF-F690-4515-3C08-B950F322FEE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D8A3BF5-269F-B54B-B331-77B38BC7238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81E12A1-B92C-C45A-35CD-6EB3402261B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2FD5C31-DBC9-5675-1003-433F2D23A15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E5B118-40E6-A6F1-925B-8E52D87D729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223F8258-A126-F540-A91A-93365138513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0" name="Text Placeholder 25">
            <a:extLst>
              <a:ext uri="{FF2B5EF4-FFF2-40B4-BE49-F238E27FC236}">
                <a16:creationId xmlns:a16="http://schemas.microsoft.com/office/drawing/2014/main" id="{9727116C-19F1-AAE0-E75C-3E5EF0A31A2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41" name="Text Placeholder 25">
            <a:extLst>
              <a:ext uri="{FF2B5EF4-FFF2-40B4-BE49-F238E27FC236}">
                <a16:creationId xmlns:a16="http://schemas.microsoft.com/office/drawing/2014/main" id="{3C801C07-06B0-0F3E-B1C4-AD95E673867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2147517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3 per page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8DBA324-C317-5249-07B6-E16DAD9EF2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3466072"/>
          </a:xfrm>
        </p:spPr>
        <p:txBody>
          <a:bodyPr lIns="72000" tIns="0" rIns="72000" bIns="0"/>
          <a:lstStyle>
            <a:lvl5pPr>
              <a:defRPr/>
            </a:lvl5pPr>
          </a:lstStyle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</a:t>
            </a:r>
            <a:endParaRPr lang="en-IN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80D1D3E-9800-C183-99E6-9FDE07F90E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2400" y="1657990"/>
            <a:ext cx="3312000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9128EB3-1C88-3489-060F-C9D2186EE1D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0824" y="1657990"/>
            <a:ext cx="3312589" cy="3466072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066D155A-171C-D9DD-6CEE-84DBA58CFB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BABE4A9D-78BD-C5FF-F61D-DE5BB4B7539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8A277E93-2999-45E6-684B-C25E1BB8A8D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442400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77C010D4-1862-D147-690F-A9B8A98FE87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43222A-4566-478B-EE7C-854BF6D303C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5E9EFD4-163C-3CF3-B5DE-ADEF0C8EB0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9F202F67-7B71-81A8-1665-6A930E3955C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033DB1B-6496-F3E2-7B44-B642B67979D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92605E5B-73F3-E01C-5599-AA948C5330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5422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ndings_6 p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CBA84E74-EBB2-4C5A-B974-706D328887BF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C963EF36-BD3A-4A44-B910-49A4E3FC2A99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4" name="Oval 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BA05724-854E-4714-AFBB-A1064F079E2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35" name="Oval 3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E2A1F8B-6ED1-4C6B-8BF4-059750EEF68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36" name="Graphic 35" descr="Home">
            <a:hlinkClick r:id="" action="ppaction://noaction"/>
            <a:extLst>
              <a:ext uri="{FF2B5EF4-FFF2-40B4-BE49-F238E27FC236}">
                <a16:creationId xmlns:a16="http://schemas.microsoft.com/office/drawing/2014/main" id="{7F842627-1C6D-43B0-8A3B-8135502FF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0" name="Text Placeholder 6">
            <a:extLst>
              <a:ext uri="{FF2B5EF4-FFF2-40B4-BE49-F238E27FC236}">
                <a16:creationId xmlns:a16="http://schemas.microsoft.com/office/drawing/2014/main" id="{15C464CC-6A33-CEAE-2AE6-B78E4B028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59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1" name="Text Placeholder 6">
            <a:extLst>
              <a:ext uri="{FF2B5EF4-FFF2-40B4-BE49-F238E27FC236}">
                <a16:creationId xmlns:a16="http://schemas.microsoft.com/office/drawing/2014/main" id="{13FAAF33-2726-F94B-086D-720ED8A1C9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3386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2" name="Text Placeholder 6">
            <a:extLst>
              <a:ext uri="{FF2B5EF4-FFF2-40B4-BE49-F238E27FC236}">
                <a16:creationId xmlns:a16="http://schemas.microsoft.com/office/drawing/2014/main" id="{D911B967-EB03-B200-2872-DB8F92D80E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91413" y="1657990"/>
            <a:ext cx="3312000" cy="1162393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3" name="Text Placeholder 6">
            <a:extLst>
              <a:ext uri="{FF2B5EF4-FFF2-40B4-BE49-F238E27FC236}">
                <a16:creationId xmlns:a16="http://schemas.microsoft.com/office/drawing/2014/main" id="{2F9F379B-EA73-56D4-7BEF-A86EA7A0F5D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359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4" name="Text Placeholder 6">
            <a:extLst>
              <a:ext uri="{FF2B5EF4-FFF2-40B4-BE49-F238E27FC236}">
                <a16:creationId xmlns:a16="http://schemas.microsoft.com/office/drawing/2014/main" id="{6E71EA3F-FFAA-5B10-27C5-0749B6B7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443386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5" name="Text Placeholder 6">
            <a:extLst>
              <a:ext uri="{FF2B5EF4-FFF2-40B4-BE49-F238E27FC236}">
                <a16:creationId xmlns:a16="http://schemas.microsoft.com/office/drawing/2014/main" id="{C2334E16-6735-FAE0-4EE4-2A84AF3A465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891413" y="3966895"/>
            <a:ext cx="3312000" cy="11628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BD40C928-99C3-C9F7-E205-10580368C3F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95359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BE70373-6A63-4D4B-DACA-7330B960776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442507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8375775-4DA2-C098-9E03-F3AFAA90586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891413" y="1335600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F7A80F4-125B-342B-DA05-7B3ACBA903E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95359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2C2CE60B-A0A5-B26F-E0EA-621916A2485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442507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C574A8F0-79A8-C3F1-4B33-632F78BDC1DB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7891413" y="3642987"/>
            <a:ext cx="3312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E6B05F6-768B-3E4F-F110-3E24C0562AF7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359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436711-CA4B-A095-80A3-0720ACEA9FE5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860959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F1197BAE-480B-B16E-693D-DFBA683D23BD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443575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87F2F450-DF40-B67C-740F-C21878BCF3C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312604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3D1977B-6AD1-B850-FA69-E1C7BD9B5C7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880400" y="2874338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54823048-11CE-7055-02DF-0DDD0D1E8AE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0757013" y="2874338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EBDDEB7-F717-60C2-C610-7A6B8472571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59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BA193B5-C40F-667A-375F-A76EABC02D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60959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7148894B-87B0-4D81-F3C5-98DC327CE32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443855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7070368-32F6-6F02-EB5F-548B13FE8C5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12604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0F5751C-1AA3-22AB-C30C-5C5B15B81D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885596" y="5199303"/>
            <a:ext cx="28800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2187354-A4A3-EE1D-D11B-9FE6654AFF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757013" y="5199303"/>
            <a:ext cx="4464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798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7287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8B8A28-94E3-9BCB-D0FE-DFA7BB06EF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21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D8B94DEE-E368-6880-910B-BC918E65C5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7" y="1912838"/>
            <a:ext cx="6386044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3" name="Table Placeholder 45">
            <a:extLst>
              <a:ext uri="{FF2B5EF4-FFF2-40B4-BE49-F238E27FC236}">
                <a16:creationId xmlns:a16="http://schemas.microsoft.com/office/drawing/2014/main" id="{ECC8E682-3A29-B532-ED4A-C10346A9BD4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33706966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154871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323C8984-87DA-4B07-887C-A87C47235EB9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summary chart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GB" noProof="0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noProof="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E93A06B3-57FC-AF33-21C6-49BF9699A2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noProof="0"/>
              <a:t>Click to add the heading</a:t>
            </a:r>
          </a:p>
        </p:txBody>
      </p:sp>
      <p:sp>
        <p:nvSpPr>
          <p:cNvPr id="11" name="Table Placeholder 45">
            <a:extLst>
              <a:ext uri="{FF2B5EF4-FFF2-40B4-BE49-F238E27FC236}">
                <a16:creationId xmlns:a16="http://schemas.microsoft.com/office/drawing/2014/main" id="{6189E6B8-7D03-3B14-F3B6-23F93C65A7A7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Add table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C94CF26-BD86-D737-18DD-4C834B9B56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7" y="2235228"/>
            <a:ext cx="6378244" cy="3633288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GB" sz="1000" noProof="0"/>
              <a:t>Add text here</a:t>
            </a:r>
          </a:p>
          <a:p>
            <a:pPr lvl="1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77582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6000173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narrow table+2 col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511380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DA153EA3-7B08-EA68-8BB4-1BE14901E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15356" y="1912838"/>
            <a:ext cx="638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0425087-E0BD-E67F-03AF-685037AD5A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356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8E3692A-725A-06BF-BB6F-8A84256869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7813" y="2235228"/>
            <a:ext cx="3132000" cy="363277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11" name="Chart Placeholder 43">
            <a:extLst>
              <a:ext uri="{FF2B5EF4-FFF2-40B4-BE49-F238E27FC236}">
                <a16:creationId xmlns:a16="http://schemas.microsoft.com/office/drawing/2014/main" id="{856FE8BE-D902-A644-F4C2-2CAD5D6268FE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EDA66AB9-9A15-1FF6-7081-827E8E8873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able Placeholder 45">
            <a:extLst>
              <a:ext uri="{FF2B5EF4-FFF2-40B4-BE49-F238E27FC236}">
                <a16:creationId xmlns:a16="http://schemas.microsoft.com/office/drawing/2014/main" id="{1AFC767D-9598-2FFF-8A74-FDEBC1DC934F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2839"/>
            <a:ext cx="3690499" cy="395456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253336237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841557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1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521B4CA-D8BF-DA27-158B-3A18ECF109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7C4F6109-E3D9-561F-E5FD-3725E84009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able Placeholder 45">
            <a:extLst>
              <a:ext uri="{FF2B5EF4-FFF2-40B4-BE49-F238E27FC236}">
                <a16:creationId xmlns:a16="http://schemas.microsoft.com/office/drawing/2014/main" id="{213B86F7-3C0F-4690-E312-92129CBE61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</p:spTree>
    <p:extLst>
      <p:ext uri="{BB962C8B-B14F-4D97-AF65-F5344CB8AC3E}">
        <p14:creationId xmlns:p14="http://schemas.microsoft.com/office/powerpoint/2010/main" val="16938944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50-50 table+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5471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3" name="Table Placeholder 45">
            <a:extLst>
              <a:ext uri="{FF2B5EF4-FFF2-40B4-BE49-F238E27FC236}">
                <a16:creationId xmlns:a16="http://schemas.microsoft.com/office/drawing/2014/main" id="{C3004401-EE3C-649E-6353-B9164F1C4C8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95361" y="1911599"/>
            <a:ext cx="5036400" cy="3955801"/>
          </a:xfrm>
        </p:spPr>
        <p:txBody>
          <a:bodyPr lIns="72000" r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table here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B752ACB-3E96-1341-39F5-971D5B64FD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Chart Placeholder 43">
            <a:extLst>
              <a:ext uri="{FF2B5EF4-FFF2-40B4-BE49-F238E27FC236}">
                <a16:creationId xmlns:a16="http://schemas.microsoft.com/office/drawing/2014/main" id="{DC74134E-DCDE-CA54-AD79-94C972C11A6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33A2A19-A8FA-B04D-7F28-5972152079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80CC73-917A-B304-6925-C4C619159D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3272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5200" cy="460800"/>
          </a:xfrm>
        </p:spPr>
        <p:txBody>
          <a:bodyPr lIns="0" r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58633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2 columns text+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86513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07F8667-B92C-EB98-6B8B-697E854665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73C591D6-8A1C-CA28-41AC-55D37B996B5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B126B9F3-EC58-4DE5-9DF6-13120B68ED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579D5C-8A15-B2E6-E4C1-444BA8155A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2235228"/>
            <a:ext cx="5036400" cy="363372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Chart Placeholder 43">
            <a:extLst>
              <a:ext uri="{FF2B5EF4-FFF2-40B4-BE49-F238E27FC236}">
                <a16:creationId xmlns:a16="http://schemas.microsoft.com/office/drawing/2014/main" id="{91C7D5AC-CC1B-453C-BBCC-7368D1A5EA5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96E6CF5-2B13-4988-9B42-9CB4769381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67829887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+tabl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737340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able Placeholder 45">
            <a:extLst>
              <a:ext uri="{FF2B5EF4-FFF2-40B4-BE49-F238E27FC236}">
                <a16:creationId xmlns:a16="http://schemas.microsoft.com/office/drawing/2014/main" id="{95E97D5A-310B-4A7D-B284-D88CCF19D76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95361" y="3893589"/>
            <a:ext cx="5036400" cy="1973811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95DC088-461C-FD29-4F33-E3386EF9FB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  <p:sp>
        <p:nvSpPr>
          <p:cNvPr id="22" name="Chart Placeholder 43">
            <a:extLst>
              <a:ext uri="{FF2B5EF4-FFF2-40B4-BE49-F238E27FC236}">
                <a16:creationId xmlns:a16="http://schemas.microsoft.com/office/drawing/2014/main" id="{D5A08C12-7DA4-843E-2109-5FED43776676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C0486A-3F15-194A-0A91-826E5849F9B6}"/>
              </a:ext>
            </a:extLst>
          </p:cNvPr>
          <p:cNvSpPr>
            <a:spLocks/>
          </p:cNvSpPr>
          <p:nvPr userDrawn="1"/>
        </p:nvSpPr>
        <p:spPr>
          <a:xfrm>
            <a:off x="995361" y="1912838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1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A9A157EA-5678-21CC-9C39-8123403A41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Chart Placeholder 43">
            <a:extLst>
              <a:ext uri="{FF2B5EF4-FFF2-40B4-BE49-F238E27FC236}">
                <a16:creationId xmlns:a16="http://schemas.microsoft.com/office/drawing/2014/main" id="{47DB99AB-526B-CB6C-C09F-7CDDE0A44C5F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8778B5A6-B39D-5C45-C86D-00FE59B081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47056535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_wide chart + 2 col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A26502BD-2BD1-410D-B183-79145055D9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909307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A26502BD-2BD1-410D-B183-79145055D9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D06D13-81D9-4C4B-A790-EEDF4B0F87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C7F4BD-E5B9-4943-9C73-4B5CDAE0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A60E319-4206-477C-A260-19F61D138DC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A8D9B6-D479-4079-AA88-5A66CA5412A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1A0DF56-3145-410A-A0C2-7D5CA10E097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44A9263-24EC-4485-9EA1-DE65776C3389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45ECDB61-27CE-4921-8A09-FDAF963B540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99321D5-C8C0-F0E1-AB2F-9AEC66E6E306}"/>
              </a:ext>
            </a:extLst>
          </p:cNvPr>
          <p:cNvSpPr>
            <a:spLocks/>
          </p:cNvSpPr>
          <p:nvPr userDrawn="1"/>
        </p:nvSpPr>
        <p:spPr>
          <a:xfrm>
            <a:off x="995361" y="1911600"/>
            <a:ext cx="10204455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7C05D918-B59C-0E58-11A7-9AE1956C93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1600"/>
            <a:ext cx="10192299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the heading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6C8A57-0198-A7DD-D4E1-019C53DF17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5361" y="3893588"/>
            <a:ext cx="5036400" cy="1981725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9" name="Chart Placeholder 43">
            <a:extLst>
              <a:ext uri="{FF2B5EF4-FFF2-40B4-BE49-F238E27FC236}">
                <a16:creationId xmlns:a16="http://schemas.microsoft.com/office/drawing/2014/main" id="{6AB85E31-6BDB-93A2-8B61-DB2292376D2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995361" y="2235228"/>
            <a:ext cx="10192299" cy="1472920"/>
          </a:xfrm>
        </p:spPr>
        <p:txBody>
          <a:bodyPr lIns="72000" tIns="0" rIns="72000" bIns="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endParaRPr lang="fi-FI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C39603E-8E0D-4CE0-9B71-C4700D024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7552" y="3893588"/>
            <a:ext cx="5033848" cy="1973812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r>
              <a:rPr lang="en-US" sz="1000"/>
              <a:t>Add text here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7570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trapline+4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D39B1F28-5BE0-920C-485E-EBD004E6FE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95361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C545A67-9AFD-8E78-4FC6-F4DDA2F0DC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110C6C3E-B8AD-8B96-EC03-1CD5078D28A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361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F783E64C-A4C3-8E54-3103-0BB03066D1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60108" y="4247400"/>
            <a:ext cx="5036400" cy="1620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ext Placeholder 25">
            <a:extLst>
              <a:ext uri="{FF2B5EF4-FFF2-40B4-BE49-F238E27FC236}">
                <a16:creationId xmlns:a16="http://schemas.microsoft.com/office/drawing/2014/main" id="{807DDDD2-8F00-9FCF-D4F9-BE3A3941D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19148179-BB16-C1DF-D153-77ED4B3E997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A23192A1-5706-5D97-D3A3-D152925A8F6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20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C37E04D-55C4-A2F9-AB41-0407BC55D0B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361" y="3921957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</p:spTree>
    <p:extLst>
      <p:ext uri="{BB962C8B-B14F-4D97-AF65-F5344CB8AC3E}">
        <p14:creationId xmlns:p14="http://schemas.microsoft.com/office/powerpoint/2010/main" val="80493794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chma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  <p:sp>
        <p:nvSpPr>
          <p:cNvPr id="26" name="Chart Placeholder 43">
            <a:extLst>
              <a:ext uri="{FF2B5EF4-FFF2-40B4-BE49-F238E27FC236}">
                <a16:creationId xmlns:a16="http://schemas.microsoft.com/office/drawing/2014/main" id="{A8C25DD9-0649-4FB6-8099-C6E2B474ECF6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995361" y="2235227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7" name="Chart Placeholder 43">
            <a:extLst>
              <a:ext uri="{FF2B5EF4-FFF2-40B4-BE49-F238E27FC236}">
                <a16:creationId xmlns:a16="http://schemas.microsoft.com/office/drawing/2014/main" id="{27D8A0D2-8916-4534-AAD0-756AA730E88D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995361" y="4247400"/>
            <a:ext cx="7588388" cy="1620000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43031-6FB6-9272-EDB3-8392EC354BB3}"/>
              </a:ext>
            </a:extLst>
          </p:cNvPr>
          <p:cNvSpPr>
            <a:spLocks/>
          </p:cNvSpPr>
          <p:nvPr userDrawn="1"/>
        </p:nvSpPr>
        <p:spPr>
          <a:xfrm>
            <a:off x="8715421" y="1911600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5071ED-58F2-F292-70F0-BEF26478A764}"/>
              </a:ext>
            </a:extLst>
          </p:cNvPr>
          <p:cNvSpPr>
            <a:spLocks/>
          </p:cNvSpPr>
          <p:nvPr userDrawn="1"/>
        </p:nvSpPr>
        <p:spPr>
          <a:xfrm>
            <a:off x="8715421" y="3921957"/>
            <a:ext cx="2484000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>
            <a:noAutofit/>
          </a:bodyPr>
          <a:lstStyle/>
          <a:p>
            <a:pPr algn="l"/>
            <a:endParaRPr lang="en-US" sz="1000" b="0">
              <a:solidFill>
                <a:schemeClr val="bg1"/>
              </a:solidFill>
            </a:endParaRP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3EF8C75-5242-6208-4796-DC7DEC5567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white">
          <a:xfrm>
            <a:off x="8715421" y="3921957"/>
            <a:ext cx="2484000" cy="252000"/>
          </a:xfrm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5D08B599-C1CF-9E58-34C5-0980913BD21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5813" y="2235211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FA8B0D2-0FC0-8632-3E49-CCCABEA86B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15421" y="4247400"/>
            <a:ext cx="2484000" cy="1620000"/>
          </a:xfrm>
        </p:spPr>
        <p:txBody>
          <a:bodyPr lIns="72000" tIns="0" rIns="72000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5509C-0477-C773-735A-637FDA814F2F}"/>
              </a:ext>
            </a:extLst>
          </p:cNvPr>
          <p:cNvSpPr>
            <a:spLocks/>
          </p:cNvSpPr>
          <p:nvPr userDrawn="1"/>
        </p:nvSpPr>
        <p:spPr>
          <a:xfrm>
            <a:off x="995361" y="1912334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926D10-B3EF-2A5C-379D-B9022E76D690}"/>
              </a:ext>
            </a:extLst>
          </p:cNvPr>
          <p:cNvSpPr>
            <a:spLocks/>
          </p:cNvSpPr>
          <p:nvPr userDrawn="1"/>
        </p:nvSpPr>
        <p:spPr>
          <a:xfrm>
            <a:off x="995361" y="3923425"/>
            <a:ext cx="7588388" cy="2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000" b="0"/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9A4C3B-AA31-C364-A220-761E4E69085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5361" y="3924368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KPI2 (e.g., EBITDA margin)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D5E555A8-1BBB-19E7-0D80-5259DC4FEE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white">
          <a:xfrm>
            <a:off x="8715421" y="1910779"/>
            <a:ext cx="2484000" cy="252000"/>
          </a:xfrm>
        </p:spPr>
        <p:txBody>
          <a:bodyPr lIns="72000" tIns="36000" rIns="72000" bIns="3600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Comments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9C116C6F-09A6-28D8-6B9E-B3D5BB5F568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5361" y="1908611"/>
            <a:ext cx="7588388" cy="252000"/>
          </a:xfrm>
        </p:spPr>
        <p:txBody>
          <a:bodyPr lIns="72000" rIns="72000" anchor="ctr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KPI1 (e.g., Gross margin)</a:t>
            </a:r>
          </a:p>
        </p:txBody>
      </p:sp>
    </p:spTree>
    <p:extLst>
      <p:ext uri="{BB962C8B-B14F-4D97-AF65-F5344CB8AC3E}">
        <p14:creationId xmlns:p14="http://schemas.microsoft.com/office/powerpoint/2010/main" val="50919830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Object 70" hidden="1">
            <a:extLst>
              <a:ext uri="{FF2B5EF4-FFF2-40B4-BE49-F238E27FC236}">
                <a16:creationId xmlns:a16="http://schemas.microsoft.com/office/drawing/2014/main" id="{682AD4F2-B2C5-4582-B067-1F6D7671BC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0496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71" name="Object 70" hidden="1">
                        <a:extLst>
                          <a:ext uri="{FF2B5EF4-FFF2-40B4-BE49-F238E27FC236}">
                            <a16:creationId xmlns:a16="http://schemas.microsoft.com/office/drawing/2014/main" id="{682AD4F2-B2C5-4582-B067-1F6D7671BC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1B5A8E0-0613-E4FD-DD38-14AA6929BD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2235228"/>
            <a:ext cx="5036400" cy="972000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0DC5772-BBE7-ACA2-B5F6-DBE8682EB3F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361" y="2235228"/>
            <a:ext cx="5024925" cy="2174547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endParaRPr lang="en-IN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3207130-1020-3E41-0632-D01092DF76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5629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231C0BE-3E55-88F2-9CED-EB5FB2FAB9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95361" y="1912838"/>
            <a:ext cx="50364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32" name="Chart Placeholder 43">
            <a:extLst>
              <a:ext uri="{FF2B5EF4-FFF2-40B4-BE49-F238E27FC236}">
                <a16:creationId xmlns:a16="http://schemas.microsoft.com/office/drawing/2014/main" id="{937D1BF9-67C4-6EE3-06F4-0EE92767D733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8717873" y="1340768"/>
            <a:ext cx="2475728" cy="460800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fi-FI"/>
              <a:t>Add summary chart here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DC2328AE-CB9C-8F2E-7F0A-5622F3A328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7587923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1396348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trap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1EAB2AC6-386C-4D86-9609-C53DA90562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361" y="1340768"/>
            <a:ext cx="10192299" cy="460800"/>
          </a:xfrm>
        </p:spPr>
        <p:txBody>
          <a:bodyPr lIns="0"/>
          <a:lstStyle>
            <a:lvl1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en-US" sz="10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Tx/>
              <a:buNone/>
              <a:defRPr lang="fi-FI" sz="1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Use this strapline to summarize the key message — Keep it concise and clear, preferably 1-2 sentences only.</a:t>
            </a:r>
          </a:p>
        </p:txBody>
      </p:sp>
    </p:spTree>
    <p:extLst>
      <p:ext uri="{BB962C8B-B14F-4D97-AF65-F5344CB8AC3E}">
        <p14:creationId xmlns:p14="http://schemas.microsoft.com/office/powerpoint/2010/main" val="173922910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B2117C5D-2BB5-4624-B067-7A0F49366CA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154DA59-D996-427B-AE70-AC47E36E8C75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A591258-82E7-4932-9298-029A18D7D344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EFCF043-CC58-43AC-95A3-044F0F9CACF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1F8C0E96-565F-4DF7-8426-A02CB603D8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FEAF4CD-1030-FF42-BDBE-443CA435D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400" y="1335603"/>
            <a:ext cx="10195200" cy="4531798"/>
          </a:xfrm>
        </p:spPr>
        <p:txBody>
          <a:bodyPr lIns="72000" rIns="7200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50829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61E71DE-4853-4370-BBAC-6004D16293E3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429A17-496D-4320-B1B2-EB7CC345A78C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9F6CC12-59D9-4D22-B8A9-43B9D3E822D1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Oval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7498531-A76A-4257-ABBC-31CFD1C7B0E4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0" name="Graphic 9" descr="Home">
            <a:hlinkClick r:id="" action="ppaction://noaction"/>
            <a:extLst>
              <a:ext uri="{FF2B5EF4-FFF2-40B4-BE49-F238E27FC236}">
                <a16:creationId xmlns:a16="http://schemas.microsoft.com/office/drawing/2014/main" id="{2171C096-F13F-4E5D-8853-9CE9F0D77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B019C80-A7E9-C02F-DC77-46789CBB493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4400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7722BBDF-7F35-F3E0-D59F-B6773FD335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5629" y="1335603"/>
            <a:ext cx="5036400" cy="4531798"/>
          </a:xfrm>
        </p:spPr>
        <p:txBody>
          <a:bodyPr lIns="72000" tIns="0" rIns="72000" bIns="0"/>
          <a:lstStyle/>
          <a:p>
            <a:r>
              <a:rPr lang="en-US" sz="100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9034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140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 of pre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54B4A651-E175-43D5-BDE4-85E7072DAB81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8CF9A49-5C98-4020-BAE8-7B5D8165AF38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5CB0168-16D5-4ECF-B00D-56062158759F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B610481-3430-44AE-8F86-1BC9315AFE72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6BE4FE15-C342-4883-86D7-7EBA83A630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9605940-2CCA-7200-C8D8-0BDF1C90DF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83979" y="1330326"/>
            <a:ext cx="7509485" cy="1514475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3AD9ED8-47DB-53C9-9E9D-2C7E884D8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83979" y="3145667"/>
            <a:ext cx="7515836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B4ACA7-0C32-E1C4-5DA9-D5A7797F64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979" y="4634514"/>
            <a:ext cx="7509484" cy="1183808"/>
          </a:xfrm>
        </p:spPr>
        <p:txBody>
          <a:bodyPr lIns="72000" rIns="72000"/>
          <a:lstStyle>
            <a:lvl1pPr>
              <a:defRPr b="0">
                <a:solidFill>
                  <a:schemeClr val="tx1"/>
                </a:solidFill>
              </a:defRPr>
            </a:lvl1pPr>
            <a:lvl2pPr>
              <a:defRPr b="0">
                <a:solidFill>
                  <a:schemeClr val="tx1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CAD4F5A-3087-0D29-5BC0-DA67428C7C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8401" y="1330324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tx2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tx2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CF521385-57CA-F75A-BAEE-2CCA15B18F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8401" y="3145667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4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4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6F22EC9-A763-7EA6-0C82-4CC1B1CAC7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8401" y="4620481"/>
            <a:ext cx="2576073" cy="433821"/>
          </a:xfrm>
        </p:spPr>
        <p:txBody>
          <a:bodyPr/>
          <a:lstStyle>
            <a:lvl1pPr>
              <a:lnSpc>
                <a:spcPts val="2600"/>
              </a:lnSpc>
              <a:spcAft>
                <a:spcPts val="0"/>
              </a:spcAft>
              <a:defRPr sz="2800" b="0">
                <a:solidFill>
                  <a:schemeClr val="accent5"/>
                </a:solidFill>
                <a:latin typeface="+mj-lt"/>
              </a:defRPr>
            </a:lvl1pPr>
            <a:lvl2pPr>
              <a:lnSpc>
                <a:spcPts val="2600"/>
              </a:lnSpc>
              <a:spcAft>
                <a:spcPts val="0"/>
              </a:spcAft>
              <a:defRPr b="0">
                <a:solidFill>
                  <a:schemeClr val="accent5"/>
                </a:solidFill>
              </a:defRPr>
            </a:lvl2pPr>
            <a:lvl3pPr>
              <a:defRPr b="0">
                <a:solidFill>
                  <a:schemeClr val="tx1"/>
                </a:solidFill>
              </a:defRPr>
            </a:lvl3pPr>
            <a:lvl4pPr>
              <a:defRPr b="0">
                <a:solidFill>
                  <a:schemeClr val="tx1"/>
                </a:solidFill>
              </a:defRPr>
            </a:lvl4pPr>
            <a:lvl5pPr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5114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black">
          <a:xfrm>
            <a:off x="998478" y="371313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7B43C9-6BC3-4452-B3FB-8B4984BD9C3A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1011230" y="5577464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5D6712-C46E-4B3F-9C1A-1E3B6C20BE0C}"/>
              </a:ext>
            </a:extLst>
          </p:cNvPr>
          <p:cNvGrpSpPr/>
          <p:nvPr userDrawn="1"/>
        </p:nvGrpSpPr>
        <p:grpSpPr>
          <a:xfrm>
            <a:off x="998476" y="4189768"/>
            <a:ext cx="2023200" cy="367957"/>
            <a:chOff x="998476" y="4240429"/>
            <a:chExt cx="2023200" cy="36795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D414CE-5B6D-4579-937D-40296B6F9C4A}"/>
                </a:ext>
              </a:extLst>
            </p:cNvPr>
            <p:cNvSpPr/>
            <p:nvPr userDrawn="1"/>
          </p:nvSpPr>
          <p:spPr>
            <a:xfrm>
              <a:off x="1441950" y="4277477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8FC8D41-E780-4BCE-86DA-DB5275426239}"/>
                </a:ext>
              </a:extLst>
            </p:cNvPr>
            <p:cNvSpPr/>
            <p:nvPr userDrawn="1"/>
          </p:nvSpPr>
          <p:spPr>
            <a:xfrm>
              <a:off x="1877844" y="4277477"/>
              <a:ext cx="281156" cy="3229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A16E231-1BC9-439A-B23B-363759FB5A2A}"/>
                </a:ext>
              </a:extLst>
            </p:cNvPr>
            <p:cNvSpPr/>
            <p:nvPr userDrawn="1"/>
          </p:nvSpPr>
          <p:spPr>
            <a:xfrm>
              <a:off x="2689276" y="4283073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958F02F-E728-4203-850B-CC960EDC8A35}"/>
                </a:ext>
              </a:extLst>
            </p:cNvPr>
            <p:cNvSpPr/>
            <p:nvPr userDrawn="1"/>
          </p:nvSpPr>
          <p:spPr>
            <a:xfrm>
              <a:off x="1025526" y="4283074"/>
              <a:ext cx="304800" cy="288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GB" sz="1500" err="1">
                <a:solidFill>
                  <a:schemeClr val="bg1"/>
                </a:solidFill>
              </a:endParaRPr>
            </a:p>
          </p:txBody>
        </p:sp>
        <p:pic>
          <p:nvPicPr>
            <p:cNvPr id="25" name="Picture 24">
              <a:hlinkClick r:id="rId3"/>
              <a:extLst>
                <a:ext uri="{FF2B5EF4-FFF2-40B4-BE49-F238E27FC236}">
                  <a16:creationId xmlns:a16="http://schemas.microsoft.com/office/drawing/2014/main" id="{EE706006-FE55-4C9E-884B-F4C95D57E0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22950" y="4240429"/>
              <a:ext cx="360000" cy="360000"/>
            </a:xfrm>
            <a:prstGeom prst="rect">
              <a:avLst/>
            </a:prstGeom>
          </p:spPr>
        </p:pic>
        <p:pic>
          <p:nvPicPr>
            <p:cNvPr id="26" name="Picture 25">
              <a:hlinkClick r:id="rId5"/>
              <a:extLst>
                <a:ext uri="{FF2B5EF4-FFF2-40B4-BE49-F238E27FC236}">
                  <a16:creationId xmlns:a16="http://schemas.microsoft.com/office/drawing/2014/main" id="{BAD7D92E-3F0D-4559-A017-29057205ED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rcRect/>
            <a:stretch/>
          </p:blipFill>
          <p:spPr>
            <a:xfrm>
              <a:off x="2242336" y="4240605"/>
              <a:ext cx="359648" cy="359648"/>
            </a:xfrm>
            <a:prstGeom prst="rect">
              <a:avLst/>
            </a:prstGeom>
          </p:spPr>
        </p:pic>
        <p:pic>
          <p:nvPicPr>
            <p:cNvPr id="27" name="Picture 26" descr="Logo&#10;&#10;Description automatically generated">
              <a:hlinkClick r:id="rId7"/>
              <a:extLst>
                <a:ext uri="{FF2B5EF4-FFF2-40B4-BE49-F238E27FC236}">
                  <a16:creationId xmlns:a16="http://schemas.microsoft.com/office/drawing/2014/main" id="{0674FCA0-BF93-4E70-85E5-623D244AC3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14350" y="4248386"/>
              <a:ext cx="360000" cy="360000"/>
            </a:xfrm>
            <a:prstGeom prst="rect">
              <a:avLst/>
            </a:prstGeom>
          </p:spPr>
        </p:pic>
        <p:pic>
          <p:nvPicPr>
            <p:cNvPr id="28" name="Picture 27" descr="Logo&#10;&#10;Description automatically generated">
              <a:hlinkClick r:id="rId9"/>
              <a:extLst>
                <a:ext uri="{FF2B5EF4-FFF2-40B4-BE49-F238E27FC236}">
                  <a16:creationId xmlns:a16="http://schemas.microsoft.com/office/drawing/2014/main" id="{0E03F6AD-EF38-48F6-AC73-E59C2072FD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98476" y="4243175"/>
              <a:ext cx="360000" cy="360000"/>
            </a:xfrm>
            <a:prstGeom prst="rect">
              <a:avLst/>
            </a:prstGeom>
          </p:spPr>
        </p:pic>
        <p:pic>
          <p:nvPicPr>
            <p:cNvPr id="29" name="Picture 28" descr="Icon&#10;&#10;Description automatically generated">
              <a:hlinkClick r:id="rId11"/>
              <a:extLst>
                <a:ext uri="{FF2B5EF4-FFF2-40B4-BE49-F238E27FC236}">
                  <a16:creationId xmlns:a16="http://schemas.microsoft.com/office/drawing/2014/main" id="{66E4B78D-D846-4BBE-A2D0-6D95F69D26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61676" y="4240429"/>
              <a:ext cx="360000" cy="360000"/>
            </a:xfrm>
            <a:prstGeom prst="rect">
              <a:avLst/>
            </a:prstGeom>
          </p:spPr>
        </p:pic>
      </p:grp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267B0CC7-9589-4687-3E07-B8A73F649686}"/>
              </a:ext>
            </a:extLst>
          </p:cNvPr>
          <p:cNvSpPr txBox="1">
            <a:spLocks/>
          </p:cNvSpPr>
          <p:nvPr userDrawn="1"/>
        </p:nvSpPr>
        <p:spPr>
          <a:xfrm>
            <a:off x="920871" y="4633020"/>
            <a:ext cx="10418367" cy="80021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19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-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29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19138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0747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-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257300" indent="-1825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© 20[X]3 Copyright owned by one or more of the KPMG International entities. KPMG International entities provide no services to clients. All rights reserved.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KPMG refers to the global organization or to one or more of the member firms of KPMG International Limited (“KPMG International”), each of which is a separate legal entity. KPMG International Limited is a private English company limited by guarantee and does not provide services to clients. For more detail about our structure please visit 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  <a:hlinkClick r:id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kpmg.com/governance</a:t>
            </a: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defTabSz="831261">
              <a:defRPr/>
            </a:pPr>
            <a:r>
              <a:rPr lang="en-US" altLang="en-US" sz="900" kern="0">
                <a:latin typeface="Arial" panose="020B0604020202020204" pitchFamily="34" charset="0"/>
                <a:cs typeface="Arial" panose="020B0604020202020204" pitchFamily="34" charset="0"/>
              </a:rPr>
              <a:t>The KPMG name and logo are trademarks used under license by the independent member firms of the KPMG global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98188468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CC0FFF-EDF5-49D0-8C1F-A5D5BA3335B9}"/>
              </a:ext>
            </a:extLst>
          </p:cNvPr>
          <p:cNvSpPr/>
          <p:nvPr userDrawn="1"/>
        </p:nvSpPr>
        <p:spPr>
          <a:xfrm>
            <a:off x="998351" y="2246535"/>
            <a:ext cx="839615" cy="411225"/>
          </a:xfrm>
          <a:prstGeom prst="rect">
            <a:avLst/>
          </a:prstGeom>
          <a:solidFill>
            <a:srgbClr val="1E49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998351" y="1731973"/>
            <a:ext cx="839615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8351" y="2761096"/>
            <a:ext cx="839615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8351" y="3275658"/>
            <a:ext cx="839615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21683" y="2852903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Spectrum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1921683" y="1830789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21683" y="3363960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B15E2D-58A0-4506-8A15-E27C173174FA}"/>
              </a:ext>
            </a:extLst>
          </p:cNvPr>
          <p:cNvGrpSpPr/>
          <p:nvPr userDrawn="1"/>
        </p:nvGrpSpPr>
        <p:grpSpPr>
          <a:xfrm>
            <a:off x="2999643" y="1731973"/>
            <a:ext cx="2177327" cy="411225"/>
            <a:chOff x="2992848" y="1717717"/>
            <a:chExt cx="2177326" cy="4112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09040-9C95-48FE-AA99-4757E8328519}"/>
                </a:ext>
              </a:extLst>
            </p:cNvPr>
            <p:cNvSpPr/>
            <p:nvPr userDrawn="1"/>
          </p:nvSpPr>
          <p:spPr>
            <a:xfrm>
              <a:off x="2992848" y="1717717"/>
              <a:ext cx="839614" cy="411225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430D78-5EDB-481E-BB6D-67D8689BCE11}"/>
                </a:ext>
              </a:extLst>
            </p:cNvPr>
            <p:cNvSpPr txBox="1"/>
            <p:nvPr userDrawn="1"/>
          </p:nvSpPr>
          <p:spPr>
            <a:xfrm>
              <a:off x="3916179" y="1802518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Blue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42EE987-0425-4CD8-B75D-E3E8F8C2096D}"/>
              </a:ext>
            </a:extLst>
          </p:cNvPr>
          <p:cNvSpPr txBox="1"/>
          <p:nvPr userDrawn="1"/>
        </p:nvSpPr>
        <p:spPr>
          <a:xfrm>
            <a:off x="1921683" y="2341846"/>
            <a:ext cx="1253995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Cobalt Blue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356161F-C4E7-4F32-B00D-D64EBA9D34CA}"/>
              </a:ext>
            </a:extLst>
          </p:cNvPr>
          <p:cNvGrpSpPr/>
          <p:nvPr userDrawn="1"/>
        </p:nvGrpSpPr>
        <p:grpSpPr>
          <a:xfrm>
            <a:off x="998351" y="3783826"/>
            <a:ext cx="2177327" cy="1433953"/>
            <a:chOff x="998351" y="4298384"/>
            <a:chExt cx="2177326" cy="143395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53D312-00EF-44B5-9D91-290BE0E19654}"/>
                </a:ext>
              </a:extLst>
            </p:cNvPr>
            <p:cNvSpPr/>
            <p:nvPr userDrawn="1"/>
          </p:nvSpPr>
          <p:spPr>
            <a:xfrm>
              <a:off x="998351" y="4298384"/>
              <a:ext cx="839614" cy="411225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D98991-520C-4FD6-8B23-8732995E56B1}"/>
                </a:ext>
              </a:extLst>
            </p:cNvPr>
            <p:cNvSpPr/>
            <p:nvPr userDrawn="1"/>
          </p:nvSpPr>
          <p:spPr>
            <a:xfrm>
              <a:off x="998351" y="4812944"/>
              <a:ext cx="839614" cy="411225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FA38B4C-5B80-413E-B283-1F1ADBFD09CD}"/>
                </a:ext>
              </a:extLst>
            </p:cNvPr>
            <p:cNvSpPr/>
            <p:nvPr userDrawn="1"/>
          </p:nvSpPr>
          <p:spPr>
            <a:xfrm>
              <a:off x="998351" y="5321112"/>
              <a:ext cx="839614" cy="411225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B01B4DF-404A-4544-B313-2720FCBDD0B4}"/>
                </a:ext>
              </a:extLst>
            </p:cNvPr>
            <p:cNvSpPr txBox="1"/>
            <p:nvPr userDrawn="1"/>
          </p:nvSpPr>
          <p:spPr>
            <a:xfrm>
              <a:off x="1921682" y="4386074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Pacific Blue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6DFA940-4699-43CF-A21A-AE4227704697}"/>
                </a:ext>
              </a:extLst>
            </p:cNvPr>
            <p:cNvSpPr txBox="1"/>
            <p:nvPr userDrawn="1"/>
          </p:nvSpPr>
          <p:spPr>
            <a:xfrm>
              <a:off x="1921682" y="489713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Purple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9A40265-6498-4E16-877D-6BC9A8CE7DCA}"/>
                </a:ext>
              </a:extLst>
            </p:cNvPr>
            <p:cNvSpPr txBox="1"/>
            <p:nvPr userDrawn="1"/>
          </p:nvSpPr>
          <p:spPr>
            <a:xfrm>
              <a:off x="1921682" y="5408191"/>
              <a:ext cx="1253995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Pink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9" y="1330326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Accent Colors for Infographics and charts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6D9AD-8E94-4A62-B92C-C973F5486E37}"/>
              </a:ext>
            </a:extLst>
          </p:cNvPr>
          <p:cNvSpPr/>
          <p:nvPr userDrawn="1"/>
        </p:nvSpPr>
        <p:spPr>
          <a:xfrm>
            <a:off x="2999643" y="2240141"/>
            <a:ext cx="839615" cy="411225"/>
          </a:xfrm>
          <a:prstGeom prst="rect">
            <a:avLst/>
          </a:prstGeom>
          <a:solidFill>
            <a:srgbClr val="510D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81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377AFC-4BDC-44AC-80A6-06A9503B868A}"/>
              </a:ext>
            </a:extLst>
          </p:cNvPr>
          <p:cNvSpPr/>
          <p:nvPr userDrawn="1"/>
        </p:nvSpPr>
        <p:spPr>
          <a:xfrm>
            <a:off x="2999643" y="2754703"/>
            <a:ext cx="839615" cy="411225"/>
          </a:xfrm>
          <a:prstGeom prst="rect">
            <a:avLst/>
          </a:prstGeom>
          <a:solidFill>
            <a:srgbClr val="B49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180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255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8F1FC7-CA8A-485A-9440-4EA69DF44F1B}"/>
              </a:ext>
            </a:extLst>
          </p:cNvPr>
          <p:cNvSpPr/>
          <p:nvPr userDrawn="1"/>
        </p:nvSpPr>
        <p:spPr>
          <a:xfrm>
            <a:off x="2999643" y="3269262"/>
            <a:ext cx="839615" cy="411225"/>
          </a:xfrm>
          <a:prstGeom prst="rect">
            <a:avLst/>
          </a:prstGeom>
          <a:solidFill>
            <a:srgbClr val="AB0D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171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130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4DC1F0-F2DB-41DC-B843-C645575C978D}"/>
              </a:ext>
            </a:extLst>
          </p:cNvPr>
          <p:cNvSpPr/>
          <p:nvPr userDrawn="1"/>
        </p:nvSpPr>
        <p:spPr>
          <a:xfrm>
            <a:off x="2999643" y="3783824"/>
            <a:ext cx="839615" cy="411225"/>
          </a:xfrm>
          <a:prstGeom prst="rect">
            <a:avLst/>
          </a:prstGeom>
          <a:solidFill>
            <a:srgbClr val="FFA3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163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218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DCCC15-7DDA-4C27-A66A-86FEF3CE0FDB}"/>
              </a:ext>
            </a:extLst>
          </p:cNvPr>
          <p:cNvSpPr/>
          <p:nvPr userDrawn="1"/>
        </p:nvSpPr>
        <p:spPr>
          <a:xfrm>
            <a:off x="2999643" y="4298386"/>
            <a:ext cx="839615" cy="411225"/>
          </a:xfrm>
          <a:prstGeom prst="rect">
            <a:avLst/>
          </a:prstGeom>
          <a:solidFill>
            <a:srgbClr val="098E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142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126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6A7B705-A81A-45EE-B7F8-A08C39775723}"/>
              </a:ext>
            </a:extLst>
          </p:cNvPr>
          <p:cNvSpPr/>
          <p:nvPr userDrawn="1"/>
        </p:nvSpPr>
        <p:spPr>
          <a:xfrm>
            <a:off x="2999643" y="4806554"/>
            <a:ext cx="839615" cy="411225"/>
          </a:xfrm>
          <a:prstGeom prst="rect">
            <a:avLst/>
          </a:prstGeom>
          <a:solidFill>
            <a:srgbClr val="00C0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174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0C56EF7-AC83-449B-8CC3-F1D314081B92}"/>
              </a:ext>
            </a:extLst>
          </p:cNvPr>
          <p:cNvSpPr/>
          <p:nvPr userDrawn="1"/>
        </p:nvSpPr>
        <p:spPr>
          <a:xfrm>
            <a:off x="2999643" y="5321114"/>
            <a:ext cx="839615" cy="411225"/>
          </a:xfrm>
          <a:prstGeom prst="rect">
            <a:avLst/>
          </a:prstGeom>
          <a:solidFill>
            <a:srgbClr val="63EB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accent3"/>
                </a:solidFill>
              </a:rPr>
              <a:t>99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235</a:t>
            </a:r>
          </a:p>
          <a:p>
            <a:pPr algn="ctr"/>
            <a:r>
              <a:rPr lang="en-GB" sz="800">
                <a:solidFill>
                  <a:schemeClr val="accent3"/>
                </a:solidFill>
              </a:rPr>
              <a:t>218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556660-1591-47B1-B18E-F2FCE5FDCA50}"/>
              </a:ext>
            </a:extLst>
          </p:cNvPr>
          <p:cNvGrpSpPr/>
          <p:nvPr userDrawn="1"/>
        </p:nvGrpSpPr>
        <p:grpSpPr>
          <a:xfrm>
            <a:off x="3971417" y="2338957"/>
            <a:ext cx="1253995" cy="3303408"/>
            <a:chOff x="2169429" y="1756308"/>
            <a:chExt cx="2286000" cy="330340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1242448-F6EA-445E-86F6-56F1F6B8DCA0}"/>
                </a:ext>
              </a:extLst>
            </p:cNvPr>
            <p:cNvSpPr txBox="1"/>
            <p:nvPr userDrawn="1"/>
          </p:nvSpPr>
          <p:spPr>
            <a:xfrm>
              <a:off x="2169429" y="2778422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Pink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9F2D96E-0391-44D3-9D85-C49CD2682224}"/>
                </a:ext>
              </a:extLst>
            </p:cNvPr>
            <p:cNvSpPr txBox="1"/>
            <p:nvPr userDrawn="1"/>
          </p:nvSpPr>
          <p:spPr>
            <a:xfrm>
              <a:off x="2169429" y="1756308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Purple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12A9094-C141-4137-91C8-07CDF0270449}"/>
                </a:ext>
              </a:extLst>
            </p:cNvPr>
            <p:cNvSpPr txBox="1"/>
            <p:nvPr userDrawn="1"/>
          </p:nvSpPr>
          <p:spPr>
            <a:xfrm>
              <a:off x="2169429" y="3289479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Pink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455B7B5-73DE-46AF-B400-88997B50AD80}"/>
                </a:ext>
              </a:extLst>
            </p:cNvPr>
            <p:cNvSpPr txBox="1"/>
            <p:nvPr userDrawn="1"/>
          </p:nvSpPr>
          <p:spPr>
            <a:xfrm>
              <a:off x="2169429" y="3800536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Dark Green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B4C4881-6213-41A5-AC03-CCE78498A9AE}"/>
                </a:ext>
              </a:extLst>
            </p:cNvPr>
            <p:cNvSpPr txBox="1"/>
            <p:nvPr userDrawn="1"/>
          </p:nvSpPr>
          <p:spPr>
            <a:xfrm>
              <a:off x="2169429" y="2267365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Purple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40387EA-5FDE-4F6F-BAF2-604549CCD0F0}"/>
                </a:ext>
              </a:extLst>
            </p:cNvPr>
            <p:cNvSpPr txBox="1"/>
            <p:nvPr userDrawn="1"/>
          </p:nvSpPr>
          <p:spPr>
            <a:xfrm>
              <a:off x="2169429" y="4311593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Green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92671DE-F6BD-48CB-B11C-208DD1F1CCB3}"/>
                </a:ext>
              </a:extLst>
            </p:cNvPr>
            <p:cNvSpPr txBox="1"/>
            <p:nvPr userDrawn="1"/>
          </p:nvSpPr>
          <p:spPr>
            <a:xfrm>
              <a:off x="2169429" y="4822650"/>
              <a:ext cx="2286000" cy="237066"/>
            </a:xfrm>
            <a:prstGeom prst="rect">
              <a:avLst/>
            </a:prstGeom>
            <a:noFill/>
          </p:spPr>
          <p:txBody>
            <a:bodyPr wrap="square" lIns="54610" tIns="54610" rIns="54610" bIns="54610" rtlCol="0" anchor="ctr">
              <a:noAutofit/>
            </a:bodyPr>
            <a:lstStyle/>
            <a:p>
              <a:pPr algn="l">
                <a:spcAft>
                  <a:spcPts val="600"/>
                </a:spcAft>
              </a:pPr>
              <a:r>
                <a:rPr lang="en-GB" sz="1000"/>
                <a:t>Light Green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35C7B945-9627-4D94-B008-C987FEA96972}"/>
              </a:ext>
            </a:extLst>
          </p:cNvPr>
          <p:cNvSpPr/>
          <p:nvPr userDrawn="1"/>
        </p:nvSpPr>
        <p:spPr>
          <a:xfrm>
            <a:off x="5232206" y="1731973"/>
            <a:ext cx="839615" cy="4112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51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B1F170-4966-4AAF-ABAA-3D2A0369F7FA}"/>
              </a:ext>
            </a:extLst>
          </p:cNvPr>
          <p:cNvSpPr/>
          <p:nvPr userDrawn="1"/>
        </p:nvSpPr>
        <p:spPr>
          <a:xfrm>
            <a:off x="5232206" y="2246535"/>
            <a:ext cx="839615" cy="411225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102</a:t>
            </a:r>
          </a:p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033C2B2-E4D1-4420-8509-EC1E2C80321F}"/>
              </a:ext>
            </a:extLst>
          </p:cNvPr>
          <p:cNvSpPr txBox="1"/>
          <p:nvPr userDrawn="1"/>
        </p:nvSpPr>
        <p:spPr>
          <a:xfrm>
            <a:off x="5225412" y="1330326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BFC6FF0-9D30-4829-A667-26B9E6467077}"/>
              </a:ext>
            </a:extLst>
          </p:cNvPr>
          <p:cNvSpPr/>
          <p:nvPr userDrawn="1"/>
        </p:nvSpPr>
        <p:spPr>
          <a:xfrm>
            <a:off x="5232206" y="2761096"/>
            <a:ext cx="839615" cy="411225"/>
          </a:xfrm>
          <a:prstGeom prst="rect">
            <a:avLst/>
          </a:prstGeom>
          <a:solidFill>
            <a:srgbClr val="989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152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40F7A4-A491-46D0-AC78-F38FB368D987}"/>
              </a:ext>
            </a:extLst>
          </p:cNvPr>
          <p:cNvSpPr/>
          <p:nvPr userDrawn="1"/>
        </p:nvSpPr>
        <p:spPr>
          <a:xfrm>
            <a:off x="5232206" y="3275658"/>
            <a:ext cx="839615" cy="411225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  <a:p>
            <a:pPr algn="ctr"/>
            <a:r>
              <a:rPr lang="en-GB" sz="800">
                <a:solidFill>
                  <a:sysClr val="windowText" lastClr="000000"/>
                </a:solidFill>
              </a:rPr>
              <a:t>178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22CE48C-CD62-438B-AF1B-E80398CE41CF}"/>
              </a:ext>
            </a:extLst>
          </p:cNvPr>
          <p:cNvSpPr/>
          <p:nvPr userDrawn="1"/>
        </p:nvSpPr>
        <p:spPr>
          <a:xfrm>
            <a:off x="5232206" y="3790218"/>
            <a:ext cx="839615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A814C9-BD96-4348-B664-2AD4A5DAAB12}"/>
              </a:ext>
            </a:extLst>
          </p:cNvPr>
          <p:cNvSpPr txBox="1"/>
          <p:nvPr userDrawn="1"/>
        </p:nvSpPr>
        <p:spPr>
          <a:xfrm>
            <a:off x="6203981" y="2852903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38E8C09-0782-4E70-887B-080A8FC240A9}"/>
              </a:ext>
            </a:extLst>
          </p:cNvPr>
          <p:cNvSpPr txBox="1"/>
          <p:nvPr userDrawn="1"/>
        </p:nvSpPr>
        <p:spPr>
          <a:xfrm>
            <a:off x="6203981" y="1830789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3E17E9-EAB5-401D-99B5-E01BBCBAAE59}"/>
              </a:ext>
            </a:extLst>
          </p:cNvPr>
          <p:cNvSpPr txBox="1"/>
          <p:nvPr userDrawn="1"/>
        </p:nvSpPr>
        <p:spPr>
          <a:xfrm>
            <a:off x="6203981" y="3363960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95C41B-9591-4042-8AC0-03DBDA91FD18}"/>
              </a:ext>
            </a:extLst>
          </p:cNvPr>
          <p:cNvSpPr txBox="1"/>
          <p:nvPr userDrawn="1"/>
        </p:nvSpPr>
        <p:spPr>
          <a:xfrm>
            <a:off x="6203981" y="3875017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924189F-5F86-46B9-810F-1AF60243011B}"/>
              </a:ext>
            </a:extLst>
          </p:cNvPr>
          <p:cNvSpPr txBox="1"/>
          <p:nvPr userDrawn="1"/>
        </p:nvSpPr>
        <p:spPr>
          <a:xfrm>
            <a:off x="6203981" y="2341846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Grey 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CB48A6-B340-401D-8994-A0E53291AC9B}"/>
              </a:ext>
            </a:extLst>
          </p:cNvPr>
          <p:cNvSpPr/>
          <p:nvPr userDrawn="1"/>
        </p:nvSpPr>
        <p:spPr>
          <a:xfrm>
            <a:off x="7170486" y="2670085"/>
            <a:ext cx="839615" cy="411225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9170078" y="2670085"/>
            <a:ext cx="839615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02BFCC-8EF9-4273-ADB0-A655CD827F66}"/>
              </a:ext>
            </a:extLst>
          </p:cNvPr>
          <p:cNvSpPr txBox="1"/>
          <p:nvPr userDrawn="1"/>
        </p:nvSpPr>
        <p:spPr>
          <a:xfrm>
            <a:off x="8028291" y="2757773"/>
            <a:ext cx="1568421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Purple/</a:t>
            </a:r>
            <a:br>
              <a:rPr lang="en-GB" sz="1000"/>
            </a:br>
            <a:r>
              <a:rPr lang="en-GB" sz="1000"/>
              <a:t>Cobalt gradient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10100205" y="2869887"/>
            <a:ext cx="1709099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56630A0-1CC3-4558-99F3-72A9846C3FA4}"/>
              </a:ext>
            </a:extLst>
          </p:cNvPr>
          <p:cNvSpPr txBox="1"/>
          <p:nvPr userDrawn="1"/>
        </p:nvSpPr>
        <p:spPr>
          <a:xfrm>
            <a:off x="7146554" y="1298953"/>
            <a:ext cx="4047047" cy="12695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Gradients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</a:t>
            </a:r>
            <a:r>
              <a:rPr lang="en-GB" sz="1000" b="0" err="1">
                <a:solidFill>
                  <a:sysClr val="windowText" lastClr="000000"/>
                </a:solidFill>
              </a:rPr>
              <a:t>colors</a:t>
            </a:r>
            <a:r>
              <a:rPr lang="en-GB" sz="1000" b="0">
                <a:solidFill>
                  <a:sysClr val="windowText" lastClr="000000"/>
                </a:solidFill>
              </a:rPr>
              <a:t> are applied at both ends of the gradient. at 0% and 100% locations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mid-point is at 50%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The gradients are used at a 0º angle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Use the linear gradient. never radial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000" b="0">
                <a:solidFill>
                  <a:sysClr val="windowText" lastClr="000000"/>
                </a:solidFill>
              </a:rPr>
              <a:t>Do not create new gradients; use only the gradients shown here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D5AAA1F-BD76-48F7-8C50-6E5979B9537B}"/>
              </a:ext>
            </a:extLst>
          </p:cNvPr>
          <p:cNvSpPr>
            <a:spLocks/>
          </p:cNvSpPr>
          <p:nvPr userDrawn="1"/>
        </p:nvSpPr>
        <p:spPr>
          <a:xfrm>
            <a:off x="5225411" y="4304596"/>
            <a:ext cx="839615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85E89C-C25F-4DDF-BA6F-8600323267FE}"/>
              </a:ext>
            </a:extLst>
          </p:cNvPr>
          <p:cNvSpPr txBox="1"/>
          <p:nvPr userDrawn="1"/>
        </p:nvSpPr>
        <p:spPr>
          <a:xfrm>
            <a:off x="6197186" y="4389395"/>
            <a:ext cx="714476" cy="237066"/>
          </a:xfrm>
          <a:prstGeom prst="rect">
            <a:avLst/>
          </a:prstGeom>
          <a:noFill/>
        </p:spPr>
        <p:txBody>
          <a:bodyPr wrap="square" lIns="54611" tIns="54611" rIns="54611" bIns="54611" rtlCol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7E9F40-D028-425F-96B1-C73C59C9C8EF}"/>
              </a:ext>
            </a:extLst>
          </p:cNvPr>
          <p:cNvSpPr txBox="1"/>
          <p:nvPr userDrawn="1"/>
        </p:nvSpPr>
        <p:spPr>
          <a:xfrm>
            <a:off x="7146554" y="3336981"/>
            <a:ext cx="1194239" cy="15388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Traffic Light Palette</a:t>
            </a:r>
            <a:endParaRPr lang="en-US" sz="1000" b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E77BBC-829E-4B5B-9C1B-B9C1344A811F}"/>
              </a:ext>
            </a:extLst>
          </p:cNvPr>
          <p:cNvSpPr>
            <a:spLocks/>
          </p:cNvSpPr>
          <p:nvPr userDrawn="1"/>
        </p:nvSpPr>
        <p:spPr>
          <a:xfrm>
            <a:off x="9353777" y="3589583"/>
            <a:ext cx="839615" cy="411225"/>
          </a:xfrm>
          <a:prstGeom prst="rect">
            <a:avLst/>
          </a:prstGeom>
          <a:solidFill>
            <a:srgbClr val="269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38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153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6053ADE-6CEF-4806-8C0F-B8BEED546A81}"/>
              </a:ext>
            </a:extLst>
          </p:cNvPr>
          <p:cNvSpPr>
            <a:spLocks/>
          </p:cNvSpPr>
          <p:nvPr userDrawn="1"/>
        </p:nvSpPr>
        <p:spPr>
          <a:xfrm>
            <a:off x="8262131" y="3589583"/>
            <a:ext cx="839615" cy="411225"/>
          </a:xfrm>
          <a:prstGeom prst="rect">
            <a:avLst/>
          </a:prstGeom>
          <a:solidFill>
            <a:srgbClr val="F1C4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241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196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77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FEC18AD-6921-4293-966A-F31741528B23}"/>
              </a:ext>
            </a:extLst>
          </p:cNvPr>
          <p:cNvSpPr>
            <a:spLocks/>
          </p:cNvSpPr>
          <p:nvPr userDrawn="1"/>
        </p:nvSpPr>
        <p:spPr>
          <a:xfrm>
            <a:off x="7170486" y="3589583"/>
            <a:ext cx="839615" cy="411225"/>
          </a:xfrm>
          <a:prstGeom prst="rect">
            <a:avLst/>
          </a:prstGeom>
          <a:solidFill>
            <a:srgbClr val="ED21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1" tIns="54611" rIns="54611" bIns="54611" rtlCol="0" anchor="ctr"/>
          <a:lstStyle/>
          <a:p>
            <a:pPr algn="ctr"/>
            <a:r>
              <a:rPr lang="en-GB" sz="800">
                <a:solidFill>
                  <a:schemeClr val="bg1"/>
                </a:solidFill>
              </a:rPr>
              <a:t>237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33</a:t>
            </a:r>
          </a:p>
          <a:p>
            <a:pPr algn="ctr"/>
            <a:r>
              <a:rPr lang="en-GB" sz="800">
                <a:solidFill>
                  <a:schemeClr val="bg1"/>
                </a:solidFill>
              </a:rPr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3C657F-FD1E-40E0-B00F-F92EC3693861}"/>
              </a:ext>
            </a:extLst>
          </p:cNvPr>
          <p:cNvSpPr txBox="1"/>
          <p:nvPr userDrawn="1"/>
        </p:nvSpPr>
        <p:spPr>
          <a:xfrm>
            <a:off x="7146554" y="4285686"/>
            <a:ext cx="4159623" cy="6263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000" b="1">
                <a:solidFill>
                  <a:sysClr val="windowText" lastClr="000000"/>
                </a:solidFill>
              </a:rPr>
              <a:t>Potential chart color order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Prioritize our blues. but they don’t have to be used all at once</a:t>
            </a:r>
          </a:p>
          <a:p>
            <a:pPr marL="171446" indent="-171446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>
                <a:solidFill>
                  <a:sysClr val="windowText" lastClr="000000"/>
                </a:solidFill>
              </a:rPr>
              <a:t>Mix light. mid and dark tones within data sets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87E5F4-3A2B-41F8-A4AA-BA7FFC573394}"/>
              </a:ext>
            </a:extLst>
          </p:cNvPr>
          <p:cNvCxnSpPr/>
          <p:nvPr userDrawn="1"/>
        </p:nvCxnSpPr>
        <p:spPr>
          <a:xfrm>
            <a:off x="7170485" y="324260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8639F51-9F8C-4D36-8737-7A3DAC84F1DA}"/>
              </a:ext>
            </a:extLst>
          </p:cNvPr>
          <p:cNvCxnSpPr/>
          <p:nvPr userDrawn="1"/>
        </p:nvCxnSpPr>
        <p:spPr>
          <a:xfrm>
            <a:off x="7170485" y="4176642"/>
            <a:ext cx="402311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B8890E6-18C7-479B-B73B-0C731D264307}"/>
              </a:ext>
            </a:extLst>
          </p:cNvPr>
          <p:cNvGrpSpPr/>
          <p:nvPr userDrawn="1"/>
        </p:nvGrpSpPr>
        <p:grpSpPr>
          <a:xfrm>
            <a:off x="7170485" y="5015319"/>
            <a:ext cx="4023115" cy="868052"/>
            <a:chOff x="6942744" y="5227726"/>
            <a:chExt cx="6397168" cy="1380293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9642345-2D6B-4C6E-A9F2-A02D26D51DDD}"/>
                </a:ext>
              </a:extLst>
            </p:cNvPr>
            <p:cNvSpPr/>
            <p:nvPr userDrawn="1"/>
          </p:nvSpPr>
          <p:spPr>
            <a:xfrm>
              <a:off x="8821942" y="5227726"/>
              <a:ext cx="759576" cy="592341"/>
            </a:xfrm>
            <a:prstGeom prst="rect">
              <a:avLst/>
            </a:prstGeom>
            <a:solidFill>
              <a:srgbClr val="1E49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30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73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226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B75BE9-8F9E-40F1-AE85-B929BD14E4F6}"/>
                </a:ext>
              </a:extLst>
            </p:cNvPr>
            <p:cNvSpPr/>
            <p:nvPr userDrawn="1"/>
          </p:nvSpPr>
          <p:spPr>
            <a:xfrm>
              <a:off x="6942744" y="5227726"/>
              <a:ext cx="759576" cy="592341"/>
            </a:xfrm>
            <a:prstGeom prst="rect">
              <a:avLst/>
            </a:prstGeom>
            <a:solidFill>
              <a:srgbClr val="0033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03512C6-1015-4893-B421-D2CA83BB28B7}"/>
                </a:ext>
              </a:extLst>
            </p:cNvPr>
            <p:cNvSpPr/>
            <p:nvPr userDrawn="1"/>
          </p:nvSpPr>
          <p:spPr>
            <a:xfrm>
              <a:off x="9761541" y="5227726"/>
              <a:ext cx="759576" cy="592341"/>
            </a:xfrm>
            <a:prstGeom prst="rect">
              <a:avLst/>
            </a:prstGeom>
            <a:solidFill>
              <a:srgbClr val="76D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118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210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255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DF8AA28-67A9-4A84-A80F-52EFDEF62EC4}"/>
                </a:ext>
              </a:extLst>
            </p:cNvPr>
            <p:cNvSpPr/>
            <p:nvPr userDrawn="1"/>
          </p:nvSpPr>
          <p:spPr>
            <a:xfrm>
              <a:off x="11640737" y="5227726"/>
              <a:ext cx="759576" cy="592341"/>
            </a:xfrm>
            <a:prstGeom prst="rect">
              <a:avLst/>
            </a:prstGeom>
            <a:solidFill>
              <a:srgbClr val="B49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180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6ECD3EF-C613-49EC-B955-C33743E8DAF2}"/>
                </a:ext>
              </a:extLst>
            </p:cNvPr>
            <p:cNvSpPr/>
            <p:nvPr userDrawn="1"/>
          </p:nvSpPr>
          <p:spPr>
            <a:xfrm>
              <a:off x="8821942" y="6015678"/>
              <a:ext cx="759576" cy="592341"/>
            </a:xfrm>
            <a:prstGeom prst="rect">
              <a:avLst/>
            </a:prstGeom>
            <a:solidFill>
              <a:srgbClr val="FD3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52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156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EFF0E69-1303-4A97-A554-2617DBE38F85}"/>
                </a:ext>
              </a:extLst>
            </p:cNvPr>
            <p:cNvSpPr/>
            <p:nvPr userDrawn="1"/>
          </p:nvSpPr>
          <p:spPr>
            <a:xfrm>
              <a:off x="10701139" y="5227726"/>
              <a:ext cx="759576" cy="592341"/>
            </a:xfrm>
            <a:prstGeom prst="rect">
              <a:avLst/>
            </a:prstGeom>
            <a:solidFill>
              <a:srgbClr val="7213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114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234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22E2F76-F5F9-4152-8B76-200BB23CF93D}"/>
                </a:ext>
              </a:extLst>
            </p:cNvPr>
            <p:cNvSpPr/>
            <p:nvPr userDrawn="1"/>
          </p:nvSpPr>
          <p:spPr>
            <a:xfrm>
              <a:off x="9761541" y="6015678"/>
              <a:ext cx="759576" cy="592341"/>
            </a:xfrm>
            <a:prstGeom prst="rect">
              <a:avLst/>
            </a:prstGeom>
            <a:solidFill>
              <a:srgbClr val="FFA3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255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163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218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294A2C6-DAFC-45CD-86AD-3902D99F3B8E}"/>
                </a:ext>
              </a:extLst>
            </p:cNvPr>
            <p:cNvSpPr/>
            <p:nvPr userDrawn="1"/>
          </p:nvSpPr>
          <p:spPr>
            <a:xfrm>
              <a:off x="6942744" y="6015678"/>
              <a:ext cx="759576" cy="592341"/>
            </a:xfrm>
            <a:prstGeom prst="rect">
              <a:avLst/>
            </a:prstGeom>
            <a:solidFill>
              <a:srgbClr val="00C0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192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174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318800B-9E93-4883-840B-696F82170F32}"/>
                </a:ext>
              </a:extLst>
            </p:cNvPr>
            <p:cNvSpPr/>
            <p:nvPr userDrawn="1"/>
          </p:nvSpPr>
          <p:spPr>
            <a:xfrm>
              <a:off x="12580336" y="6015678"/>
              <a:ext cx="759576" cy="592341"/>
            </a:xfrm>
            <a:prstGeom prst="rect">
              <a:avLst/>
            </a:prstGeom>
            <a:solidFill>
              <a:srgbClr val="63EB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99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235</a:t>
              </a:r>
            </a:p>
            <a:p>
              <a:pPr algn="ctr"/>
              <a:r>
                <a:rPr lang="en-GB" sz="800">
                  <a:solidFill>
                    <a:sysClr val="windowText" lastClr="000000"/>
                  </a:solidFill>
                </a:rPr>
                <a:t>218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4443132-A6B3-4990-BA37-9E2D3DE1B105}"/>
                </a:ext>
              </a:extLst>
            </p:cNvPr>
            <p:cNvSpPr/>
            <p:nvPr userDrawn="1"/>
          </p:nvSpPr>
          <p:spPr>
            <a:xfrm>
              <a:off x="7882343" y="5227726"/>
              <a:ext cx="759576" cy="592341"/>
            </a:xfrm>
            <a:prstGeom prst="rect">
              <a:avLst/>
            </a:prstGeom>
            <a:solidFill>
              <a:srgbClr val="00B8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0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184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C79AFB4-7A51-4309-99F1-4015E9137C5F}"/>
                </a:ext>
              </a:extLst>
            </p:cNvPr>
            <p:cNvSpPr/>
            <p:nvPr userDrawn="1"/>
          </p:nvSpPr>
          <p:spPr>
            <a:xfrm>
              <a:off x="11640737" y="6015678"/>
              <a:ext cx="759576" cy="592341"/>
            </a:xfrm>
            <a:prstGeom prst="rect">
              <a:avLst/>
            </a:prstGeom>
            <a:solidFill>
              <a:srgbClr val="510D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81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188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E4F02C0-8A76-4F89-8E59-9E7549909C2A}"/>
                </a:ext>
              </a:extLst>
            </p:cNvPr>
            <p:cNvSpPr/>
            <p:nvPr userDrawn="1"/>
          </p:nvSpPr>
          <p:spPr>
            <a:xfrm>
              <a:off x="12580336" y="5227726"/>
              <a:ext cx="759576" cy="592341"/>
            </a:xfrm>
            <a:prstGeom prst="rect">
              <a:avLst/>
            </a:prstGeom>
            <a:solidFill>
              <a:srgbClr val="098E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9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142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126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9198175-1C72-4E67-BB92-6595EEDA420A}"/>
                </a:ext>
              </a:extLst>
            </p:cNvPr>
            <p:cNvSpPr/>
            <p:nvPr userDrawn="1"/>
          </p:nvSpPr>
          <p:spPr>
            <a:xfrm>
              <a:off x="10701139" y="6015678"/>
              <a:ext cx="759576" cy="592341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102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592D94-A7C3-4005-BCCE-3C53AAD95748}"/>
                </a:ext>
              </a:extLst>
            </p:cNvPr>
            <p:cNvSpPr/>
            <p:nvPr userDrawn="1"/>
          </p:nvSpPr>
          <p:spPr>
            <a:xfrm>
              <a:off x="7882343" y="6015678"/>
              <a:ext cx="759576" cy="592341"/>
            </a:xfrm>
            <a:prstGeom prst="rect">
              <a:avLst/>
            </a:prstGeom>
            <a:solidFill>
              <a:srgbClr val="AB0D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54610" tIns="54610" rIns="54610" bIns="54610" rtlCol="0" anchor="ctr"/>
            <a:lstStyle/>
            <a:p>
              <a:pPr algn="ctr"/>
              <a:r>
                <a:rPr lang="en-GB" sz="800">
                  <a:solidFill>
                    <a:schemeClr val="bg1"/>
                  </a:solidFill>
                </a:rPr>
                <a:t>171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</a:t>
              </a:r>
            </a:p>
            <a:p>
              <a:pPr algn="ctr"/>
              <a:r>
                <a:rPr lang="en-GB" sz="800">
                  <a:solidFill>
                    <a:schemeClr val="bg1"/>
                  </a:solidFill>
                </a:rPr>
                <a:t>130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25407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ey findings_V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2A41AFA-A427-44A7-BC26-3367A3DA09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076039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2A41AFA-A427-44A7-BC26-3367A3DA09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964EEC-6B68-417B-8B09-0C569528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B147FBA0-D5A5-4747-AA7A-0C5D1B93DE9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995359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Insert table or chart here</a:t>
            </a:r>
          </a:p>
        </p:txBody>
      </p:sp>
      <p:sp>
        <p:nvSpPr>
          <p:cNvPr id="18" name="Chart Placeholder 16">
            <a:extLst>
              <a:ext uri="{FF2B5EF4-FFF2-40B4-BE49-F238E27FC236}">
                <a16:creationId xmlns:a16="http://schemas.microsoft.com/office/drawing/2014/main" id="{A22046C6-D3A4-41D6-BC07-5BE5449A01C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867057" y="1657989"/>
            <a:ext cx="3744000" cy="1495431"/>
          </a:xfrm>
        </p:spPr>
        <p:txBody>
          <a:bodyPr lIns="72000" tIns="0" rIns="72000" bIns="0"/>
          <a:lstStyle>
            <a:lvl1pPr rtl="0">
              <a:defRPr sz="10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Insert table or chart here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E03778-EE8F-437F-93A9-872E23AC7363}"/>
              </a:ext>
            </a:extLst>
          </p:cNvPr>
          <p:cNvSpPr/>
          <p:nvPr userDrawn="1"/>
        </p:nvSpPr>
        <p:spPr>
          <a:xfrm flipH="1">
            <a:off x="8739963" y="1431927"/>
            <a:ext cx="3452037" cy="4444998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rgbClr val="ACE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4218D8-88BA-411C-9134-CE6A419C383B}"/>
              </a:ext>
            </a:extLst>
          </p:cNvPr>
          <p:cNvSpPr/>
          <p:nvPr userDrawn="1"/>
        </p:nvSpPr>
        <p:spPr>
          <a:xfrm>
            <a:off x="8944519" y="1431927"/>
            <a:ext cx="2255295" cy="1216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54000" rIns="72000" bIns="36000" rtlCol="0" anchor="t" anchorCtr="1"/>
          <a:lstStyle/>
          <a:p>
            <a:pPr algn="ctr">
              <a:spcAft>
                <a:spcPts val="300"/>
              </a:spcAft>
            </a:pPr>
            <a:endParaRPr lang="en-US" sz="1100" b="1">
              <a:solidFill>
                <a:schemeClr val="accent1"/>
              </a:solidFill>
            </a:endParaRPr>
          </a:p>
        </p:txBody>
      </p:sp>
      <p:sp>
        <p:nvSpPr>
          <p:cNvPr id="44" name="Chart Placeholder 43">
            <a:extLst>
              <a:ext uri="{FF2B5EF4-FFF2-40B4-BE49-F238E27FC236}">
                <a16:creationId xmlns:a16="http://schemas.microsoft.com/office/drawing/2014/main" id="{58C61F45-C268-4F8F-B7A6-EEF1FC83A832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9027152" y="1748169"/>
            <a:ext cx="2082283" cy="792238"/>
          </a:xfrm>
        </p:spPr>
        <p:txBody>
          <a:bodyPr lIns="72000"/>
          <a:lstStyle>
            <a:lvl1pPr>
              <a:defRPr sz="1000"/>
            </a:lvl1pPr>
          </a:lstStyle>
          <a:p>
            <a:r>
              <a:rPr lang="fi-FI"/>
              <a:t>Add chart with upside potential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880B26-620E-4209-A7A9-96108571D60B}"/>
              </a:ext>
            </a:extLst>
          </p:cNvPr>
          <p:cNvSpPr txBox="1">
            <a:spLocks/>
          </p:cNvSpPr>
          <p:nvPr userDrawn="1"/>
        </p:nvSpPr>
        <p:spPr>
          <a:xfrm>
            <a:off x="9558478" y="2851794"/>
            <a:ext cx="1695037" cy="590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>
                <a:solidFill>
                  <a:schemeClr val="tx2"/>
                </a:solidFill>
                <a:latin typeface="+mj-lt"/>
              </a:rPr>
              <a:t>Recommended next steps</a:t>
            </a:r>
          </a:p>
        </p:txBody>
      </p:sp>
      <p:pic>
        <p:nvPicPr>
          <p:cNvPr id="37" name="Graphic 36" descr="Shoe footprints with solid fill">
            <a:extLst>
              <a:ext uri="{FF2B5EF4-FFF2-40B4-BE49-F238E27FC236}">
                <a16:creationId xmlns:a16="http://schemas.microsoft.com/office/drawing/2014/main" id="{16531211-BC88-49C9-9656-429E1DF414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2151" y="2851793"/>
            <a:ext cx="559999" cy="559998"/>
          </a:xfrm>
          <a:prstGeom prst="rect">
            <a:avLst/>
          </a:prstGeom>
        </p:spPr>
      </p:pic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F50DF00D-7B89-7760-AF5C-1E79B0A471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95359" y="3229089"/>
            <a:ext cx="3744000" cy="1908000"/>
          </a:xfrm>
        </p:spPr>
        <p:txBody>
          <a:bodyPr lIns="72000" tIns="0" rIns="72000" bIns="0"/>
          <a:lstStyle>
            <a:lvl1pPr>
              <a:defRPr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2" name="Text Placeholder 49">
            <a:extLst>
              <a:ext uri="{FF2B5EF4-FFF2-40B4-BE49-F238E27FC236}">
                <a16:creationId xmlns:a16="http://schemas.microsoft.com/office/drawing/2014/main" id="{4469CFB2-5FE4-9EAB-47AC-25D236292C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67057" y="3229089"/>
            <a:ext cx="3744000" cy="1908000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BFCFA09A-9464-4171-43CE-7F5C2D5C7CE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27153" y="3587774"/>
            <a:ext cx="2163361" cy="1527339"/>
          </a:xfrm>
        </p:spPr>
        <p:txBody>
          <a:bodyPr lIns="72000" tIns="0" rIns="72000" bIns="0"/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479DFB-AFC3-794E-DB0E-59EC39720CF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9026746" y="1479127"/>
            <a:ext cx="2072020" cy="211198"/>
          </a:xfrm>
        </p:spPr>
        <p:txBody>
          <a:bodyPr lIns="72000"/>
          <a:lstStyle>
            <a:lvl1pPr>
              <a:defRPr sz="1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FB8EE706-62B6-F755-0CB0-04E5A30D19E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95360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51C3FEB-146A-1599-AC81-8CBA8CDE253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867057" y="5199303"/>
            <a:ext cx="3301200" cy="676800"/>
          </a:xfrm>
          <a:ln>
            <a:solidFill>
              <a:schemeClr val="accent2"/>
            </a:solidFill>
          </a:ln>
        </p:spPr>
        <p:txBody>
          <a:bodyPr lIns="72000" anchor="ctr"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00338D"/>
                </a:solidFill>
              </a:rPr>
              <a:t>Summary/KPMG recommendation.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AC0BC2CD-008E-ACF3-EA4C-0B2B363ACA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95359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46C11BDE-10BC-A579-C939-88073F5CAD8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866683" y="1335600"/>
            <a:ext cx="3744000" cy="252000"/>
          </a:xfrm>
          <a:solidFill>
            <a:schemeClr val="tx2"/>
          </a:solidFill>
        </p:spPr>
        <p:txBody>
          <a:bodyPr lIns="72000" tIns="0" rIns="72000" bIns="0" anchor="ctr" anchorCtr="0"/>
          <a:lstStyle>
            <a:lvl1pPr>
              <a:defRPr sz="1000" b="1">
                <a:solidFill>
                  <a:schemeClr val="bg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add the heading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0BA213D-160A-9DC7-56CE-B2795901C2A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96559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748EAB9A-0A97-50AE-1B4C-59AA6BFB8C0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168257" y="5199303"/>
            <a:ext cx="442800" cy="676800"/>
          </a:xfrm>
          <a:solidFill>
            <a:srgbClr val="E5E5E5"/>
          </a:solidFill>
          <a:ln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ts val="13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add text</a:t>
            </a:r>
            <a:endParaRPr lang="en-IN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A787615E-51D1-0BB4-9E9D-138EC6A7BF8D}"/>
              </a:ext>
            </a:extLst>
          </p:cNvPr>
          <p:cNvSpPr/>
          <p:nvPr userDrawn="1"/>
        </p:nvSpPr>
        <p:spPr>
          <a:xfrm rot="5400000">
            <a:off x="11877180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BB8E167-DEE0-B967-CF0B-D052D0DCD8C4}"/>
              </a:ext>
            </a:extLst>
          </p:cNvPr>
          <p:cNvSpPr/>
          <p:nvPr userDrawn="1"/>
        </p:nvSpPr>
        <p:spPr>
          <a:xfrm rot="16200000" flipH="1">
            <a:off x="11315058" y="179136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06278F8-0EC8-7B2D-B5D2-4436F3FF30F6}"/>
              </a:ext>
            </a:extLst>
          </p:cNvPr>
          <p:cNvSpPr/>
          <p:nvPr userDrawn="1"/>
        </p:nvSpPr>
        <p:spPr>
          <a:xfrm>
            <a:off x="11799231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168E95F9-51E9-33D6-25B7-D6B43246C9AC}"/>
              </a:ext>
            </a:extLst>
          </p:cNvPr>
          <p:cNvSpPr/>
          <p:nvPr userDrawn="1"/>
        </p:nvSpPr>
        <p:spPr>
          <a:xfrm flipH="1">
            <a:off x="11255557" y="103574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78CAD2AD-A881-B80A-C2C9-9C2047C7573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34459" y="103561"/>
            <a:ext cx="222479" cy="22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7716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 Storag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103DA531-B8F1-3F3E-85FF-33CD8B19D5DB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374885" y="1944714"/>
            <a:ext cx="54000" cy="3492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2000" b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84AFEC93-9419-2C65-316F-7D321D508C78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gray">
          <a:xfrm>
            <a:off x="10473613" y="6463890"/>
            <a:ext cx="1570038" cy="35718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0" tIns="36000" rIns="0" bIns="0" anchor="ctr" anchorCtr="0">
            <a:noAutofit/>
          </a:bodyPr>
          <a:lstStyle/>
          <a:p>
            <a:pPr algn="r" defTabSz="7620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1400" b="1">
                <a:solidFill>
                  <a:schemeClr val="accent6"/>
                </a:solidFill>
              </a:rPr>
              <a:t>DRAFT</a:t>
            </a:r>
          </a:p>
        </p:txBody>
      </p:sp>
      <p:pic>
        <p:nvPicPr>
          <p:cNvPr id="11" name="Graphic 10" descr="Home">
            <a:hlinkClick r:id="" action="ppaction://noaction"/>
            <a:extLst>
              <a:ext uri="{FF2B5EF4-FFF2-40B4-BE49-F238E27FC236}">
                <a16:creationId xmlns:a16="http://schemas.microsoft.com/office/drawing/2014/main" id="{43CD81CE-8133-23ED-EA21-F0024976645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10" name="Oval 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B5027E5-9B09-836C-CB3A-0F369BA6B622}"/>
              </a:ext>
            </a:extLst>
          </p:cNvPr>
          <p:cNvSpPr/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9" name="Oval 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14D50E1-8AFB-C3E6-1488-95F62B3AC868}"/>
              </a:ext>
            </a:extLst>
          </p:cNvPr>
          <p:cNvSpPr/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7070D5A-9B57-80F6-826D-F559943C30C8}"/>
              </a:ext>
            </a:extLst>
          </p:cNvPr>
          <p:cNvSpPr/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52DD552-6D29-75AD-B7B8-C5386BC08FF1}"/>
              </a:ext>
            </a:extLst>
          </p:cNvPr>
          <p:cNvSpPr/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087E6DD2-0A18-F0D9-6121-802EFF8437AD}"/>
              </a:ext>
            </a:extLst>
          </p:cNvPr>
          <p:cNvSpPr/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chemeClr val="tx2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FCF1D0-8D61-3158-1546-2B6008B2C86D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2A8287-4956-D624-99A1-67CBCBB1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885683" y="6266997"/>
            <a:ext cx="66738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2022 KPMG LLP, a UK limited liability partnership and a member firm of the KPMG global </a:t>
            </a:r>
            <a:r>
              <a:rPr lang="en-US" sz="600" kern="1200" noProof="0" err="1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organisation</a:t>
            </a: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 of independent member firms affiliated with KPMG International Limited, a private English company limited by guarantee.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D020B-0A9F-7C79-81F9-8639FA800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8A3F6B51-21DC-2BB9-9227-20B18DE13502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6" name="TextBox 25">
            <a:hlinkClick r:id="" action="ppaction://noaction"/>
            <a:extLst>
              <a:ext uri="{FF2B5EF4-FFF2-40B4-BE49-F238E27FC236}">
                <a16:creationId xmlns:a16="http://schemas.microsoft.com/office/drawing/2014/main" id="{FDA084D9-C189-24B7-51F3-85144FC9E6F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249681" y="1784193"/>
            <a:ext cx="9107520" cy="126000"/>
          </a:xfrm>
          <a:prstGeom prst="rect">
            <a:avLst/>
          </a:prstGeom>
          <a:noFill/>
        </p:spPr>
        <p:txBody>
          <a:bodyPr vert="horz" wrap="square" lIns="0" tIns="0" rIns="0" bIns="720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US" sz="90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12" name="Subsection number">
            <a:hlinkClick r:id="" action="ppaction://noaction"/>
            <a:extLst>
              <a:ext uri="{FF2B5EF4-FFF2-40B4-BE49-F238E27FC236}">
                <a16:creationId xmlns:a16="http://schemas.microsoft.com/office/drawing/2014/main" id="{2BC0226E-C800-34A0-FC54-8484A9BE76A0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296316" y="15599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 anchorCtr="0">
            <a:noAutofit/>
          </a:bodyPr>
          <a:lstStyle/>
          <a:p>
            <a:pPr algn="l"/>
            <a:r>
              <a:rPr lang="en-US" sz="100" b="0">
                <a:ln>
                  <a:noFill/>
                </a:ln>
                <a:noFill/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FA0A0E8-2E7C-14D4-35DD-7F97BE85282C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016318" y="2734004"/>
            <a:ext cx="7106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1"/>
                </a:solidFill>
                <a:latin typeface="+mn-lt"/>
              </a:rPr>
              <a:t>Slide Title (DO NOT DELETE)</a:t>
            </a:r>
            <a:endParaRPr lang="fr-FR" sz="1400" i="1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EA2C4DD3-2B36-81FE-270F-545CC1413919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567362" y="2734004"/>
            <a:ext cx="27603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fr-FR" sz="1400" i="1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7" name="Section number">
            <a:hlinkClick r:id="" action="ppaction://noaction"/>
            <a:extLst>
              <a:ext uri="{FF2B5EF4-FFF2-40B4-BE49-F238E27FC236}">
                <a16:creationId xmlns:a16="http://schemas.microsoft.com/office/drawing/2014/main" id="{198C86B7-A8B9-0D10-1C84-EDD490552A08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98977" y="1353599"/>
            <a:ext cx="338308" cy="347289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2400" b="0">
                <a:ln>
                  <a:noFill/>
                </a:ln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C31F35AF-52E9-94A5-09C2-A78B342FEC41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0368217" y="1792315"/>
            <a:ext cx="54000" cy="126000"/>
          </a:xfrm>
          <a:prstGeom prst="rect">
            <a:avLst/>
          </a:prstGeom>
          <a:noFill/>
        </p:spPr>
        <p:txBody>
          <a:bodyPr vert="horz" wrap="none" lIns="0" tIns="0" rIns="0" bIns="18000" rtlCol="0" anchor="b" anchorCtr="0">
            <a:noAutofit/>
          </a:bodyPr>
          <a:lstStyle/>
          <a:p>
            <a:pPr algn="r"/>
            <a:r>
              <a:rPr lang="en-US" sz="900" b="0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30EF29-69C1-2F8F-C77D-8C0C7D7B9416}"/>
              </a:ext>
            </a:extLst>
          </p:cNvPr>
          <p:cNvSpPr>
            <a:spLocks/>
          </p:cNvSpPr>
          <p:nvPr userDrawn="1">
            <p:custDataLst>
              <p:tags r:id="rId10"/>
            </p:custDataLst>
          </p:nvPr>
        </p:nvSpPr>
        <p:spPr>
          <a:xfrm>
            <a:off x="997199" y="1229360"/>
            <a:ext cx="9405394" cy="4647566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000000"/>
                </a:solidFill>
                <a:latin typeface="+mj-lt"/>
              </a:rPr>
              <a:t>Workspace (DO NOT DELETE): this shape delimits the vertical space where UpSlide will draw the Agenda.</a:t>
            </a:r>
            <a:endParaRPr lang="en-GB">
              <a:solidFill>
                <a:srgbClr val="000000"/>
              </a:solidFill>
              <a:latin typeface="+mj-lt"/>
            </a:endParaRPr>
          </a:p>
        </p:txBody>
      </p:sp>
      <p:sp>
        <p:nvSpPr>
          <p:cNvPr id="25" name="TextBox 24">
            <a:hlinkClick r:id="" action="ppaction://noaction"/>
            <a:extLst>
              <a:ext uri="{FF2B5EF4-FFF2-40B4-BE49-F238E27FC236}">
                <a16:creationId xmlns:a16="http://schemas.microsoft.com/office/drawing/2014/main" id="{97458F59-479D-8ACC-D1EB-36FDDC4C1E6E}"/>
              </a:ext>
            </a:extLst>
          </p:cNvPr>
          <p:cNvSpPr txBox="1">
            <a:spLocks/>
          </p:cNvSpPr>
          <p:nvPr userDrawn="1">
            <p:custDataLst>
              <p:tags r:id="rId11"/>
            </p:custDataLst>
          </p:nvPr>
        </p:nvSpPr>
        <p:spPr>
          <a:xfrm>
            <a:off x="1249681" y="1353599"/>
            <a:ext cx="9107520" cy="34728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u="none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B54791-C9F3-74B1-5C2D-7DEAE926CCEF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852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39EA8E-438B-268D-C2D0-41582ABDF852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330325"/>
            <a:ext cx="10202924" cy="45466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7" name="section title">
            <a:hlinkClick r:id="" action="ppaction://noaction"/>
            <a:extLst>
              <a:ext uri="{FF2B5EF4-FFF2-40B4-BE49-F238E27FC236}">
                <a16:creationId xmlns:a16="http://schemas.microsoft.com/office/drawing/2014/main" id="{6CE66D06-AAD4-3162-968D-96422DD5983D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289860" y="3617406"/>
            <a:ext cx="9747504" cy="0"/>
          </a:xfrm>
          <a:prstGeom prst="rect">
            <a:avLst/>
          </a:prstGeom>
          <a:noFill/>
        </p:spPr>
        <p:txBody>
          <a:bodyPr vert="horz" wrap="square" lIns="0" tIns="0" rIns="0" bIns="2286000" rtlCol="0">
            <a:noAutofit/>
          </a:bodyPr>
          <a:lstStyle/>
          <a:p>
            <a:pPr>
              <a:lnSpc>
                <a:spcPct val="70000"/>
              </a:lnSpc>
            </a:pPr>
            <a:r>
              <a:rPr lang="en-US" sz="6600">
                <a:solidFill>
                  <a:srgbClr val="FFFFFF"/>
                </a:solidFill>
                <a:latin typeface="+mj-lt"/>
              </a:rPr>
              <a:t>Section title</a:t>
            </a:r>
          </a:p>
        </p:txBody>
      </p:sp>
      <p:sp>
        <p:nvSpPr>
          <p:cNvPr id="13" name="ZoneTexte 19">
            <a:extLst>
              <a:ext uri="{FF2B5EF4-FFF2-40B4-BE49-F238E27FC236}">
                <a16:creationId xmlns:a16="http://schemas.microsoft.com/office/drawing/2014/main" id="{E1EB7D89-468C-377D-8E01-E8D8EE6FCEDA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174065" y="5027889"/>
            <a:ext cx="9892129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 sz="1200" i="0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4" name="slide page number">
            <a:extLst>
              <a:ext uri="{FF2B5EF4-FFF2-40B4-BE49-F238E27FC236}">
                <a16:creationId xmlns:a16="http://schemas.microsoft.com/office/drawing/2014/main" id="{0EE227B2-BC76-59B8-60FA-57F408CD615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188234" y="5027889"/>
            <a:ext cx="182880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/>
            <a:r>
              <a:rPr lang="fr-FR" sz="1400" i="0" dirty="0">
                <a:solidFill>
                  <a:schemeClr val="bg1"/>
                </a:solidFill>
                <a:latin typeface="+mn-lt"/>
              </a:rPr>
              <a:t>1</a:t>
            </a:r>
          </a:p>
        </p:txBody>
      </p:sp>
      <p:sp>
        <p:nvSpPr>
          <p:cNvPr id="15" name="ZONE?">
            <a:extLst>
              <a:ext uri="{FF2B5EF4-FFF2-40B4-BE49-F238E27FC236}">
                <a16:creationId xmlns:a16="http://schemas.microsoft.com/office/drawing/2014/main" id="{D9F1535F-6DC3-F59D-5DE4-C9748B195A7A}"/>
              </a:ext>
            </a:extLst>
          </p:cNvPr>
          <p:cNvSpPr>
            <a:spLocks/>
          </p:cNvSpPr>
          <p:nvPr userDrawn="1">
            <p:custDataLst>
              <p:tags r:id="rId4"/>
            </p:custDataLst>
          </p:nvPr>
        </p:nvSpPr>
        <p:spPr>
          <a:xfrm>
            <a:off x="1125801" y="3566606"/>
            <a:ext cx="6339869" cy="214308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6" name="subsection number">
            <a:extLst>
              <a:ext uri="{FF2B5EF4-FFF2-40B4-BE49-F238E27FC236}">
                <a16:creationId xmlns:a16="http://schemas.microsoft.com/office/drawing/2014/main" id="{E9ECBCC0-9069-D5A3-766B-8EBF1EA207CC}"/>
              </a:ext>
            </a:extLst>
          </p:cNvPr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1332373" y="3594256"/>
            <a:ext cx="201168" cy="356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27432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fr-FR" sz="2400" dirty="0">
                <a:solidFill>
                  <a:schemeClr val="bg1"/>
                </a:solidFill>
                <a:latin typeface="+mj-lt"/>
              </a:rPr>
              <a:t>1.1</a:t>
            </a:r>
          </a:p>
        </p:txBody>
      </p:sp>
      <p:sp>
        <p:nvSpPr>
          <p:cNvPr id="18" name="subsection title">
            <a:hlinkClick r:id="" action="ppaction://noaction"/>
            <a:extLst>
              <a:ext uri="{FF2B5EF4-FFF2-40B4-BE49-F238E27FC236}">
                <a16:creationId xmlns:a16="http://schemas.microsoft.com/office/drawing/2014/main" id="{67ADA6D5-A44C-6AD3-5EE0-73DCA81FB5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1714809" y="3594256"/>
            <a:ext cx="2504494" cy="356616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solidFill>
                  <a:srgbClr val="FFFFFF"/>
                </a:solidFill>
                <a:effectLst/>
                <a:latin typeface="+mn-lt"/>
              </a:rPr>
              <a:t>Subsection Title</a:t>
            </a:r>
          </a:p>
        </p:txBody>
      </p:sp>
      <p:sp>
        <p:nvSpPr>
          <p:cNvPr id="19" name="???">
            <a:hlinkClick r:id="" action="ppaction://noaction"/>
            <a:extLst>
              <a:ext uri="{FF2B5EF4-FFF2-40B4-BE49-F238E27FC236}">
                <a16:creationId xmlns:a16="http://schemas.microsoft.com/office/drawing/2014/main" id="{6EA31614-8248-54E2-75F7-BCE99EDBDAC1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0931809" y="3594256"/>
            <a:ext cx="0" cy="356616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fr-FR" sz="100">
                <a:ln>
                  <a:noFill/>
                </a:ln>
                <a:noFill/>
                <a:latin typeface="+mj-lt"/>
              </a:rPr>
              <a:t>4</a:t>
            </a:r>
          </a:p>
        </p:txBody>
      </p:sp>
      <p:sp>
        <p:nvSpPr>
          <p:cNvPr id="20" name="subsection page number">
            <a:hlinkClick r:id="" action="ppaction://noaction"/>
            <a:extLst>
              <a:ext uri="{FF2B5EF4-FFF2-40B4-BE49-F238E27FC236}">
                <a16:creationId xmlns:a16="http://schemas.microsoft.com/office/drawing/2014/main" id="{FF1A2828-1104-A597-003B-DABE01462957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428269" y="3594256"/>
            <a:ext cx="0" cy="356616"/>
          </a:xfrm>
          <a:prstGeom prst="rect">
            <a:avLst/>
          </a:prstGeom>
          <a:noFill/>
        </p:spPr>
        <p:txBody>
          <a:bodyPr vert="horz" wrap="square" lIns="1005840" tIns="0" rIns="1097280" bIns="0" rtlCol="0" anchor="t" anchorCtr="0">
            <a:noAutofit/>
          </a:bodyPr>
          <a:lstStyle/>
          <a:p>
            <a:pPr marL="0" indent="0" algn="r">
              <a:buFont typeface="Arial" panose="020B0604020202020204" pitchFamily="34" charset="0"/>
              <a:buNone/>
            </a:pPr>
            <a:r>
              <a:rPr lang="fr-FR" sz="1400" dirty="0">
                <a:solidFill>
                  <a:srgbClr val="FFFFFF"/>
                </a:solidFill>
                <a:effectLst/>
                <a:latin typeface="+mn-lt"/>
              </a:rPr>
              <a:t>5</a:t>
            </a:r>
          </a:p>
        </p:txBody>
      </p:sp>
      <p:sp>
        <p:nvSpPr>
          <p:cNvPr id="23" name="section number">
            <a:extLst>
              <a:ext uri="{FF2B5EF4-FFF2-40B4-BE49-F238E27FC236}">
                <a16:creationId xmlns:a16="http://schemas.microsoft.com/office/drawing/2014/main" id="{57EC5908-94D7-C379-C9C3-7740D7A96534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289304" y="3617406"/>
            <a:ext cx="3952700" cy="0"/>
          </a:xfrm>
          <a:prstGeom prst="rect">
            <a:avLst/>
          </a:prstGeom>
        </p:spPr>
        <p:txBody>
          <a:bodyPr vert="horz" wrap="square" lIns="0" tIns="0" rIns="0" bIns="4389120" rtlCol="0" anchor="t" anchorCtr="0">
            <a:noAutofit/>
          </a:bodyPr>
          <a:lstStyle/>
          <a:p>
            <a:pPr algn="l">
              <a:lnSpc>
                <a:spcPct val="80000"/>
              </a:lnSpc>
              <a:spcAft>
                <a:spcPts val="600"/>
              </a:spcAft>
            </a:pPr>
            <a:r>
              <a:rPr lang="en-GB" sz="66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5C381F-5A08-9BD3-A01C-77E91DEBFF77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75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F20B1033-F813-96CD-F7FB-FCD5B8A85B0C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998475" y="1773835"/>
            <a:ext cx="18000000" cy="209115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11000">
                <a:solidFill>
                  <a:srgbClr val="FFFFFF"/>
                </a:solidFill>
                <a:latin typeface="+mj-lt"/>
              </a:defRPr>
            </a:lvl1pPr>
          </a:lstStyle>
          <a:p>
            <a:pPr lvl="0">
              <a:lnSpc>
                <a:spcPct val="70000"/>
              </a:lnSpc>
            </a:pPr>
            <a:r>
              <a:rPr lang="fr-FR" sz="8000">
                <a:solidFill>
                  <a:srgbClr val="FFFFFF"/>
                </a:solidFill>
                <a:latin typeface="+mj-lt"/>
              </a:rPr>
              <a:t>A</a:t>
            </a:r>
          </a:p>
          <a:p>
            <a:pPr lvl="0">
              <a:lnSpc>
                <a:spcPct val="70000"/>
              </a:lnSpc>
            </a:pPr>
            <a:endParaRPr lang="fr-FR" sz="80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36F5CEAB-E720-BBEC-C914-44361C9BCF78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2215200" y="3897390"/>
            <a:ext cx="7101897" cy="251858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70000"/>
              </a:lnSpc>
            </a:pPr>
            <a:r>
              <a:rPr lang="fr-FR" sz="1100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15" name="ZoneTexte 13">
            <a:extLst>
              <a:ext uri="{FF2B5EF4-FFF2-40B4-BE49-F238E27FC236}">
                <a16:creationId xmlns:a16="http://schemas.microsoft.com/office/drawing/2014/main" id="{7BA5E11A-BE89-AA3A-2627-FE8E539C686A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998476" y="3681056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8000" indent="-288000">
              <a:buFont typeface="Arial" panose="020B0604020202020204" pitchFamily="34" charset="0"/>
              <a:buChar char="—"/>
            </a:pPr>
            <a:r>
              <a:rPr lang="fr-FR" sz="1200" i="0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F3F48908-7208-D7D0-AF66-F25A115837F1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8499630" y="3828990"/>
            <a:ext cx="276038" cy="25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/>
            <a:r>
              <a:rPr lang="fr-FR" sz="1200" i="0">
                <a:noFill/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12CFF-5EEB-A289-6BF6-5C7ED46C342F}"/>
              </a:ext>
            </a:extLst>
          </p:cNvPr>
          <p:cNvSpPr>
            <a:spLocks/>
          </p:cNvSpPr>
          <p:nvPr userDrawn="1">
            <p:custDataLst>
              <p:tags r:id="rId5"/>
            </p:custDataLst>
          </p:nvPr>
        </p:nvSpPr>
        <p:spPr>
          <a:xfrm>
            <a:off x="2064470" y="1773835"/>
            <a:ext cx="7324627" cy="4466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18" name="TextBox 17">
            <a:hlinkClick r:id="" action="ppaction://noaction"/>
            <a:extLst>
              <a:ext uri="{FF2B5EF4-FFF2-40B4-BE49-F238E27FC236}">
                <a16:creationId xmlns:a16="http://schemas.microsoft.com/office/drawing/2014/main" id="{A43B6DA0-4C35-656A-A587-6C71098827A1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 bwMode="auto">
          <a:xfrm>
            <a:off x="2064469" y="1346401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rtlCol="0" anchor="t" anchorCtr="0">
            <a:noAutofit/>
          </a:bodyPr>
          <a:lstStyle/>
          <a:p>
            <a:r>
              <a:rPr lang="fr-FR" sz="100">
                <a:noFill/>
                <a:latin typeface="+mj-lt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8CB5EC06-318A-B278-374B-89B28B0F27A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9041059" y="38289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fr-FR" sz="100">
                <a:noFill/>
                <a:latin typeface="+mj-lt"/>
              </a:rPr>
              <a:t>5</a:t>
            </a:r>
          </a:p>
        </p:txBody>
      </p:sp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ACB70012-30E3-E56E-96C5-A825D1E0F9B5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9041059" y="38793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fr-FR" sz="100">
                <a:noFill/>
                <a:latin typeface="+mj-lt"/>
              </a:rPr>
              <a:t>6</a:t>
            </a:r>
          </a:p>
        </p:txBody>
      </p:sp>
      <p:sp>
        <p:nvSpPr>
          <p:cNvPr id="30" name="TextBox 29">
            <a:hlinkClick r:id="" action="ppaction://noaction"/>
            <a:extLst>
              <a:ext uri="{FF2B5EF4-FFF2-40B4-BE49-F238E27FC236}">
                <a16:creationId xmlns:a16="http://schemas.microsoft.com/office/drawing/2014/main" id="{935C8FF7-CE79-45E7-6189-593D5B9DC5D9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 bwMode="auto">
          <a:xfrm>
            <a:off x="2064469" y="3879390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fr-FR" sz="100">
                <a:noFill/>
              </a:rPr>
              <a:t>1.1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11B2BC30-6126-B4D0-B0D9-C18D8A25335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C323C8-BB49-C97D-1D90-7811DEBDF395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670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11">
            <a:extLst>
              <a:ext uri="{FF2B5EF4-FFF2-40B4-BE49-F238E27FC236}">
                <a16:creationId xmlns:a16="http://schemas.microsoft.com/office/drawing/2014/main" id="{BB3DBFF2-8D2F-D1D7-4EF7-AF89F9F5CE81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995364" y="188640"/>
            <a:ext cx="10204450" cy="17790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fr-FR" sz="1200" b="1">
                <a:solidFill>
                  <a:schemeClr val="tx2"/>
                </a:solidFill>
              </a:rPr>
              <a:t>&lt;%SECTIONNAME%&gt;&lt;%SPACEIFINSUBSEC%&gt;&lt;%TIRETIFINSUBSEC%&gt;&lt;%SPACEIFINSUBSEC%&gt;&lt;%SUBSECTIONNAME%&gt;</a:t>
            </a:r>
            <a:endParaRPr lang="en-GB" sz="1200" b="1">
              <a:solidFill>
                <a:schemeClr val="tx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53E74B-B48B-E1EB-E3E0-2BC7C4D66E3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144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Slide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34BC455-1433-C58D-DD91-76835760EDB7}"/>
              </a:ext>
            </a:extLst>
          </p:cNvPr>
          <p:cNvGrpSpPr/>
          <p:nvPr userDrawn="1"/>
        </p:nvGrpSpPr>
        <p:grpSpPr>
          <a:xfrm>
            <a:off x="712611" y="635732"/>
            <a:ext cx="3126154" cy="1750774"/>
            <a:chOff x="504151" y="381000"/>
            <a:chExt cx="2540000" cy="17507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913A9B-F804-2F35-E8AE-717FC7FB94C9}"/>
                </a:ext>
              </a:extLst>
            </p:cNvPr>
            <p:cNvSpPr txBox="1"/>
            <p:nvPr userDrawn="1"/>
          </p:nvSpPr>
          <p:spPr>
            <a:xfrm>
              <a:off x="504151" y="1270000"/>
              <a:ext cx="2540000" cy="86177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r>
                <a:rPr lang="en-US" sz="1000"/>
                <a:t>Edit alt text on the non-current shape for display options.</a:t>
              </a:r>
            </a:p>
            <a:p>
              <a:r>
                <a:rPr lang="en-US" sz="1000" b="1"/>
                <a:t>See </a:t>
              </a:r>
              <a:r>
                <a:rPr lang="en-US" sz="1000" b="1">
                  <a:hlinkClick r:id="rId3"/>
                </a:rPr>
                <a:t>here</a:t>
              </a:r>
              <a:r>
                <a:rPr lang="en-US" sz="1000" b="1"/>
                <a:t> for the options you can apply and other instructions to build a breadcrumb using UpSlide.</a:t>
              </a:r>
              <a:endParaRPr lang="en-SG" sz="1000" b="1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E7B21E-DFD1-F87D-9F54-2C7B05C30C93}"/>
                </a:ext>
              </a:extLst>
            </p:cNvPr>
            <p:cNvCxnSpPr/>
            <p:nvPr userDrawn="1"/>
          </p:nvCxnSpPr>
          <p:spPr>
            <a:xfrm>
              <a:off x="1016000" y="381000"/>
              <a:ext cx="0" cy="889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303829-0945-9D47-C04E-ADBE43696C9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815635" y="510391"/>
            <a:ext cx="2002223" cy="529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14BFFA-265D-16D0-E3E4-E35FCA558DCB}"/>
              </a:ext>
            </a:extLst>
          </p:cNvPr>
          <p:cNvGrpSpPr/>
          <p:nvPr userDrawn="1"/>
        </p:nvGrpSpPr>
        <p:grpSpPr>
          <a:xfrm>
            <a:off x="289342" y="508732"/>
            <a:ext cx="1140409" cy="807998"/>
            <a:chOff x="0" y="254000"/>
            <a:chExt cx="926582" cy="8079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343379-8E0C-CBE0-5A0D-4ADF2281EA91}"/>
                </a:ext>
              </a:extLst>
            </p:cNvPr>
            <p:cNvSpPr txBox="1"/>
            <p:nvPr userDrawn="1"/>
          </p:nvSpPr>
          <p:spPr>
            <a:xfrm>
              <a:off x="0" y="508000"/>
              <a:ext cx="926582" cy="5539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SG" sz="1000"/>
                <a:t>First shape </a:t>
              </a:r>
              <a:br>
                <a:rPr lang="en-SG" sz="1000"/>
              </a:br>
              <a:r>
                <a:rPr lang="en-SG" sz="1000"/>
                <a:t>left margin from page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A54CE-B898-FDCB-7BB7-EA78D944330F}"/>
                </a:ext>
              </a:extLst>
            </p:cNvPr>
            <p:cNvCxnSpPr/>
            <p:nvPr userDrawn="1"/>
          </p:nvCxnSpPr>
          <p:spPr>
            <a:xfrm>
              <a:off x="190500" y="254000"/>
              <a:ext cx="0" cy="254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Other Sections" descr="{&#10;  &quot;MinimumUpSlideVersion&quot;: &quot;6.7.4.0&quot;,&#10;  &quot;DisplayMode&quot;: &quot;SectionsOnly&quot;&#10;}">
            <a:extLst>
              <a:ext uri="{FF2B5EF4-FFF2-40B4-BE49-F238E27FC236}">
                <a16:creationId xmlns:a16="http://schemas.microsoft.com/office/drawing/2014/main" id="{8A19844E-D291-CA81-3B22-2B52F21919DA}"/>
              </a:ext>
            </a:extLst>
          </p:cNvPr>
          <p:cNvSpPr>
            <a:spLocks/>
          </p:cNvSpPr>
          <p:nvPr userDrawn="1"/>
        </p:nvSpPr>
        <p:spPr>
          <a:xfrm>
            <a:off x="995364" y="153170"/>
            <a:ext cx="688825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bg2">
                    <a:lumMod val="75000"/>
                  </a:schemeClr>
                </a:gs>
                <a:gs pos="85000">
                  <a:schemeClr val="bg2">
                    <a:lumMod val="75000"/>
                  </a:schemeClr>
                </a:gs>
                <a:gs pos="8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36000" rIns="72000" bIns="36000" rtlCol="0" anchor="ctr">
            <a:spAutoFit/>
          </a:bodyPr>
          <a:lstStyle/>
          <a:p>
            <a:pPr lvl="0"/>
            <a:r>
              <a:rPr lang="en-SG" sz="8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Non-current</a:t>
            </a:r>
          </a:p>
        </p:txBody>
      </p:sp>
      <p:sp>
        <p:nvSpPr>
          <p:cNvPr id="15" name="Current Section">
            <a:extLst>
              <a:ext uri="{FF2B5EF4-FFF2-40B4-BE49-F238E27FC236}">
                <a16:creationId xmlns:a16="http://schemas.microsoft.com/office/drawing/2014/main" id="{89A61135-1F00-E77F-7C78-5FBA241A5742}"/>
              </a:ext>
            </a:extLst>
          </p:cNvPr>
          <p:cNvSpPr>
            <a:spLocks/>
          </p:cNvSpPr>
          <p:nvPr userDrawn="1"/>
        </p:nvSpPr>
        <p:spPr>
          <a:xfrm>
            <a:off x="1684189" y="153170"/>
            <a:ext cx="515700" cy="195814"/>
          </a:xfrm>
          <a:prstGeom prst="rect">
            <a:avLst/>
          </a:prstGeom>
          <a:noFill/>
          <a:ln w="9525">
            <a:gradFill>
              <a:gsLst>
                <a:gs pos="15000">
                  <a:schemeClr val="bg1">
                    <a:alpha val="0"/>
                    <a:lumMod val="100000"/>
                  </a:schemeClr>
                </a:gs>
                <a:gs pos="15000">
                  <a:schemeClr val="bg2">
                    <a:lumMod val="75000"/>
                  </a:schemeClr>
                </a:gs>
                <a:gs pos="85000">
                  <a:schemeClr val="bg2">
                    <a:lumMod val="75000"/>
                  </a:schemeClr>
                </a:gs>
                <a:gs pos="8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36000" rIns="720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SG" sz="8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A1B64-1717-3F4E-57F6-9810BA8040A1}"/>
              </a:ext>
            </a:extLst>
          </p:cNvPr>
          <p:cNvSpPr txBox="1"/>
          <p:nvPr userDrawn="1"/>
        </p:nvSpPr>
        <p:spPr>
          <a:xfrm>
            <a:off x="3817858" y="1016732"/>
            <a:ext cx="1563077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SG" sz="1000"/>
              <a:t>Margin between shapes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E6243-6148-EC1C-61B7-BFC778746645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66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71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9" Type="http://schemas.openxmlformats.org/officeDocument/2006/relationships/tags" Target="../tags/tag41.xml"/><Relationship Id="rId21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100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5.xml"/><Relationship Id="rId41" Type="http://schemas.openxmlformats.org/officeDocument/2006/relationships/oleObject" Target="../embeddings/oleObject30.bin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37" Type="http://schemas.openxmlformats.org/officeDocument/2006/relationships/theme" Target="../theme/theme2.xml"/><Relationship Id="rId40" Type="http://schemas.openxmlformats.org/officeDocument/2006/relationships/tags" Target="../tags/tag42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97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38" Type="http://schemas.openxmlformats.org/officeDocument/2006/relationships/tags" Target="../tags/tag4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01B0996-BFC6-4B32-A8FD-5FB86CF2B6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8"/>
            </p:custDataLst>
            <p:extLst>
              <p:ext uri="{D42A27DB-BD31-4B8C-83A1-F6EECF244321}">
                <p14:modId xmlns:p14="http://schemas.microsoft.com/office/powerpoint/2010/main" val="321483324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1" imgW="395" imgH="394" progId="TCLayout.ActiveDocument.1">
                  <p:embed/>
                </p:oleObj>
              </mc:Choice>
              <mc:Fallback>
                <p:oleObj name="think-cell Slide" r:id="rId71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01B0996-BFC6-4B32-A8FD-5FB86CF2B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2" y="1330126"/>
            <a:ext cx="10194471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69"/>
            </p:custDataLst>
          </p:nvPr>
        </p:nvSpPr>
        <p:spPr>
          <a:xfrm>
            <a:off x="8967795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9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70"/>
            </p:custDataLst>
          </p:nvPr>
        </p:nvSpPr>
        <p:spPr>
          <a:xfrm>
            <a:off x="1885684" y="6266997"/>
            <a:ext cx="6343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 dirty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2144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  <p:sldLayoutId id="2147483895" r:id="rId16"/>
    <p:sldLayoutId id="2147483896" r:id="rId17"/>
    <p:sldLayoutId id="2147483897" r:id="rId18"/>
    <p:sldLayoutId id="2147483898" r:id="rId19"/>
    <p:sldLayoutId id="2147483899" r:id="rId20"/>
    <p:sldLayoutId id="2147483900" r:id="rId21"/>
    <p:sldLayoutId id="2147483901" r:id="rId22"/>
    <p:sldLayoutId id="2147483902" r:id="rId23"/>
    <p:sldLayoutId id="2147483903" r:id="rId24"/>
    <p:sldLayoutId id="2147483904" r:id="rId25"/>
    <p:sldLayoutId id="2147483905" r:id="rId26"/>
    <p:sldLayoutId id="2147483906" r:id="rId27"/>
    <p:sldLayoutId id="2147483907" r:id="rId28"/>
    <p:sldLayoutId id="2147483908" r:id="rId29"/>
    <p:sldLayoutId id="2147483909" r:id="rId30"/>
    <p:sldLayoutId id="2147483910" r:id="rId31"/>
    <p:sldLayoutId id="2147483911" r:id="rId32"/>
    <p:sldLayoutId id="2147483682" r:id="rId33"/>
    <p:sldLayoutId id="2147483664" r:id="rId34"/>
    <p:sldLayoutId id="2147483841" r:id="rId35"/>
    <p:sldLayoutId id="2147483861" r:id="rId36"/>
    <p:sldLayoutId id="2147483842" r:id="rId37"/>
    <p:sldLayoutId id="2147483860" r:id="rId38"/>
    <p:sldLayoutId id="2147483854" r:id="rId39"/>
    <p:sldLayoutId id="2147483856" r:id="rId40"/>
    <p:sldLayoutId id="2147483820" r:id="rId41"/>
    <p:sldLayoutId id="2147483824" r:id="rId42"/>
    <p:sldLayoutId id="2147483821" r:id="rId43"/>
    <p:sldLayoutId id="2147483822" r:id="rId44"/>
    <p:sldLayoutId id="2147483823" r:id="rId45"/>
    <p:sldLayoutId id="2147483830" r:id="rId46"/>
    <p:sldLayoutId id="2147483825" r:id="rId47"/>
    <p:sldLayoutId id="2147483877" r:id="rId48"/>
    <p:sldLayoutId id="2147483827" r:id="rId49"/>
    <p:sldLayoutId id="2147483832" r:id="rId50"/>
    <p:sldLayoutId id="2147483826" r:id="rId51"/>
    <p:sldLayoutId id="2147483829" r:id="rId52"/>
    <p:sldLayoutId id="2147483878" r:id="rId53"/>
    <p:sldLayoutId id="2147483828" r:id="rId54"/>
    <p:sldLayoutId id="2147483847" r:id="rId55"/>
    <p:sldLayoutId id="2147483848" r:id="rId56"/>
    <p:sldLayoutId id="2147483851" r:id="rId57"/>
    <p:sldLayoutId id="2147483876" r:id="rId58"/>
    <p:sldLayoutId id="2147483873" r:id="rId59"/>
    <p:sldLayoutId id="2147483874" r:id="rId60"/>
    <p:sldLayoutId id="2147483689" r:id="rId61"/>
    <p:sldLayoutId id="2147483666" r:id="rId62"/>
    <p:sldLayoutId id="2147483875" r:id="rId63"/>
    <p:sldLayoutId id="2147483667" r:id="rId64"/>
    <p:sldLayoutId id="2147483773" r:id="rId65"/>
    <p:sldLayoutId id="2147483912" r:id="rId66"/>
  </p:sldLayoutIdLst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0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4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1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21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12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269" indent="-182558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 userDrawn="1">
          <p15:clr>
            <a:srgbClr val="F26B43"/>
          </p15:clr>
        </p15:guide>
        <p15:guide id="3" pos="7055" userDrawn="1">
          <p15:clr>
            <a:srgbClr val="F26B43"/>
          </p15:clr>
        </p15:guide>
        <p15:guide id="4" orient="horz" pos="838" userDrawn="1">
          <p15:clr>
            <a:srgbClr val="F26B43"/>
          </p15:clr>
        </p15:guide>
        <p15:guide id="5" orient="horz" pos="612" userDrawn="1">
          <p15:clr>
            <a:srgbClr val="F26B43"/>
          </p15:clr>
        </p15:guide>
        <p15:guide id="6" orient="horz" pos="187" userDrawn="1">
          <p15:clr>
            <a:srgbClr val="F26B43"/>
          </p15:clr>
        </p15:guide>
        <p15:guide id="7" orient="horz" pos="370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01B0996-BFC6-4B32-A8FD-5FB86CF2B6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21483324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95" imgH="394" progId="TCLayout.ActiveDocument.1">
                  <p:embed/>
                </p:oleObj>
              </mc:Choice>
              <mc:Fallback>
                <p:oleObj name="think-cell Slide" r:id="rId41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01B0996-BFC6-4B32-A8FD-5FB86CF2B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2" y="1330126"/>
            <a:ext cx="10194471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7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US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39"/>
            </p:custDataLst>
          </p:nvPr>
        </p:nvSpPr>
        <p:spPr>
          <a:xfrm>
            <a:off x="8967795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26" name="Freeform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2" y="6266999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1885684" y="6266997"/>
            <a:ext cx="63432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[year] [legal member firm name], a [jurisdiction] [legal structure] and a member firm of the KPMG global organization of independent member firms affiliated with KPMG International Limited, a private English company limited by guarantee.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50020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  <p:sldLayoutId id="2147483928" r:id="rId15"/>
    <p:sldLayoutId id="2147483929" r:id="rId16"/>
    <p:sldLayoutId id="2147483930" r:id="rId17"/>
    <p:sldLayoutId id="2147483931" r:id="rId18"/>
    <p:sldLayoutId id="2147483932" r:id="rId19"/>
    <p:sldLayoutId id="2147483933" r:id="rId20"/>
    <p:sldLayoutId id="2147483934" r:id="rId21"/>
    <p:sldLayoutId id="2147483935" r:id="rId22"/>
    <p:sldLayoutId id="2147483936" r:id="rId23"/>
    <p:sldLayoutId id="2147483937" r:id="rId24"/>
    <p:sldLayoutId id="2147483938" r:id="rId25"/>
    <p:sldLayoutId id="2147483939" r:id="rId26"/>
    <p:sldLayoutId id="2147483940" r:id="rId27"/>
    <p:sldLayoutId id="2147483941" r:id="rId28"/>
    <p:sldLayoutId id="2147483942" r:id="rId29"/>
    <p:sldLayoutId id="2147483943" r:id="rId30"/>
    <p:sldLayoutId id="2147483944" r:id="rId31"/>
    <p:sldLayoutId id="2147483945" r:id="rId32"/>
    <p:sldLayoutId id="2147483946" r:id="rId33"/>
    <p:sldLayoutId id="2147483947" r:id="rId34"/>
    <p:sldLayoutId id="2147483948" r:id="rId35"/>
    <p:sldLayoutId id="2147483949" r:id="rId36"/>
  </p:sldLayoutIdLst>
  <p:txStyles>
    <p:titleStyle>
      <a:lvl1pPr algn="l" defTabSz="914377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0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36194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542912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19121" indent="-180970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16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12" indent="-177796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269" indent="-182558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187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3">
            <a:extLst>
              <a:ext uri="{FF2B5EF4-FFF2-40B4-BE49-F238E27FC236}">
                <a16:creationId xmlns:a16="http://schemas.microsoft.com/office/drawing/2014/main" id="{370B02A6-4C30-978F-D96F-3CD6602C08D6}"/>
              </a:ext>
            </a:extLst>
          </p:cNvPr>
          <p:cNvSpPr txBox="1">
            <a:spLocks/>
          </p:cNvSpPr>
          <p:nvPr userDrawn="1"/>
        </p:nvSpPr>
        <p:spPr>
          <a:xfrm>
            <a:off x="495064" y="4361380"/>
            <a:ext cx="10900905" cy="2259080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 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delete</a:t>
            </a:r>
          </a:p>
        </p:txBody>
      </p:sp>
    </p:spTree>
    <p:extLst>
      <p:ext uri="{BB962C8B-B14F-4D97-AF65-F5344CB8AC3E}">
        <p14:creationId xmlns:p14="http://schemas.microsoft.com/office/powerpoint/2010/main" val="402326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6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288000" indent="-288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4">
          <p15:clr>
            <a:srgbClr val="F26B43"/>
          </p15:clr>
        </p15:guide>
        <p15:guide id="2" pos="624">
          <p15:clr>
            <a:srgbClr val="F26B43"/>
          </p15:clr>
        </p15:guide>
        <p15:guide id="3" pos="7056">
          <p15:clr>
            <a:srgbClr val="F26B43"/>
          </p15:clr>
        </p15:guide>
        <p15:guide id="4" orient="horz" pos="840">
          <p15:clr>
            <a:srgbClr val="F26B43"/>
          </p15:clr>
        </p15:guide>
        <p15:guide id="5" orient="horz" pos="616">
          <p15:clr>
            <a:srgbClr val="F26B43"/>
          </p15:clr>
        </p15:guide>
        <p15:guide id="6" orient="horz" pos="2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9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CFBC44A-7A48-4270-BAAE-0E9AD70010D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CFBC44A-7A48-4270-BAAE-0E9AD7001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F857A0F-3107-465B-822D-248DEF175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308420"/>
              </p:ext>
            </p:extLst>
          </p:nvPr>
        </p:nvGraphicFramePr>
        <p:xfrm>
          <a:off x="998397" y="1337176"/>
          <a:ext cx="4975681" cy="452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60">
                <a:tc gridSpan="2"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10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 marL="54000" marR="0" marT="0" marB="1152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54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FTE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Full Time Employee</a:t>
                      </a:r>
                      <a:endParaRPr lang="en-GB" sz="900" b="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08600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GP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Gross profit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90802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KPI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Key performance indicator</a:t>
                      </a:r>
                      <a:endParaRPr lang="en-GB" sz="9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73397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LFL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Like-for-like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9665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LT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Long-term loan</a:t>
                      </a:r>
                      <a:endParaRPr lang="en-GB" sz="900" b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02205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Mgt. Acct.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Management</a:t>
                      </a:r>
                      <a:r>
                        <a:rPr lang="en-US" sz="900" b="0" baseline="0">
                          <a:solidFill>
                            <a:schemeClr val="tx1"/>
                          </a:solidFill>
                          <a:latin typeface="+mn-lt"/>
                        </a:rPr>
                        <a:t> accounts prepared</a:t>
                      </a:r>
                      <a:endParaRPr lang="en-US" sz="9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43131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MLR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Minimum Loan Rate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93871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MOR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Minimum Overdraft Rate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63023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en-GB" sz="900" b="1" kern="120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Information is not available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95346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GB" sz="900" b="1" kern="120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n/p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noProof="0">
                          <a:solidFill>
                            <a:schemeClr val="tx1"/>
                          </a:solidFill>
                          <a:latin typeface="+mn-lt"/>
                        </a:rPr>
                        <a:t>Information is not provided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7368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NAV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Net asset value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57960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NPAEs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>
                          <a:solidFill>
                            <a:schemeClr val="tx1"/>
                          </a:solidFill>
                          <a:latin typeface="+mn-lt"/>
                        </a:rPr>
                        <a:t>Non-Publicly Accountable Entities </a:t>
                      </a:r>
                      <a:endParaRPr lang="en-US" sz="9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72574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Overdraft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2844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OEM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Original Equipment Manufacturer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55689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P&amp;L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Profit and loss statement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93341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p.a.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Per annum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53427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PAEs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 dirty="0">
                          <a:solidFill>
                            <a:schemeClr val="tx1"/>
                          </a:solidFill>
                          <a:latin typeface="+mn-lt"/>
                        </a:rPr>
                        <a:t>Publicly Accountable Entities 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59116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A27FF840-EC8D-421B-9E8E-1F0BBB6B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</p:spPr>
        <p:txBody>
          <a:bodyPr vert="horz"/>
          <a:lstStyle/>
          <a:p>
            <a:r>
              <a:rPr lang="en-GB" noProof="0" dirty="0"/>
              <a:t>Glossary of terms and abbreviations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174B8AA-D4A6-46B6-A873-877927D418E8}"/>
              </a:ext>
            </a:extLst>
          </p:cNvPr>
          <p:cNvSpPr/>
          <p:nvPr/>
        </p:nvSpPr>
        <p:spPr>
          <a:xfrm rot="5400000">
            <a:off x="11877180" y="179137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841B0C0-71B4-42E1-947D-0F2D7106C089}"/>
              </a:ext>
            </a:extLst>
          </p:cNvPr>
          <p:cNvSpPr/>
          <p:nvPr/>
        </p:nvSpPr>
        <p:spPr>
          <a:xfrm rot="16200000" flipH="1">
            <a:off x="11315058" y="179137"/>
            <a:ext cx="99161" cy="8548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19" name="Oval 18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BABA808-3CC6-43C5-A1CB-BC5D1A1E6CB5}"/>
              </a:ext>
            </a:extLst>
          </p:cNvPr>
          <p:cNvSpPr/>
          <p:nvPr/>
        </p:nvSpPr>
        <p:spPr>
          <a:xfrm>
            <a:off x="11799231" y="103575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sp>
        <p:nvSpPr>
          <p:cNvPr id="20" name="Oval 19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0DF9DBB-E67E-45C1-9864-E5E2932410C9}"/>
              </a:ext>
            </a:extLst>
          </p:cNvPr>
          <p:cNvSpPr/>
          <p:nvPr/>
        </p:nvSpPr>
        <p:spPr>
          <a:xfrm flipH="1">
            <a:off x="11255557" y="103575"/>
            <a:ext cx="236608" cy="236608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rtlCol="0" anchor="ctr"/>
          <a:lstStyle/>
          <a:p>
            <a:pPr algn="l"/>
            <a:endParaRPr lang="en-US" sz="1500" err="1">
              <a:solidFill>
                <a:schemeClr val="bg1"/>
              </a:solidFill>
            </a:endParaRPr>
          </a:p>
        </p:txBody>
      </p:sp>
      <p:pic>
        <p:nvPicPr>
          <p:cNvPr id="21" name="Graphic 20" descr="Home">
            <a:hlinkClick r:id="" action="ppaction://noaction"/>
            <a:extLst>
              <a:ext uri="{FF2B5EF4-FFF2-40B4-BE49-F238E27FC236}">
                <a16:creationId xmlns:a16="http://schemas.microsoft.com/office/drawing/2014/main" id="{CB205C59-7CDF-4B2B-A955-718F646D8C0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4459" y="103562"/>
            <a:ext cx="222479" cy="22247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92BE37-21B0-426C-34D3-0D16A6EC9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097694"/>
              </p:ext>
            </p:extLst>
          </p:nvPr>
        </p:nvGraphicFramePr>
        <p:xfrm>
          <a:off x="6213908" y="1337176"/>
          <a:ext cx="4975681" cy="477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560">
                <a:tc gridSpan="2"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105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Definitions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900" b="0">
                        <a:solidFill>
                          <a:schemeClr val="tx1"/>
                        </a:solidFill>
                      </a:endParaRPr>
                    </a:p>
                  </a:txBody>
                  <a:tcPr marL="54000" marR="0" marT="0" marB="1152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37544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PF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n-lt"/>
                        </a:rPr>
                        <a:t>Provident fund</a:t>
                      </a:r>
                      <a:endParaRPr lang="en-GB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41137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PN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Promissory note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704292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Percentage point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1053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QoE</a:t>
                      </a:r>
                      <a:endParaRPr lang="en-US" sz="9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Quality of earnings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10591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ROU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Right-of-use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576878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SG&amp;A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Selling and administrative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9447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SKU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Stock Keeping Unit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328563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SME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Small and Medium Enterprises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5117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SPA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Sale and purchase agreement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0327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TAS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Thai Accounting Standards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933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TB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u="none" noProof="0">
                          <a:solidFill>
                            <a:schemeClr val="tx1"/>
                          </a:solidFill>
                          <a:latin typeface="+mn-lt"/>
                        </a:rPr>
                        <a:t>Trial balance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75646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TFRS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0">
                          <a:solidFill>
                            <a:schemeClr val="tx1"/>
                          </a:solidFill>
                          <a:latin typeface="+mn-lt"/>
                        </a:rPr>
                        <a:t>Thai Financial Reporting Standards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05010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Value added tax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4683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WCF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Worker compensation fund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037546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WHT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Withholding tax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2843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Work in process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r>
                        <a:rPr lang="en-US" sz="900" b="1" kern="120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UQ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0">
                          <a:solidFill>
                            <a:schemeClr val="tx1"/>
                          </a:solidFill>
                          <a:latin typeface="+mn-lt"/>
                        </a:rPr>
                        <a:t>Unquantifiable</a:t>
                      </a: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712094"/>
                  </a:ext>
                </a:extLst>
              </a:tr>
              <a:tr h="250240">
                <a:tc>
                  <a:txBody>
                    <a:bodyPr/>
                    <a:lstStyle/>
                    <a:p>
                      <a:pPr marL="0" algn="l" defTabSz="914423" rtl="0" eaLnBrk="1" latinLnBrk="0" hangingPunct="1"/>
                      <a:endParaRPr lang="en-US" sz="900" b="1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9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72000" marR="720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291065"/>
                  </a:ext>
                </a:extLst>
              </a:tr>
            </a:tbl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4B74043A-40FA-2090-16E1-3B9615869394}"/>
              </a:ext>
            </a:extLst>
          </p:cNvPr>
          <p:cNvGrpSpPr/>
          <p:nvPr/>
        </p:nvGrpSpPr>
        <p:grpSpPr>
          <a:xfrm>
            <a:off x="986667" y="99049"/>
            <a:ext cx="10264374" cy="294243"/>
            <a:chOff x="991183" y="72960"/>
            <a:chExt cx="10264374" cy="29424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FD5D7B88-6E04-9069-2B62-5D0173A40E80}"/>
                </a:ext>
              </a:extLst>
            </p:cNvPr>
            <p:cNvGrpSpPr/>
            <p:nvPr/>
          </p:nvGrpSpPr>
          <p:grpSpPr>
            <a:xfrm>
              <a:off x="991183" y="72960"/>
              <a:ext cx="10264374" cy="294243"/>
              <a:chOff x="991183" y="72960"/>
              <a:chExt cx="10264374" cy="294243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AADF592-187D-55BE-7143-D82714BD4F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2581" y="154121"/>
                <a:ext cx="10262976" cy="13272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defTabSz="914377">
                  <a:lnSpc>
                    <a:spcPct val="110000"/>
                  </a:lnSpc>
                  <a:spcAft>
                    <a:spcPts val="600"/>
                  </a:spcAft>
                  <a:defRPr/>
                </a:pPr>
                <a:r>
                  <a:rPr lang="en-US" sz="850">
                    <a:solidFill>
                      <a:srgbClr val="CDCDCD"/>
                    </a:solidFill>
                    <a:latin typeface="Arial"/>
                  </a:rPr>
                  <a:t>Executive summary </a:t>
                </a:r>
                <a:r>
                  <a:rPr lang="en-US" sz="850">
                    <a:solidFill>
                      <a:schemeClr val="bg1">
                        <a:lumMod val="75000"/>
                      </a:schemeClr>
                    </a:solidFill>
                    <a:latin typeface="Arial"/>
                  </a:rPr>
                  <a:t>| Consolidated financial performance | Financial performance | Supporting analysis | Financial position | Related parties | Commitments | Value creation | Appendices | </a:t>
                </a:r>
                <a:r>
                  <a:rPr lang="en-US" sz="850" b="1">
                    <a:solidFill>
                      <a:srgbClr val="00338D"/>
                    </a:solidFill>
                    <a:latin typeface="Arial"/>
                  </a:rPr>
                  <a:t>Engagement Appendices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A7AA6B35-CCF8-91A8-3AA7-578AC835A3D3}"/>
                  </a:ext>
                </a:extLst>
              </p:cNvPr>
              <p:cNvGrpSpPr/>
              <p:nvPr/>
            </p:nvGrpSpPr>
            <p:grpSpPr>
              <a:xfrm>
                <a:off x="991183" y="72960"/>
                <a:ext cx="10218668" cy="294243"/>
                <a:chOff x="991112" y="72960"/>
                <a:chExt cx="10279354" cy="294243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3C17A0FA-8341-B078-6E72-D63F0EE7D930}"/>
                    </a:ext>
                  </a:extLst>
                </p:cNvPr>
                <p:cNvGrpSpPr/>
                <p:nvPr/>
              </p:nvGrpSpPr>
              <p:grpSpPr>
                <a:xfrm>
                  <a:off x="991112" y="72960"/>
                  <a:ext cx="10279354" cy="282984"/>
                  <a:chOff x="978913" y="158024"/>
                  <a:chExt cx="11678758" cy="282984"/>
                </a:xfrm>
              </p:grpSpPr>
              <p:sp>
                <p:nvSpPr>
                  <p:cNvPr id="48" name="Rectangle 47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FD2EB073-7062-8AFD-DCE0-D84AA028AAB3}"/>
                      </a:ext>
                    </a:extLst>
                  </p:cNvPr>
                  <p:cNvSpPr/>
                  <p:nvPr/>
                </p:nvSpPr>
                <p:spPr>
                  <a:xfrm>
                    <a:off x="2212275" y="207156"/>
                    <a:ext cx="1961809" cy="2338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9" name="Rectangle 48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5B9FA13D-DC32-E09E-DEEA-486718C2B3F3}"/>
                      </a:ext>
                    </a:extLst>
                  </p:cNvPr>
                  <p:cNvSpPr/>
                  <p:nvPr/>
                </p:nvSpPr>
                <p:spPr>
                  <a:xfrm>
                    <a:off x="4248126" y="159969"/>
                    <a:ext cx="1275595" cy="262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 err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0" name="Rectangle 49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DE71448E-B320-BD8F-905A-62E4A4BB310D}"/>
                      </a:ext>
                    </a:extLst>
                  </p:cNvPr>
                  <p:cNvSpPr/>
                  <p:nvPr/>
                </p:nvSpPr>
                <p:spPr>
                  <a:xfrm>
                    <a:off x="978913" y="158024"/>
                    <a:ext cx="1224235" cy="25453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1" name="Rectangle 50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B612F3CA-E4EA-BEB6-FB30-D59141AB6A3E}"/>
                      </a:ext>
                    </a:extLst>
                  </p:cNvPr>
                  <p:cNvSpPr/>
                  <p:nvPr/>
                </p:nvSpPr>
                <p:spPr>
                  <a:xfrm>
                    <a:off x="6748592" y="169215"/>
                    <a:ext cx="1043448" cy="262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2" name="Rectangle 51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22EB8FBC-3694-035D-E9F5-C0112BC6EF27}"/>
                      </a:ext>
                    </a:extLst>
                  </p:cNvPr>
                  <p:cNvSpPr/>
                  <p:nvPr/>
                </p:nvSpPr>
                <p:spPr>
                  <a:xfrm>
                    <a:off x="10480943" y="189814"/>
                    <a:ext cx="744604" cy="23214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 err="1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3" name="Rectangle 52">
                    <a:hlinkClick r:id="" action="ppaction://noaction"/>
                    <a:extLst>
                      <a:ext uri="{FF2B5EF4-FFF2-40B4-BE49-F238E27FC236}">
                        <a16:creationId xmlns:a16="http://schemas.microsoft.com/office/drawing/2014/main" id="{EA191F80-F3C4-3E58-D561-5090BFB758B5}"/>
                      </a:ext>
                    </a:extLst>
                  </p:cNvPr>
                  <p:cNvSpPr/>
                  <p:nvPr/>
                </p:nvSpPr>
                <p:spPr>
                  <a:xfrm>
                    <a:off x="11252950" y="169351"/>
                    <a:ext cx="1404721" cy="2526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54611" tIns="54611" rIns="54611" bIns="54611" rtlCol="0" anchor="ctr"/>
                  <a:lstStyle/>
                  <a:p>
                    <a:pPr algn="l"/>
                    <a:endParaRPr lang="fi-FI" sz="1500" err="1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45" name="Rectangle 44">
                  <a:hlinkClick r:id="" action="ppaction://noaction"/>
                  <a:extLst>
                    <a:ext uri="{FF2B5EF4-FFF2-40B4-BE49-F238E27FC236}">
                      <a16:creationId xmlns:a16="http://schemas.microsoft.com/office/drawing/2014/main" id="{0349DF63-EBD0-FE85-1913-4B42A47DB9BF}"/>
                    </a:ext>
                  </a:extLst>
                </p:cNvPr>
                <p:cNvSpPr/>
                <p:nvPr/>
              </p:nvSpPr>
              <p:spPr>
                <a:xfrm>
                  <a:off x="7022377" y="95171"/>
                  <a:ext cx="752383" cy="2625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4611" tIns="54611" rIns="54611" bIns="54611" rtlCol="0" anchor="ctr"/>
                <a:lstStyle/>
                <a:p>
                  <a:pPr algn="l"/>
                  <a:endParaRPr lang="fi-FI" sz="15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" name="Rectangle 45">
                  <a:hlinkClick r:id="" action="ppaction://noaction"/>
                  <a:extLst>
                    <a:ext uri="{FF2B5EF4-FFF2-40B4-BE49-F238E27FC236}">
                      <a16:creationId xmlns:a16="http://schemas.microsoft.com/office/drawing/2014/main" id="{8677758A-F9A2-CA27-4FD6-EE390D6F3D7F}"/>
                    </a:ext>
                  </a:extLst>
                </p:cNvPr>
                <p:cNvSpPr/>
                <p:nvPr/>
              </p:nvSpPr>
              <p:spPr>
                <a:xfrm>
                  <a:off x="7824521" y="102375"/>
                  <a:ext cx="752383" cy="26254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4611" tIns="54611" rIns="54611" bIns="54611" rtlCol="0" anchor="ctr"/>
                <a:lstStyle/>
                <a:p>
                  <a:pPr algn="l"/>
                  <a:endParaRPr lang="fi-FI" sz="15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7" name="Rectangle 46">
                  <a:hlinkClick r:id="" action="ppaction://noaction"/>
                  <a:extLst>
                    <a:ext uri="{FF2B5EF4-FFF2-40B4-BE49-F238E27FC236}">
                      <a16:creationId xmlns:a16="http://schemas.microsoft.com/office/drawing/2014/main" id="{3ADF601D-DF89-D1B2-3451-C072F554122B}"/>
                    </a:ext>
                  </a:extLst>
                </p:cNvPr>
                <p:cNvSpPr/>
                <p:nvPr/>
              </p:nvSpPr>
              <p:spPr>
                <a:xfrm>
                  <a:off x="8609435" y="86884"/>
                  <a:ext cx="752383" cy="2803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54611" tIns="54611" rIns="54611" bIns="54611" rtlCol="0" anchor="ctr"/>
                <a:lstStyle/>
                <a:p>
                  <a:pPr algn="l"/>
                  <a:endParaRPr lang="fi-FI" sz="150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41" name="Rectangle 40">
              <a:hlinkClick r:id="" action="ppaction://noaction"/>
              <a:extLst>
                <a:ext uri="{FF2B5EF4-FFF2-40B4-BE49-F238E27FC236}">
                  <a16:creationId xmlns:a16="http://schemas.microsoft.com/office/drawing/2014/main" id="{E37D3A9A-F111-79BA-6F1E-ECE9A445D5E0}"/>
                </a:ext>
              </a:extLst>
            </p:cNvPr>
            <p:cNvSpPr/>
            <p:nvPr/>
          </p:nvSpPr>
          <p:spPr>
            <a:xfrm>
              <a:off x="4993981" y="83528"/>
              <a:ext cx="1039403" cy="26254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1" tIns="54611" rIns="54611" bIns="54611" rtlCol="0" anchor="ctr"/>
            <a:lstStyle/>
            <a:p>
              <a:pPr algn="l"/>
              <a:endParaRPr lang="fi-FI" sz="1500" err="1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35185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  <p:tag name="THINKCELLPRESENTATIONDONOTDELETE" val="&lt;?xml version=&quot;1.0&quot; encoding=&quot;UTF-16&quot; standalone=&quot;yes&quot;?&gt;&lt;root reqver=&quot;28224&quot;&gt;&lt;version val=&quot;3513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.%#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4.02175061098735842080E+00&quot;&gt;&lt;m_msothmcolidx val=&quot;0&quot;/&gt;&lt;m_rgb r=&quot;00&quot; g=&quot;B8&quot; b=&quot;F5&quot;/&gt;&lt;/elem&gt;&lt;elem m_fUsage=&quot;2.79082375453063713522E+00&quot;&gt;&lt;m_msothmcolidx val=&quot;0&quot;/&gt;&lt;m_rgb r=&quot;B4&quot; g=&quot;97&quot; b=&quot;FF&quot;/&gt;&lt;/elem&gt;&lt;elem m_fUsage=&quot;1.78191018942025358740E+00&quot;&gt;&lt;m_msothmcolidx val=&quot;0&quot;/&gt;&lt;m_rgb r=&quot;AC&quot; g=&quot;EA&quot; b=&quot;FF&quot;/&gt;&lt;/elem&gt;&lt;elem m_fUsage=&quot;1.36168386575579747344E+00&quot;&gt;&lt;m_msothmcolidx val=&quot;0&quot;/&gt;&lt;m_rgb r=&quot;1E&quot; g=&quot;49&quot; b=&quot;E2&quot;/&gt;&lt;/elem&gt;&lt;elem m_fUsage=&quot;4.37768917410848307226E-02&quot;&gt;&lt;m_msothmcolidx val=&quot;0&quot;/&gt;&lt;m_rgb r=&quot;72&quot; g=&quot;13&quot; b=&quot;EA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  <p:tag name="UPSLIDETOCALGOID" val="Standard"/>
  <p:tag name="TEMPLATESHORTNAMETAG" val="Diligence+ Template"/>
  <p:tag name="TEMPLATEFULLNAMETAG" val="Diligence+ Template"/>
  <p:tag name="TEMPLATEDETAILSTAG" val="Diligence+ Template"/>
  <p:tag name="UPSLIDE" val="KPM02442_Diligence + Template V2_10-05-2023"/>
  <p:tag name="UPSLIDEVERSION" val="6.9.22.1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true&lt;/ContainsAppendix&gt;&#10;    &lt;ContainsUnNumberedSections&gt;false&lt;/ContainsUnNumberedSections&gt;&#10;    &lt;SlideTitle&gt;Contents&lt;/SlideTitle&gt;&#10;  &lt;/TocSlidesOptions&gt;&#10;  &lt;SectionSlideOptions&gt;&#10;    &lt;ContainsOwnSubSection&gt;tru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fals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fals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KPMG Widescreen [16:9] Feb 2022&lt;/DesignName&gt;&#10;      &lt;LayoutName&gt;Back Cover dark Gradient&lt;/LayoutName&gt;&#10;    &lt;/TocSlidesLayout&gt;&#10;    &lt;SectionLayout&gt;&#10;      &lt;DesignName&gt;KPMG Widescreen [16:9] Feb 2022&lt;/DesignName&gt;&#10;      &lt;LayoutName&gt;Back Cover dark Gradient&lt;/LayoutName&gt;&#10;    &lt;/SectionLayout&gt;&#10;    &lt;SubsectionLayout&gt;&#10;      &lt;DesignName&gt;KPMG Widescreen [16:9] Feb 2022&lt;/DesignName&gt;&#10;      &lt;LayoutName&gt;Back Cover dark Gradient&lt;/LayoutName&gt;&#10;    &lt;/SubsectionLayout&gt;&#10;    &lt;AppendixLayout&gt;&#10;      &lt;DesignName&gt;KPMG Widescreen [16:9] Feb 2022&lt;/DesignName&gt;&#10;      &lt;LayoutName&gt;Back Cover dark Gradient&lt;/LayoutName&gt;&#10;    &lt;/AppendixLayout&gt;&#10;    &lt;TitleSliLayout&gt;&#10;      &lt;DesignName&gt;KPMG Widescreen [16:9] Feb 2022&lt;/DesignName&gt;&#10;      &lt;LayoutName&gt;TITLE SLIDE - Right vertical dark image&lt;/LayoutName&gt;&#10;    &lt;/TitleSliLayout&gt;&#10;  &lt;/UsedSlideLayouts&gt;&#10;  &lt;ActiveReminders&gt;&#10;    &lt;ReminderScriptList&gt;&#10;      &lt;ReminderScript&gt;&#10;        &lt;Key xsi:type=&quot;xsd:string&quot;&gt;Reminder28/07/2016 10:55:40833312551&lt;/Key&gt;&#10;        &lt;Value xsi:type=&quot;xsd:string&quot;&gt;&amp;lt;%SectionName%&amp;gt;&amp;lt;%SpaceIfInSubSec%&amp;gt;&amp;lt;%TiretIfInSubSec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fals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true&lt;/UseFixedColor&gt;&#10;        &lt;R&gt;140&lt;/R&gt;&#10;        &lt;G&gt;205&lt;/G&gt;&#10;        &lt;B&gt;238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true&lt;/ForceDisplayTOCOnTwocolumns&gt;&#10;      &lt;DisplayTOCOnTwocolumns&gt;true&lt;/DisplayTOCOnTwocolumns&gt;&#10;      &lt;Scripts&gt;&#10;        &lt;BeforeSubSecTitle /&gt;&#10;        &lt;BeforeSlideIndex /&gt;&#10;        &lt;AfterSecNum /&gt;&#10;        &lt;BeforeSecNum&gt;0&lt;/BeforeSecNum&gt;&#10;        &lt;ZeroBeforeSecNum&gt;false&lt;/Zero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1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3&lt;/SpaceBeforeSubSections&gt;&#10;          &lt;SpaceBeforeSlides&gt;0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true&lt;/UseSpecificSpacingForSecDivider&gt;&#10;        &lt;UseSpecificSpacingForSubSecDivider&gt;false&lt;/UseSpecificSpacingForSubSecDivider&gt;&#10;      &lt;/ManVerticalSpacing&gt;&#10;    &lt;/CustomBaseAlgoOptions&gt;&#10;  &lt;/CustomAlgoOptions&gt;&#10;  &lt;UserPresentationOptions&gt;&#10;    &lt;SubSectionsHaveSlide&gt;false&lt;/SubSectionsHaveSlide&gt;&#10;    &lt;SectionDividersContainOwnSubSections&gt;true&lt;/SectionDividersContainOwnSubSections&gt;&#10;    &lt;SectionDividersContainOwnSlideTitles&gt;true&lt;/SectionDividersContainOwnSlideTitles&gt;&#10;    &lt;SubSectionDividersContainOwnSlideTitles&gt;false&lt;/SubSectionDividersContainOwnSlideTitles&gt;&#10;    &lt;TOCSlidesContainSubsectionTitles xsi:nil=&quot;true&quot; /&gt;&#10;    &lt;TOCSlidesContainSlideTitles xsi:nil=&quot;true&quot; /&gt;&#10;    &lt;DisplayRemindersOnSlides&gt;fals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fals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3.4643"/>
  <p:tag name="ADV_LEFT" val="148.479"/>
  <p:tag name="ADV_HEIGHT" val="14.54063"/>
  <p:tag name="ADV_WIDTH" val="499.4646"/>
  <p:tag name="ADV_COPYRIGHT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3.4643"/>
  <p:tag name="ADV_LEFT" val="148.479"/>
  <p:tag name="ADV_HEIGHT" val="14.54063"/>
  <p:tag name="ADV_WIDTH" val="499.4646"/>
  <p:tag name="ADV_COPYRIGHT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DRAFT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UBSECTIONTITLE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ECTIONTITLE"/>
  <p:tag name="NAME" val="SECTIONTITLE"/>
  <p:tag name="TOCTEMPLATESHAPENAME" val="Titre de section"/>
  <p:tag name="TOCTEMPLATESHAPEDESCRIPTION" val="Définit le format de la forme contenant les titres de section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4"/>
  <p:tag name="SLIDEINDEX" val="344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1"/>
  <p:tag name="SLIDEINDEX" val="341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8"/>
  <p:tag name="SLIDEINDEX" val="268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9"/>
  <p:tag name="SLIDEINDEX" val="269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8/07/2016 10:55:40833312551"/>
  <p:tag name="TOCTEMPLATESHAPENAME" val="SecElseSubSec"/>
  <p:tag name="TOCTEMPLATESHAPEDESCRIPTION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PMG Widescreen [16:9] Feb 2022">
  <a:themeElements>
    <a:clrScheme name="Custom 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0B8F5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2.xml><?xml version="1.0" encoding="utf-8"?>
<a:theme xmlns:a="http://schemas.openxmlformats.org/drawingml/2006/main" name="1_KPMG Widescreen [16:9] Feb 2022">
  <a:themeElements>
    <a:clrScheme name="Custom 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0B8F5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Presentation2" id="{6F9D073B-8B7E-4CCD-B454-11736666544F}" vid="{CB0E54E2-5236-4DAF-8398-713F6E87C91A}"/>
    </a:ext>
  </a:extLst>
</a:theme>
</file>

<file path=ppt/theme/theme3.xml><?xml version="1.0" encoding="utf-8"?>
<a:theme xmlns:a="http://schemas.openxmlformats.org/drawingml/2006/main" name="UpSlide Table Of Content Master (do not edit)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.potx" id="{6455E736-A663-42B3-AE87-CE685C9EE32D}" vid="{4C31DD5F-4BC8-428D-ABAC-C4C5313B9E9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5F2475-0FD1-475F-BE59-2DFAE39627EB}">
  <we:reference id="9c4ae91c-a022-4062-b6f5-38e49ed8ba78" version="1.0.34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4d88f0-d431-497b-82de-83cf50d55861" xsi:nil="true"/>
    <lcf76f155ced4ddcb4097134ff3c332f xmlns="da1207d4-a4a2-4134-936f-07aa70b91ff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7386C0D47124CABEC8D663EB2631F" ma:contentTypeVersion="14" ma:contentTypeDescription="Create a new document." ma:contentTypeScope="" ma:versionID="b4d22bb0e4e3c03510ac2a0235f9e22a">
  <xsd:schema xmlns:xsd="http://www.w3.org/2001/XMLSchema" xmlns:xs="http://www.w3.org/2001/XMLSchema" xmlns:p="http://schemas.microsoft.com/office/2006/metadata/properties" xmlns:ns2="da1207d4-a4a2-4134-936f-07aa70b91ff6" xmlns:ns3="d84d88f0-d431-497b-82de-83cf50d55861" targetNamespace="http://schemas.microsoft.com/office/2006/metadata/properties" ma:root="true" ma:fieldsID="c7c7cbd3cf27bfbcbacd183757349ac1" ns2:_="" ns3:_="">
    <xsd:import namespace="da1207d4-a4a2-4134-936f-07aa70b91ff6"/>
    <xsd:import namespace="d84d88f0-d431-497b-82de-83cf50d558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207d4-a4a2-4134-936f-07aa70b91f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4d88f0-d431-497b-82de-83cf50d5586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a152f59-2c8c-49fa-8521-65f422397a95}" ma:internalName="TaxCatchAll" ma:showField="CatchAllData" ma:web="d84d88f0-d431-497b-82de-83cf50d558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3310D9-E18C-417A-A856-33E8675CB3CD}">
  <ds:schemaRefs>
    <ds:schemaRef ds:uri="http://schemas.microsoft.com/office/infopath/2007/PartnerControls"/>
    <ds:schemaRef ds:uri="d84d88f0-d431-497b-82de-83cf50d55861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openxmlformats.org/package/2006/metadata/core-properties"/>
    <ds:schemaRef ds:uri="da1207d4-a4a2-4134-936f-07aa70b91ff6"/>
  </ds:schemaRefs>
</ds:datastoreItem>
</file>

<file path=customXml/itemProps2.xml><?xml version="1.0" encoding="utf-8"?>
<ds:datastoreItem xmlns:ds="http://schemas.openxmlformats.org/officeDocument/2006/customXml" ds:itemID="{316E8BE8-38F7-4538-BC61-23EE78439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CB2A76-64D5-4C39-9ACC-439A23639E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207d4-a4a2-4134-936f-07aa70b91ff6"/>
    <ds:schemaRef ds:uri="d84d88f0-d431-497b-82de-83cf50d558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</TotalTime>
  <Words>175</Words>
  <Application>Microsoft Macintosh PowerPoint</Application>
  <PresentationFormat>Widescreen</PresentationFormat>
  <Paragraphs>72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KPMG Bold</vt:lpstr>
      <vt:lpstr>Arial</vt:lpstr>
      <vt:lpstr>KPMG Widescreen [16:9] Feb 2022</vt:lpstr>
      <vt:lpstr>1_KPMG Widescreen [16:9] Feb 2022</vt:lpstr>
      <vt:lpstr>UpSlide Table Of Content Master (do not edit)</vt:lpstr>
      <vt:lpstr>think-cell Slide</vt:lpstr>
      <vt:lpstr>Glossary of terms and abbreviations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   DRAFT</dc:title>
  <dc:creator>Marketing Services</dc:creator>
  <cp:keywords/>
  <cp:lastModifiedBy>Sharma, Rishi</cp:lastModifiedBy>
  <cp:revision>3</cp:revision>
  <dcterms:created xsi:type="dcterms:W3CDTF">2022-03-14T16:42:38Z</dcterms:created>
  <dcterms:modified xsi:type="dcterms:W3CDTF">2025-12-02T23:09:42Z</dcterms:modified>
  <cp:category>KPMG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0x0101007677386C0D47124CABEC8D663EB2631F</vt:lpwstr>
  </property>
  <property fmtid="{D5CDD505-2E9C-101B-9397-08002B2CF9AE}" pid="3" name="KPMGDataBusinessProcess">
    <vt:lpwstr/>
  </property>
  <property fmtid="{D5CDD505-2E9C-101B-9397-08002B2CF9AE}" pid="4" name="KPMGDataCountryOfOrigin">
    <vt:lpwstr>6</vt:lpwstr>
  </property>
  <property fmtid="{D5CDD505-2E9C-101B-9397-08002B2CF9AE}" pid="5" name="KPMGDataTechnology">
    <vt:lpwstr/>
  </property>
  <property fmtid="{D5CDD505-2E9C-101B-9397-08002B2CF9AE}" pid="6" name="KPMGDataContentOwner">
    <vt:lpwstr>102</vt:lpwstr>
  </property>
  <property fmtid="{D5CDD505-2E9C-101B-9397-08002B2CF9AE}" pid="7" name="KPMGDataAcquisitions">
    <vt:lpwstr/>
  </property>
  <property fmtid="{D5CDD505-2E9C-101B-9397-08002B2CF9AE}" pid="8" name="KPMGDataServices">
    <vt:lpwstr>101;#Marketing and Communications|d3731beb-9294-427c-b0f6-ff03ac38220b</vt:lpwstr>
  </property>
  <property fmtid="{D5CDD505-2E9C-101B-9397-08002B2CF9AE}" pid="9" name="KPMGDataRelevantCountries">
    <vt:lpwstr/>
  </property>
  <property fmtid="{D5CDD505-2E9C-101B-9397-08002B2CF9AE}" pid="10" name="KPMGDataContentUse">
    <vt:lpwstr>2</vt:lpwstr>
  </property>
  <property fmtid="{D5CDD505-2E9C-101B-9397-08002B2CF9AE}" pid="11" name="KPMGDataAlliances">
    <vt:lpwstr/>
  </property>
  <property fmtid="{D5CDD505-2E9C-101B-9397-08002B2CF9AE}" pid="12" name="KPMGDataFileType">
    <vt:lpwstr>28</vt:lpwstr>
  </property>
  <property fmtid="{D5CDD505-2E9C-101B-9397-08002B2CF9AE}" pid="13" name="KPMGDataTaxTechnical">
    <vt:lpwstr/>
  </property>
  <property fmtid="{D5CDD505-2E9C-101B-9397-08002B2CF9AE}" pid="14" name="KPMGDataEngagementPhase">
    <vt:lpwstr/>
  </property>
  <property fmtid="{D5CDD505-2E9C-101B-9397-08002B2CF9AE}" pid="15" name="KPMGDataMarkets">
    <vt:lpwstr/>
  </property>
  <property fmtid="{D5CDD505-2E9C-101B-9397-08002B2CF9AE}" pid="16" name="KPMGDataAudienceLevel">
    <vt:lpwstr/>
  </property>
  <property fmtid="{D5CDD505-2E9C-101B-9397-08002B2CF9AE}" pid="17" name="KPMGDataContentCategoryType">
    <vt:lpwstr>2</vt:lpwstr>
  </property>
  <property fmtid="{D5CDD505-2E9C-101B-9397-08002B2CF9AE}" pid="18" name="KPMGDataPropositions">
    <vt:lpwstr/>
  </property>
  <property fmtid="{D5CDD505-2E9C-101B-9397-08002B2CF9AE}" pid="19" name="KPMGDataCentreOfExcellecnce">
    <vt:lpwstr/>
  </property>
  <property fmtid="{D5CDD505-2E9C-101B-9397-08002B2CF9AE}" pid="20" name="KPMGDataExternalAudience">
    <vt:lpwstr/>
  </property>
  <property fmtid="{D5CDD505-2E9C-101B-9397-08002B2CF9AE}" pid="21" name="KPMG_LayoutGrid">
    <vt:lpwstr>0</vt:lpwstr>
  </property>
  <property fmtid="{D5CDD505-2E9C-101B-9397-08002B2CF9AE}" pid="22" name="MediaServiceImageTags">
    <vt:lpwstr/>
  </property>
  <property fmtid="{D5CDD505-2E9C-101B-9397-08002B2CF9AE}" pid="23" name="_NewReviewCycle">
    <vt:lpwstr/>
  </property>
</Properties>
</file>